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Lst>
  <p:notesMasterIdLst>
    <p:notesMasterId r:id="rId29"/>
  </p:notesMasterIdLst>
  <p:sldIdLst>
    <p:sldId id="256" r:id="rId4"/>
    <p:sldId id="278" r:id="rId5"/>
    <p:sldId id="279" r:id="rId6"/>
    <p:sldId id="275" r:id="rId7"/>
    <p:sldId id="276" r:id="rId8"/>
    <p:sldId id="277" r:id="rId9"/>
    <p:sldId id="258" r:id="rId10"/>
    <p:sldId id="259" r:id="rId11"/>
    <p:sldId id="260" r:id="rId12"/>
    <p:sldId id="261" r:id="rId13"/>
    <p:sldId id="262" r:id="rId14"/>
    <p:sldId id="280" r:id="rId15"/>
    <p:sldId id="263" r:id="rId16"/>
    <p:sldId id="264" r:id="rId17"/>
    <p:sldId id="292" r:id="rId18"/>
    <p:sldId id="293" r:id="rId19"/>
    <p:sldId id="294" r:id="rId20"/>
    <p:sldId id="265" r:id="rId21"/>
    <p:sldId id="295" r:id="rId22"/>
    <p:sldId id="296" r:id="rId23"/>
    <p:sldId id="297" r:id="rId24"/>
    <p:sldId id="298" r:id="rId25"/>
    <p:sldId id="299" r:id="rId26"/>
    <p:sldId id="303" r:id="rId27"/>
    <p:sldId id="304" r:id="rId28"/>
    <p:sldId id="305" r:id="rId30"/>
    <p:sldId id="309" r:id="rId31"/>
    <p:sldId id="306" r:id="rId32"/>
    <p:sldId id="312" r:id="rId33"/>
    <p:sldId id="310" r:id="rId34"/>
    <p:sldId id="311" r:id="rId35"/>
    <p:sldId id="313" r:id="rId36"/>
    <p:sldId id="314" r:id="rId37"/>
    <p:sldId id="315" r:id="rId38"/>
    <p:sldId id="317" r:id="rId39"/>
    <p:sldId id="318" r:id="rId40"/>
    <p:sldId id="319" r:id="rId41"/>
    <p:sldId id="320" r:id="rId42"/>
    <p:sldId id="321" r:id="rId43"/>
    <p:sldId id="322" r:id="rId44"/>
    <p:sldId id="324" r:id="rId45"/>
    <p:sldId id="325" r:id="rId46"/>
    <p:sldId id="327" r:id="rId47"/>
    <p:sldId id="328"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98B7BB"/>
    <a:srgbClr val="93C3D3"/>
    <a:srgbClr val="2F637E"/>
    <a:srgbClr val="11373F"/>
    <a:srgbClr val="F88562"/>
    <a:srgbClr val="6D8B9A"/>
    <a:srgbClr val="A7B1B7"/>
    <a:srgbClr val="FED1A9"/>
    <a:srgbClr val="FAAA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8" y="9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2CE56-FD20-4103-ADB9-B95BDA7852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36526-45AC-413E-984C-CF37B41AA1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EB85C5-1ADC-43AA-9DF2-BA30A261534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
        <p:nvSpPr>
          <p:cNvPr id="9" name="文本框 8"/>
          <p:cNvSpPr txBox="1"/>
          <p:nvPr userDrawn="1"/>
        </p:nvSpPr>
        <p:spPr>
          <a:xfrm>
            <a:off x="7912100" y="1626732"/>
            <a:ext cx="3873500" cy="707886"/>
          </a:xfrm>
          <a:prstGeom prst="rect">
            <a:avLst/>
          </a:prstGeom>
          <a:noFill/>
        </p:spPr>
        <p:txBody>
          <a:bodyPr wrap="square" rtlCol="0">
            <a:spAutoFit/>
          </a:bodyPr>
          <a:lstStyle/>
          <a:p>
            <a:pPr algn="r"/>
            <a:r>
              <a:rPr lang="zh-CN" altLang="en-US" sz="4000" dirty="0">
                <a:solidFill>
                  <a:schemeClr val="bg1"/>
                </a:solidFill>
              </a:rPr>
              <a:t>人工智能导论</a:t>
            </a:r>
            <a:endParaRPr lang="zh-CN" altLang="en-US" sz="40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180000" y="1244600"/>
            <a:ext cx="11833200" cy="49323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9270000" y="6356349"/>
            <a:ext cx="2743200" cy="365125"/>
          </a:xfrm>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9270000" y="6356349"/>
            <a:ext cx="2743200" cy="365125"/>
          </a:xfrm>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0_Custom Layout">
    <p:spTree>
      <p:nvGrpSpPr>
        <p:cNvPr id="1" name=""/>
        <p:cNvGrpSpPr/>
        <p:nvPr/>
      </p:nvGrpSpPr>
      <p:grpSpPr>
        <a:xfrm>
          <a:off x="0" y="0"/>
          <a:ext cx="0" cy="0"/>
          <a:chOff x="0" y="0"/>
          <a:chExt cx="0" cy="0"/>
        </a:xfrm>
      </p:grpSpPr>
      <p:sp>
        <p:nvSpPr>
          <p:cNvPr id="7" name="Freeform: Shape 6"/>
          <p:cNvSpPr/>
          <p:nvPr userDrawn="1"/>
        </p:nvSpPr>
        <p:spPr>
          <a:xfrm>
            <a:off x="4914901" y="1"/>
            <a:ext cx="7277100" cy="4379547"/>
          </a:xfrm>
          <a:custGeom>
            <a:avLst/>
            <a:gdLst>
              <a:gd name="connsiteX0" fmla="*/ 0 w 7208506"/>
              <a:gd name="connsiteY0" fmla="*/ 0 h 4338265"/>
              <a:gd name="connsiteX1" fmla="*/ 7208506 w 7208506"/>
              <a:gd name="connsiteY1" fmla="*/ 0 h 4338265"/>
              <a:gd name="connsiteX2" fmla="*/ 7208506 w 7208506"/>
              <a:gd name="connsiteY2" fmla="*/ 3736930 h 4338265"/>
              <a:gd name="connsiteX3" fmla="*/ 7182826 w 7208506"/>
              <a:gd name="connsiteY3" fmla="*/ 3751567 h 4338265"/>
              <a:gd name="connsiteX4" fmla="*/ 4858361 w 7208506"/>
              <a:gd name="connsiteY4" fmla="*/ 4338265 h 4338265"/>
              <a:gd name="connsiteX5" fmla="*/ 24497 w 7208506"/>
              <a:gd name="connsiteY5" fmla="*/ 192786 h 433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08506" h="4338265">
                <a:moveTo>
                  <a:pt x="0" y="0"/>
                </a:moveTo>
                <a:lnTo>
                  <a:pt x="7208506" y="0"/>
                </a:lnTo>
                <a:lnTo>
                  <a:pt x="7208506" y="3736930"/>
                </a:lnTo>
                <a:lnTo>
                  <a:pt x="7182826" y="3751567"/>
                </a:lnTo>
                <a:cubicBezTo>
                  <a:pt x="6491452" y="4125789"/>
                  <a:pt x="5699720" y="4338265"/>
                  <a:pt x="4858361" y="4338265"/>
                </a:cubicBezTo>
                <a:cubicBezTo>
                  <a:pt x="2410772" y="4338265"/>
                  <a:pt x="383162" y="2540117"/>
                  <a:pt x="24497" y="192786"/>
                </a:cubicBezTo>
                <a:close/>
              </a:path>
            </a:pathLst>
          </a:custGeom>
          <a:gradFill>
            <a:gsLst>
              <a:gs pos="100000">
                <a:srgbClr val="21273E"/>
              </a:gs>
              <a:gs pos="0">
                <a:srgbClr val="2C344B"/>
              </a:gs>
            </a:gsLst>
            <a:lin ang="5400000" scaled="0"/>
          </a:gradFill>
          <a:ln>
            <a:noFill/>
          </a:ln>
          <a:effectLst>
            <a:outerShdw blurRad="1270000" dist="444500" dir="8100000" sx="95000" sy="9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240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849786" y="831273"/>
            <a:ext cx="4621832" cy="5846618"/>
          </a:xfrm>
          <a:prstGeom prst="rect">
            <a:avLst/>
          </a:prstGeom>
        </p:spPr>
      </p:pic>
      <p:sp>
        <p:nvSpPr>
          <p:cNvPr id="5" name="Picture Placeholder 6"/>
          <p:cNvSpPr>
            <a:spLocks noGrp="1"/>
          </p:cNvSpPr>
          <p:nvPr>
            <p:ph type="pic" sz="quarter" idx="12"/>
          </p:nvPr>
        </p:nvSpPr>
        <p:spPr>
          <a:xfrm rot="549907">
            <a:off x="7001708" y="1715323"/>
            <a:ext cx="2082759" cy="2035229"/>
          </a:xfrm>
          <a:custGeom>
            <a:avLst/>
            <a:gdLst>
              <a:gd name="connsiteX0" fmla="*/ 0 w 1235810"/>
              <a:gd name="connsiteY0" fmla="*/ 0 h 2171712"/>
              <a:gd name="connsiteX1" fmla="*/ 1235810 w 1235810"/>
              <a:gd name="connsiteY1" fmla="*/ 0 h 2171712"/>
              <a:gd name="connsiteX2" fmla="*/ 1235810 w 1235810"/>
              <a:gd name="connsiteY2" fmla="*/ 2171712 h 2171712"/>
              <a:gd name="connsiteX3" fmla="*/ 0 w 1235810"/>
              <a:gd name="connsiteY3" fmla="*/ 2171712 h 2171712"/>
              <a:gd name="connsiteX4" fmla="*/ 0 w 1235810"/>
              <a:gd name="connsiteY4" fmla="*/ 0 h 2171712"/>
              <a:gd name="connsiteX0-1" fmla="*/ 0 w 1253859"/>
              <a:gd name="connsiteY0-2" fmla="*/ 7736 h 2179448"/>
              <a:gd name="connsiteX1-3" fmla="*/ 1253859 w 1253859"/>
              <a:gd name="connsiteY1-4" fmla="*/ 0 h 2179448"/>
              <a:gd name="connsiteX2-5" fmla="*/ 1235810 w 1253859"/>
              <a:gd name="connsiteY2-6" fmla="*/ 2179448 h 2179448"/>
              <a:gd name="connsiteX3-7" fmla="*/ 0 w 1253859"/>
              <a:gd name="connsiteY3-8" fmla="*/ 2179448 h 2179448"/>
              <a:gd name="connsiteX4-9" fmla="*/ 0 w 1253859"/>
              <a:gd name="connsiteY4-10" fmla="*/ 7736 h 2179448"/>
              <a:gd name="connsiteX0-11" fmla="*/ 0 w 1263262"/>
              <a:gd name="connsiteY0-12" fmla="*/ 9253 h 2180965"/>
              <a:gd name="connsiteX1-13" fmla="*/ 1263262 w 1263262"/>
              <a:gd name="connsiteY1-14" fmla="*/ 0 h 2180965"/>
              <a:gd name="connsiteX2-15" fmla="*/ 1235810 w 1263262"/>
              <a:gd name="connsiteY2-16" fmla="*/ 2180965 h 2180965"/>
              <a:gd name="connsiteX3-17" fmla="*/ 0 w 1263262"/>
              <a:gd name="connsiteY3-18" fmla="*/ 2180965 h 2180965"/>
              <a:gd name="connsiteX4-19" fmla="*/ 0 w 1263262"/>
              <a:gd name="connsiteY4-20" fmla="*/ 9253 h 2180965"/>
              <a:gd name="connsiteX0-21" fmla="*/ 0 w 1277368"/>
              <a:gd name="connsiteY0-22" fmla="*/ 11528 h 2183240"/>
              <a:gd name="connsiteX1-23" fmla="*/ 1277368 w 1277368"/>
              <a:gd name="connsiteY1-24" fmla="*/ 0 h 2183240"/>
              <a:gd name="connsiteX2-25" fmla="*/ 1235810 w 1277368"/>
              <a:gd name="connsiteY2-26" fmla="*/ 2183240 h 2183240"/>
              <a:gd name="connsiteX3-27" fmla="*/ 0 w 1277368"/>
              <a:gd name="connsiteY3-28" fmla="*/ 2183240 h 2183240"/>
              <a:gd name="connsiteX4-29" fmla="*/ 0 w 1277368"/>
              <a:gd name="connsiteY4-30" fmla="*/ 11528 h 2183240"/>
              <a:gd name="connsiteX0-31" fmla="*/ 0 w 1298150"/>
              <a:gd name="connsiteY0-32" fmla="*/ 11528 h 2240720"/>
              <a:gd name="connsiteX1-33" fmla="*/ 1277368 w 1298150"/>
              <a:gd name="connsiteY1-34" fmla="*/ 0 h 2240720"/>
              <a:gd name="connsiteX2-35" fmla="*/ 1298150 w 1298150"/>
              <a:gd name="connsiteY2-36" fmla="*/ 2240720 h 2240720"/>
              <a:gd name="connsiteX3-37" fmla="*/ 0 w 1298150"/>
              <a:gd name="connsiteY3-38" fmla="*/ 2183240 h 2240720"/>
              <a:gd name="connsiteX4-39" fmla="*/ 0 w 1298150"/>
              <a:gd name="connsiteY4-40" fmla="*/ 11528 h 2240720"/>
              <a:gd name="connsiteX0-41" fmla="*/ 0 w 1306495"/>
              <a:gd name="connsiteY0-42" fmla="*/ 11528 h 2292439"/>
              <a:gd name="connsiteX1-43" fmla="*/ 1277368 w 1306495"/>
              <a:gd name="connsiteY1-44" fmla="*/ 0 h 2292439"/>
              <a:gd name="connsiteX2-45" fmla="*/ 1306495 w 1306495"/>
              <a:gd name="connsiteY2-46" fmla="*/ 2292439 h 2292439"/>
              <a:gd name="connsiteX3-47" fmla="*/ 0 w 1306495"/>
              <a:gd name="connsiteY3-48" fmla="*/ 2183240 h 2292439"/>
              <a:gd name="connsiteX4-49" fmla="*/ 0 w 1306495"/>
              <a:gd name="connsiteY4-50" fmla="*/ 11528 h 2292439"/>
              <a:gd name="connsiteX0-51" fmla="*/ 12438 w 1318933"/>
              <a:gd name="connsiteY0-52" fmla="*/ 11528 h 2292439"/>
              <a:gd name="connsiteX1-53" fmla="*/ 1289806 w 1318933"/>
              <a:gd name="connsiteY1-54" fmla="*/ 0 h 2292439"/>
              <a:gd name="connsiteX2-55" fmla="*/ 1318933 w 1318933"/>
              <a:gd name="connsiteY2-56" fmla="*/ 2292439 h 2292439"/>
              <a:gd name="connsiteX3-57" fmla="*/ 0 w 1318933"/>
              <a:gd name="connsiteY3-58" fmla="*/ 2165951 h 2292439"/>
              <a:gd name="connsiteX4-59" fmla="*/ 12438 w 1318933"/>
              <a:gd name="connsiteY4-60" fmla="*/ 11528 h 2292439"/>
              <a:gd name="connsiteX0-61" fmla="*/ 24426 w 1318933"/>
              <a:gd name="connsiteY0-62" fmla="*/ 115724 h 2292439"/>
              <a:gd name="connsiteX1-63" fmla="*/ 1289806 w 1318933"/>
              <a:gd name="connsiteY1-64" fmla="*/ 0 h 2292439"/>
              <a:gd name="connsiteX2-65" fmla="*/ 1318933 w 1318933"/>
              <a:gd name="connsiteY2-66" fmla="*/ 2292439 h 2292439"/>
              <a:gd name="connsiteX3-67" fmla="*/ 0 w 1318933"/>
              <a:gd name="connsiteY3-68" fmla="*/ 2165951 h 2292439"/>
              <a:gd name="connsiteX4-69" fmla="*/ 24426 w 1318933"/>
              <a:gd name="connsiteY4-70" fmla="*/ 115724 h 2292439"/>
              <a:gd name="connsiteX0-71" fmla="*/ 27911 w 1318933"/>
              <a:gd name="connsiteY0-72" fmla="*/ 47624 h 2292439"/>
              <a:gd name="connsiteX1-73" fmla="*/ 1289806 w 1318933"/>
              <a:gd name="connsiteY1-74" fmla="*/ 0 h 2292439"/>
              <a:gd name="connsiteX2-75" fmla="*/ 1318933 w 1318933"/>
              <a:gd name="connsiteY2-76" fmla="*/ 2292439 h 2292439"/>
              <a:gd name="connsiteX3-77" fmla="*/ 0 w 1318933"/>
              <a:gd name="connsiteY3-78" fmla="*/ 2165951 h 2292439"/>
              <a:gd name="connsiteX4-79" fmla="*/ 27911 w 1318933"/>
              <a:gd name="connsiteY4-80" fmla="*/ 47624 h 2292439"/>
              <a:gd name="connsiteX0-81" fmla="*/ 24877 w 1318933"/>
              <a:gd name="connsiteY0-82" fmla="*/ 28817 h 2292439"/>
              <a:gd name="connsiteX1-83" fmla="*/ 1289806 w 1318933"/>
              <a:gd name="connsiteY1-84" fmla="*/ 0 h 2292439"/>
              <a:gd name="connsiteX2-85" fmla="*/ 1318933 w 1318933"/>
              <a:gd name="connsiteY2-86" fmla="*/ 2292439 h 2292439"/>
              <a:gd name="connsiteX3-87" fmla="*/ 0 w 1318933"/>
              <a:gd name="connsiteY3-88" fmla="*/ 2165951 h 2292439"/>
              <a:gd name="connsiteX4-89" fmla="*/ 24877 w 1318933"/>
              <a:gd name="connsiteY4-90" fmla="*/ 28817 h 2292439"/>
              <a:gd name="connsiteX0-91" fmla="*/ 0 w 1321208"/>
              <a:gd name="connsiteY0-92" fmla="*/ 0 h 2312307"/>
              <a:gd name="connsiteX1-93" fmla="*/ 1292081 w 1321208"/>
              <a:gd name="connsiteY1-94" fmla="*/ 19868 h 2312307"/>
              <a:gd name="connsiteX2-95" fmla="*/ 1321208 w 1321208"/>
              <a:gd name="connsiteY2-96" fmla="*/ 2312307 h 2312307"/>
              <a:gd name="connsiteX3-97" fmla="*/ 2275 w 1321208"/>
              <a:gd name="connsiteY3-98" fmla="*/ 2185819 h 2312307"/>
              <a:gd name="connsiteX4-99" fmla="*/ 0 w 1321208"/>
              <a:gd name="connsiteY4-100" fmla="*/ 0 h 2312307"/>
              <a:gd name="connsiteX0-101" fmla="*/ 439249 w 1318934"/>
              <a:gd name="connsiteY0-102" fmla="*/ 0 h 2521663"/>
              <a:gd name="connsiteX1-103" fmla="*/ 1289807 w 1318934"/>
              <a:gd name="connsiteY1-104" fmla="*/ 229224 h 2521663"/>
              <a:gd name="connsiteX2-105" fmla="*/ 1318934 w 1318934"/>
              <a:gd name="connsiteY2-106" fmla="*/ 2521663 h 2521663"/>
              <a:gd name="connsiteX3-107" fmla="*/ 1 w 1318934"/>
              <a:gd name="connsiteY3-108" fmla="*/ 2395175 h 2521663"/>
              <a:gd name="connsiteX4-109" fmla="*/ 439249 w 1318934"/>
              <a:gd name="connsiteY4-110" fmla="*/ 0 h 2521663"/>
              <a:gd name="connsiteX0-111" fmla="*/ 439249 w 1896861"/>
              <a:gd name="connsiteY0-112" fmla="*/ 0 h 2521663"/>
              <a:gd name="connsiteX1-113" fmla="*/ 1896861 w 1896861"/>
              <a:gd name="connsiteY1-114" fmla="*/ 139406 h 2521663"/>
              <a:gd name="connsiteX2-115" fmla="*/ 1318934 w 1896861"/>
              <a:gd name="connsiteY2-116" fmla="*/ 2521663 h 2521663"/>
              <a:gd name="connsiteX3-117" fmla="*/ 1 w 1896861"/>
              <a:gd name="connsiteY3-118" fmla="*/ 2395175 h 2521663"/>
              <a:gd name="connsiteX4-119" fmla="*/ 439249 w 1896861"/>
              <a:gd name="connsiteY4-120" fmla="*/ 0 h 2521663"/>
              <a:gd name="connsiteX0-121" fmla="*/ 450018 w 1907630"/>
              <a:gd name="connsiteY0-122" fmla="*/ 0 h 2521663"/>
              <a:gd name="connsiteX1-123" fmla="*/ 1907630 w 1907630"/>
              <a:gd name="connsiteY1-124" fmla="*/ 139406 h 2521663"/>
              <a:gd name="connsiteX2-125" fmla="*/ 1329703 w 1907630"/>
              <a:gd name="connsiteY2-126" fmla="*/ 2521663 h 2521663"/>
              <a:gd name="connsiteX3-127" fmla="*/ 0 w 1907630"/>
              <a:gd name="connsiteY3-128" fmla="*/ 1547873 h 2521663"/>
              <a:gd name="connsiteX4-129" fmla="*/ 450018 w 1907630"/>
              <a:gd name="connsiteY4-130" fmla="*/ 0 h 2521663"/>
              <a:gd name="connsiteX0-131" fmla="*/ 450018 w 1907630"/>
              <a:gd name="connsiteY0-132" fmla="*/ 0 h 1851265"/>
              <a:gd name="connsiteX1-133" fmla="*/ 1907630 w 1907630"/>
              <a:gd name="connsiteY1-134" fmla="*/ 139406 h 1851265"/>
              <a:gd name="connsiteX2-135" fmla="*/ 1103732 w 1907630"/>
              <a:gd name="connsiteY2-136" fmla="*/ 1851265 h 1851265"/>
              <a:gd name="connsiteX3-137" fmla="*/ 0 w 1907630"/>
              <a:gd name="connsiteY3-138" fmla="*/ 1547873 h 1851265"/>
              <a:gd name="connsiteX4-139" fmla="*/ 450018 w 1907630"/>
              <a:gd name="connsiteY4-140" fmla="*/ 0 h 1851265"/>
              <a:gd name="connsiteX0-141" fmla="*/ 450018 w 1907630"/>
              <a:gd name="connsiteY0-142" fmla="*/ 0 h 1931216"/>
              <a:gd name="connsiteX1-143" fmla="*/ 1907630 w 1907630"/>
              <a:gd name="connsiteY1-144" fmla="*/ 139406 h 1931216"/>
              <a:gd name="connsiteX2-145" fmla="*/ 1136943 w 1907630"/>
              <a:gd name="connsiteY2-146" fmla="*/ 1931216 h 1931216"/>
              <a:gd name="connsiteX3-147" fmla="*/ 0 w 1907630"/>
              <a:gd name="connsiteY3-148" fmla="*/ 1547873 h 1931216"/>
              <a:gd name="connsiteX4-149" fmla="*/ 450018 w 1907630"/>
              <a:gd name="connsiteY4-150" fmla="*/ 0 h 1931216"/>
              <a:gd name="connsiteX0-151" fmla="*/ 450018 w 1907630"/>
              <a:gd name="connsiteY0-152" fmla="*/ 0 h 1935175"/>
              <a:gd name="connsiteX1-153" fmla="*/ 1907630 w 1907630"/>
              <a:gd name="connsiteY1-154" fmla="*/ 139406 h 1935175"/>
              <a:gd name="connsiteX2-155" fmla="*/ 1137582 w 1907630"/>
              <a:gd name="connsiteY2-156" fmla="*/ 1935175 h 1935175"/>
              <a:gd name="connsiteX3-157" fmla="*/ 0 w 1907630"/>
              <a:gd name="connsiteY3-158" fmla="*/ 1547873 h 1935175"/>
              <a:gd name="connsiteX4-159" fmla="*/ 450018 w 1907630"/>
              <a:gd name="connsiteY4-160" fmla="*/ 0 h 1935175"/>
              <a:gd name="connsiteX0-161" fmla="*/ 450018 w 1975071"/>
              <a:gd name="connsiteY0-162" fmla="*/ 0 h 1935175"/>
              <a:gd name="connsiteX1-163" fmla="*/ 1975071 w 1975071"/>
              <a:gd name="connsiteY1-164" fmla="*/ 230086 h 1935175"/>
              <a:gd name="connsiteX2-165" fmla="*/ 1137582 w 1975071"/>
              <a:gd name="connsiteY2-166" fmla="*/ 1935175 h 1935175"/>
              <a:gd name="connsiteX3-167" fmla="*/ 0 w 1975071"/>
              <a:gd name="connsiteY3-168" fmla="*/ 1547873 h 1935175"/>
              <a:gd name="connsiteX4-169" fmla="*/ 450018 w 1975071"/>
              <a:gd name="connsiteY4-170" fmla="*/ 0 h 1935175"/>
              <a:gd name="connsiteX0-171" fmla="*/ 450018 w 2029482"/>
              <a:gd name="connsiteY0-172" fmla="*/ 0 h 1935175"/>
              <a:gd name="connsiteX1-173" fmla="*/ 2029482 w 2029482"/>
              <a:gd name="connsiteY1-174" fmla="*/ 290368 h 1935175"/>
              <a:gd name="connsiteX2-175" fmla="*/ 1137582 w 2029482"/>
              <a:gd name="connsiteY2-176" fmla="*/ 1935175 h 1935175"/>
              <a:gd name="connsiteX3-177" fmla="*/ 0 w 2029482"/>
              <a:gd name="connsiteY3-178" fmla="*/ 1547873 h 1935175"/>
              <a:gd name="connsiteX4-179" fmla="*/ 450018 w 2029482"/>
              <a:gd name="connsiteY4-180" fmla="*/ 0 h 1935175"/>
              <a:gd name="connsiteX0-181" fmla="*/ 450018 w 2057451"/>
              <a:gd name="connsiteY0-182" fmla="*/ 0 h 1935175"/>
              <a:gd name="connsiteX1-183" fmla="*/ 2057451 w 2057451"/>
              <a:gd name="connsiteY1-184" fmla="*/ 237108 h 1935175"/>
              <a:gd name="connsiteX2-185" fmla="*/ 1137582 w 2057451"/>
              <a:gd name="connsiteY2-186" fmla="*/ 1935175 h 1935175"/>
              <a:gd name="connsiteX3-187" fmla="*/ 0 w 2057451"/>
              <a:gd name="connsiteY3-188" fmla="*/ 1547873 h 1935175"/>
              <a:gd name="connsiteX4-189" fmla="*/ 450018 w 2057451"/>
              <a:gd name="connsiteY4-190" fmla="*/ 0 h 1935175"/>
              <a:gd name="connsiteX0-191" fmla="*/ 453465 w 2057451"/>
              <a:gd name="connsiteY0-192" fmla="*/ 0 h 1964168"/>
              <a:gd name="connsiteX1-193" fmla="*/ 2057451 w 2057451"/>
              <a:gd name="connsiteY1-194" fmla="*/ 266101 h 1964168"/>
              <a:gd name="connsiteX2-195" fmla="*/ 1137582 w 2057451"/>
              <a:gd name="connsiteY2-196" fmla="*/ 1964168 h 1964168"/>
              <a:gd name="connsiteX3-197" fmla="*/ 0 w 2057451"/>
              <a:gd name="connsiteY3-198" fmla="*/ 1576866 h 1964168"/>
              <a:gd name="connsiteX4-199" fmla="*/ 453465 w 2057451"/>
              <a:gd name="connsiteY4-200" fmla="*/ 0 h 1964168"/>
              <a:gd name="connsiteX0-201" fmla="*/ 453467 w 2057453"/>
              <a:gd name="connsiteY0-202" fmla="*/ 0 h 1964168"/>
              <a:gd name="connsiteX1-203" fmla="*/ 2057453 w 2057453"/>
              <a:gd name="connsiteY1-204" fmla="*/ 266101 h 1964168"/>
              <a:gd name="connsiteX2-205" fmla="*/ 1137584 w 2057453"/>
              <a:gd name="connsiteY2-206" fmla="*/ 1964168 h 1964168"/>
              <a:gd name="connsiteX3-207" fmla="*/ 2 w 2057453"/>
              <a:gd name="connsiteY3-208" fmla="*/ 1576866 h 1964168"/>
              <a:gd name="connsiteX4-209" fmla="*/ 453467 w 2057453"/>
              <a:gd name="connsiteY4-210" fmla="*/ 0 h 1964168"/>
              <a:gd name="connsiteX0-211" fmla="*/ 412596 w 2016582"/>
              <a:gd name="connsiteY0-212" fmla="*/ 0 h 1964168"/>
              <a:gd name="connsiteX1-213" fmla="*/ 2016582 w 2016582"/>
              <a:gd name="connsiteY1-214" fmla="*/ 266101 h 1964168"/>
              <a:gd name="connsiteX2-215" fmla="*/ 1096713 w 2016582"/>
              <a:gd name="connsiteY2-216" fmla="*/ 1964168 h 1964168"/>
              <a:gd name="connsiteX3-217" fmla="*/ 3 w 2016582"/>
              <a:gd name="connsiteY3-218" fmla="*/ 1578396 h 1964168"/>
              <a:gd name="connsiteX4-219" fmla="*/ 412596 w 2016582"/>
              <a:gd name="connsiteY4-220" fmla="*/ 0 h 1964168"/>
              <a:gd name="connsiteX0-221" fmla="*/ 418230 w 2022216"/>
              <a:gd name="connsiteY0-222" fmla="*/ 0 h 1964168"/>
              <a:gd name="connsiteX1-223" fmla="*/ 2022216 w 2022216"/>
              <a:gd name="connsiteY1-224" fmla="*/ 266101 h 1964168"/>
              <a:gd name="connsiteX2-225" fmla="*/ 1102347 w 2022216"/>
              <a:gd name="connsiteY2-226" fmla="*/ 1964168 h 1964168"/>
              <a:gd name="connsiteX3-227" fmla="*/ 5637 w 2022216"/>
              <a:gd name="connsiteY3-228" fmla="*/ 1578396 h 1964168"/>
              <a:gd name="connsiteX4-229" fmla="*/ 418230 w 2022216"/>
              <a:gd name="connsiteY4-230" fmla="*/ 0 h 1964168"/>
              <a:gd name="connsiteX0-231" fmla="*/ 418230 w 2022216"/>
              <a:gd name="connsiteY0-232" fmla="*/ 0 h 1964168"/>
              <a:gd name="connsiteX1-233" fmla="*/ 2022216 w 2022216"/>
              <a:gd name="connsiteY1-234" fmla="*/ 266101 h 1964168"/>
              <a:gd name="connsiteX2-235" fmla="*/ 1102347 w 2022216"/>
              <a:gd name="connsiteY2-236" fmla="*/ 1964168 h 1964168"/>
              <a:gd name="connsiteX3-237" fmla="*/ 5637 w 2022216"/>
              <a:gd name="connsiteY3-238" fmla="*/ 1578396 h 1964168"/>
              <a:gd name="connsiteX4-239" fmla="*/ 418230 w 2022216"/>
              <a:gd name="connsiteY4-240" fmla="*/ 0 h 1964168"/>
              <a:gd name="connsiteX0-241" fmla="*/ 511627 w 2115613"/>
              <a:gd name="connsiteY0-242" fmla="*/ 0 h 1964168"/>
              <a:gd name="connsiteX1-243" fmla="*/ 2115613 w 2115613"/>
              <a:gd name="connsiteY1-244" fmla="*/ 266101 h 1964168"/>
              <a:gd name="connsiteX2-245" fmla="*/ 1195744 w 2115613"/>
              <a:gd name="connsiteY2-246" fmla="*/ 1964168 h 1964168"/>
              <a:gd name="connsiteX3-247" fmla="*/ 4004 w 2115613"/>
              <a:gd name="connsiteY3-248" fmla="*/ 1467795 h 1964168"/>
              <a:gd name="connsiteX4-249" fmla="*/ 511627 w 2115613"/>
              <a:gd name="connsiteY4-250" fmla="*/ 0 h 1964168"/>
              <a:gd name="connsiteX0-251" fmla="*/ 461527 w 2116352"/>
              <a:gd name="connsiteY0-252" fmla="*/ 0 h 2077837"/>
              <a:gd name="connsiteX1-253" fmla="*/ 2116352 w 2116352"/>
              <a:gd name="connsiteY1-254" fmla="*/ 379770 h 2077837"/>
              <a:gd name="connsiteX2-255" fmla="*/ 1196483 w 2116352"/>
              <a:gd name="connsiteY2-256" fmla="*/ 2077837 h 2077837"/>
              <a:gd name="connsiteX3-257" fmla="*/ 4743 w 2116352"/>
              <a:gd name="connsiteY3-258" fmla="*/ 1581464 h 2077837"/>
              <a:gd name="connsiteX4-259" fmla="*/ 461527 w 2116352"/>
              <a:gd name="connsiteY4-260" fmla="*/ 0 h 2077837"/>
              <a:gd name="connsiteX0-261" fmla="*/ 482016 w 2116020"/>
              <a:gd name="connsiteY0-262" fmla="*/ 0 h 2024323"/>
              <a:gd name="connsiteX1-263" fmla="*/ 2116020 w 2116020"/>
              <a:gd name="connsiteY1-264" fmla="*/ 326256 h 2024323"/>
              <a:gd name="connsiteX2-265" fmla="*/ 1196151 w 2116020"/>
              <a:gd name="connsiteY2-266" fmla="*/ 2024323 h 2024323"/>
              <a:gd name="connsiteX3-267" fmla="*/ 4411 w 2116020"/>
              <a:gd name="connsiteY3-268" fmla="*/ 1527950 h 2024323"/>
              <a:gd name="connsiteX4-269" fmla="*/ 482016 w 2116020"/>
              <a:gd name="connsiteY4-270" fmla="*/ 0 h 2024323"/>
              <a:gd name="connsiteX0-271" fmla="*/ 451743 w 2116529"/>
              <a:gd name="connsiteY0-272" fmla="*/ 0 h 2064043"/>
              <a:gd name="connsiteX1-273" fmla="*/ 2116529 w 2116529"/>
              <a:gd name="connsiteY1-274" fmla="*/ 365976 h 2064043"/>
              <a:gd name="connsiteX2-275" fmla="*/ 1196660 w 2116529"/>
              <a:gd name="connsiteY2-276" fmla="*/ 2064043 h 2064043"/>
              <a:gd name="connsiteX3-277" fmla="*/ 4920 w 2116529"/>
              <a:gd name="connsiteY3-278" fmla="*/ 1567670 h 2064043"/>
              <a:gd name="connsiteX4-279" fmla="*/ 451743 w 2116529"/>
              <a:gd name="connsiteY4-280" fmla="*/ 0 h 2064043"/>
              <a:gd name="connsiteX0-281" fmla="*/ 453624 w 2118410"/>
              <a:gd name="connsiteY0-282" fmla="*/ 0 h 2064043"/>
              <a:gd name="connsiteX1-283" fmla="*/ 2118410 w 2118410"/>
              <a:gd name="connsiteY1-284" fmla="*/ 365976 h 2064043"/>
              <a:gd name="connsiteX2-285" fmla="*/ 1198541 w 2118410"/>
              <a:gd name="connsiteY2-286" fmla="*/ 2064043 h 2064043"/>
              <a:gd name="connsiteX3-287" fmla="*/ 4885 w 2118410"/>
              <a:gd name="connsiteY3-288" fmla="*/ 1555791 h 2064043"/>
              <a:gd name="connsiteX4-289" fmla="*/ 453624 w 2118410"/>
              <a:gd name="connsiteY4-290" fmla="*/ 0 h 2064043"/>
              <a:gd name="connsiteX0-291" fmla="*/ 481903 w 2146689"/>
              <a:gd name="connsiteY0-292" fmla="*/ 0 h 2064043"/>
              <a:gd name="connsiteX1-293" fmla="*/ 2146689 w 2146689"/>
              <a:gd name="connsiteY1-294" fmla="*/ 365976 h 2064043"/>
              <a:gd name="connsiteX2-295" fmla="*/ 1226820 w 2146689"/>
              <a:gd name="connsiteY2-296" fmla="*/ 2064043 h 2064043"/>
              <a:gd name="connsiteX3-297" fmla="*/ 33164 w 2146689"/>
              <a:gd name="connsiteY3-298" fmla="*/ 1555791 h 2064043"/>
              <a:gd name="connsiteX4-299" fmla="*/ 481903 w 2146689"/>
              <a:gd name="connsiteY4-300" fmla="*/ 0 h 2064043"/>
              <a:gd name="connsiteX0-301" fmla="*/ 485074 w 2149860"/>
              <a:gd name="connsiteY0-302" fmla="*/ 0 h 2064043"/>
              <a:gd name="connsiteX1-303" fmla="*/ 2149860 w 2149860"/>
              <a:gd name="connsiteY1-304" fmla="*/ 365976 h 2064043"/>
              <a:gd name="connsiteX2-305" fmla="*/ 1229991 w 2149860"/>
              <a:gd name="connsiteY2-306" fmla="*/ 2064043 h 2064043"/>
              <a:gd name="connsiteX3-307" fmla="*/ 36335 w 2149860"/>
              <a:gd name="connsiteY3-308" fmla="*/ 1555791 h 2064043"/>
              <a:gd name="connsiteX4-309" fmla="*/ 485074 w 2149860"/>
              <a:gd name="connsiteY4-310" fmla="*/ 0 h 2064043"/>
              <a:gd name="connsiteX0-311" fmla="*/ 485074 w 2149860"/>
              <a:gd name="connsiteY0-312" fmla="*/ 0 h 2064043"/>
              <a:gd name="connsiteX1-313" fmla="*/ 2149860 w 2149860"/>
              <a:gd name="connsiteY1-314" fmla="*/ 365976 h 2064043"/>
              <a:gd name="connsiteX2-315" fmla="*/ 1229991 w 2149860"/>
              <a:gd name="connsiteY2-316" fmla="*/ 2064043 h 2064043"/>
              <a:gd name="connsiteX3-317" fmla="*/ 36335 w 2149860"/>
              <a:gd name="connsiteY3-318" fmla="*/ 1555791 h 2064043"/>
              <a:gd name="connsiteX4-319" fmla="*/ 485074 w 2149860"/>
              <a:gd name="connsiteY4-320" fmla="*/ 0 h 2064043"/>
              <a:gd name="connsiteX0-321" fmla="*/ 485074 w 2149860"/>
              <a:gd name="connsiteY0-322" fmla="*/ 0 h 2064043"/>
              <a:gd name="connsiteX1-323" fmla="*/ 2149860 w 2149860"/>
              <a:gd name="connsiteY1-324" fmla="*/ 365976 h 2064043"/>
              <a:gd name="connsiteX2-325" fmla="*/ 1229991 w 2149860"/>
              <a:gd name="connsiteY2-326" fmla="*/ 2064043 h 2064043"/>
              <a:gd name="connsiteX3-327" fmla="*/ 36335 w 2149860"/>
              <a:gd name="connsiteY3-328" fmla="*/ 1555791 h 2064043"/>
              <a:gd name="connsiteX4-329" fmla="*/ 485074 w 2149860"/>
              <a:gd name="connsiteY4-330" fmla="*/ 0 h 2064043"/>
              <a:gd name="connsiteX0-331" fmla="*/ 485074 w 2149860"/>
              <a:gd name="connsiteY0-332" fmla="*/ 0 h 2064043"/>
              <a:gd name="connsiteX1-333" fmla="*/ 2149860 w 2149860"/>
              <a:gd name="connsiteY1-334" fmla="*/ 365976 h 2064043"/>
              <a:gd name="connsiteX2-335" fmla="*/ 1229991 w 2149860"/>
              <a:gd name="connsiteY2-336" fmla="*/ 2064043 h 2064043"/>
              <a:gd name="connsiteX3-337" fmla="*/ 36335 w 2149860"/>
              <a:gd name="connsiteY3-338" fmla="*/ 1555791 h 2064043"/>
              <a:gd name="connsiteX4-339" fmla="*/ 485074 w 2149860"/>
              <a:gd name="connsiteY4-340" fmla="*/ 0 h 2064043"/>
              <a:gd name="connsiteX0-341" fmla="*/ 472393 w 2137179"/>
              <a:gd name="connsiteY0-342" fmla="*/ 0 h 2064043"/>
              <a:gd name="connsiteX1-343" fmla="*/ 2137179 w 2137179"/>
              <a:gd name="connsiteY1-344" fmla="*/ 365976 h 2064043"/>
              <a:gd name="connsiteX2-345" fmla="*/ 1217310 w 2137179"/>
              <a:gd name="connsiteY2-346" fmla="*/ 2064043 h 2064043"/>
              <a:gd name="connsiteX3-347" fmla="*/ 23654 w 2137179"/>
              <a:gd name="connsiteY3-348" fmla="*/ 1555791 h 2064043"/>
              <a:gd name="connsiteX4-349" fmla="*/ 472393 w 2137179"/>
              <a:gd name="connsiteY4-350" fmla="*/ 0 h 2064043"/>
              <a:gd name="connsiteX0-351" fmla="*/ 472393 w 2113935"/>
              <a:gd name="connsiteY0-352" fmla="*/ 0 h 2064043"/>
              <a:gd name="connsiteX1-353" fmla="*/ 2113935 w 2113935"/>
              <a:gd name="connsiteY1-354" fmla="*/ 398164 h 2064043"/>
              <a:gd name="connsiteX2-355" fmla="*/ 1217310 w 2113935"/>
              <a:gd name="connsiteY2-356" fmla="*/ 2064043 h 2064043"/>
              <a:gd name="connsiteX3-357" fmla="*/ 23654 w 2113935"/>
              <a:gd name="connsiteY3-358" fmla="*/ 1555791 h 2064043"/>
              <a:gd name="connsiteX4-359" fmla="*/ 472393 w 2113935"/>
              <a:gd name="connsiteY4-360" fmla="*/ 0 h 2064043"/>
              <a:gd name="connsiteX0-361" fmla="*/ 472393 w 2144845"/>
              <a:gd name="connsiteY0-362" fmla="*/ 0 h 2064043"/>
              <a:gd name="connsiteX1-363" fmla="*/ 2144845 w 2144845"/>
              <a:gd name="connsiteY1-364" fmla="*/ 413490 h 2064043"/>
              <a:gd name="connsiteX2-365" fmla="*/ 1217310 w 2144845"/>
              <a:gd name="connsiteY2-366" fmla="*/ 2064043 h 2064043"/>
              <a:gd name="connsiteX3-367" fmla="*/ 23654 w 2144845"/>
              <a:gd name="connsiteY3-368" fmla="*/ 1555791 h 2064043"/>
              <a:gd name="connsiteX4-369" fmla="*/ 472393 w 2144845"/>
              <a:gd name="connsiteY4-370" fmla="*/ 0 h 2064043"/>
              <a:gd name="connsiteX0-371" fmla="*/ 472393 w 2135010"/>
              <a:gd name="connsiteY0-372" fmla="*/ 0 h 2064043"/>
              <a:gd name="connsiteX1-373" fmla="*/ 2135010 w 2135010"/>
              <a:gd name="connsiteY1-374" fmla="*/ 402890 h 2064043"/>
              <a:gd name="connsiteX2-375" fmla="*/ 1217310 w 2135010"/>
              <a:gd name="connsiteY2-376" fmla="*/ 2064043 h 2064043"/>
              <a:gd name="connsiteX3-377" fmla="*/ 23654 w 2135010"/>
              <a:gd name="connsiteY3-378" fmla="*/ 1555791 h 2064043"/>
              <a:gd name="connsiteX4-379" fmla="*/ 472393 w 2135010"/>
              <a:gd name="connsiteY4-380" fmla="*/ 0 h 2064043"/>
              <a:gd name="connsiteX0-381" fmla="*/ 472393 w 2117894"/>
              <a:gd name="connsiteY0-382" fmla="*/ 0 h 2064043"/>
              <a:gd name="connsiteX1-383" fmla="*/ 2117894 w 2117894"/>
              <a:gd name="connsiteY1-384" fmla="*/ 397525 h 2064043"/>
              <a:gd name="connsiteX2-385" fmla="*/ 1217310 w 2117894"/>
              <a:gd name="connsiteY2-386" fmla="*/ 2064043 h 2064043"/>
              <a:gd name="connsiteX3-387" fmla="*/ 23654 w 2117894"/>
              <a:gd name="connsiteY3-388" fmla="*/ 1555791 h 2064043"/>
              <a:gd name="connsiteX4-389" fmla="*/ 472393 w 2117894"/>
              <a:gd name="connsiteY4-390" fmla="*/ 0 h 2064043"/>
              <a:gd name="connsiteX0-391" fmla="*/ 472393 w 2100779"/>
              <a:gd name="connsiteY0-392" fmla="*/ 0 h 2064043"/>
              <a:gd name="connsiteX1-393" fmla="*/ 2100779 w 2100779"/>
              <a:gd name="connsiteY1-394" fmla="*/ 392162 h 2064043"/>
              <a:gd name="connsiteX2-395" fmla="*/ 1217310 w 2100779"/>
              <a:gd name="connsiteY2-396" fmla="*/ 2064043 h 2064043"/>
              <a:gd name="connsiteX3-397" fmla="*/ 23654 w 2100779"/>
              <a:gd name="connsiteY3-398" fmla="*/ 1555791 h 2064043"/>
              <a:gd name="connsiteX4-399" fmla="*/ 472393 w 2100779"/>
              <a:gd name="connsiteY4-400" fmla="*/ 0 h 2064043"/>
              <a:gd name="connsiteX0-401" fmla="*/ 472393 w 2100779"/>
              <a:gd name="connsiteY0-402" fmla="*/ 0 h 2064043"/>
              <a:gd name="connsiteX1-403" fmla="*/ 2100779 w 2100779"/>
              <a:gd name="connsiteY1-404" fmla="*/ 392162 h 2064043"/>
              <a:gd name="connsiteX2-405" fmla="*/ 1217310 w 2100779"/>
              <a:gd name="connsiteY2-406" fmla="*/ 2064043 h 2064043"/>
              <a:gd name="connsiteX3-407" fmla="*/ 23654 w 2100779"/>
              <a:gd name="connsiteY3-408" fmla="*/ 1555791 h 2064043"/>
              <a:gd name="connsiteX4-409" fmla="*/ 472393 w 2100779"/>
              <a:gd name="connsiteY4-410" fmla="*/ 0 h 2064043"/>
              <a:gd name="connsiteX0-411" fmla="*/ 472393 w 2100779"/>
              <a:gd name="connsiteY0-412" fmla="*/ 0 h 2064043"/>
              <a:gd name="connsiteX1-413" fmla="*/ 2100779 w 2100779"/>
              <a:gd name="connsiteY1-414" fmla="*/ 392162 h 2064043"/>
              <a:gd name="connsiteX2-415" fmla="*/ 1217310 w 2100779"/>
              <a:gd name="connsiteY2-416" fmla="*/ 2064043 h 2064043"/>
              <a:gd name="connsiteX3-417" fmla="*/ 23654 w 2100779"/>
              <a:gd name="connsiteY3-418" fmla="*/ 1555791 h 2064043"/>
              <a:gd name="connsiteX4-419" fmla="*/ 472393 w 2100779"/>
              <a:gd name="connsiteY4-420" fmla="*/ 0 h 2064043"/>
              <a:gd name="connsiteX0-421" fmla="*/ 472393 w 2100779"/>
              <a:gd name="connsiteY0-422" fmla="*/ 0 h 2064043"/>
              <a:gd name="connsiteX1-423" fmla="*/ 2100779 w 2100779"/>
              <a:gd name="connsiteY1-424" fmla="*/ 392162 h 2064043"/>
              <a:gd name="connsiteX2-425" fmla="*/ 1217310 w 2100779"/>
              <a:gd name="connsiteY2-426" fmla="*/ 2064043 h 2064043"/>
              <a:gd name="connsiteX3-427" fmla="*/ 23654 w 2100779"/>
              <a:gd name="connsiteY3-428" fmla="*/ 1555791 h 2064043"/>
              <a:gd name="connsiteX4-429" fmla="*/ 472393 w 2100779"/>
              <a:gd name="connsiteY4-430" fmla="*/ 0 h 2064043"/>
              <a:gd name="connsiteX0-431" fmla="*/ 472393 w 2100779"/>
              <a:gd name="connsiteY0-432" fmla="*/ 0 h 2064043"/>
              <a:gd name="connsiteX1-433" fmla="*/ 2100779 w 2100779"/>
              <a:gd name="connsiteY1-434" fmla="*/ 392162 h 2064043"/>
              <a:gd name="connsiteX2-435" fmla="*/ 1217310 w 2100779"/>
              <a:gd name="connsiteY2-436" fmla="*/ 2064043 h 2064043"/>
              <a:gd name="connsiteX3-437" fmla="*/ 23654 w 2100779"/>
              <a:gd name="connsiteY3-438" fmla="*/ 1555791 h 2064043"/>
              <a:gd name="connsiteX4-439" fmla="*/ 472393 w 2100779"/>
              <a:gd name="connsiteY4-440" fmla="*/ 0 h 2064043"/>
              <a:gd name="connsiteX0-441" fmla="*/ 472393 w 2100779"/>
              <a:gd name="connsiteY0-442" fmla="*/ 0 h 2064043"/>
              <a:gd name="connsiteX1-443" fmla="*/ 2100779 w 2100779"/>
              <a:gd name="connsiteY1-444" fmla="*/ 392162 h 2064043"/>
              <a:gd name="connsiteX2-445" fmla="*/ 1217310 w 2100779"/>
              <a:gd name="connsiteY2-446" fmla="*/ 2064043 h 2064043"/>
              <a:gd name="connsiteX3-447" fmla="*/ 23654 w 2100779"/>
              <a:gd name="connsiteY3-448" fmla="*/ 1555791 h 2064043"/>
              <a:gd name="connsiteX4-449" fmla="*/ 472393 w 2100779"/>
              <a:gd name="connsiteY4-450" fmla="*/ 0 h 2064043"/>
              <a:gd name="connsiteX0-451" fmla="*/ 472393 w 2100779"/>
              <a:gd name="connsiteY0-452" fmla="*/ 0 h 2036708"/>
              <a:gd name="connsiteX1-453" fmla="*/ 2100779 w 2100779"/>
              <a:gd name="connsiteY1-454" fmla="*/ 392162 h 2036708"/>
              <a:gd name="connsiteX2-455" fmla="*/ 1286023 w 2100779"/>
              <a:gd name="connsiteY2-456" fmla="*/ 2036708 h 2036708"/>
              <a:gd name="connsiteX3-457" fmla="*/ 23654 w 2100779"/>
              <a:gd name="connsiteY3-458" fmla="*/ 1555791 h 2036708"/>
              <a:gd name="connsiteX4-459" fmla="*/ 472393 w 2100779"/>
              <a:gd name="connsiteY4-460" fmla="*/ 0 h 2036708"/>
              <a:gd name="connsiteX0-461" fmla="*/ 472393 w 2100779"/>
              <a:gd name="connsiteY0-462" fmla="*/ 0 h 2051268"/>
              <a:gd name="connsiteX1-463" fmla="*/ 2100779 w 2100779"/>
              <a:gd name="connsiteY1-464" fmla="*/ 392162 h 2051268"/>
              <a:gd name="connsiteX2-465" fmla="*/ 1296497 w 2100779"/>
              <a:gd name="connsiteY2-466" fmla="*/ 2051268 h 2051268"/>
              <a:gd name="connsiteX3-467" fmla="*/ 23654 w 2100779"/>
              <a:gd name="connsiteY3-468" fmla="*/ 1555791 h 2051268"/>
              <a:gd name="connsiteX4-469" fmla="*/ 472393 w 2100779"/>
              <a:gd name="connsiteY4-470" fmla="*/ 0 h 2051268"/>
              <a:gd name="connsiteX0-471" fmla="*/ 472393 w 2100779"/>
              <a:gd name="connsiteY0-472" fmla="*/ 0 h 2051268"/>
              <a:gd name="connsiteX1-473" fmla="*/ 2100779 w 2100779"/>
              <a:gd name="connsiteY1-474" fmla="*/ 392162 h 2051268"/>
              <a:gd name="connsiteX2-475" fmla="*/ 1296497 w 2100779"/>
              <a:gd name="connsiteY2-476" fmla="*/ 2051268 h 2051268"/>
              <a:gd name="connsiteX3-477" fmla="*/ 23654 w 2100779"/>
              <a:gd name="connsiteY3-478" fmla="*/ 1555791 h 2051268"/>
              <a:gd name="connsiteX4-479" fmla="*/ 472393 w 2100779"/>
              <a:gd name="connsiteY4-480" fmla="*/ 0 h 2051268"/>
              <a:gd name="connsiteX0-481" fmla="*/ 472393 w 2100779"/>
              <a:gd name="connsiteY0-482" fmla="*/ 0 h 2051906"/>
              <a:gd name="connsiteX1-483" fmla="*/ 2100779 w 2100779"/>
              <a:gd name="connsiteY1-484" fmla="*/ 392162 h 2051906"/>
              <a:gd name="connsiteX2-485" fmla="*/ 1292538 w 2100779"/>
              <a:gd name="connsiteY2-486" fmla="*/ 2051906 h 2051906"/>
              <a:gd name="connsiteX3-487" fmla="*/ 23654 w 2100779"/>
              <a:gd name="connsiteY3-488" fmla="*/ 1555791 h 2051906"/>
              <a:gd name="connsiteX4-489" fmla="*/ 472393 w 2100779"/>
              <a:gd name="connsiteY4-490" fmla="*/ 0 h 2051906"/>
              <a:gd name="connsiteX0-491" fmla="*/ 472393 w 2100779"/>
              <a:gd name="connsiteY0-492" fmla="*/ 0 h 2056222"/>
              <a:gd name="connsiteX1-493" fmla="*/ 2100779 w 2100779"/>
              <a:gd name="connsiteY1-494" fmla="*/ 392162 h 2056222"/>
              <a:gd name="connsiteX2-495" fmla="*/ 1292538 w 2100779"/>
              <a:gd name="connsiteY2-496" fmla="*/ 2051906 h 2056222"/>
              <a:gd name="connsiteX3-497" fmla="*/ 23654 w 2100779"/>
              <a:gd name="connsiteY3-498" fmla="*/ 1555791 h 2056222"/>
              <a:gd name="connsiteX4-499" fmla="*/ 472393 w 2100779"/>
              <a:gd name="connsiteY4-500" fmla="*/ 0 h 2056222"/>
              <a:gd name="connsiteX0-501" fmla="*/ 472393 w 2100779"/>
              <a:gd name="connsiteY0-502" fmla="*/ 0 h 2052500"/>
              <a:gd name="connsiteX1-503" fmla="*/ 2100779 w 2100779"/>
              <a:gd name="connsiteY1-504" fmla="*/ 392162 h 2052500"/>
              <a:gd name="connsiteX2-505" fmla="*/ 1292538 w 2100779"/>
              <a:gd name="connsiteY2-506" fmla="*/ 2051906 h 2052500"/>
              <a:gd name="connsiteX3-507" fmla="*/ 23654 w 2100779"/>
              <a:gd name="connsiteY3-508" fmla="*/ 1555791 h 2052500"/>
              <a:gd name="connsiteX4-509" fmla="*/ 472393 w 2100779"/>
              <a:gd name="connsiteY4-510" fmla="*/ 0 h 2052500"/>
              <a:gd name="connsiteX0-511" fmla="*/ 496457 w 2124843"/>
              <a:gd name="connsiteY0-512" fmla="*/ 0 h 2052470"/>
              <a:gd name="connsiteX1-513" fmla="*/ 2124843 w 2124843"/>
              <a:gd name="connsiteY1-514" fmla="*/ 392162 h 2052470"/>
              <a:gd name="connsiteX2-515" fmla="*/ 1316602 w 2124843"/>
              <a:gd name="connsiteY2-516" fmla="*/ 2051906 h 2052470"/>
              <a:gd name="connsiteX3-517" fmla="*/ 22046 w 2124843"/>
              <a:gd name="connsiteY3-518" fmla="*/ 1547745 h 2052470"/>
              <a:gd name="connsiteX4-519" fmla="*/ 496457 w 2124843"/>
              <a:gd name="connsiteY4-520" fmla="*/ 0 h 2052470"/>
              <a:gd name="connsiteX0-521" fmla="*/ 486906 w 2115292"/>
              <a:gd name="connsiteY0-522" fmla="*/ 0 h 2052470"/>
              <a:gd name="connsiteX1-523" fmla="*/ 2115292 w 2115292"/>
              <a:gd name="connsiteY1-524" fmla="*/ 392162 h 2052470"/>
              <a:gd name="connsiteX2-525" fmla="*/ 1307051 w 2115292"/>
              <a:gd name="connsiteY2-526" fmla="*/ 2051906 h 2052470"/>
              <a:gd name="connsiteX3-527" fmla="*/ 12495 w 2115292"/>
              <a:gd name="connsiteY3-528" fmla="*/ 1547745 h 2052470"/>
              <a:gd name="connsiteX4-529" fmla="*/ 486906 w 2115292"/>
              <a:gd name="connsiteY4-530" fmla="*/ 0 h 2052470"/>
              <a:gd name="connsiteX0-531" fmla="*/ 483725 w 2112111"/>
              <a:gd name="connsiteY0-532" fmla="*/ 0 h 2052470"/>
              <a:gd name="connsiteX1-533" fmla="*/ 2112111 w 2112111"/>
              <a:gd name="connsiteY1-534" fmla="*/ 392162 h 2052470"/>
              <a:gd name="connsiteX2-535" fmla="*/ 1303870 w 2112111"/>
              <a:gd name="connsiteY2-536" fmla="*/ 2051906 h 2052470"/>
              <a:gd name="connsiteX3-537" fmla="*/ 9314 w 2112111"/>
              <a:gd name="connsiteY3-538" fmla="*/ 1547745 h 2052470"/>
              <a:gd name="connsiteX4-539" fmla="*/ 483725 w 2112111"/>
              <a:gd name="connsiteY4-540" fmla="*/ 0 h 2052470"/>
              <a:gd name="connsiteX0-541" fmla="*/ 477592 w 2105978"/>
              <a:gd name="connsiteY0-542" fmla="*/ 0 h 2052470"/>
              <a:gd name="connsiteX1-543" fmla="*/ 2105978 w 2105978"/>
              <a:gd name="connsiteY1-544" fmla="*/ 392162 h 2052470"/>
              <a:gd name="connsiteX2-545" fmla="*/ 1297737 w 2105978"/>
              <a:gd name="connsiteY2-546" fmla="*/ 2051906 h 2052470"/>
              <a:gd name="connsiteX3-547" fmla="*/ 3181 w 2105978"/>
              <a:gd name="connsiteY3-548" fmla="*/ 1547745 h 2052470"/>
              <a:gd name="connsiteX4-549" fmla="*/ 477592 w 2105978"/>
              <a:gd name="connsiteY4-550" fmla="*/ 0 h 2052470"/>
              <a:gd name="connsiteX0-551" fmla="*/ 477592 w 2082861"/>
              <a:gd name="connsiteY0-552" fmla="*/ 0 h 2052470"/>
              <a:gd name="connsiteX1-553" fmla="*/ 2082861 w 2082861"/>
              <a:gd name="connsiteY1-554" fmla="*/ 399953 h 2052470"/>
              <a:gd name="connsiteX2-555" fmla="*/ 1297737 w 2082861"/>
              <a:gd name="connsiteY2-556" fmla="*/ 2051906 h 2052470"/>
              <a:gd name="connsiteX3-557" fmla="*/ 3181 w 2082861"/>
              <a:gd name="connsiteY3-558" fmla="*/ 1547745 h 2052470"/>
              <a:gd name="connsiteX4-559" fmla="*/ 477592 w 2082861"/>
              <a:gd name="connsiteY4-560" fmla="*/ 0 h 2052470"/>
              <a:gd name="connsiteX0-561" fmla="*/ 477592 w 2082861"/>
              <a:gd name="connsiteY0-562" fmla="*/ 0 h 2052470"/>
              <a:gd name="connsiteX1-563" fmla="*/ 2082861 w 2082861"/>
              <a:gd name="connsiteY1-564" fmla="*/ 399953 h 2052470"/>
              <a:gd name="connsiteX2-565" fmla="*/ 1297737 w 2082861"/>
              <a:gd name="connsiteY2-566" fmla="*/ 2051906 h 2052470"/>
              <a:gd name="connsiteX3-567" fmla="*/ 3181 w 2082861"/>
              <a:gd name="connsiteY3-568" fmla="*/ 1547745 h 2052470"/>
              <a:gd name="connsiteX4-569" fmla="*/ 477592 w 2082861"/>
              <a:gd name="connsiteY4-570" fmla="*/ 0 h 2052470"/>
              <a:gd name="connsiteX0-571" fmla="*/ 477592 w 2082861"/>
              <a:gd name="connsiteY0-572" fmla="*/ 0 h 2052470"/>
              <a:gd name="connsiteX1-573" fmla="*/ 2082861 w 2082861"/>
              <a:gd name="connsiteY1-574" fmla="*/ 399953 h 2052470"/>
              <a:gd name="connsiteX2-575" fmla="*/ 1297737 w 2082861"/>
              <a:gd name="connsiteY2-576" fmla="*/ 2051906 h 2052470"/>
              <a:gd name="connsiteX3-577" fmla="*/ 3181 w 2082861"/>
              <a:gd name="connsiteY3-578" fmla="*/ 1547745 h 2052470"/>
              <a:gd name="connsiteX4-579" fmla="*/ 477592 w 2082861"/>
              <a:gd name="connsiteY4-580" fmla="*/ 0 h 2052470"/>
              <a:gd name="connsiteX0-581" fmla="*/ 477592 w 2082861"/>
              <a:gd name="connsiteY0-582" fmla="*/ 0 h 2052470"/>
              <a:gd name="connsiteX1-583" fmla="*/ 2082861 w 2082861"/>
              <a:gd name="connsiteY1-584" fmla="*/ 399953 h 2052470"/>
              <a:gd name="connsiteX2-585" fmla="*/ 1297737 w 2082861"/>
              <a:gd name="connsiteY2-586" fmla="*/ 2051906 h 2052470"/>
              <a:gd name="connsiteX3-587" fmla="*/ 3181 w 2082861"/>
              <a:gd name="connsiteY3-588" fmla="*/ 1547745 h 2052470"/>
              <a:gd name="connsiteX4-589" fmla="*/ 477592 w 2082861"/>
              <a:gd name="connsiteY4-590" fmla="*/ 0 h 2052470"/>
              <a:gd name="connsiteX0-591" fmla="*/ 496384 w 2082622"/>
              <a:gd name="connsiteY0-592" fmla="*/ 0 h 2035229"/>
              <a:gd name="connsiteX1-593" fmla="*/ 2082622 w 2082622"/>
              <a:gd name="connsiteY1-594" fmla="*/ 382712 h 2035229"/>
              <a:gd name="connsiteX2-595" fmla="*/ 1297498 w 2082622"/>
              <a:gd name="connsiteY2-596" fmla="*/ 2034665 h 2035229"/>
              <a:gd name="connsiteX3-597" fmla="*/ 2942 w 2082622"/>
              <a:gd name="connsiteY3-598" fmla="*/ 1530504 h 2035229"/>
              <a:gd name="connsiteX4-599" fmla="*/ 496384 w 2082622"/>
              <a:gd name="connsiteY4-600" fmla="*/ 0 h 2035229"/>
              <a:gd name="connsiteX0-601" fmla="*/ 496546 w 2082784"/>
              <a:gd name="connsiteY0-602" fmla="*/ 0 h 2035229"/>
              <a:gd name="connsiteX1-603" fmla="*/ 2082784 w 2082784"/>
              <a:gd name="connsiteY1-604" fmla="*/ 382712 h 2035229"/>
              <a:gd name="connsiteX2-605" fmla="*/ 1297660 w 2082784"/>
              <a:gd name="connsiteY2-606" fmla="*/ 2034665 h 2035229"/>
              <a:gd name="connsiteX3-607" fmla="*/ 3104 w 2082784"/>
              <a:gd name="connsiteY3-608" fmla="*/ 1530504 h 2035229"/>
              <a:gd name="connsiteX4-609" fmla="*/ 496546 w 2082784"/>
              <a:gd name="connsiteY4-610" fmla="*/ 0 h 2035229"/>
              <a:gd name="connsiteX0-611" fmla="*/ 496521 w 2082759"/>
              <a:gd name="connsiteY0-612" fmla="*/ 0 h 2035229"/>
              <a:gd name="connsiteX1-613" fmla="*/ 2082759 w 2082759"/>
              <a:gd name="connsiteY1-614" fmla="*/ 382712 h 2035229"/>
              <a:gd name="connsiteX2-615" fmla="*/ 1297635 w 2082759"/>
              <a:gd name="connsiteY2-616" fmla="*/ 2034665 h 2035229"/>
              <a:gd name="connsiteX3-617" fmla="*/ 3079 w 2082759"/>
              <a:gd name="connsiteY3-618" fmla="*/ 1530504 h 2035229"/>
              <a:gd name="connsiteX4-619" fmla="*/ 496521 w 2082759"/>
              <a:gd name="connsiteY4-620" fmla="*/ 0 h 20352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2759" h="2035229">
                <a:moveTo>
                  <a:pt x="496521" y="0"/>
                </a:moveTo>
                <a:lnTo>
                  <a:pt x="2082759" y="382712"/>
                </a:lnTo>
                <a:cubicBezTo>
                  <a:pt x="1768600" y="918806"/>
                  <a:pt x="1547691" y="1781093"/>
                  <a:pt x="1297635" y="2034665"/>
                </a:cubicBezTo>
                <a:cubicBezTo>
                  <a:pt x="722991" y="2045428"/>
                  <a:pt x="241450" y="1903047"/>
                  <a:pt x="3079" y="1530504"/>
                </a:cubicBezTo>
                <a:cubicBezTo>
                  <a:pt x="-27940" y="916465"/>
                  <a:pt x="178219" y="463217"/>
                  <a:pt x="496521" y="0"/>
                </a:cubicBezTo>
                <a:close/>
              </a:path>
            </a:pathLst>
          </a:custGeom>
          <a:pattFill prst="dkUpDiag">
            <a:fgClr>
              <a:schemeClr val="bg1">
                <a:lumMod val="85000"/>
              </a:schemeClr>
            </a:fgClr>
            <a:bgClr>
              <a:schemeClr val="bg1"/>
            </a:bgClr>
          </a:pattFill>
          <a:scene3d>
            <a:camera prst="isometricOffAxis1Right"/>
            <a:lightRig rig="threePt" dir="t"/>
          </a:scene3d>
        </p:spPr>
        <p:txBody>
          <a:bodyPr/>
          <a:lstStyle>
            <a:lvl1pPr marL="0" indent="0" algn="ctr">
              <a:buNone/>
              <a:defRPr sz="1200"/>
            </a:lvl1pPr>
          </a:lstStyle>
          <a:p>
            <a:endParaRPr lang="id-I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0_Custom Layout">
    <p:spTree>
      <p:nvGrpSpPr>
        <p:cNvPr id="1" name=""/>
        <p:cNvGrpSpPr/>
        <p:nvPr/>
      </p:nvGrpSpPr>
      <p:grpSpPr>
        <a:xfrm>
          <a:off x="0" y="0"/>
          <a:ext cx="0" cy="0"/>
          <a:chOff x="0" y="0"/>
          <a:chExt cx="0" cy="0"/>
        </a:xfrm>
      </p:grpSpPr>
      <p:sp>
        <p:nvSpPr>
          <p:cNvPr id="7" name="Freeform: Shape 6"/>
          <p:cNvSpPr/>
          <p:nvPr userDrawn="1"/>
        </p:nvSpPr>
        <p:spPr>
          <a:xfrm>
            <a:off x="4914901" y="1"/>
            <a:ext cx="7277100" cy="4379547"/>
          </a:xfrm>
          <a:custGeom>
            <a:avLst/>
            <a:gdLst>
              <a:gd name="connsiteX0" fmla="*/ 0 w 7208506"/>
              <a:gd name="connsiteY0" fmla="*/ 0 h 4338265"/>
              <a:gd name="connsiteX1" fmla="*/ 7208506 w 7208506"/>
              <a:gd name="connsiteY1" fmla="*/ 0 h 4338265"/>
              <a:gd name="connsiteX2" fmla="*/ 7208506 w 7208506"/>
              <a:gd name="connsiteY2" fmla="*/ 3736930 h 4338265"/>
              <a:gd name="connsiteX3" fmla="*/ 7182826 w 7208506"/>
              <a:gd name="connsiteY3" fmla="*/ 3751567 h 4338265"/>
              <a:gd name="connsiteX4" fmla="*/ 4858361 w 7208506"/>
              <a:gd name="connsiteY4" fmla="*/ 4338265 h 4338265"/>
              <a:gd name="connsiteX5" fmla="*/ 24497 w 7208506"/>
              <a:gd name="connsiteY5" fmla="*/ 192786 h 433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08506" h="4338265">
                <a:moveTo>
                  <a:pt x="0" y="0"/>
                </a:moveTo>
                <a:lnTo>
                  <a:pt x="7208506" y="0"/>
                </a:lnTo>
                <a:lnTo>
                  <a:pt x="7208506" y="3736930"/>
                </a:lnTo>
                <a:lnTo>
                  <a:pt x="7182826" y="3751567"/>
                </a:lnTo>
                <a:cubicBezTo>
                  <a:pt x="6491452" y="4125789"/>
                  <a:pt x="5699720" y="4338265"/>
                  <a:pt x="4858361" y="4338265"/>
                </a:cubicBezTo>
                <a:cubicBezTo>
                  <a:pt x="2410772" y="4338265"/>
                  <a:pt x="383162" y="2540117"/>
                  <a:pt x="24497" y="192786"/>
                </a:cubicBezTo>
                <a:close/>
              </a:path>
            </a:pathLst>
          </a:custGeom>
          <a:gradFill>
            <a:gsLst>
              <a:gs pos="100000">
                <a:srgbClr val="21273E"/>
              </a:gs>
              <a:gs pos="0">
                <a:srgbClr val="2C344B"/>
              </a:gs>
            </a:gsLst>
            <a:lin ang="5400000" scaled="0"/>
          </a:gradFill>
          <a:ln>
            <a:noFill/>
          </a:ln>
          <a:effectLst>
            <a:outerShdw blurRad="1270000" dist="444500" dir="8100000" sx="95000" sy="9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240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849786" y="831273"/>
            <a:ext cx="4621832" cy="5846618"/>
          </a:xfrm>
          <a:prstGeom prst="rect">
            <a:avLst/>
          </a:prstGeom>
        </p:spPr>
      </p:pic>
      <p:sp>
        <p:nvSpPr>
          <p:cNvPr id="5" name="Picture Placeholder 6"/>
          <p:cNvSpPr>
            <a:spLocks noGrp="1"/>
          </p:cNvSpPr>
          <p:nvPr>
            <p:ph type="pic" sz="quarter" idx="12"/>
          </p:nvPr>
        </p:nvSpPr>
        <p:spPr>
          <a:xfrm rot="549907">
            <a:off x="7001708" y="1715323"/>
            <a:ext cx="2082759" cy="2035229"/>
          </a:xfrm>
          <a:custGeom>
            <a:avLst/>
            <a:gdLst>
              <a:gd name="connsiteX0" fmla="*/ 0 w 1235810"/>
              <a:gd name="connsiteY0" fmla="*/ 0 h 2171712"/>
              <a:gd name="connsiteX1" fmla="*/ 1235810 w 1235810"/>
              <a:gd name="connsiteY1" fmla="*/ 0 h 2171712"/>
              <a:gd name="connsiteX2" fmla="*/ 1235810 w 1235810"/>
              <a:gd name="connsiteY2" fmla="*/ 2171712 h 2171712"/>
              <a:gd name="connsiteX3" fmla="*/ 0 w 1235810"/>
              <a:gd name="connsiteY3" fmla="*/ 2171712 h 2171712"/>
              <a:gd name="connsiteX4" fmla="*/ 0 w 1235810"/>
              <a:gd name="connsiteY4" fmla="*/ 0 h 2171712"/>
              <a:gd name="connsiteX0-1" fmla="*/ 0 w 1253859"/>
              <a:gd name="connsiteY0-2" fmla="*/ 7736 h 2179448"/>
              <a:gd name="connsiteX1-3" fmla="*/ 1253859 w 1253859"/>
              <a:gd name="connsiteY1-4" fmla="*/ 0 h 2179448"/>
              <a:gd name="connsiteX2-5" fmla="*/ 1235810 w 1253859"/>
              <a:gd name="connsiteY2-6" fmla="*/ 2179448 h 2179448"/>
              <a:gd name="connsiteX3-7" fmla="*/ 0 w 1253859"/>
              <a:gd name="connsiteY3-8" fmla="*/ 2179448 h 2179448"/>
              <a:gd name="connsiteX4-9" fmla="*/ 0 w 1253859"/>
              <a:gd name="connsiteY4-10" fmla="*/ 7736 h 2179448"/>
              <a:gd name="connsiteX0-11" fmla="*/ 0 w 1263262"/>
              <a:gd name="connsiteY0-12" fmla="*/ 9253 h 2180965"/>
              <a:gd name="connsiteX1-13" fmla="*/ 1263262 w 1263262"/>
              <a:gd name="connsiteY1-14" fmla="*/ 0 h 2180965"/>
              <a:gd name="connsiteX2-15" fmla="*/ 1235810 w 1263262"/>
              <a:gd name="connsiteY2-16" fmla="*/ 2180965 h 2180965"/>
              <a:gd name="connsiteX3-17" fmla="*/ 0 w 1263262"/>
              <a:gd name="connsiteY3-18" fmla="*/ 2180965 h 2180965"/>
              <a:gd name="connsiteX4-19" fmla="*/ 0 w 1263262"/>
              <a:gd name="connsiteY4-20" fmla="*/ 9253 h 2180965"/>
              <a:gd name="connsiteX0-21" fmla="*/ 0 w 1277368"/>
              <a:gd name="connsiteY0-22" fmla="*/ 11528 h 2183240"/>
              <a:gd name="connsiteX1-23" fmla="*/ 1277368 w 1277368"/>
              <a:gd name="connsiteY1-24" fmla="*/ 0 h 2183240"/>
              <a:gd name="connsiteX2-25" fmla="*/ 1235810 w 1277368"/>
              <a:gd name="connsiteY2-26" fmla="*/ 2183240 h 2183240"/>
              <a:gd name="connsiteX3-27" fmla="*/ 0 w 1277368"/>
              <a:gd name="connsiteY3-28" fmla="*/ 2183240 h 2183240"/>
              <a:gd name="connsiteX4-29" fmla="*/ 0 w 1277368"/>
              <a:gd name="connsiteY4-30" fmla="*/ 11528 h 2183240"/>
              <a:gd name="connsiteX0-31" fmla="*/ 0 w 1298150"/>
              <a:gd name="connsiteY0-32" fmla="*/ 11528 h 2240720"/>
              <a:gd name="connsiteX1-33" fmla="*/ 1277368 w 1298150"/>
              <a:gd name="connsiteY1-34" fmla="*/ 0 h 2240720"/>
              <a:gd name="connsiteX2-35" fmla="*/ 1298150 w 1298150"/>
              <a:gd name="connsiteY2-36" fmla="*/ 2240720 h 2240720"/>
              <a:gd name="connsiteX3-37" fmla="*/ 0 w 1298150"/>
              <a:gd name="connsiteY3-38" fmla="*/ 2183240 h 2240720"/>
              <a:gd name="connsiteX4-39" fmla="*/ 0 w 1298150"/>
              <a:gd name="connsiteY4-40" fmla="*/ 11528 h 2240720"/>
              <a:gd name="connsiteX0-41" fmla="*/ 0 w 1306495"/>
              <a:gd name="connsiteY0-42" fmla="*/ 11528 h 2292439"/>
              <a:gd name="connsiteX1-43" fmla="*/ 1277368 w 1306495"/>
              <a:gd name="connsiteY1-44" fmla="*/ 0 h 2292439"/>
              <a:gd name="connsiteX2-45" fmla="*/ 1306495 w 1306495"/>
              <a:gd name="connsiteY2-46" fmla="*/ 2292439 h 2292439"/>
              <a:gd name="connsiteX3-47" fmla="*/ 0 w 1306495"/>
              <a:gd name="connsiteY3-48" fmla="*/ 2183240 h 2292439"/>
              <a:gd name="connsiteX4-49" fmla="*/ 0 w 1306495"/>
              <a:gd name="connsiteY4-50" fmla="*/ 11528 h 2292439"/>
              <a:gd name="connsiteX0-51" fmla="*/ 12438 w 1318933"/>
              <a:gd name="connsiteY0-52" fmla="*/ 11528 h 2292439"/>
              <a:gd name="connsiteX1-53" fmla="*/ 1289806 w 1318933"/>
              <a:gd name="connsiteY1-54" fmla="*/ 0 h 2292439"/>
              <a:gd name="connsiteX2-55" fmla="*/ 1318933 w 1318933"/>
              <a:gd name="connsiteY2-56" fmla="*/ 2292439 h 2292439"/>
              <a:gd name="connsiteX3-57" fmla="*/ 0 w 1318933"/>
              <a:gd name="connsiteY3-58" fmla="*/ 2165951 h 2292439"/>
              <a:gd name="connsiteX4-59" fmla="*/ 12438 w 1318933"/>
              <a:gd name="connsiteY4-60" fmla="*/ 11528 h 2292439"/>
              <a:gd name="connsiteX0-61" fmla="*/ 24426 w 1318933"/>
              <a:gd name="connsiteY0-62" fmla="*/ 115724 h 2292439"/>
              <a:gd name="connsiteX1-63" fmla="*/ 1289806 w 1318933"/>
              <a:gd name="connsiteY1-64" fmla="*/ 0 h 2292439"/>
              <a:gd name="connsiteX2-65" fmla="*/ 1318933 w 1318933"/>
              <a:gd name="connsiteY2-66" fmla="*/ 2292439 h 2292439"/>
              <a:gd name="connsiteX3-67" fmla="*/ 0 w 1318933"/>
              <a:gd name="connsiteY3-68" fmla="*/ 2165951 h 2292439"/>
              <a:gd name="connsiteX4-69" fmla="*/ 24426 w 1318933"/>
              <a:gd name="connsiteY4-70" fmla="*/ 115724 h 2292439"/>
              <a:gd name="connsiteX0-71" fmla="*/ 27911 w 1318933"/>
              <a:gd name="connsiteY0-72" fmla="*/ 47624 h 2292439"/>
              <a:gd name="connsiteX1-73" fmla="*/ 1289806 w 1318933"/>
              <a:gd name="connsiteY1-74" fmla="*/ 0 h 2292439"/>
              <a:gd name="connsiteX2-75" fmla="*/ 1318933 w 1318933"/>
              <a:gd name="connsiteY2-76" fmla="*/ 2292439 h 2292439"/>
              <a:gd name="connsiteX3-77" fmla="*/ 0 w 1318933"/>
              <a:gd name="connsiteY3-78" fmla="*/ 2165951 h 2292439"/>
              <a:gd name="connsiteX4-79" fmla="*/ 27911 w 1318933"/>
              <a:gd name="connsiteY4-80" fmla="*/ 47624 h 2292439"/>
              <a:gd name="connsiteX0-81" fmla="*/ 24877 w 1318933"/>
              <a:gd name="connsiteY0-82" fmla="*/ 28817 h 2292439"/>
              <a:gd name="connsiteX1-83" fmla="*/ 1289806 w 1318933"/>
              <a:gd name="connsiteY1-84" fmla="*/ 0 h 2292439"/>
              <a:gd name="connsiteX2-85" fmla="*/ 1318933 w 1318933"/>
              <a:gd name="connsiteY2-86" fmla="*/ 2292439 h 2292439"/>
              <a:gd name="connsiteX3-87" fmla="*/ 0 w 1318933"/>
              <a:gd name="connsiteY3-88" fmla="*/ 2165951 h 2292439"/>
              <a:gd name="connsiteX4-89" fmla="*/ 24877 w 1318933"/>
              <a:gd name="connsiteY4-90" fmla="*/ 28817 h 2292439"/>
              <a:gd name="connsiteX0-91" fmla="*/ 0 w 1321208"/>
              <a:gd name="connsiteY0-92" fmla="*/ 0 h 2312307"/>
              <a:gd name="connsiteX1-93" fmla="*/ 1292081 w 1321208"/>
              <a:gd name="connsiteY1-94" fmla="*/ 19868 h 2312307"/>
              <a:gd name="connsiteX2-95" fmla="*/ 1321208 w 1321208"/>
              <a:gd name="connsiteY2-96" fmla="*/ 2312307 h 2312307"/>
              <a:gd name="connsiteX3-97" fmla="*/ 2275 w 1321208"/>
              <a:gd name="connsiteY3-98" fmla="*/ 2185819 h 2312307"/>
              <a:gd name="connsiteX4-99" fmla="*/ 0 w 1321208"/>
              <a:gd name="connsiteY4-100" fmla="*/ 0 h 2312307"/>
              <a:gd name="connsiteX0-101" fmla="*/ 439249 w 1318934"/>
              <a:gd name="connsiteY0-102" fmla="*/ 0 h 2521663"/>
              <a:gd name="connsiteX1-103" fmla="*/ 1289807 w 1318934"/>
              <a:gd name="connsiteY1-104" fmla="*/ 229224 h 2521663"/>
              <a:gd name="connsiteX2-105" fmla="*/ 1318934 w 1318934"/>
              <a:gd name="connsiteY2-106" fmla="*/ 2521663 h 2521663"/>
              <a:gd name="connsiteX3-107" fmla="*/ 1 w 1318934"/>
              <a:gd name="connsiteY3-108" fmla="*/ 2395175 h 2521663"/>
              <a:gd name="connsiteX4-109" fmla="*/ 439249 w 1318934"/>
              <a:gd name="connsiteY4-110" fmla="*/ 0 h 2521663"/>
              <a:gd name="connsiteX0-111" fmla="*/ 439249 w 1896861"/>
              <a:gd name="connsiteY0-112" fmla="*/ 0 h 2521663"/>
              <a:gd name="connsiteX1-113" fmla="*/ 1896861 w 1896861"/>
              <a:gd name="connsiteY1-114" fmla="*/ 139406 h 2521663"/>
              <a:gd name="connsiteX2-115" fmla="*/ 1318934 w 1896861"/>
              <a:gd name="connsiteY2-116" fmla="*/ 2521663 h 2521663"/>
              <a:gd name="connsiteX3-117" fmla="*/ 1 w 1896861"/>
              <a:gd name="connsiteY3-118" fmla="*/ 2395175 h 2521663"/>
              <a:gd name="connsiteX4-119" fmla="*/ 439249 w 1896861"/>
              <a:gd name="connsiteY4-120" fmla="*/ 0 h 2521663"/>
              <a:gd name="connsiteX0-121" fmla="*/ 450018 w 1907630"/>
              <a:gd name="connsiteY0-122" fmla="*/ 0 h 2521663"/>
              <a:gd name="connsiteX1-123" fmla="*/ 1907630 w 1907630"/>
              <a:gd name="connsiteY1-124" fmla="*/ 139406 h 2521663"/>
              <a:gd name="connsiteX2-125" fmla="*/ 1329703 w 1907630"/>
              <a:gd name="connsiteY2-126" fmla="*/ 2521663 h 2521663"/>
              <a:gd name="connsiteX3-127" fmla="*/ 0 w 1907630"/>
              <a:gd name="connsiteY3-128" fmla="*/ 1547873 h 2521663"/>
              <a:gd name="connsiteX4-129" fmla="*/ 450018 w 1907630"/>
              <a:gd name="connsiteY4-130" fmla="*/ 0 h 2521663"/>
              <a:gd name="connsiteX0-131" fmla="*/ 450018 w 1907630"/>
              <a:gd name="connsiteY0-132" fmla="*/ 0 h 1851265"/>
              <a:gd name="connsiteX1-133" fmla="*/ 1907630 w 1907630"/>
              <a:gd name="connsiteY1-134" fmla="*/ 139406 h 1851265"/>
              <a:gd name="connsiteX2-135" fmla="*/ 1103732 w 1907630"/>
              <a:gd name="connsiteY2-136" fmla="*/ 1851265 h 1851265"/>
              <a:gd name="connsiteX3-137" fmla="*/ 0 w 1907630"/>
              <a:gd name="connsiteY3-138" fmla="*/ 1547873 h 1851265"/>
              <a:gd name="connsiteX4-139" fmla="*/ 450018 w 1907630"/>
              <a:gd name="connsiteY4-140" fmla="*/ 0 h 1851265"/>
              <a:gd name="connsiteX0-141" fmla="*/ 450018 w 1907630"/>
              <a:gd name="connsiteY0-142" fmla="*/ 0 h 1931216"/>
              <a:gd name="connsiteX1-143" fmla="*/ 1907630 w 1907630"/>
              <a:gd name="connsiteY1-144" fmla="*/ 139406 h 1931216"/>
              <a:gd name="connsiteX2-145" fmla="*/ 1136943 w 1907630"/>
              <a:gd name="connsiteY2-146" fmla="*/ 1931216 h 1931216"/>
              <a:gd name="connsiteX3-147" fmla="*/ 0 w 1907630"/>
              <a:gd name="connsiteY3-148" fmla="*/ 1547873 h 1931216"/>
              <a:gd name="connsiteX4-149" fmla="*/ 450018 w 1907630"/>
              <a:gd name="connsiteY4-150" fmla="*/ 0 h 1931216"/>
              <a:gd name="connsiteX0-151" fmla="*/ 450018 w 1907630"/>
              <a:gd name="connsiteY0-152" fmla="*/ 0 h 1935175"/>
              <a:gd name="connsiteX1-153" fmla="*/ 1907630 w 1907630"/>
              <a:gd name="connsiteY1-154" fmla="*/ 139406 h 1935175"/>
              <a:gd name="connsiteX2-155" fmla="*/ 1137582 w 1907630"/>
              <a:gd name="connsiteY2-156" fmla="*/ 1935175 h 1935175"/>
              <a:gd name="connsiteX3-157" fmla="*/ 0 w 1907630"/>
              <a:gd name="connsiteY3-158" fmla="*/ 1547873 h 1935175"/>
              <a:gd name="connsiteX4-159" fmla="*/ 450018 w 1907630"/>
              <a:gd name="connsiteY4-160" fmla="*/ 0 h 1935175"/>
              <a:gd name="connsiteX0-161" fmla="*/ 450018 w 1975071"/>
              <a:gd name="connsiteY0-162" fmla="*/ 0 h 1935175"/>
              <a:gd name="connsiteX1-163" fmla="*/ 1975071 w 1975071"/>
              <a:gd name="connsiteY1-164" fmla="*/ 230086 h 1935175"/>
              <a:gd name="connsiteX2-165" fmla="*/ 1137582 w 1975071"/>
              <a:gd name="connsiteY2-166" fmla="*/ 1935175 h 1935175"/>
              <a:gd name="connsiteX3-167" fmla="*/ 0 w 1975071"/>
              <a:gd name="connsiteY3-168" fmla="*/ 1547873 h 1935175"/>
              <a:gd name="connsiteX4-169" fmla="*/ 450018 w 1975071"/>
              <a:gd name="connsiteY4-170" fmla="*/ 0 h 1935175"/>
              <a:gd name="connsiteX0-171" fmla="*/ 450018 w 2029482"/>
              <a:gd name="connsiteY0-172" fmla="*/ 0 h 1935175"/>
              <a:gd name="connsiteX1-173" fmla="*/ 2029482 w 2029482"/>
              <a:gd name="connsiteY1-174" fmla="*/ 290368 h 1935175"/>
              <a:gd name="connsiteX2-175" fmla="*/ 1137582 w 2029482"/>
              <a:gd name="connsiteY2-176" fmla="*/ 1935175 h 1935175"/>
              <a:gd name="connsiteX3-177" fmla="*/ 0 w 2029482"/>
              <a:gd name="connsiteY3-178" fmla="*/ 1547873 h 1935175"/>
              <a:gd name="connsiteX4-179" fmla="*/ 450018 w 2029482"/>
              <a:gd name="connsiteY4-180" fmla="*/ 0 h 1935175"/>
              <a:gd name="connsiteX0-181" fmla="*/ 450018 w 2057451"/>
              <a:gd name="connsiteY0-182" fmla="*/ 0 h 1935175"/>
              <a:gd name="connsiteX1-183" fmla="*/ 2057451 w 2057451"/>
              <a:gd name="connsiteY1-184" fmla="*/ 237108 h 1935175"/>
              <a:gd name="connsiteX2-185" fmla="*/ 1137582 w 2057451"/>
              <a:gd name="connsiteY2-186" fmla="*/ 1935175 h 1935175"/>
              <a:gd name="connsiteX3-187" fmla="*/ 0 w 2057451"/>
              <a:gd name="connsiteY3-188" fmla="*/ 1547873 h 1935175"/>
              <a:gd name="connsiteX4-189" fmla="*/ 450018 w 2057451"/>
              <a:gd name="connsiteY4-190" fmla="*/ 0 h 1935175"/>
              <a:gd name="connsiteX0-191" fmla="*/ 453465 w 2057451"/>
              <a:gd name="connsiteY0-192" fmla="*/ 0 h 1964168"/>
              <a:gd name="connsiteX1-193" fmla="*/ 2057451 w 2057451"/>
              <a:gd name="connsiteY1-194" fmla="*/ 266101 h 1964168"/>
              <a:gd name="connsiteX2-195" fmla="*/ 1137582 w 2057451"/>
              <a:gd name="connsiteY2-196" fmla="*/ 1964168 h 1964168"/>
              <a:gd name="connsiteX3-197" fmla="*/ 0 w 2057451"/>
              <a:gd name="connsiteY3-198" fmla="*/ 1576866 h 1964168"/>
              <a:gd name="connsiteX4-199" fmla="*/ 453465 w 2057451"/>
              <a:gd name="connsiteY4-200" fmla="*/ 0 h 1964168"/>
              <a:gd name="connsiteX0-201" fmla="*/ 453467 w 2057453"/>
              <a:gd name="connsiteY0-202" fmla="*/ 0 h 1964168"/>
              <a:gd name="connsiteX1-203" fmla="*/ 2057453 w 2057453"/>
              <a:gd name="connsiteY1-204" fmla="*/ 266101 h 1964168"/>
              <a:gd name="connsiteX2-205" fmla="*/ 1137584 w 2057453"/>
              <a:gd name="connsiteY2-206" fmla="*/ 1964168 h 1964168"/>
              <a:gd name="connsiteX3-207" fmla="*/ 2 w 2057453"/>
              <a:gd name="connsiteY3-208" fmla="*/ 1576866 h 1964168"/>
              <a:gd name="connsiteX4-209" fmla="*/ 453467 w 2057453"/>
              <a:gd name="connsiteY4-210" fmla="*/ 0 h 1964168"/>
              <a:gd name="connsiteX0-211" fmla="*/ 412596 w 2016582"/>
              <a:gd name="connsiteY0-212" fmla="*/ 0 h 1964168"/>
              <a:gd name="connsiteX1-213" fmla="*/ 2016582 w 2016582"/>
              <a:gd name="connsiteY1-214" fmla="*/ 266101 h 1964168"/>
              <a:gd name="connsiteX2-215" fmla="*/ 1096713 w 2016582"/>
              <a:gd name="connsiteY2-216" fmla="*/ 1964168 h 1964168"/>
              <a:gd name="connsiteX3-217" fmla="*/ 3 w 2016582"/>
              <a:gd name="connsiteY3-218" fmla="*/ 1578396 h 1964168"/>
              <a:gd name="connsiteX4-219" fmla="*/ 412596 w 2016582"/>
              <a:gd name="connsiteY4-220" fmla="*/ 0 h 1964168"/>
              <a:gd name="connsiteX0-221" fmla="*/ 418230 w 2022216"/>
              <a:gd name="connsiteY0-222" fmla="*/ 0 h 1964168"/>
              <a:gd name="connsiteX1-223" fmla="*/ 2022216 w 2022216"/>
              <a:gd name="connsiteY1-224" fmla="*/ 266101 h 1964168"/>
              <a:gd name="connsiteX2-225" fmla="*/ 1102347 w 2022216"/>
              <a:gd name="connsiteY2-226" fmla="*/ 1964168 h 1964168"/>
              <a:gd name="connsiteX3-227" fmla="*/ 5637 w 2022216"/>
              <a:gd name="connsiteY3-228" fmla="*/ 1578396 h 1964168"/>
              <a:gd name="connsiteX4-229" fmla="*/ 418230 w 2022216"/>
              <a:gd name="connsiteY4-230" fmla="*/ 0 h 1964168"/>
              <a:gd name="connsiteX0-231" fmla="*/ 418230 w 2022216"/>
              <a:gd name="connsiteY0-232" fmla="*/ 0 h 1964168"/>
              <a:gd name="connsiteX1-233" fmla="*/ 2022216 w 2022216"/>
              <a:gd name="connsiteY1-234" fmla="*/ 266101 h 1964168"/>
              <a:gd name="connsiteX2-235" fmla="*/ 1102347 w 2022216"/>
              <a:gd name="connsiteY2-236" fmla="*/ 1964168 h 1964168"/>
              <a:gd name="connsiteX3-237" fmla="*/ 5637 w 2022216"/>
              <a:gd name="connsiteY3-238" fmla="*/ 1578396 h 1964168"/>
              <a:gd name="connsiteX4-239" fmla="*/ 418230 w 2022216"/>
              <a:gd name="connsiteY4-240" fmla="*/ 0 h 1964168"/>
              <a:gd name="connsiteX0-241" fmla="*/ 511627 w 2115613"/>
              <a:gd name="connsiteY0-242" fmla="*/ 0 h 1964168"/>
              <a:gd name="connsiteX1-243" fmla="*/ 2115613 w 2115613"/>
              <a:gd name="connsiteY1-244" fmla="*/ 266101 h 1964168"/>
              <a:gd name="connsiteX2-245" fmla="*/ 1195744 w 2115613"/>
              <a:gd name="connsiteY2-246" fmla="*/ 1964168 h 1964168"/>
              <a:gd name="connsiteX3-247" fmla="*/ 4004 w 2115613"/>
              <a:gd name="connsiteY3-248" fmla="*/ 1467795 h 1964168"/>
              <a:gd name="connsiteX4-249" fmla="*/ 511627 w 2115613"/>
              <a:gd name="connsiteY4-250" fmla="*/ 0 h 1964168"/>
              <a:gd name="connsiteX0-251" fmla="*/ 461527 w 2116352"/>
              <a:gd name="connsiteY0-252" fmla="*/ 0 h 2077837"/>
              <a:gd name="connsiteX1-253" fmla="*/ 2116352 w 2116352"/>
              <a:gd name="connsiteY1-254" fmla="*/ 379770 h 2077837"/>
              <a:gd name="connsiteX2-255" fmla="*/ 1196483 w 2116352"/>
              <a:gd name="connsiteY2-256" fmla="*/ 2077837 h 2077837"/>
              <a:gd name="connsiteX3-257" fmla="*/ 4743 w 2116352"/>
              <a:gd name="connsiteY3-258" fmla="*/ 1581464 h 2077837"/>
              <a:gd name="connsiteX4-259" fmla="*/ 461527 w 2116352"/>
              <a:gd name="connsiteY4-260" fmla="*/ 0 h 2077837"/>
              <a:gd name="connsiteX0-261" fmla="*/ 482016 w 2116020"/>
              <a:gd name="connsiteY0-262" fmla="*/ 0 h 2024323"/>
              <a:gd name="connsiteX1-263" fmla="*/ 2116020 w 2116020"/>
              <a:gd name="connsiteY1-264" fmla="*/ 326256 h 2024323"/>
              <a:gd name="connsiteX2-265" fmla="*/ 1196151 w 2116020"/>
              <a:gd name="connsiteY2-266" fmla="*/ 2024323 h 2024323"/>
              <a:gd name="connsiteX3-267" fmla="*/ 4411 w 2116020"/>
              <a:gd name="connsiteY3-268" fmla="*/ 1527950 h 2024323"/>
              <a:gd name="connsiteX4-269" fmla="*/ 482016 w 2116020"/>
              <a:gd name="connsiteY4-270" fmla="*/ 0 h 2024323"/>
              <a:gd name="connsiteX0-271" fmla="*/ 451743 w 2116529"/>
              <a:gd name="connsiteY0-272" fmla="*/ 0 h 2064043"/>
              <a:gd name="connsiteX1-273" fmla="*/ 2116529 w 2116529"/>
              <a:gd name="connsiteY1-274" fmla="*/ 365976 h 2064043"/>
              <a:gd name="connsiteX2-275" fmla="*/ 1196660 w 2116529"/>
              <a:gd name="connsiteY2-276" fmla="*/ 2064043 h 2064043"/>
              <a:gd name="connsiteX3-277" fmla="*/ 4920 w 2116529"/>
              <a:gd name="connsiteY3-278" fmla="*/ 1567670 h 2064043"/>
              <a:gd name="connsiteX4-279" fmla="*/ 451743 w 2116529"/>
              <a:gd name="connsiteY4-280" fmla="*/ 0 h 2064043"/>
              <a:gd name="connsiteX0-281" fmla="*/ 453624 w 2118410"/>
              <a:gd name="connsiteY0-282" fmla="*/ 0 h 2064043"/>
              <a:gd name="connsiteX1-283" fmla="*/ 2118410 w 2118410"/>
              <a:gd name="connsiteY1-284" fmla="*/ 365976 h 2064043"/>
              <a:gd name="connsiteX2-285" fmla="*/ 1198541 w 2118410"/>
              <a:gd name="connsiteY2-286" fmla="*/ 2064043 h 2064043"/>
              <a:gd name="connsiteX3-287" fmla="*/ 4885 w 2118410"/>
              <a:gd name="connsiteY3-288" fmla="*/ 1555791 h 2064043"/>
              <a:gd name="connsiteX4-289" fmla="*/ 453624 w 2118410"/>
              <a:gd name="connsiteY4-290" fmla="*/ 0 h 2064043"/>
              <a:gd name="connsiteX0-291" fmla="*/ 481903 w 2146689"/>
              <a:gd name="connsiteY0-292" fmla="*/ 0 h 2064043"/>
              <a:gd name="connsiteX1-293" fmla="*/ 2146689 w 2146689"/>
              <a:gd name="connsiteY1-294" fmla="*/ 365976 h 2064043"/>
              <a:gd name="connsiteX2-295" fmla="*/ 1226820 w 2146689"/>
              <a:gd name="connsiteY2-296" fmla="*/ 2064043 h 2064043"/>
              <a:gd name="connsiteX3-297" fmla="*/ 33164 w 2146689"/>
              <a:gd name="connsiteY3-298" fmla="*/ 1555791 h 2064043"/>
              <a:gd name="connsiteX4-299" fmla="*/ 481903 w 2146689"/>
              <a:gd name="connsiteY4-300" fmla="*/ 0 h 2064043"/>
              <a:gd name="connsiteX0-301" fmla="*/ 485074 w 2149860"/>
              <a:gd name="connsiteY0-302" fmla="*/ 0 h 2064043"/>
              <a:gd name="connsiteX1-303" fmla="*/ 2149860 w 2149860"/>
              <a:gd name="connsiteY1-304" fmla="*/ 365976 h 2064043"/>
              <a:gd name="connsiteX2-305" fmla="*/ 1229991 w 2149860"/>
              <a:gd name="connsiteY2-306" fmla="*/ 2064043 h 2064043"/>
              <a:gd name="connsiteX3-307" fmla="*/ 36335 w 2149860"/>
              <a:gd name="connsiteY3-308" fmla="*/ 1555791 h 2064043"/>
              <a:gd name="connsiteX4-309" fmla="*/ 485074 w 2149860"/>
              <a:gd name="connsiteY4-310" fmla="*/ 0 h 2064043"/>
              <a:gd name="connsiteX0-311" fmla="*/ 485074 w 2149860"/>
              <a:gd name="connsiteY0-312" fmla="*/ 0 h 2064043"/>
              <a:gd name="connsiteX1-313" fmla="*/ 2149860 w 2149860"/>
              <a:gd name="connsiteY1-314" fmla="*/ 365976 h 2064043"/>
              <a:gd name="connsiteX2-315" fmla="*/ 1229991 w 2149860"/>
              <a:gd name="connsiteY2-316" fmla="*/ 2064043 h 2064043"/>
              <a:gd name="connsiteX3-317" fmla="*/ 36335 w 2149860"/>
              <a:gd name="connsiteY3-318" fmla="*/ 1555791 h 2064043"/>
              <a:gd name="connsiteX4-319" fmla="*/ 485074 w 2149860"/>
              <a:gd name="connsiteY4-320" fmla="*/ 0 h 2064043"/>
              <a:gd name="connsiteX0-321" fmla="*/ 485074 w 2149860"/>
              <a:gd name="connsiteY0-322" fmla="*/ 0 h 2064043"/>
              <a:gd name="connsiteX1-323" fmla="*/ 2149860 w 2149860"/>
              <a:gd name="connsiteY1-324" fmla="*/ 365976 h 2064043"/>
              <a:gd name="connsiteX2-325" fmla="*/ 1229991 w 2149860"/>
              <a:gd name="connsiteY2-326" fmla="*/ 2064043 h 2064043"/>
              <a:gd name="connsiteX3-327" fmla="*/ 36335 w 2149860"/>
              <a:gd name="connsiteY3-328" fmla="*/ 1555791 h 2064043"/>
              <a:gd name="connsiteX4-329" fmla="*/ 485074 w 2149860"/>
              <a:gd name="connsiteY4-330" fmla="*/ 0 h 2064043"/>
              <a:gd name="connsiteX0-331" fmla="*/ 485074 w 2149860"/>
              <a:gd name="connsiteY0-332" fmla="*/ 0 h 2064043"/>
              <a:gd name="connsiteX1-333" fmla="*/ 2149860 w 2149860"/>
              <a:gd name="connsiteY1-334" fmla="*/ 365976 h 2064043"/>
              <a:gd name="connsiteX2-335" fmla="*/ 1229991 w 2149860"/>
              <a:gd name="connsiteY2-336" fmla="*/ 2064043 h 2064043"/>
              <a:gd name="connsiteX3-337" fmla="*/ 36335 w 2149860"/>
              <a:gd name="connsiteY3-338" fmla="*/ 1555791 h 2064043"/>
              <a:gd name="connsiteX4-339" fmla="*/ 485074 w 2149860"/>
              <a:gd name="connsiteY4-340" fmla="*/ 0 h 2064043"/>
              <a:gd name="connsiteX0-341" fmla="*/ 472393 w 2137179"/>
              <a:gd name="connsiteY0-342" fmla="*/ 0 h 2064043"/>
              <a:gd name="connsiteX1-343" fmla="*/ 2137179 w 2137179"/>
              <a:gd name="connsiteY1-344" fmla="*/ 365976 h 2064043"/>
              <a:gd name="connsiteX2-345" fmla="*/ 1217310 w 2137179"/>
              <a:gd name="connsiteY2-346" fmla="*/ 2064043 h 2064043"/>
              <a:gd name="connsiteX3-347" fmla="*/ 23654 w 2137179"/>
              <a:gd name="connsiteY3-348" fmla="*/ 1555791 h 2064043"/>
              <a:gd name="connsiteX4-349" fmla="*/ 472393 w 2137179"/>
              <a:gd name="connsiteY4-350" fmla="*/ 0 h 2064043"/>
              <a:gd name="connsiteX0-351" fmla="*/ 472393 w 2113935"/>
              <a:gd name="connsiteY0-352" fmla="*/ 0 h 2064043"/>
              <a:gd name="connsiteX1-353" fmla="*/ 2113935 w 2113935"/>
              <a:gd name="connsiteY1-354" fmla="*/ 398164 h 2064043"/>
              <a:gd name="connsiteX2-355" fmla="*/ 1217310 w 2113935"/>
              <a:gd name="connsiteY2-356" fmla="*/ 2064043 h 2064043"/>
              <a:gd name="connsiteX3-357" fmla="*/ 23654 w 2113935"/>
              <a:gd name="connsiteY3-358" fmla="*/ 1555791 h 2064043"/>
              <a:gd name="connsiteX4-359" fmla="*/ 472393 w 2113935"/>
              <a:gd name="connsiteY4-360" fmla="*/ 0 h 2064043"/>
              <a:gd name="connsiteX0-361" fmla="*/ 472393 w 2144845"/>
              <a:gd name="connsiteY0-362" fmla="*/ 0 h 2064043"/>
              <a:gd name="connsiteX1-363" fmla="*/ 2144845 w 2144845"/>
              <a:gd name="connsiteY1-364" fmla="*/ 413490 h 2064043"/>
              <a:gd name="connsiteX2-365" fmla="*/ 1217310 w 2144845"/>
              <a:gd name="connsiteY2-366" fmla="*/ 2064043 h 2064043"/>
              <a:gd name="connsiteX3-367" fmla="*/ 23654 w 2144845"/>
              <a:gd name="connsiteY3-368" fmla="*/ 1555791 h 2064043"/>
              <a:gd name="connsiteX4-369" fmla="*/ 472393 w 2144845"/>
              <a:gd name="connsiteY4-370" fmla="*/ 0 h 2064043"/>
              <a:gd name="connsiteX0-371" fmla="*/ 472393 w 2135010"/>
              <a:gd name="connsiteY0-372" fmla="*/ 0 h 2064043"/>
              <a:gd name="connsiteX1-373" fmla="*/ 2135010 w 2135010"/>
              <a:gd name="connsiteY1-374" fmla="*/ 402890 h 2064043"/>
              <a:gd name="connsiteX2-375" fmla="*/ 1217310 w 2135010"/>
              <a:gd name="connsiteY2-376" fmla="*/ 2064043 h 2064043"/>
              <a:gd name="connsiteX3-377" fmla="*/ 23654 w 2135010"/>
              <a:gd name="connsiteY3-378" fmla="*/ 1555791 h 2064043"/>
              <a:gd name="connsiteX4-379" fmla="*/ 472393 w 2135010"/>
              <a:gd name="connsiteY4-380" fmla="*/ 0 h 2064043"/>
              <a:gd name="connsiteX0-381" fmla="*/ 472393 w 2117894"/>
              <a:gd name="connsiteY0-382" fmla="*/ 0 h 2064043"/>
              <a:gd name="connsiteX1-383" fmla="*/ 2117894 w 2117894"/>
              <a:gd name="connsiteY1-384" fmla="*/ 397525 h 2064043"/>
              <a:gd name="connsiteX2-385" fmla="*/ 1217310 w 2117894"/>
              <a:gd name="connsiteY2-386" fmla="*/ 2064043 h 2064043"/>
              <a:gd name="connsiteX3-387" fmla="*/ 23654 w 2117894"/>
              <a:gd name="connsiteY3-388" fmla="*/ 1555791 h 2064043"/>
              <a:gd name="connsiteX4-389" fmla="*/ 472393 w 2117894"/>
              <a:gd name="connsiteY4-390" fmla="*/ 0 h 2064043"/>
              <a:gd name="connsiteX0-391" fmla="*/ 472393 w 2100779"/>
              <a:gd name="connsiteY0-392" fmla="*/ 0 h 2064043"/>
              <a:gd name="connsiteX1-393" fmla="*/ 2100779 w 2100779"/>
              <a:gd name="connsiteY1-394" fmla="*/ 392162 h 2064043"/>
              <a:gd name="connsiteX2-395" fmla="*/ 1217310 w 2100779"/>
              <a:gd name="connsiteY2-396" fmla="*/ 2064043 h 2064043"/>
              <a:gd name="connsiteX3-397" fmla="*/ 23654 w 2100779"/>
              <a:gd name="connsiteY3-398" fmla="*/ 1555791 h 2064043"/>
              <a:gd name="connsiteX4-399" fmla="*/ 472393 w 2100779"/>
              <a:gd name="connsiteY4-400" fmla="*/ 0 h 2064043"/>
              <a:gd name="connsiteX0-401" fmla="*/ 472393 w 2100779"/>
              <a:gd name="connsiteY0-402" fmla="*/ 0 h 2064043"/>
              <a:gd name="connsiteX1-403" fmla="*/ 2100779 w 2100779"/>
              <a:gd name="connsiteY1-404" fmla="*/ 392162 h 2064043"/>
              <a:gd name="connsiteX2-405" fmla="*/ 1217310 w 2100779"/>
              <a:gd name="connsiteY2-406" fmla="*/ 2064043 h 2064043"/>
              <a:gd name="connsiteX3-407" fmla="*/ 23654 w 2100779"/>
              <a:gd name="connsiteY3-408" fmla="*/ 1555791 h 2064043"/>
              <a:gd name="connsiteX4-409" fmla="*/ 472393 w 2100779"/>
              <a:gd name="connsiteY4-410" fmla="*/ 0 h 2064043"/>
              <a:gd name="connsiteX0-411" fmla="*/ 472393 w 2100779"/>
              <a:gd name="connsiteY0-412" fmla="*/ 0 h 2064043"/>
              <a:gd name="connsiteX1-413" fmla="*/ 2100779 w 2100779"/>
              <a:gd name="connsiteY1-414" fmla="*/ 392162 h 2064043"/>
              <a:gd name="connsiteX2-415" fmla="*/ 1217310 w 2100779"/>
              <a:gd name="connsiteY2-416" fmla="*/ 2064043 h 2064043"/>
              <a:gd name="connsiteX3-417" fmla="*/ 23654 w 2100779"/>
              <a:gd name="connsiteY3-418" fmla="*/ 1555791 h 2064043"/>
              <a:gd name="connsiteX4-419" fmla="*/ 472393 w 2100779"/>
              <a:gd name="connsiteY4-420" fmla="*/ 0 h 2064043"/>
              <a:gd name="connsiteX0-421" fmla="*/ 472393 w 2100779"/>
              <a:gd name="connsiteY0-422" fmla="*/ 0 h 2064043"/>
              <a:gd name="connsiteX1-423" fmla="*/ 2100779 w 2100779"/>
              <a:gd name="connsiteY1-424" fmla="*/ 392162 h 2064043"/>
              <a:gd name="connsiteX2-425" fmla="*/ 1217310 w 2100779"/>
              <a:gd name="connsiteY2-426" fmla="*/ 2064043 h 2064043"/>
              <a:gd name="connsiteX3-427" fmla="*/ 23654 w 2100779"/>
              <a:gd name="connsiteY3-428" fmla="*/ 1555791 h 2064043"/>
              <a:gd name="connsiteX4-429" fmla="*/ 472393 w 2100779"/>
              <a:gd name="connsiteY4-430" fmla="*/ 0 h 2064043"/>
              <a:gd name="connsiteX0-431" fmla="*/ 472393 w 2100779"/>
              <a:gd name="connsiteY0-432" fmla="*/ 0 h 2064043"/>
              <a:gd name="connsiteX1-433" fmla="*/ 2100779 w 2100779"/>
              <a:gd name="connsiteY1-434" fmla="*/ 392162 h 2064043"/>
              <a:gd name="connsiteX2-435" fmla="*/ 1217310 w 2100779"/>
              <a:gd name="connsiteY2-436" fmla="*/ 2064043 h 2064043"/>
              <a:gd name="connsiteX3-437" fmla="*/ 23654 w 2100779"/>
              <a:gd name="connsiteY3-438" fmla="*/ 1555791 h 2064043"/>
              <a:gd name="connsiteX4-439" fmla="*/ 472393 w 2100779"/>
              <a:gd name="connsiteY4-440" fmla="*/ 0 h 2064043"/>
              <a:gd name="connsiteX0-441" fmla="*/ 472393 w 2100779"/>
              <a:gd name="connsiteY0-442" fmla="*/ 0 h 2064043"/>
              <a:gd name="connsiteX1-443" fmla="*/ 2100779 w 2100779"/>
              <a:gd name="connsiteY1-444" fmla="*/ 392162 h 2064043"/>
              <a:gd name="connsiteX2-445" fmla="*/ 1217310 w 2100779"/>
              <a:gd name="connsiteY2-446" fmla="*/ 2064043 h 2064043"/>
              <a:gd name="connsiteX3-447" fmla="*/ 23654 w 2100779"/>
              <a:gd name="connsiteY3-448" fmla="*/ 1555791 h 2064043"/>
              <a:gd name="connsiteX4-449" fmla="*/ 472393 w 2100779"/>
              <a:gd name="connsiteY4-450" fmla="*/ 0 h 2064043"/>
              <a:gd name="connsiteX0-451" fmla="*/ 472393 w 2100779"/>
              <a:gd name="connsiteY0-452" fmla="*/ 0 h 2036708"/>
              <a:gd name="connsiteX1-453" fmla="*/ 2100779 w 2100779"/>
              <a:gd name="connsiteY1-454" fmla="*/ 392162 h 2036708"/>
              <a:gd name="connsiteX2-455" fmla="*/ 1286023 w 2100779"/>
              <a:gd name="connsiteY2-456" fmla="*/ 2036708 h 2036708"/>
              <a:gd name="connsiteX3-457" fmla="*/ 23654 w 2100779"/>
              <a:gd name="connsiteY3-458" fmla="*/ 1555791 h 2036708"/>
              <a:gd name="connsiteX4-459" fmla="*/ 472393 w 2100779"/>
              <a:gd name="connsiteY4-460" fmla="*/ 0 h 2036708"/>
              <a:gd name="connsiteX0-461" fmla="*/ 472393 w 2100779"/>
              <a:gd name="connsiteY0-462" fmla="*/ 0 h 2051268"/>
              <a:gd name="connsiteX1-463" fmla="*/ 2100779 w 2100779"/>
              <a:gd name="connsiteY1-464" fmla="*/ 392162 h 2051268"/>
              <a:gd name="connsiteX2-465" fmla="*/ 1296497 w 2100779"/>
              <a:gd name="connsiteY2-466" fmla="*/ 2051268 h 2051268"/>
              <a:gd name="connsiteX3-467" fmla="*/ 23654 w 2100779"/>
              <a:gd name="connsiteY3-468" fmla="*/ 1555791 h 2051268"/>
              <a:gd name="connsiteX4-469" fmla="*/ 472393 w 2100779"/>
              <a:gd name="connsiteY4-470" fmla="*/ 0 h 2051268"/>
              <a:gd name="connsiteX0-471" fmla="*/ 472393 w 2100779"/>
              <a:gd name="connsiteY0-472" fmla="*/ 0 h 2051268"/>
              <a:gd name="connsiteX1-473" fmla="*/ 2100779 w 2100779"/>
              <a:gd name="connsiteY1-474" fmla="*/ 392162 h 2051268"/>
              <a:gd name="connsiteX2-475" fmla="*/ 1296497 w 2100779"/>
              <a:gd name="connsiteY2-476" fmla="*/ 2051268 h 2051268"/>
              <a:gd name="connsiteX3-477" fmla="*/ 23654 w 2100779"/>
              <a:gd name="connsiteY3-478" fmla="*/ 1555791 h 2051268"/>
              <a:gd name="connsiteX4-479" fmla="*/ 472393 w 2100779"/>
              <a:gd name="connsiteY4-480" fmla="*/ 0 h 2051268"/>
              <a:gd name="connsiteX0-481" fmla="*/ 472393 w 2100779"/>
              <a:gd name="connsiteY0-482" fmla="*/ 0 h 2051906"/>
              <a:gd name="connsiteX1-483" fmla="*/ 2100779 w 2100779"/>
              <a:gd name="connsiteY1-484" fmla="*/ 392162 h 2051906"/>
              <a:gd name="connsiteX2-485" fmla="*/ 1292538 w 2100779"/>
              <a:gd name="connsiteY2-486" fmla="*/ 2051906 h 2051906"/>
              <a:gd name="connsiteX3-487" fmla="*/ 23654 w 2100779"/>
              <a:gd name="connsiteY3-488" fmla="*/ 1555791 h 2051906"/>
              <a:gd name="connsiteX4-489" fmla="*/ 472393 w 2100779"/>
              <a:gd name="connsiteY4-490" fmla="*/ 0 h 2051906"/>
              <a:gd name="connsiteX0-491" fmla="*/ 472393 w 2100779"/>
              <a:gd name="connsiteY0-492" fmla="*/ 0 h 2056222"/>
              <a:gd name="connsiteX1-493" fmla="*/ 2100779 w 2100779"/>
              <a:gd name="connsiteY1-494" fmla="*/ 392162 h 2056222"/>
              <a:gd name="connsiteX2-495" fmla="*/ 1292538 w 2100779"/>
              <a:gd name="connsiteY2-496" fmla="*/ 2051906 h 2056222"/>
              <a:gd name="connsiteX3-497" fmla="*/ 23654 w 2100779"/>
              <a:gd name="connsiteY3-498" fmla="*/ 1555791 h 2056222"/>
              <a:gd name="connsiteX4-499" fmla="*/ 472393 w 2100779"/>
              <a:gd name="connsiteY4-500" fmla="*/ 0 h 2056222"/>
              <a:gd name="connsiteX0-501" fmla="*/ 472393 w 2100779"/>
              <a:gd name="connsiteY0-502" fmla="*/ 0 h 2052500"/>
              <a:gd name="connsiteX1-503" fmla="*/ 2100779 w 2100779"/>
              <a:gd name="connsiteY1-504" fmla="*/ 392162 h 2052500"/>
              <a:gd name="connsiteX2-505" fmla="*/ 1292538 w 2100779"/>
              <a:gd name="connsiteY2-506" fmla="*/ 2051906 h 2052500"/>
              <a:gd name="connsiteX3-507" fmla="*/ 23654 w 2100779"/>
              <a:gd name="connsiteY3-508" fmla="*/ 1555791 h 2052500"/>
              <a:gd name="connsiteX4-509" fmla="*/ 472393 w 2100779"/>
              <a:gd name="connsiteY4-510" fmla="*/ 0 h 2052500"/>
              <a:gd name="connsiteX0-511" fmla="*/ 496457 w 2124843"/>
              <a:gd name="connsiteY0-512" fmla="*/ 0 h 2052470"/>
              <a:gd name="connsiteX1-513" fmla="*/ 2124843 w 2124843"/>
              <a:gd name="connsiteY1-514" fmla="*/ 392162 h 2052470"/>
              <a:gd name="connsiteX2-515" fmla="*/ 1316602 w 2124843"/>
              <a:gd name="connsiteY2-516" fmla="*/ 2051906 h 2052470"/>
              <a:gd name="connsiteX3-517" fmla="*/ 22046 w 2124843"/>
              <a:gd name="connsiteY3-518" fmla="*/ 1547745 h 2052470"/>
              <a:gd name="connsiteX4-519" fmla="*/ 496457 w 2124843"/>
              <a:gd name="connsiteY4-520" fmla="*/ 0 h 2052470"/>
              <a:gd name="connsiteX0-521" fmla="*/ 486906 w 2115292"/>
              <a:gd name="connsiteY0-522" fmla="*/ 0 h 2052470"/>
              <a:gd name="connsiteX1-523" fmla="*/ 2115292 w 2115292"/>
              <a:gd name="connsiteY1-524" fmla="*/ 392162 h 2052470"/>
              <a:gd name="connsiteX2-525" fmla="*/ 1307051 w 2115292"/>
              <a:gd name="connsiteY2-526" fmla="*/ 2051906 h 2052470"/>
              <a:gd name="connsiteX3-527" fmla="*/ 12495 w 2115292"/>
              <a:gd name="connsiteY3-528" fmla="*/ 1547745 h 2052470"/>
              <a:gd name="connsiteX4-529" fmla="*/ 486906 w 2115292"/>
              <a:gd name="connsiteY4-530" fmla="*/ 0 h 2052470"/>
              <a:gd name="connsiteX0-531" fmla="*/ 483725 w 2112111"/>
              <a:gd name="connsiteY0-532" fmla="*/ 0 h 2052470"/>
              <a:gd name="connsiteX1-533" fmla="*/ 2112111 w 2112111"/>
              <a:gd name="connsiteY1-534" fmla="*/ 392162 h 2052470"/>
              <a:gd name="connsiteX2-535" fmla="*/ 1303870 w 2112111"/>
              <a:gd name="connsiteY2-536" fmla="*/ 2051906 h 2052470"/>
              <a:gd name="connsiteX3-537" fmla="*/ 9314 w 2112111"/>
              <a:gd name="connsiteY3-538" fmla="*/ 1547745 h 2052470"/>
              <a:gd name="connsiteX4-539" fmla="*/ 483725 w 2112111"/>
              <a:gd name="connsiteY4-540" fmla="*/ 0 h 2052470"/>
              <a:gd name="connsiteX0-541" fmla="*/ 477592 w 2105978"/>
              <a:gd name="connsiteY0-542" fmla="*/ 0 h 2052470"/>
              <a:gd name="connsiteX1-543" fmla="*/ 2105978 w 2105978"/>
              <a:gd name="connsiteY1-544" fmla="*/ 392162 h 2052470"/>
              <a:gd name="connsiteX2-545" fmla="*/ 1297737 w 2105978"/>
              <a:gd name="connsiteY2-546" fmla="*/ 2051906 h 2052470"/>
              <a:gd name="connsiteX3-547" fmla="*/ 3181 w 2105978"/>
              <a:gd name="connsiteY3-548" fmla="*/ 1547745 h 2052470"/>
              <a:gd name="connsiteX4-549" fmla="*/ 477592 w 2105978"/>
              <a:gd name="connsiteY4-550" fmla="*/ 0 h 2052470"/>
              <a:gd name="connsiteX0-551" fmla="*/ 477592 w 2082861"/>
              <a:gd name="connsiteY0-552" fmla="*/ 0 h 2052470"/>
              <a:gd name="connsiteX1-553" fmla="*/ 2082861 w 2082861"/>
              <a:gd name="connsiteY1-554" fmla="*/ 399953 h 2052470"/>
              <a:gd name="connsiteX2-555" fmla="*/ 1297737 w 2082861"/>
              <a:gd name="connsiteY2-556" fmla="*/ 2051906 h 2052470"/>
              <a:gd name="connsiteX3-557" fmla="*/ 3181 w 2082861"/>
              <a:gd name="connsiteY3-558" fmla="*/ 1547745 h 2052470"/>
              <a:gd name="connsiteX4-559" fmla="*/ 477592 w 2082861"/>
              <a:gd name="connsiteY4-560" fmla="*/ 0 h 2052470"/>
              <a:gd name="connsiteX0-561" fmla="*/ 477592 w 2082861"/>
              <a:gd name="connsiteY0-562" fmla="*/ 0 h 2052470"/>
              <a:gd name="connsiteX1-563" fmla="*/ 2082861 w 2082861"/>
              <a:gd name="connsiteY1-564" fmla="*/ 399953 h 2052470"/>
              <a:gd name="connsiteX2-565" fmla="*/ 1297737 w 2082861"/>
              <a:gd name="connsiteY2-566" fmla="*/ 2051906 h 2052470"/>
              <a:gd name="connsiteX3-567" fmla="*/ 3181 w 2082861"/>
              <a:gd name="connsiteY3-568" fmla="*/ 1547745 h 2052470"/>
              <a:gd name="connsiteX4-569" fmla="*/ 477592 w 2082861"/>
              <a:gd name="connsiteY4-570" fmla="*/ 0 h 2052470"/>
              <a:gd name="connsiteX0-571" fmla="*/ 477592 w 2082861"/>
              <a:gd name="connsiteY0-572" fmla="*/ 0 h 2052470"/>
              <a:gd name="connsiteX1-573" fmla="*/ 2082861 w 2082861"/>
              <a:gd name="connsiteY1-574" fmla="*/ 399953 h 2052470"/>
              <a:gd name="connsiteX2-575" fmla="*/ 1297737 w 2082861"/>
              <a:gd name="connsiteY2-576" fmla="*/ 2051906 h 2052470"/>
              <a:gd name="connsiteX3-577" fmla="*/ 3181 w 2082861"/>
              <a:gd name="connsiteY3-578" fmla="*/ 1547745 h 2052470"/>
              <a:gd name="connsiteX4-579" fmla="*/ 477592 w 2082861"/>
              <a:gd name="connsiteY4-580" fmla="*/ 0 h 2052470"/>
              <a:gd name="connsiteX0-581" fmla="*/ 477592 w 2082861"/>
              <a:gd name="connsiteY0-582" fmla="*/ 0 h 2052470"/>
              <a:gd name="connsiteX1-583" fmla="*/ 2082861 w 2082861"/>
              <a:gd name="connsiteY1-584" fmla="*/ 399953 h 2052470"/>
              <a:gd name="connsiteX2-585" fmla="*/ 1297737 w 2082861"/>
              <a:gd name="connsiteY2-586" fmla="*/ 2051906 h 2052470"/>
              <a:gd name="connsiteX3-587" fmla="*/ 3181 w 2082861"/>
              <a:gd name="connsiteY3-588" fmla="*/ 1547745 h 2052470"/>
              <a:gd name="connsiteX4-589" fmla="*/ 477592 w 2082861"/>
              <a:gd name="connsiteY4-590" fmla="*/ 0 h 2052470"/>
              <a:gd name="connsiteX0-591" fmla="*/ 496384 w 2082622"/>
              <a:gd name="connsiteY0-592" fmla="*/ 0 h 2035229"/>
              <a:gd name="connsiteX1-593" fmla="*/ 2082622 w 2082622"/>
              <a:gd name="connsiteY1-594" fmla="*/ 382712 h 2035229"/>
              <a:gd name="connsiteX2-595" fmla="*/ 1297498 w 2082622"/>
              <a:gd name="connsiteY2-596" fmla="*/ 2034665 h 2035229"/>
              <a:gd name="connsiteX3-597" fmla="*/ 2942 w 2082622"/>
              <a:gd name="connsiteY3-598" fmla="*/ 1530504 h 2035229"/>
              <a:gd name="connsiteX4-599" fmla="*/ 496384 w 2082622"/>
              <a:gd name="connsiteY4-600" fmla="*/ 0 h 2035229"/>
              <a:gd name="connsiteX0-601" fmla="*/ 496546 w 2082784"/>
              <a:gd name="connsiteY0-602" fmla="*/ 0 h 2035229"/>
              <a:gd name="connsiteX1-603" fmla="*/ 2082784 w 2082784"/>
              <a:gd name="connsiteY1-604" fmla="*/ 382712 h 2035229"/>
              <a:gd name="connsiteX2-605" fmla="*/ 1297660 w 2082784"/>
              <a:gd name="connsiteY2-606" fmla="*/ 2034665 h 2035229"/>
              <a:gd name="connsiteX3-607" fmla="*/ 3104 w 2082784"/>
              <a:gd name="connsiteY3-608" fmla="*/ 1530504 h 2035229"/>
              <a:gd name="connsiteX4-609" fmla="*/ 496546 w 2082784"/>
              <a:gd name="connsiteY4-610" fmla="*/ 0 h 2035229"/>
              <a:gd name="connsiteX0-611" fmla="*/ 496521 w 2082759"/>
              <a:gd name="connsiteY0-612" fmla="*/ 0 h 2035229"/>
              <a:gd name="connsiteX1-613" fmla="*/ 2082759 w 2082759"/>
              <a:gd name="connsiteY1-614" fmla="*/ 382712 h 2035229"/>
              <a:gd name="connsiteX2-615" fmla="*/ 1297635 w 2082759"/>
              <a:gd name="connsiteY2-616" fmla="*/ 2034665 h 2035229"/>
              <a:gd name="connsiteX3-617" fmla="*/ 3079 w 2082759"/>
              <a:gd name="connsiteY3-618" fmla="*/ 1530504 h 2035229"/>
              <a:gd name="connsiteX4-619" fmla="*/ 496521 w 2082759"/>
              <a:gd name="connsiteY4-620" fmla="*/ 0 h 20352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2759" h="2035229">
                <a:moveTo>
                  <a:pt x="496521" y="0"/>
                </a:moveTo>
                <a:lnTo>
                  <a:pt x="2082759" y="382712"/>
                </a:lnTo>
                <a:cubicBezTo>
                  <a:pt x="1768600" y="918806"/>
                  <a:pt x="1547691" y="1781093"/>
                  <a:pt x="1297635" y="2034665"/>
                </a:cubicBezTo>
                <a:cubicBezTo>
                  <a:pt x="722991" y="2045428"/>
                  <a:pt x="241450" y="1903047"/>
                  <a:pt x="3079" y="1530504"/>
                </a:cubicBezTo>
                <a:cubicBezTo>
                  <a:pt x="-27940" y="916465"/>
                  <a:pt x="178219" y="463217"/>
                  <a:pt x="496521" y="0"/>
                </a:cubicBezTo>
                <a:close/>
              </a:path>
            </a:pathLst>
          </a:custGeom>
          <a:pattFill prst="dkUpDiag">
            <a:fgClr>
              <a:schemeClr val="bg1">
                <a:lumMod val="85000"/>
              </a:schemeClr>
            </a:fgClr>
            <a:bgClr>
              <a:schemeClr val="bg1"/>
            </a:bgClr>
          </a:pattFill>
          <a:scene3d>
            <a:camera prst="isometricOffAxis1Right"/>
            <a:lightRig rig="threePt" dir="t"/>
          </a:scene3d>
        </p:spPr>
        <p:txBody>
          <a:bodyPr/>
          <a:lstStyle>
            <a:lvl1pPr marL="0" indent="0" algn="ctr">
              <a:buNone/>
              <a:defRPr sz="1200"/>
            </a:lvl1pPr>
          </a:lstStyle>
          <a:p>
            <a:endParaRPr lang="id-I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cSld>
  <p:clrMapOvr>
    <a:masterClrMapping/>
  </p:clrMapOvr>
  <p:transition spd="med">
    <p:push dir="u"/>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slideLayout" Target="../slideLayouts/slideLayout14.xml"/><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2" Type="http://schemas.openxmlformats.org/officeDocument/2006/relationships/theme" Target="../theme/theme2.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6.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9.emf"/><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0.emf"/><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1.emf"/><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2.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emf"/><Relationship Id="rId1" Type="http://schemas.openxmlformats.org/officeDocument/2006/relationships/image" Target="../media/image8.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4.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6.png"/><Relationship Id="rId1" Type="http://schemas.openxmlformats.org/officeDocument/2006/relationships/image" Target="../media/image8.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7.e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e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e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0.emf"/></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1.emf"/><Relationship Id="rId1" Type="http://schemas.openxmlformats.org/officeDocument/2006/relationships/image" Target="../media/image8.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3.png"/><Relationship Id="rId1" Type="http://schemas.openxmlformats.org/officeDocument/2006/relationships/image" Target="../media/image22.em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4.em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5.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6.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4294967295"/>
          </p:nvPr>
        </p:nvSpPr>
        <p:spPr>
          <a:xfrm>
            <a:off x="0" y="0"/>
            <a:ext cx="12192000" cy="6858000"/>
          </a:xfrm>
          <a:prstGeom prst="rect">
            <a:avLst/>
          </a:prstGeom>
        </p:spPr>
      </p:sp>
      <p:sp>
        <p:nvSpPr>
          <p:cNvPr id="3" name="标题 2"/>
          <p:cNvSpPr>
            <a:spLocks noGrp="1"/>
          </p:cNvSpPr>
          <p:nvPr>
            <p:ph type="title"/>
          </p:nvPr>
        </p:nvSpPr>
        <p:spPr>
          <a:xfrm>
            <a:off x="5626100" y="682176"/>
            <a:ext cx="6159500" cy="838835"/>
          </a:xfrm>
        </p:spPr>
        <p:txBody>
          <a:bodyPr/>
          <a:lstStyle/>
          <a:p>
            <a:r>
              <a:rPr lang="zh-CN" altLang="en-US" dirty="0"/>
              <a:t>第</a:t>
            </a:r>
            <a:r>
              <a:rPr lang="en-US" altLang="zh-CN" dirty="0"/>
              <a:t>7</a:t>
            </a:r>
            <a:r>
              <a:rPr lang="zh-CN" altLang="en-US" dirty="0"/>
              <a:t>章</a:t>
            </a:r>
            <a:r>
              <a:rPr lang="en-US" altLang="zh-CN" dirty="0"/>
              <a:t> </a:t>
            </a:r>
            <a:r>
              <a:rPr lang="zh-CN" altLang="en-US" dirty="0"/>
              <a:t>排序</a:t>
            </a:r>
            <a:endParaRPr lang="zh-CN" altLang="en-US" dirty="0"/>
          </a:p>
        </p:txBody>
      </p:sp>
      <p:sp>
        <p:nvSpPr>
          <p:cNvPr id="4" name="矩形 3"/>
          <p:cNvSpPr/>
          <p:nvPr/>
        </p:nvSpPr>
        <p:spPr>
          <a:xfrm>
            <a:off x="8416290" y="1593850"/>
            <a:ext cx="3452495" cy="76581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endParaRPr lang="zh-CN" altLang="en-US" dirty="0"/>
          </a:p>
        </p:txBody>
      </p:sp>
      <p:sp>
        <p:nvSpPr>
          <p:cNvPr id="17" name="灯片编号占位符 16"/>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28" name="组合 27"/>
          <p:cNvGrpSpPr/>
          <p:nvPr/>
        </p:nvGrpSpPr>
        <p:grpSpPr>
          <a:xfrm>
            <a:off x="3660551" y="1062317"/>
            <a:ext cx="4870897" cy="4913405"/>
            <a:chOff x="3558951" y="1442944"/>
            <a:chExt cx="4870897" cy="4913405"/>
          </a:xfrm>
        </p:grpSpPr>
        <p:grpSp>
          <p:nvGrpSpPr>
            <p:cNvPr id="10" name="组合 9"/>
            <p:cNvGrpSpPr/>
            <p:nvPr/>
          </p:nvGrpSpPr>
          <p:grpSpPr>
            <a:xfrm>
              <a:off x="3558951" y="1442944"/>
              <a:ext cx="4870897" cy="816879"/>
              <a:chOff x="4873175" y="2612121"/>
              <a:chExt cx="4870897" cy="816879"/>
            </a:xfrm>
          </p:grpSpPr>
          <p:sp>
            <p:nvSpPr>
              <p:cNvPr id="7"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a:p>
            </p:txBody>
          </p:sp>
          <p:sp>
            <p:nvSpPr>
              <p:cNvPr id="9" name="文本占位符 14"/>
              <p:cNvSpPr txBox="1"/>
              <p:nvPr/>
            </p:nvSpPr>
            <p:spPr>
              <a:xfrm>
                <a:off x="4873175" y="2612121"/>
                <a:ext cx="4870897" cy="64516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dirty="0"/>
                  <a:t>第一节</a:t>
                </a:r>
                <a:r>
                  <a:rPr lang="en-US" altLang="zh-CN" sz="3600" dirty="0"/>
                  <a:t> </a:t>
                </a:r>
                <a:r>
                  <a:rPr lang="zh-CN" altLang="en-US" sz="3600" dirty="0"/>
                  <a:t>排序</a:t>
                </a:r>
                <a:r>
                  <a:rPr lang="zh-CN" altLang="en-US" sz="3600" dirty="0"/>
                  <a:t>概述</a:t>
                </a:r>
                <a:endParaRPr lang="zh-CN" altLang="en-US" sz="3600" dirty="0"/>
              </a:p>
            </p:txBody>
          </p:sp>
        </p:grpSp>
        <p:grpSp>
          <p:nvGrpSpPr>
            <p:cNvPr id="11" name="组合 10"/>
            <p:cNvGrpSpPr/>
            <p:nvPr/>
          </p:nvGrpSpPr>
          <p:grpSpPr>
            <a:xfrm>
              <a:off x="3558951" y="2467076"/>
              <a:ext cx="4870897" cy="816879"/>
              <a:chOff x="4873175" y="2612121"/>
              <a:chExt cx="4870897" cy="816879"/>
            </a:xfrm>
          </p:grpSpPr>
          <p:sp>
            <p:nvSpPr>
              <p:cNvPr id="1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a:p>
            </p:txBody>
          </p:sp>
          <p:sp>
            <p:nvSpPr>
              <p:cNvPr id="13" name="文本占位符 14"/>
              <p:cNvSpPr txBox="1"/>
              <p:nvPr/>
            </p:nvSpPr>
            <p:spPr>
              <a:xfrm>
                <a:off x="4873175" y="2612121"/>
                <a:ext cx="4870897" cy="64516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dirty="0"/>
                  <a:t>第二节</a:t>
                </a:r>
                <a:r>
                  <a:rPr lang="en-US" altLang="zh-CN" sz="3600" dirty="0"/>
                  <a:t> </a:t>
                </a:r>
                <a:r>
                  <a:rPr lang="zh-CN" altLang="en-US" sz="3600" dirty="0"/>
                  <a:t>插入</a:t>
                </a:r>
                <a:r>
                  <a:rPr lang="zh-CN" altLang="en-US" sz="3600" dirty="0"/>
                  <a:t>排序</a:t>
                </a:r>
                <a:endParaRPr lang="zh-CN" altLang="en-US" sz="3600" dirty="0"/>
              </a:p>
            </p:txBody>
          </p:sp>
        </p:grpSp>
        <p:grpSp>
          <p:nvGrpSpPr>
            <p:cNvPr id="14" name="组合 13"/>
            <p:cNvGrpSpPr/>
            <p:nvPr/>
          </p:nvGrpSpPr>
          <p:grpSpPr>
            <a:xfrm>
              <a:off x="3558951" y="3491208"/>
              <a:ext cx="4870897" cy="816879"/>
              <a:chOff x="4873175" y="2612121"/>
              <a:chExt cx="4870897" cy="816879"/>
            </a:xfrm>
          </p:grpSpPr>
          <p:sp>
            <p:nvSpPr>
              <p:cNvPr id="1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6" name="文本占位符 14"/>
              <p:cNvSpPr txBox="1"/>
              <p:nvPr/>
            </p:nvSpPr>
            <p:spPr>
              <a:xfrm>
                <a:off x="4873175" y="2612121"/>
                <a:ext cx="4870897" cy="64516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dirty="0"/>
                  <a:t>第三节</a:t>
                </a:r>
                <a:r>
                  <a:rPr lang="en-US" altLang="zh-CN" sz="3600" dirty="0"/>
                  <a:t> </a:t>
                </a:r>
                <a:r>
                  <a:rPr lang="zh-CN" altLang="en-US" sz="3600" dirty="0"/>
                  <a:t>交换</a:t>
                </a:r>
                <a:r>
                  <a:rPr lang="zh-CN" altLang="en-US" sz="3600" dirty="0"/>
                  <a:t>排序</a:t>
                </a:r>
                <a:endParaRPr lang="zh-CN" altLang="en-US" sz="3600" dirty="0"/>
              </a:p>
            </p:txBody>
          </p:sp>
        </p:grpSp>
        <p:grpSp>
          <p:nvGrpSpPr>
            <p:cNvPr id="19" name="组合 18"/>
            <p:cNvGrpSpPr/>
            <p:nvPr/>
          </p:nvGrpSpPr>
          <p:grpSpPr>
            <a:xfrm>
              <a:off x="3558951" y="4515339"/>
              <a:ext cx="4870897" cy="816879"/>
              <a:chOff x="4873175" y="2612121"/>
              <a:chExt cx="4870897" cy="816879"/>
            </a:xfrm>
          </p:grpSpPr>
          <p:sp>
            <p:nvSpPr>
              <p:cNvPr id="20"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dirty="0"/>
              </a:p>
            </p:txBody>
          </p:sp>
          <p:sp>
            <p:nvSpPr>
              <p:cNvPr id="21" name="文本占位符 14"/>
              <p:cNvSpPr txBox="1"/>
              <p:nvPr/>
            </p:nvSpPr>
            <p:spPr>
              <a:xfrm>
                <a:off x="4873175" y="2612121"/>
                <a:ext cx="4870897" cy="64516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dirty="0"/>
                  <a:t>第四节</a:t>
                </a:r>
                <a:r>
                  <a:rPr lang="en-US" altLang="zh-CN" sz="3600" dirty="0"/>
                  <a:t> </a:t>
                </a:r>
                <a:r>
                  <a:rPr lang="zh-CN" altLang="en-US" sz="3600" dirty="0"/>
                  <a:t>选择</a:t>
                </a:r>
                <a:r>
                  <a:rPr lang="zh-CN" altLang="en-US" sz="3600" dirty="0"/>
                  <a:t>排序</a:t>
                </a:r>
                <a:endParaRPr lang="zh-CN" altLang="en-US" sz="3600" dirty="0"/>
              </a:p>
            </p:txBody>
          </p:sp>
        </p:grpSp>
        <p:grpSp>
          <p:nvGrpSpPr>
            <p:cNvPr id="22" name="组合 21"/>
            <p:cNvGrpSpPr/>
            <p:nvPr/>
          </p:nvGrpSpPr>
          <p:grpSpPr>
            <a:xfrm>
              <a:off x="3558951" y="5539469"/>
              <a:ext cx="4870897" cy="816880"/>
              <a:chOff x="4873175" y="2612120"/>
              <a:chExt cx="4870897" cy="816880"/>
            </a:xfrm>
          </p:grpSpPr>
          <p:sp>
            <p:nvSpPr>
              <p:cNvPr id="23"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a:p>
            </p:txBody>
          </p:sp>
          <p:sp>
            <p:nvSpPr>
              <p:cNvPr id="24" name="文本占位符 14"/>
              <p:cNvSpPr txBox="1"/>
              <p:nvPr/>
            </p:nvSpPr>
            <p:spPr>
              <a:xfrm>
                <a:off x="4873175" y="2612120"/>
                <a:ext cx="4870897" cy="64516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dirty="0"/>
                  <a:t>第五节</a:t>
                </a:r>
                <a:r>
                  <a:rPr lang="en-US" altLang="zh-CN" sz="3600" dirty="0"/>
                  <a:t> </a:t>
                </a:r>
                <a:r>
                  <a:rPr lang="zh-CN" altLang="en-US" sz="3600" dirty="0"/>
                  <a:t>归并</a:t>
                </a:r>
                <a:r>
                  <a:rPr lang="zh-CN" altLang="en-US" sz="3600" dirty="0"/>
                  <a:t>排序</a:t>
                </a:r>
                <a:endParaRPr lang="zh-CN" altLang="en-US" sz="3600" dirty="0"/>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第一节</a:t>
            </a:r>
            <a:endParaRPr lang="zh-CN" altLang="en-US"/>
          </a:p>
        </p:txBody>
      </p:sp>
      <p:sp>
        <p:nvSpPr>
          <p:cNvPr id="3" name="文本占位符 2"/>
          <p:cNvSpPr>
            <a:spLocks noGrp="1"/>
          </p:cNvSpPr>
          <p:nvPr>
            <p:ph type="body" sz="quarter" idx="11"/>
          </p:nvPr>
        </p:nvSpPr>
        <p:spPr/>
        <p:txBody>
          <a:bodyPr/>
          <a:lstStyle/>
          <a:p>
            <a:r>
              <a:rPr lang="zh-CN" altLang="en-US"/>
              <a:t>排序</a:t>
            </a:r>
            <a:r>
              <a:rPr lang="zh-CN" altLang="en-US"/>
              <a:t>概述</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a:t>什么是</a:t>
            </a:r>
            <a:r>
              <a:rPr lang="zh-CN" altLang="en-US"/>
              <a:t>排序</a:t>
            </a:r>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9" name="弧形 18"/>
          <p:cNvSpPr/>
          <p:nvPr/>
        </p:nvSpPr>
        <p:spPr>
          <a:xfrm>
            <a:off x="1226185" y="2149475"/>
            <a:ext cx="2905125" cy="2948305"/>
          </a:xfrm>
          <a:prstGeom prst="arc">
            <a:avLst>
              <a:gd name="adj1" fmla="val 21244691"/>
              <a:gd name="adj2" fmla="val 15268458"/>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椭圆 19"/>
          <p:cNvSpPr/>
          <p:nvPr/>
        </p:nvSpPr>
        <p:spPr>
          <a:xfrm>
            <a:off x="1814830" y="2746375"/>
            <a:ext cx="1728470" cy="1754505"/>
          </a:xfrm>
          <a:prstGeom prst="ellipse">
            <a:avLst/>
          </a:prstGeom>
          <a:blipFill>
            <a:blip r:embed="rId1"/>
            <a:stretch>
              <a:fillRect/>
            </a:stretch>
          </a:blip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1" name="弧形 20"/>
          <p:cNvSpPr/>
          <p:nvPr/>
        </p:nvSpPr>
        <p:spPr>
          <a:xfrm>
            <a:off x="842010" y="1758950"/>
            <a:ext cx="3674110" cy="3728720"/>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7" name="弧形 26"/>
          <p:cNvSpPr/>
          <p:nvPr/>
        </p:nvSpPr>
        <p:spPr>
          <a:xfrm rot="5400000">
            <a:off x="283845" y="1263015"/>
            <a:ext cx="4790440" cy="4719955"/>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34" name="文本框 16"/>
          <p:cNvSpPr txBox="1"/>
          <p:nvPr/>
        </p:nvSpPr>
        <p:spPr>
          <a:xfrm>
            <a:off x="5039360" y="2082165"/>
            <a:ext cx="6669405" cy="828675"/>
          </a:xfrm>
          <a:prstGeom prst="rect">
            <a:avLst/>
          </a:prstGeom>
          <a:noFill/>
        </p:spPr>
        <p:txBody>
          <a:bodyPr wrap="square"/>
          <a:lstStyle/>
          <a:p>
            <a:pPr defTabSz="914400">
              <a:lnSpc>
                <a:spcPct val="120000"/>
              </a:lnSpc>
              <a:spcBef>
                <a:spcPct val="0"/>
              </a:spcBef>
              <a:defRPr/>
            </a:pPr>
            <a:r>
              <a:rPr lang="zh-CN"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rPr>
              <a:t>排序是指将一组数据按照关键字值的大小</a:t>
            </a:r>
            <a:r>
              <a:rPr lang="en-US"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rPr>
              <a:t>(</a:t>
            </a:r>
            <a:r>
              <a:rPr lang="zh-CN"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rPr>
              <a:t>递增或者递减</a:t>
            </a:r>
            <a:r>
              <a:rPr lang="en-US"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rPr>
              <a:t>)</a:t>
            </a:r>
            <a:r>
              <a:rPr lang="zh-CN"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rPr>
              <a:t>次序进行排列。排序是线性表、二叉树等数据结构的一种基本操作。</a:t>
            </a:r>
            <a:endParaRPr lang="zh-CN" altLang="zh-CN" sz="2800" kern="100" dirty="0">
              <a:solidFill>
                <a:srgbClr val="656565"/>
              </a:solidFill>
              <a:effectLst/>
              <a:latin typeface="微软雅黑" panose="020B0503020204020204" charset="-122"/>
              <a:ea typeface="微软雅黑" panose="020B0503020204020204" charset="-122"/>
              <a:cs typeface="微软雅黑" panose="020B0503020204020204" charset="-122"/>
              <a:sym typeface="+mn-ea"/>
            </a:endParaRPr>
          </a:p>
          <a:p>
            <a:pPr defTabSz="914400">
              <a:lnSpc>
                <a:spcPct val="120000"/>
              </a:lnSpc>
              <a:spcBef>
                <a:spcPct val="0"/>
              </a:spcBef>
              <a:defRPr/>
            </a:pPr>
            <a:endParaRPr lang="zh-CN" sz="2800" dirty="0">
              <a:latin typeface="微软雅黑" panose="020B0503020204020204" charset="-122"/>
              <a:ea typeface="微软雅黑" panose="020B0503020204020204" charset="-122"/>
              <a:cs typeface="微软雅黑" panose="020B0503020204020204" charset="-122"/>
            </a:endParaRPr>
          </a:p>
          <a:p>
            <a:pPr defTabSz="914400">
              <a:lnSpc>
                <a:spcPct val="120000"/>
              </a:lnSpc>
              <a:spcBef>
                <a:spcPct val="0"/>
              </a:spcBef>
              <a:defRPr/>
            </a:pPr>
            <a:r>
              <a:rPr lang="zh-CN"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rPr>
              <a:t>作为排序依据的数据项叫关键字。关键字分为两种，能唯一标识一条记录的称为主关键字；标识多条记录</a:t>
            </a:r>
            <a:r>
              <a:rPr lang="zh-CN"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rPr>
              <a:t>的叫次关键字。</a:t>
            </a:r>
            <a:endParaRPr lang="zh-CN"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2" name="任意多边形 126"/>
          <p:cNvSpPr/>
          <p:nvPr/>
        </p:nvSpPr>
        <p:spPr bwMode="auto">
          <a:xfrm>
            <a:off x="4950460" y="1758950"/>
            <a:ext cx="7062470" cy="154940"/>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endParaRPr lang="zh-CN" altLang="en-US" sz="1400"/>
          </a:p>
        </p:txBody>
      </p:sp>
      <p:sp>
        <p:nvSpPr>
          <p:cNvPr id="3" name="任意多边形 126"/>
          <p:cNvSpPr/>
          <p:nvPr/>
        </p:nvSpPr>
        <p:spPr bwMode="auto">
          <a:xfrm flipV="1">
            <a:off x="7618095" y="3729990"/>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endParaRPr lang="zh-CN" altLang="en-US" sz="1400"/>
          </a:p>
        </p:txBody>
      </p:sp>
    </p:spTree>
  </p:cSld>
  <p:clrMapOvr>
    <a:masterClrMapping/>
  </p:clrMapOvr>
  <p:transition>
    <p:cover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475" y="360663"/>
            <a:ext cx="7973400" cy="700405"/>
          </a:xfrm>
        </p:spPr>
        <p:txBody>
          <a:bodyPr/>
          <a:lstStyle/>
          <a:p>
            <a:r>
              <a:rPr lang="zh-CN" altLang="en-US"/>
              <a:t>排序的</a:t>
            </a:r>
            <a:r>
              <a:rPr lang="zh-CN" altLang="en-US"/>
              <a:t>分类</a:t>
            </a:r>
            <a:endParaRPr lang="zh-CN" altLang="en-US"/>
          </a:p>
        </p:txBody>
      </p:sp>
      <p:sp>
        <p:nvSpPr>
          <p:cNvPr id="5" name="灯片编号占位符 4"/>
          <p:cNvSpPr>
            <a:spLocks noGrp="1"/>
          </p:cNvSpPr>
          <p:nvPr>
            <p:ph type="sldNum" sz="quarter" idx="12"/>
          </p:nvPr>
        </p:nvSpPr>
        <p:spPr>
          <a:xfrm>
            <a:off x="9376045" y="6357619"/>
            <a:ext cx="2743200" cy="365125"/>
          </a:xfrm>
        </p:spPr>
        <p:txBody>
          <a:bodyPr/>
          <a:lstStyle/>
          <a:p>
            <a:fld id="{D96DE7E8-BD74-40B2-922D-194240FC5D5C}" type="slidenum">
              <a:rPr lang="zh-CN" altLang="en-US" smtClean="0"/>
            </a:fld>
            <a:endParaRPr lang="zh-CN" altLang="en-US"/>
          </a:p>
        </p:txBody>
      </p:sp>
      <p:sp>
        <p:nvSpPr>
          <p:cNvPr id="30" name="FLYING IMPRESSION FID FEIZHAO    qq:1964271550"/>
          <p:cNvSpPr/>
          <p:nvPr/>
        </p:nvSpPr>
        <p:spPr>
          <a:xfrm>
            <a:off x="1050925" y="1891665"/>
            <a:ext cx="932180" cy="897255"/>
          </a:xfrm>
          <a:prstGeom prst="round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31" name="FLYING IMPRESSION FID FEIZHAO    qq:1964271550"/>
          <p:cNvGrpSpPr/>
          <p:nvPr/>
        </p:nvGrpSpPr>
        <p:grpSpPr>
          <a:xfrm>
            <a:off x="1322070" y="2098040"/>
            <a:ext cx="473075" cy="456565"/>
            <a:chOff x="7287419" y="3505994"/>
            <a:chExt cx="464344" cy="465138"/>
          </a:xfrm>
          <a:solidFill>
            <a:schemeClr val="bg1"/>
          </a:solidFill>
        </p:grpSpPr>
        <p:sp>
          <p:nvSpPr>
            <p:cNvPr id="33" name="FLYING IMPRESSION FID FEIZHAO    qq:1964271550"/>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1" name="FLYING IMPRESSION FID FEIZHAO    qq:1964271550"/>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2" name="FLYING IMPRESSION FID FEIZHAO    qq:1964271550"/>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3" name="FLYING IMPRESSION FID FEIZHAO    qq:196427155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4" name="FLYING IMPRESSION FID FEIZHAO    qq:1964271550"/>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5" name="FLYING IMPRESSION FID FEIZHAO    qq:1964271550"/>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grpSp>
      <p:sp>
        <p:nvSpPr>
          <p:cNvPr id="46" name="FLYING IMPRESSION FID FEIZHAO    qq:1964271550"/>
          <p:cNvSpPr/>
          <p:nvPr/>
        </p:nvSpPr>
        <p:spPr>
          <a:xfrm>
            <a:off x="1050925" y="3686175"/>
            <a:ext cx="932180" cy="897255"/>
          </a:xfrm>
          <a:prstGeom prst="round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47" name="FLYING IMPRESSION FID FEIZHAO    qq:1964271550"/>
          <p:cNvGrpSpPr/>
          <p:nvPr/>
        </p:nvGrpSpPr>
        <p:grpSpPr>
          <a:xfrm>
            <a:off x="1277620" y="3907155"/>
            <a:ext cx="473075" cy="455295"/>
            <a:chOff x="7287419" y="2577307"/>
            <a:chExt cx="464344" cy="464344"/>
          </a:xfrm>
          <a:solidFill>
            <a:schemeClr val="bg1"/>
          </a:solidFill>
        </p:grpSpPr>
        <p:sp>
          <p:nvSpPr>
            <p:cNvPr id="48" name="FLYING IMPRESSION FID FEIZHAO    qq:1964271550"/>
            <p:cNvSpPr/>
            <p:nvPr/>
          </p:nvSpPr>
          <p:spPr bwMode="auto">
            <a:xfrm>
              <a:off x="7287419"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49" name="FLYING IMPRESSION FID FEIZHAO    qq:1964271550"/>
            <p:cNvSpPr/>
            <p:nvPr/>
          </p:nvSpPr>
          <p:spPr bwMode="auto">
            <a:xfrm>
              <a:off x="7606507"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50" name="FLYING IMPRESSION FID FEIZHAO    qq:1964271550"/>
            <p:cNvSpPr/>
            <p:nvPr/>
          </p:nvSpPr>
          <p:spPr bwMode="auto">
            <a:xfrm>
              <a:off x="7446963" y="2577307"/>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grpSp>
      <p:sp>
        <p:nvSpPr>
          <p:cNvPr id="64" name="TextBox 20"/>
          <p:cNvSpPr txBox="1"/>
          <p:nvPr/>
        </p:nvSpPr>
        <p:spPr>
          <a:xfrm>
            <a:off x="2197735" y="1854835"/>
            <a:ext cx="6813550" cy="1014730"/>
          </a:xfrm>
          <a:prstGeom prst="rect">
            <a:avLst/>
          </a:prstGeom>
          <a:noFill/>
        </p:spPr>
        <p:txBody>
          <a:bodyPr wrap="square" rtlCol="0">
            <a:spAutoFit/>
          </a:bodyPr>
          <a:lstStyle/>
          <a:p>
            <a:pPr algn="l" defTabSz="914400">
              <a:lnSpc>
                <a:spcPct val="150000"/>
              </a:lnSpc>
              <a:spcBef>
                <a:spcPct val="20000"/>
              </a:spcBef>
              <a:defRPr/>
            </a:pPr>
            <a:r>
              <a:rPr lang="zh-CN" altLang="zh-CN" sz="2000" kern="100" dirty="0">
                <a:solidFill>
                  <a:schemeClr val="tx1"/>
                </a:solidFill>
                <a:effectLst/>
                <a:latin typeface="+mj-ea"/>
                <a:ea typeface="+mj-ea"/>
                <a:cs typeface="+mj-ea"/>
                <a:sym typeface="+mn-ea"/>
              </a:rPr>
              <a:t>内部排序和外部排序：内部排序排序序列完全存放在内存中； 外部排序需要将数据元素存储在外部存储器上。</a:t>
            </a:r>
            <a:endParaRPr lang="zh-CN" altLang="zh-CN" sz="2000" b="1" kern="100" dirty="0">
              <a:solidFill>
                <a:schemeClr val="tx1"/>
              </a:solidFill>
              <a:effectLst/>
              <a:latin typeface="+mj-ea"/>
              <a:ea typeface="+mj-ea"/>
              <a:cs typeface="+mj-ea"/>
              <a:sym typeface="+mn-ea"/>
            </a:endParaRPr>
          </a:p>
        </p:txBody>
      </p:sp>
      <p:sp>
        <p:nvSpPr>
          <p:cNvPr id="66" name="TextBox 20"/>
          <p:cNvSpPr txBox="1"/>
          <p:nvPr/>
        </p:nvSpPr>
        <p:spPr>
          <a:xfrm>
            <a:off x="2197735" y="3653155"/>
            <a:ext cx="7588885" cy="1014730"/>
          </a:xfrm>
          <a:prstGeom prst="rect">
            <a:avLst/>
          </a:prstGeom>
          <a:noFill/>
        </p:spPr>
        <p:txBody>
          <a:bodyPr wrap="square" rtlCol="0">
            <a:spAutoFit/>
          </a:bodyPr>
          <a:lstStyle/>
          <a:p>
            <a:pPr indent="0" algn="l" fontAlgn="auto">
              <a:lnSpc>
                <a:spcPct val="150000"/>
              </a:lnSpc>
            </a:pPr>
            <a:r>
              <a:rPr lang="zh-CN" altLang="zh-CN" sz="2000" kern="100" dirty="0">
                <a:solidFill>
                  <a:schemeClr val="tx1"/>
                </a:solidFill>
                <a:effectLst/>
                <a:latin typeface="黑体" panose="02010609060101010101" charset="-122"/>
                <a:ea typeface="黑体" panose="02010609060101010101" charset="-122"/>
                <a:cs typeface="Times New Roman" panose="02020603050405020304" pitchFamily="18" charset="0"/>
                <a:sym typeface="+mn-ea"/>
              </a:rPr>
              <a:t>稳定排序和不稳定排序：稳定排序在依据关键字进行排序后具有相同关键字的数据元素的位置关系与排序前相同，不稳定排序则相反。</a:t>
            </a:r>
            <a:endParaRPr lang="zh-CN" altLang="zh-CN" sz="2000" b="1" kern="100" dirty="0">
              <a:solidFill>
                <a:schemeClr val="tx1"/>
              </a:solidFill>
              <a:effectLst/>
              <a:latin typeface="黑体" panose="02010609060101010101" charset="-122"/>
              <a:ea typeface="黑体" panose="02010609060101010101" charset="-122"/>
              <a:cs typeface="Times New Roman" panose="02020603050405020304" pitchFamily="18" charset="0"/>
              <a:sym typeface="+mn-ea"/>
            </a:endParaRPr>
          </a:p>
        </p:txBody>
      </p:sp>
      <p:grpSp>
        <p:nvGrpSpPr>
          <p:cNvPr id="11" name="Group 67"/>
          <p:cNvGrpSpPr/>
          <p:nvPr/>
        </p:nvGrpSpPr>
        <p:grpSpPr>
          <a:xfrm rot="16200000">
            <a:off x="9797446" y="510984"/>
            <a:ext cx="307004" cy="2356562"/>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10" name="Group 55"/>
          <p:cNvGrpSpPr/>
          <p:nvPr/>
        </p:nvGrpSpPr>
        <p:grpSpPr>
          <a:xfrm rot="16200000" flipH="1">
            <a:off x="8693785" y="1028065"/>
            <a:ext cx="302895" cy="4800600"/>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8" name="Group 31"/>
          <p:cNvGrpSpPr/>
          <p:nvPr/>
        </p:nvGrpSpPr>
        <p:grpSpPr>
          <a:xfrm rot="16200000">
            <a:off x="10409201" y="2082261"/>
            <a:ext cx="309529" cy="1127030"/>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7" name="Group 31"/>
          <p:cNvGrpSpPr/>
          <p:nvPr/>
        </p:nvGrpSpPr>
        <p:grpSpPr>
          <a:xfrm rot="16200000">
            <a:off x="10505086" y="3620231"/>
            <a:ext cx="309529" cy="1127030"/>
            <a:chOff x="5502862" y="5355294"/>
            <a:chExt cx="412706" cy="1502706"/>
          </a:xfrm>
        </p:grpSpPr>
        <p:sp>
          <p:nvSpPr>
            <p:cNvPr id="9"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20"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21"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24"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32"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34" name="Group 43"/>
          <p:cNvGrpSpPr/>
          <p:nvPr/>
        </p:nvGrpSpPr>
        <p:grpSpPr>
          <a:xfrm rot="16200000">
            <a:off x="9391650" y="3204210"/>
            <a:ext cx="305435" cy="3351530"/>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algn="ct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algn="ct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algn="ct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algn="ct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algn="ct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algn="ctr"/>
            </a:p>
          </p:txBody>
        </p:sp>
      </p:grpSp>
    </p:spTree>
  </p:cSld>
  <p:clrMapOvr>
    <a:masterClrMapping/>
  </p:clrMapOvr>
  <p:transition>
    <p:cover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zh-CN" altLang="en-US" kern="100" dirty="0">
                <a:ln w="0"/>
                <a:effectLst>
                  <a:outerShdw blurRad="38100" dist="19050" dir="2700000" algn="tl" rotWithShape="0">
                    <a:schemeClr val="dk1">
                      <a:alpha val="40000"/>
                    </a:schemeClr>
                  </a:outerShdw>
                </a:effectLst>
                <a:latin typeface="黑体（标题）" charset="0"/>
                <a:ea typeface="黑体（标题）" charset="0"/>
                <a:cs typeface="Times New Roman" panose="02020603050405020304" pitchFamily="18" charset="0"/>
                <a:sym typeface="+mn-ea"/>
              </a:rPr>
              <a:t>排序算法的性能评价</a:t>
            </a:r>
            <a:endParaRPr lang="zh-CN" altLang="en-US">
              <a:latin typeface="黑体（标题）" charset="0"/>
              <a:ea typeface="黑体（标题）" charset="0"/>
            </a:endParaRPr>
          </a:p>
        </p:txBody>
      </p:sp>
      <p:sp>
        <p:nvSpPr>
          <p:cNvPr id="5" name="灯片编号占位符 4"/>
          <p:cNvSpPr>
            <a:spLocks noGrp="1"/>
          </p:cNvSpPr>
          <p:nvPr>
            <p:ph type="sldNum" sz="quarter" idx="12"/>
          </p:nvPr>
        </p:nvSpPr>
        <p:spPr>
          <a:xfrm>
            <a:off x="9376045" y="6357619"/>
            <a:ext cx="2743200" cy="365125"/>
          </a:xfrm>
        </p:spPr>
        <p:txBody>
          <a:bodyPr/>
          <a:lstStyle/>
          <a:p>
            <a:fld id="{D96DE7E8-BD74-40B2-922D-194240FC5D5C}" type="slidenum">
              <a:rPr lang="zh-CN" altLang="en-US" smtClean="0"/>
            </a:fld>
            <a:endParaRPr lang="zh-CN" altLang="en-US"/>
          </a:p>
        </p:txBody>
      </p:sp>
      <p:cxnSp>
        <p:nvCxnSpPr>
          <p:cNvPr id="3" name="直接连接符 2"/>
          <p:cNvCxnSpPr>
            <a:cxnSpLocks noChangeAspect="1"/>
          </p:cNvCxnSpPr>
          <p:nvPr/>
        </p:nvCxnSpPr>
        <p:spPr>
          <a:xfrm>
            <a:off x="2568575" y="3227070"/>
            <a:ext cx="793813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a:cxnSpLocks noChangeAspect="1"/>
          </p:cNvCxnSpPr>
          <p:nvPr/>
        </p:nvCxnSpPr>
        <p:spPr>
          <a:xfrm>
            <a:off x="2568706" y="322722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cxnSpLocks noChangeAspect="1"/>
          </p:cNvCxnSpPr>
          <p:nvPr/>
        </p:nvCxnSpPr>
        <p:spPr>
          <a:xfrm>
            <a:off x="5215134" y="322722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cxnSpLocks noChangeAspect="1"/>
          </p:cNvCxnSpPr>
          <p:nvPr/>
        </p:nvCxnSpPr>
        <p:spPr>
          <a:xfrm>
            <a:off x="7768540" y="322722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noChangeAspect="1"/>
          </p:cNvCxnSpPr>
          <p:nvPr/>
        </p:nvCxnSpPr>
        <p:spPr>
          <a:xfrm>
            <a:off x="10506585" y="322722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连接符 9"/>
          <p:cNvCxnSpPr>
            <a:cxnSpLocks noChangeAspect="1"/>
          </p:cNvCxnSpPr>
          <p:nvPr/>
        </p:nvCxnSpPr>
        <p:spPr>
          <a:xfrm>
            <a:off x="6603365" y="2161540"/>
            <a:ext cx="0" cy="1053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spect="1"/>
          </p:cNvSpPr>
          <p:nvPr/>
        </p:nvSpPr>
        <p:spPr>
          <a:xfrm>
            <a:off x="1529715" y="1212850"/>
            <a:ext cx="9666605" cy="1405255"/>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11" name="矩形 10"/>
          <p:cNvSpPr>
            <a:spLocks noChangeAspect="1"/>
          </p:cNvSpPr>
          <p:nvPr/>
        </p:nvSpPr>
        <p:spPr>
          <a:xfrm>
            <a:off x="1334770" y="3826510"/>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20" name="TextBox 33"/>
          <p:cNvSpPr txBox="1">
            <a:spLocks noChangeAspect="1"/>
          </p:cNvSpPr>
          <p:nvPr/>
        </p:nvSpPr>
        <p:spPr>
          <a:xfrm>
            <a:off x="2223417" y="4675369"/>
            <a:ext cx="690880" cy="645160"/>
          </a:xfrm>
          <a:prstGeom prst="rect">
            <a:avLst/>
          </a:prstGeom>
          <a:noFill/>
        </p:spPr>
        <p:txBody>
          <a:bodyPr wrap="none" rtlCol="0">
            <a:spAutoFit/>
          </a:bodyPr>
          <a:lstStyle/>
          <a:p>
            <a:r>
              <a:rPr lang="en-US" sz="3600" b="1" dirty="0">
                <a:solidFill>
                  <a:schemeClr val="tx2">
                    <a:lumMod val="75000"/>
                  </a:schemeClr>
                </a:solidFill>
                <a:latin typeface="+mn-lt"/>
                <a:cs typeface="+mn-ea"/>
                <a:sym typeface="+mn-lt"/>
              </a:rPr>
              <a:t>01</a:t>
            </a:r>
            <a:endParaRPr lang="en-US" sz="3600" b="1" dirty="0">
              <a:solidFill>
                <a:schemeClr val="tx2">
                  <a:lumMod val="75000"/>
                </a:schemeClr>
              </a:solidFill>
              <a:latin typeface="+mn-lt"/>
              <a:cs typeface="+mn-ea"/>
              <a:sym typeface="+mn-lt"/>
            </a:endParaRPr>
          </a:p>
        </p:txBody>
      </p:sp>
      <p:cxnSp>
        <p:nvCxnSpPr>
          <p:cNvPr id="21" name="Straight Connector 37"/>
          <p:cNvCxnSpPr>
            <a:cxnSpLocks noChangeAspect="1"/>
          </p:cNvCxnSpPr>
          <p:nvPr/>
        </p:nvCxnSpPr>
        <p:spPr>
          <a:xfrm>
            <a:off x="2276121" y="5320535"/>
            <a:ext cx="585659" cy="0"/>
          </a:xfrm>
          <a:prstGeom prst="line">
            <a:avLst/>
          </a:prstGeom>
          <a:ln w="25400">
            <a:solidFill>
              <a:schemeClr val="dk2">
                <a:lumMod val="100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33"/>
          <p:cNvSpPr txBox="1">
            <a:spLocks noChangeAspect="1"/>
          </p:cNvSpPr>
          <p:nvPr/>
        </p:nvSpPr>
        <p:spPr>
          <a:xfrm>
            <a:off x="1529715" y="3968115"/>
            <a:ext cx="196088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zh-CN" sz="2800" dirty="0">
                <a:solidFill>
                  <a:schemeClr val="bg1"/>
                </a:solidFill>
                <a:sym typeface="+mn-ea"/>
              </a:rPr>
              <a:t>插入排序</a:t>
            </a:r>
            <a:endParaRPr lang="zh-CN" altLang="zh-CN" sz="2800" dirty="0">
              <a:solidFill>
                <a:schemeClr val="bg1"/>
              </a:solidFill>
              <a:latin typeface="+mn-lt"/>
              <a:ea typeface="+mn-ea"/>
              <a:cs typeface="+mn-ea"/>
              <a:sym typeface="+mn-ea"/>
            </a:endParaRPr>
          </a:p>
        </p:txBody>
      </p:sp>
      <p:sp>
        <p:nvSpPr>
          <p:cNvPr id="53" name="文本框 52"/>
          <p:cNvSpPr txBox="1">
            <a:spLocks noChangeAspect="1"/>
          </p:cNvSpPr>
          <p:nvPr/>
        </p:nvSpPr>
        <p:spPr>
          <a:xfrm>
            <a:off x="2568575" y="1315720"/>
            <a:ext cx="8615680" cy="1198880"/>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charset="-122"/>
                <a:ea typeface="微软雅黑" panose="020B0503020204020204" charset="-122"/>
              </a:defRPr>
            </a:lvl1pPr>
          </a:lstStyle>
          <a:p>
            <a:pPr algn="l">
              <a:lnSpc>
                <a:spcPct val="100000"/>
              </a:lnSpc>
              <a:defRPr/>
            </a:pPr>
            <a:r>
              <a:rPr lang="zh-CN" altLang="zh-CN" sz="2400" kern="100" dirty="0">
                <a:solidFill>
                  <a:schemeClr val="tx1">
                    <a:lumMod val="65000"/>
                    <a:lumOff val="35000"/>
                  </a:schemeClr>
                </a:solidFill>
                <a:effectLst/>
                <a:latin typeface="黑体" panose="02010609060101010101" charset="-122"/>
                <a:ea typeface="黑体" panose="02010609060101010101" charset="-122"/>
                <a:cs typeface="黑体" panose="02010609060101010101" charset="-122"/>
                <a:sym typeface="+mn-ea"/>
              </a:rPr>
              <a:t>通常从时间复杂度和空间复杂度两个方面评价算法的性能。时间复杂度主要用算法执行过程中的比较和移动次数计算； 排序的空间复杂度主要用外部存储空间的大小来计算。</a:t>
            </a:r>
            <a:endParaRPr lang="zh-CN" altLang="zh-CN" sz="2400" b="1" kern="100" dirty="0">
              <a:solidFill>
                <a:schemeClr val="tx1">
                  <a:lumMod val="65000"/>
                  <a:lumOff val="35000"/>
                </a:schemeClr>
              </a:solidFill>
              <a:effectLst/>
              <a:latin typeface="黑体" panose="02010609060101010101" charset="-122"/>
              <a:ea typeface="黑体" panose="02010609060101010101" charset="-122"/>
              <a:cs typeface="黑体" panose="02010609060101010101" charset="-122"/>
              <a:sym typeface="+mn-ea"/>
            </a:endParaRPr>
          </a:p>
        </p:txBody>
      </p:sp>
      <p:grpSp>
        <p:nvGrpSpPr>
          <p:cNvPr id="54" name="组合 53"/>
          <p:cNvGrpSpPr>
            <a:grpSpLocks noChangeAspect="1"/>
          </p:cNvGrpSpPr>
          <p:nvPr/>
        </p:nvGrpSpPr>
        <p:grpSpPr>
          <a:xfrm>
            <a:off x="1821180" y="1431925"/>
            <a:ext cx="579120" cy="760095"/>
            <a:chOff x="4462463" y="2124076"/>
            <a:chExt cx="2930525" cy="3851275"/>
          </a:xfrm>
          <a:solidFill>
            <a:schemeClr val="bg1"/>
          </a:solidFill>
        </p:grpSpPr>
        <p:sp>
          <p:nvSpPr>
            <p:cNvPr id="55" name="Freeform 143"/>
            <p:cNvSpPr>
              <a:spLocks noEditPoints="1"/>
            </p:cNvSpPr>
            <p:nvPr/>
          </p:nvSpPr>
          <p:spPr bwMode="auto">
            <a:xfrm>
              <a:off x="4462463" y="3173413"/>
              <a:ext cx="2930525" cy="2801938"/>
            </a:xfrm>
            <a:custGeom>
              <a:avLst/>
              <a:gdLst>
                <a:gd name="T0" fmla="*/ 537 w 1078"/>
                <a:gd name="T1" fmla="*/ 1 h 1035"/>
                <a:gd name="T2" fmla="*/ 652 w 1078"/>
                <a:gd name="T3" fmla="*/ 1 h 1035"/>
                <a:gd name="T4" fmla="*/ 675 w 1078"/>
                <a:gd name="T5" fmla="*/ 6 h 1035"/>
                <a:gd name="T6" fmla="*/ 1030 w 1078"/>
                <a:gd name="T7" fmla="*/ 460 h 1035"/>
                <a:gd name="T8" fmla="*/ 1034 w 1078"/>
                <a:gd name="T9" fmla="*/ 723 h 1035"/>
                <a:gd name="T10" fmla="*/ 1015 w 1078"/>
                <a:gd name="T11" fmla="*/ 860 h 1035"/>
                <a:gd name="T12" fmla="*/ 1020 w 1078"/>
                <a:gd name="T13" fmla="*/ 875 h 1035"/>
                <a:gd name="T14" fmla="*/ 1058 w 1078"/>
                <a:gd name="T15" fmla="*/ 915 h 1035"/>
                <a:gd name="T16" fmla="*/ 1039 w 1078"/>
                <a:gd name="T17" fmla="*/ 966 h 1035"/>
                <a:gd name="T18" fmla="*/ 1021 w 1078"/>
                <a:gd name="T19" fmla="*/ 969 h 1035"/>
                <a:gd name="T20" fmla="*/ 856 w 1078"/>
                <a:gd name="T21" fmla="*/ 995 h 1035"/>
                <a:gd name="T22" fmla="*/ 583 w 1078"/>
                <a:gd name="T23" fmla="*/ 1031 h 1035"/>
                <a:gd name="T24" fmla="*/ 346 w 1078"/>
                <a:gd name="T25" fmla="*/ 1016 h 1035"/>
                <a:gd name="T26" fmla="*/ 105 w 1078"/>
                <a:gd name="T27" fmla="*/ 971 h 1035"/>
                <a:gd name="T28" fmla="*/ 46 w 1078"/>
                <a:gd name="T29" fmla="*/ 967 h 1035"/>
                <a:gd name="T30" fmla="*/ 39 w 1078"/>
                <a:gd name="T31" fmla="*/ 966 h 1035"/>
                <a:gd name="T32" fmla="*/ 20 w 1078"/>
                <a:gd name="T33" fmla="*/ 915 h 1035"/>
                <a:gd name="T34" fmla="*/ 56 w 1078"/>
                <a:gd name="T35" fmla="*/ 878 h 1035"/>
                <a:gd name="T36" fmla="*/ 61 w 1078"/>
                <a:gd name="T37" fmla="*/ 857 h 1035"/>
                <a:gd name="T38" fmla="*/ 12 w 1078"/>
                <a:gd name="T39" fmla="*/ 564 h 1035"/>
                <a:gd name="T40" fmla="*/ 210 w 1078"/>
                <a:gd name="T41" fmla="*/ 111 h 1035"/>
                <a:gd name="T42" fmla="*/ 401 w 1078"/>
                <a:gd name="T43" fmla="*/ 4 h 1035"/>
                <a:gd name="T44" fmla="*/ 423 w 1078"/>
                <a:gd name="T45" fmla="*/ 1 h 1035"/>
                <a:gd name="T46" fmla="*/ 537 w 1078"/>
                <a:gd name="T47" fmla="*/ 1 h 1035"/>
                <a:gd name="T48" fmla="*/ 535 w 1078"/>
                <a:gd name="T49" fmla="*/ 831 h 1035"/>
                <a:gd name="T50" fmla="*/ 575 w 1078"/>
                <a:gd name="T51" fmla="*/ 792 h 1035"/>
                <a:gd name="T52" fmla="*/ 575 w 1078"/>
                <a:gd name="T53" fmla="*/ 785 h 1035"/>
                <a:gd name="T54" fmla="*/ 601 w 1078"/>
                <a:gd name="T55" fmla="*/ 748 h 1035"/>
                <a:gd name="T56" fmla="*/ 679 w 1078"/>
                <a:gd name="T57" fmla="*/ 562 h 1035"/>
                <a:gd name="T58" fmla="*/ 598 w 1078"/>
                <a:gd name="T59" fmla="*/ 492 h 1035"/>
                <a:gd name="T60" fmla="*/ 515 w 1078"/>
                <a:gd name="T61" fmla="*/ 452 h 1035"/>
                <a:gd name="T62" fmla="*/ 495 w 1078"/>
                <a:gd name="T63" fmla="*/ 414 h 1035"/>
                <a:gd name="T64" fmla="*/ 530 w 1078"/>
                <a:gd name="T65" fmla="*/ 385 h 1035"/>
                <a:gd name="T66" fmla="*/ 633 w 1078"/>
                <a:gd name="T67" fmla="*/ 401 h 1035"/>
                <a:gd name="T68" fmla="*/ 659 w 1078"/>
                <a:gd name="T69" fmla="*/ 390 h 1035"/>
                <a:gd name="T70" fmla="*/ 672 w 1078"/>
                <a:gd name="T71" fmla="*/ 345 h 1035"/>
                <a:gd name="T72" fmla="*/ 659 w 1078"/>
                <a:gd name="T73" fmla="*/ 318 h 1035"/>
                <a:gd name="T74" fmla="*/ 615 w 1078"/>
                <a:gd name="T75" fmla="*/ 304 h 1035"/>
                <a:gd name="T76" fmla="*/ 578 w 1078"/>
                <a:gd name="T77" fmla="*/ 261 h 1035"/>
                <a:gd name="T78" fmla="*/ 551 w 1078"/>
                <a:gd name="T79" fmla="*/ 234 h 1035"/>
                <a:gd name="T80" fmla="*/ 529 w 1078"/>
                <a:gd name="T81" fmla="*/ 234 h 1035"/>
                <a:gd name="T82" fmla="*/ 501 w 1078"/>
                <a:gd name="T83" fmla="*/ 261 h 1035"/>
                <a:gd name="T84" fmla="*/ 501 w 1078"/>
                <a:gd name="T85" fmla="*/ 269 h 1035"/>
                <a:gd name="T86" fmla="*/ 472 w 1078"/>
                <a:gd name="T87" fmla="*/ 313 h 1035"/>
                <a:gd name="T88" fmla="*/ 388 w 1078"/>
                <a:gd name="T89" fmla="*/ 421 h 1035"/>
                <a:gd name="T90" fmla="*/ 458 w 1078"/>
                <a:gd name="T91" fmla="*/ 542 h 1035"/>
                <a:gd name="T92" fmla="*/ 530 w 1078"/>
                <a:gd name="T93" fmla="*/ 574 h 1035"/>
                <a:gd name="T94" fmla="*/ 570 w 1078"/>
                <a:gd name="T95" fmla="*/ 597 h 1035"/>
                <a:gd name="T96" fmla="*/ 561 w 1078"/>
                <a:gd name="T97" fmla="*/ 667 h 1035"/>
                <a:gd name="T98" fmla="*/ 502 w 1078"/>
                <a:gd name="T99" fmla="*/ 674 h 1035"/>
                <a:gd name="T100" fmla="*/ 423 w 1078"/>
                <a:gd name="T101" fmla="*/ 649 h 1035"/>
                <a:gd name="T102" fmla="*/ 400 w 1078"/>
                <a:gd name="T103" fmla="*/ 658 h 1035"/>
                <a:gd name="T104" fmla="*/ 385 w 1078"/>
                <a:gd name="T105" fmla="*/ 710 h 1035"/>
                <a:gd name="T106" fmla="*/ 398 w 1078"/>
                <a:gd name="T107" fmla="*/ 735 h 1035"/>
                <a:gd name="T108" fmla="*/ 461 w 1078"/>
                <a:gd name="T109" fmla="*/ 756 h 1035"/>
                <a:gd name="T110" fmla="*/ 496 w 1078"/>
                <a:gd name="T111" fmla="*/ 800 h 1035"/>
                <a:gd name="T112" fmla="*/ 528 w 1078"/>
                <a:gd name="T113" fmla="*/ 831 h 1035"/>
                <a:gd name="T114" fmla="*/ 535 w 1078"/>
                <a:gd name="T115" fmla="*/ 831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78" h="1035">
                  <a:moveTo>
                    <a:pt x="537" y="1"/>
                  </a:moveTo>
                  <a:cubicBezTo>
                    <a:pt x="575" y="1"/>
                    <a:pt x="614" y="0"/>
                    <a:pt x="652" y="1"/>
                  </a:cubicBezTo>
                  <a:cubicBezTo>
                    <a:pt x="660" y="1"/>
                    <a:pt x="669" y="2"/>
                    <a:pt x="675" y="6"/>
                  </a:cubicBezTo>
                  <a:cubicBezTo>
                    <a:pt x="868" y="98"/>
                    <a:pt x="993" y="245"/>
                    <a:pt x="1030" y="460"/>
                  </a:cubicBezTo>
                  <a:cubicBezTo>
                    <a:pt x="1044" y="547"/>
                    <a:pt x="1043" y="635"/>
                    <a:pt x="1034" y="723"/>
                  </a:cubicBezTo>
                  <a:cubicBezTo>
                    <a:pt x="1029" y="769"/>
                    <a:pt x="1021" y="814"/>
                    <a:pt x="1015" y="860"/>
                  </a:cubicBezTo>
                  <a:cubicBezTo>
                    <a:pt x="1014" y="865"/>
                    <a:pt x="1017" y="872"/>
                    <a:pt x="1020" y="875"/>
                  </a:cubicBezTo>
                  <a:cubicBezTo>
                    <a:pt x="1032" y="889"/>
                    <a:pt x="1047" y="901"/>
                    <a:pt x="1058" y="915"/>
                  </a:cubicBezTo>
                  <a:cubicBezTo>
                    <a:pt x="1078" y="940"/>
                    <a:pt x="1070" y="959"/>
                    <a:pt x="1039" y="966"/>
                  </a:cubicBezTo>
                  <a:cubicBezTo>
                    <a:pt x="1033" y="967"/>
                    <a:pt x="1027" y="969"/>
                    <a:pt x="1021" y="969"/>
                  </a:cubicBezTo>
                  <a:cubicBezTo>
                    <a:pt x="964" y="967"/>
                    <a:pt x="911" y="985"/>
                    <a:pt x="856" y="995"/>
                  </a:cubicBezTo>
                  <a:cubicBezTo>
                    <a:pt x="765" y="1011"/>
                    <a:pt x="675" y="1027"/>
                    <a:pt x="583" y="1031"/>
                  </a:cubicBezTo>
                  <a:cubicBezTo>
                    <a:pt x="503" y="1035"/>
                    <a:pt x="424" y="1029"/>
                    <a:pt x="346" y="1016"/>
                  </a:cubicBezTo>
                  <a:cubicBezTo>
                    <a:pt x="265" y="1002"/>
                    <a:pt x="185" y="985"/>
                    <a:pt x="105" y="971"/>
                  </a:cubicBezTo>
                  <a:cubicBezTo>
                    <a:pt x="86" y="967"/>
                    <a:pt x="66" y="968"/>
                    <a:pt x="46" y="967"/>
                  </a:cubicBezTo>
                  <a:cubicBezTo>
                    <a:pt x="44" y="967"/>
                    <a:pt x="41" y="966"/>
                    <a:pt x="39" y="966"/>
                  </a:cubicBezTo>
                  <a:cubicBezTo>
                    <a:pt x="8" y="959"/>
                    <a:pt x="0" y="941"/>
                    <a:pt x="20" y="915"/>
                  </a:cubicBezTo>
                  <a:cubicBezTo>
                    <a:pt x="30" y="901"/>
                    <a:pt x="43" y="889"/>
                    <a:pt x="56" y="878"/>
                  </a:cubicBezTo>
                  <a:cubicBezTo>
                    <a:pt x="63" y="871"/>
                    <a:pt x="64" y="866"/>
                    <a:pt x="61" y="857"/>
                  </a:cubicBezTo>
                  <a:cubicBezTo>
                    <a:pt x="26" y="763"/>
                    <a:pt x="6" y="665"/>
                    <a:pt x="12" y="564"/>
                  </a:cubicBezTo>
                  <a:cubicBezTo>
                    <a:pt x="23" y="390"/>
                    <a:pt x="80" y="234"/>
                    <a:pt x="210" y="111"/>
                  </a:cubicBezTo>
                  <a:cubicBezTo>
                    <a:pt x="264" y="60"/>
                    <a:pt x="328" y="23"/>
                    <a:pt x="401" y="4"/>
                  </a:cubicBezTo>
                  <a:cubicBezTo>
                    <a:pt x="408" y="2"/>
                    <a:pt x="416" y="1"/>
                    <a:pt x="423" y="1"/>
                  </a:cubicBezTo>
                  <a:cubicBezTo>
                    <a:pt x="461" y="1"/>
                    <a:pt x="499" y="1"/>
                    <a:pt x="537" y="1"/>
                  </a:cubicBezTo>
                  <a:close/>
                  <a:moveTo>
                    <a:pt x="535" y="831"/>
                  </a:moveTo>
                  <a:cubicBezTo>
                    <a:pt x="574" y="831"/>
                    <a:pt x="575" y="830"/>
                    <a:pt x="575" y="792"/>
                  </a:cubicBezTo>
                  <a:cubicBezTo>
                    <a:pt x="575" y="790"/>
                    <a:pt x="575" y="787"/>
                    <a:pt x="575" y="785"/>
                  </a:cubicBezTo>
                  <a:cubicBezTo>
                    <a:pt x="575" y="757"/>
                    <a:pt x="575" y="757"/>
                    <a:pt x="601" y="748"/>
                  </a:cubicBezTo>
                  <a:cubicBezTo>
                    <a:pt x="680" y="721"/>
                    <a:pt x="717" y="635"/>
                    <a:pt x="679" y="562"/>
                  </a:cubicBezTo>
                  <a:cubicBezTo>
                    <a:pt x="662" y="528"/>
                    <a:pt x="632" y="508"/>
                    <a:pt x="598" y="492"/>
                  </a:cubicBezTo>
                  <a:cubicBezTo>
                    <a:pt x="570" y="479"/>
                    <a:pt x="542" y="467"/>
                    <a:pt x="515" y="452"/>
                  </a:cubicBezTo>
                  <a:cubicBezTo>
                    <a:pt x="500" y="445"/>
                    <a:pt x="491" y="431"/>
                    <a:pt x="495" y="414"/>
                  </a:cubicBezTo>
                  <a:cubicBezTo>
                    <a:pt x="499" y="396"/>
                    <a:pt x="513" y="388"/>
                    <a:pt x="530" y="385"/>
                  </a:cubicBezTo>
                  <a:cubicBezTo>
                    <a:pt x="566" y="379"/>
                    <a:pt x="600" y="386"/>
                    <a:pt x="633" y="401"/>
                  </a:cubicBezTo>
                  <a:cubicBezTo>
                    <a:pt x="649" y="409"/>
                    <a:pt x="654" y="407"/>
                    <a:pt x="659" y="390"/>
                  </a:cubicBezTo>
                  <a:cubicBezTo>
                    <a:pt x="664" y="375"/>
                    <a:pt x="667" y="360"/>
                    <a:pt x="672" y="345"/>
                  </a:cubicBezTo>
                  <a:cubicBezTo>
                    <a:pt x="677" y="331"/>
                    <a:pt x="672" y="323"/>
                    <a:pt x="659" y="318"/>
                  </a:cubicBezTo>
                  <a:cubicBezTo>
                    <a:pt x="644" y="313"/>
                    <a:pt x="630" y="307"/>
                    <a:pt x="615" y="304"/>
                  </a:cubicBezTo>
                  <a:cubicBezTo>
                    <a:pt x="579" y="296"/>
                    <a:pt x="579" y="296"/>
                    <a:pt x="578" y="261"/>
                  </a:cubicBezTo>
                  <a:cubicBezTo>
                    <a:pt x="577" y="238"/>
                    <a:pt x="573" y="234"/>
                    <a:pt x="551" y="234"/>
                  </a:cubicBezTo>
                  <a:cubicBezTo>
                    <a:pt x="544" y="234"/>
                    <a:pt x="536" y="234"/>
                    <a:pt x="529" y="234"/>
                  </a:cubicBezTo>
                  <a:cubicBezTo>
                    <a:pt x="504" y="234"/>
                    <a:pt x="502" y="236"/>
                    <a:pt x="501" y="261"/>
                  </a:cubicBezTo>
                  <a:cubicBezTo>
                    <a:pt x="501" y="264"/>
                    <a:pt x="501" y="266"/>
                    <a:pt x="501" y="269"/>
                  </a:cubicBezTo>
                  <a:cubicBezTo>
                    <a:pt x="501" y="300"/>
                    <a:pt x="501" y="300"/>
                    <a:pt x="472" y="313"/>
                  </a:cubicBezTo>
                  <a:cubicBezTo>
                    <a:pt x="423" y="333"/>
                    <a:pt x="393" y="367"/>
                    <a:pt x="388" y="421"/>
                  </a:cubicBezTo>
                  <a:cubicBezTo>
                    <a:pt x="383" y="478"/>
                    <a:pt x="411" y="516"/>
                    <a:pt x="458" y="542"/>
                  </a:cubicBezTo>
                  <a:cubicBezTo>
                    <a:pt x="481" y="554"/>
                    <a:pt x="506" y="563"/>
                    <a:pt x="530" y="574"/>
                  </a:cubicBezTo>
                  <a:cubicBezTo>
                    <a:pt x="544" y="581"/>
                    <a:pt x="558" y="588"/>
                    <a:pt x="570" y="597"/>
                  </a:cubicBezTo>
                  <a:cubicBezTo>
                    <a:pt x="596" y="618"/>
                    <a:pt x="591" y="652"/>
                    <a:pt x="561" y="667"/>
                  </a:cubicBezTo>
                  <a:cubicBezTo>
                    <a:pt x="542" y="676"/>
                    <a:pt x="522" y="679"/>
                    <a:pt x="502" y="674"/>
                  </a:cubicBezTo>
                  <a:cubicBezTo>
                    <a:pt x="475" y="667"/>
                    <a:pt x="449" y="658"/>
                    <a:pt x="423" y="649"/>
                  </a:cubicBezTo>
                  <a:cubicBezTo>
                    <a:pt x="411" y="644"/>
                    <a:pt x="404" y="645"/>
                    <a:pt x="400" y="658"/>
                  </a:cubicBezTo>
                  <a:cubicBezTo>
                    <a:pt x="395" y="675"/>
                    <a:pt x="390" y="693"/>
                    <a:pt x="385" y="710"/>
                  </a:cubicBezTo>
                  <a:cubicBezTo>
                    <a:pt x="382" y="722"/>
                    <a:pt x="386" y="731"/>
                    <a:pt x="398" y="735"/>
                  </a:cubicBezTo>
                  <a:cubicBezTo>
                    <a:pt x="419" y="743"/>
                    <a:pt x="440" y="751"/>
                    <a:pt x="461" y="756"/>
                  </a:cubicBezTo>
                  <a:cubicBezTo>
                    <a:pt x="497" y="765"/>
                    <a:pt x="496" y="754"/>
                    <a:pt x="496" y="800"/>
                  </a:cubicBezTo>
                  <a:cubicBezTo>
                    <a:pt x="496" y="827"/>
                    <a:pt x="500" y="831"/>
                    <a:pt x="528" y="831"/>
                  </a:cubicBezTo>
                  <a:cubicBezTo>
                    <a:pt x="530" y="831"/>
                    <a:pt x="533" y="831"/>
                    <a:pt x="535" y="8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6" name="Freeform 144"/>
            <p:cNvSpPr/>
            <p:nvPr/>
          </p:nvSpPr>
          <p:spPr bwMode="auto">
            <a:xfrm>
              <a:off x="5283200" y="2124076"/>
              <a:ext cx="1163638" cy="704850"/>
            </a:xfrm>
            <a:custGeom>
              <a:avLst/>
              <a:gdLst>
                <a:gd name="T0" fmla="*/ 0 w 428"/>
                <a:gd name="T1" fmla="*/ 82 h 260"/>
                <a:gd name="T2" fmla="*/ 230 w 428"/>
                <a:gd name="T3" fmla="*/ 64 h 260"/>
                <a:gd name="T4" fmla="*/ 349 w 428"/>
                <a:gd name="T5" fmla="*/ 90 h 260"/>
                <a:gd name="T6" fmla="*/ 378 w 428"/>
                <a:gd name="T7" fmla="*/ 82 h 260"/>
                <a:gd name="T8" fmla="*/ 417 w 428"/>
                <a:gd name="T9" fmla="*/ 93 h 260"/>
                <a:gd name="T10" fmla="*/ 421 w 428"/>
                <a:gd name="T11" fmla="*/ 134 h 260"/>
                <a:gd name="T12" fmla="*/ 382 w 428"/>
                <a:gd name="T13" fmla="*/ 215 h 260"/>
                <a:gd name="T14" fmla="*/ 375 w 428"/>
                <a:gd name="T15" fmla="*/ 240 h 260"/>
                <a:gd name="T16" fmla="*/ 354 w 428"/>
                <a:gd name="T17" fmla="*/ 259 h 260"/>
                <a:gd name="T18" fmla="*/ 135 w 428"/>
                <a:gd name="T19" fmla="*/ 259 h 260"/>
                <a:gd name="T20" fmla="*/ 117 w 428"/>
                <a:gd name="T21" fmla="*/ 250 h 260"/>
                <a:gd name="T22" fmla="*/ 3 w 428"/>
                <a:gd name="T23" fmla="*/ 89 h 260"/>
                <a:gd name="T24" fmla="*/ 0 w 428"/>
                <a:gd name="T25" fmla="*/ 8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8" h="260">
                  <a:moveTo>
                    <a:pt x="0" y="82"/>
                  </a:moveTo>
                  <a:cubicBezTo>
                    <a:pt x="76" y="16"/>
                    <a:pt x="156" y="0"/>
                    <a:pt x="230" y="64"/>
                  </a:cubicBezTo>
                  <a:cubicBezTo>
                    <a:pt x="265" y="95"/>
                    <a:pt x="306" y="100"/>
                    <a:pt x="349" y="90"/>
                  </a:cubicBezTo>
                  <a:cubicBezTo>
                    <a:pt x="359" y="88"/>
                    <a:pt x="369" y="85"/>
                    <a:pt x="378" y="82"/>
                  </a:cubicBezTo>
                  <a:cubicBezTo>
                    <a:pt x="394" y="77"/>
                    <a:pt x="407" y="81"/>
                    <a:pt x="417" y="93"/>
                  </a:cubicBezTo>
                  <a:cubicBezTo>
                    <a:pt x="428" y="106"/>
                    <a:pt x="428" y="119"/>
                    <a:pt x="421" y="134"/>
                  </a:cubicBezTo>
                  <a:cubicBezTo>
                    <a:pt x="408" y="161"/>
                    <a:pt x="395" y="188"/>
                    <a:pt x="382" y="215"/>
                  </a:cubicBezTo>
                  <a:cubicBezTo>
                    <a:pt x="379" y="223"/>
                    <a:pt x="375" y="232"/>
                    <a:pt x="375" y="240"/>
                  </a:cubicBezTo>
                  <a:cubicBezTo>
                    <a:pt x="374" y="255"/>
                    <a:pt x="369" y="260"/>
                    <a:pt x="354" y="259"/>
                  </a:cubicBezTo>
                  <a:cubicBezTo>
                    <a:pt x="281" y="258"/>
                    <a:pt x="208" y="259"/>
                    <a:pt x="135" y="259"/>
                  </a:cubicBezTo>
                  <a:cubicBezTo>
                    <a:pt x="129" y="258"/>
                    <a:pt x="120" y="255"/>
                    <a:pt x="117" y="250"/>
                  </a:cubicBezTo>
                  <a:cubicBezTo>
                    <a:pt x="78" y="197"/>
                    <a:pt x="41" y="143"/>
                    <a:pt x="3" y="89"/>
                  </a:cubicBezTo>
                  <a:cubicBezTo>
                    <a:pt x="2" y="87"/>
                    <a:pt x="1" y="84"/>
                    <a:pt x="0"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7" name="Freeform 145"/>
            <p:cNvSpPr/>
            <p:nvPr/>
          </p:nvSpPr>
          <p:spPr bwMode="auto">
            <a:xfrm>
              <a:off x="5503863" y="2894013"/>
              <a:ext cx="847725" cy="207963"/>
            </a:xfrm>
            <a:custGeom>
              <a:avLst/>
              <a:gdLst>
                <a:gd name="T0" fmla="*/ 155 w 312"/>
                <a:gd name="T1" fmla="*/ 77 h 77"/>
                <a:gd name="T2" fmla="*/ 43 w 312"/>
                <a:gd name="T3" fmla="*/ 77 h 77"/>
                <a:gd name="T4" fmla="*/ 0 w 312"/>
                <a:gd name="T5" fmla="*/ 41 h 77"/>
                <a:gd name="T6" fmla="*/ 41 w 312"/>
                <a:gd name="T7" fmla="*/ 1 h 77"/>
                <a:gd name="T8" fmla="*/ 270 w 312"/>
                <a:gd name="T9" fmla="*/ 1 h 77"/>
                <a:gd name="T10" fmla="*/ 311 w 312"/>
                <a:gd name="T11" fmla="*/ 41 h 77"/>
                <a:gd name="T12" fmla="*/ 269 w 312"/>
                <a:gd name="T13" fmla="*/ 77 h 77"/>
                <a:gd name="T14" fmla="*/ 155 w 312"/>
                <a:gd name="T15" fmla="*/ 77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2" h="77">
                  <a:moveTo>
                    <a:pt x="155" y="77"/>
                  </a:moveTo>
                  <a:cubicBezTo>
                    <a:pt x="118" y="77"/>
                    <a:pt x="80" y="77"/>
                    <a:pt x="43" y="77"/>
                  </a:cubicBezTo>
                  <a:cubicBezTo>
                    <a:pt x="17" y="77"/>
                    <a:pt x="1" y="63"/>
                    <a:pt x="0" y="41"/>
                  </a:cubicBezTo>
                  <a:cubicBezTo>
                    <a:pt x="0" y="18"/>
                    <a:pt x="16" y="1"/>
                    <a:pt x="41" y="1"/>
                  </a:cubicBezTo>
                  <a:cubicBezTo>
                    <a:pt x="118" y="0"/>
                    <a:pt x="194" y="0"/>
                    <a:pt x="270" y="1"/>
                  </a:cubicBezTo>
                  <a:cubicBezTo>
                    <a:pt x="296" y="1"/>
                    <a:pt x="312" y="18"/>
                    <a:pt x="311" y="41"/>
                  </a:cubicBezTo>
                  <a:cubicBezTo>
                    <a:pt x="311" y="63"/>
                    <a:pt x="294" y="77"/>
                    <a:pt x="269" y="77"/>
                  </a:cubicBezTo>
                  <a:cubicBezTo>
                    <a:pt x="231" y="77"/>
                    <a:pt x="193" y="77"/>
                    <a:pt x="155"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grpSp>
      <p:sp>
        <p:nvSpPr>
          <p:cNvPr id="58" name="矩形 57"/>
          <p:cNvSpPr>
            <a:spLocks noChangeAspect="1"/>
          </p:cNvSpPr>
          <p:nvPr/>
        </p:nvSpPr>
        <p:spPr>
          <a:xfrm>
            <a:off x="4037330" y="3826510"/>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59" name="TextBox 33"/>
          <p:cNvSpPr txBox="1">
            <a:spLocks noChangeAspect="1"/>
          </p:cNvSpPr>
          <p:nvPr/>
        </p:nvSpPr>
        <p:spPr>
          <a:xfrm>
            <a:off x="4925977" y="4675369"/>
            <a:ext cx="690880" cy="645160"/>
          </a:xfrm>
          <a:prstGeom prst="rect">
            <a:avLst/>
          </a:prstGeom>
          <a:noFill/>
        </p:spPr>
        <p:txBody>
          <a:bodyPr wrap="none" rtlCol="0">
            <a:spAutoFit/>
          </a:bodyPr>
          <a:lstStyle/>
          <a:p>
            <a:r>
              <a:rPr lang="en-US" sz="3600" b="1" dirty="0">
                <a:solidFill>
                  <a:schemeClr val="tx2">
                    <a:lumMod val="75000"/>
                  </a:schemeClr>
                </a:solidFill>
                <a:latin typeface="+mn-lt"/>
                <a:cs typeface="+mn-ea"/>
                <a:sym typeface="+mn-lt"/>
              </a:rPr>
              <a:t>02</a:t>
            </a:r>
            <a:endParaRPr lang="en-US" sz="3600" b="1" dirty="0">
              <a:solidFill>
                <a:schemeClr val="tx2">
                  <a:lumMod val="75000"/>
                </a:schemeClr>
              </a:solidFill>
              <a:latin typeface="+mn-lt"/>
              <a:cs typeface="+mn-ea"/>
              <a:sym typeface="+mn-lt"/>
            </a:endParaRPr>
          </a:p>
        </p:txBody>
      </p:sp>
      <p:cxnSp>
        <p:nvCxnSpPr>
          <p:cNvPr id="60" name="Straight Connector 37"/>
          <p:cNvCxnSpPr>
            <a:cxnSpLocks noChangeAspect="1"/>
          </p:cNvCxnSpPr>
          <p:nvPr/>
        </p:nvCxnSpPr>
        <p:spPr>
          <a:xfrm>
            <a:off x="4978681" y="5320535"/>
            <a:ext cx="585659" cy="0"/>
          </a:xfrm>
          <a:prstGeom prst="line">
            <a:avLst/>
          </a:prstGeom>
          <a:ln w="25400">
            <a:solidFill>
              <a:schemeClr val="dk2">
                <a:lumMod val="100000"/>
              </a:schemeClr>
            </a:solidFill>
          </a:ln>
        </p:spPr>
        <p:style>
          <a:lnRef idx="1">
            <a:schemeClr val="accent1"/>
          </a:lnRef>
          <a:fillRef idx="0">
            <a:schemeClr val="accent1"/>
          </a:fillRef>
          <a:effectRef idx="0">
            <a:schemeClr val="accent1"/>
          </a:effectRef>
          <a:fontRef idx="minor">
            <a:schemeClr val="tx1"/>
          </a:fontRef>
        </p:style>
      </p:cxnSp>
      <p:sp>
        <p:nvSpPr>
          <p:cNvPr id="61" name="Text Placeholder 33"/>
          <p:cNvSpPr txBox="1">
            <a:spLocks noChangeAspect="1"/>
          </p:cNvSpPr>
          <p:nvPr/>
        </p:nvSpPr>
        <p:spPr>
          <a:xfrm>
            <a:off x="4334510" y="3966845"/>
            <a:ext cx="176149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zh-CN" sz="2800" dirty="0">
                <a:solidFill>
                  <a:schemeClr val="bg1"/>
                </a:solidFill>
                <a:sym typeface="+mn-ea"/>
              </a:rPr>
              <a:t>交换</a:t>
            </a:r>
            <a:r>
              <a:rPr lang="zh-CN" altLang="zh-CN" sz="2800" dirty="0">
                <a:solidFill>
                  <a:schemeClr val="bg1"/>
                </a:solidFill>
                <a:sym typeface="+mn-ea"/>
              </a:rPr>
              <a:t>排序</a:t>
            </a:r>
            <a:endParaRPr lang="zh-CN" altLang="zh-CN" sz="2800" dirty="0">
              <a:solidFill>
                <a:schemeClr val="bg1"/>
              </a:solidFill>
              <a:sym typeface="+mn-ea"/>
            </a:endParaRPr>
          </a:p>
        </p:txBody>
      </p:sp>
      <p:sp>
        <p:nvSpPr>
          <p:cNvPr id="62" name="矩形 61"/>
          <p:cNvSpPr>
            <a:spLocks noChangeAspect="1"/>
          </p:cNvSpPr>
          <p:nvPr/>
        </p:nvSpPr>
        <p:spPr>
          <a:xfrm>
            <a:off x="6590665" y="3826510"/>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63" name="TextBox 33"/>
          <p:cNvSpPr txBox="1">
            <a:spLocks noChangeAspect="1"/>
          </p:cNvSpPr>
          <p:nvPr/>
        </p:nvSpPr>
        <p:spPr>
          <a:xfrm>
            <a:off x="7479312" y="4675369"/>
            <a:ext cx="690880" cy="645160"/>
          </a:xfrm>
          <a:prstGeom prst="rect">
            <a:avLst/>
          </a:prstGeom>
          <a:noFill/>
        </p:spPr>
        <p:txBody>
          <a:bodyPr wrap="none" rtlCol="0">
            <a:spAutoFit/>
          </a:bodyPr>
          <a:lstStyle/>
          <a:p>
            <a:r>
              <a:rPr lang="en-US" sz="3600" b="1" dirty="0">
                <a:solidFill>
                  <a:schemeClr val="tx2">
                    <a:lumMod val="75000"/>
                  </a:schemeClr>
                </a:solidFill>
                <a:latin typeface="+mn-lt"/>
                <a:cs typeface="+mn-ea"/>
                <a:sym typeface="+mn-lt"/>
              </a:rPr>
              <a:t>03</a:t>
            </a:r>
            <a:endParaRPr lang="en-US" sz="3600" b="1" dirty="0">
              <a:solidFill>
                <a:schemeClr val="tx2">
                  <a:lumMod val="75000"/>
                </a:schemeClr>
              </a:solidFill>
              <a:latin typeface="+mn-lt"/>
              <a:cs typeface="+mn-ea"/>
              <a:sym typeface="+mn-lt"/>
            </a:endParaRPr>
          </a:p>
        </p:txBody>
      </p:sp>
      <p:cxnSp>
        <p:nvCxnSpPr>
          <p:cNvPr id="67" name="Straight Connector 37"/>
          <p:cNvCxnSpPr>
            <a:cxnSpLocks noChangeAspect="1"/>
          </p:cNvCxnSpPr>
          <p:nvPr/>
        </p:nvCxnSpPr>
        <p:spPr>
          <a:xfrm>
            <a:off x="7532016" y="5320535"/>
            <a:ext cx="585659" cy="0"/>
          </a:xfrm>
          <a:prstGeom prst="line">
            <a:avLst/>
          </a:prstGeom>
          <a:ln w="25400">
            <a:solidFill>
              <a:schemeClr val="dk2">
                <a:lumMod val="100000"/>
              </a:schemeClr>
            </a:solidFill>
          </a:ln>
        </p:spPr>
        <p:style>
          <a:lnRef idx="1">
            <a:schemeClr val="accent1"/>
          </a:lnRef>
          <a:fillRef idx="0">
            <a:schemeClr val="accent1"/>
          </a:fillRef>
          <a:effectRef idx="0">
            <a:schemeClr val="accent1"/>
          </a:effectRef>
          <a:fontRef idx="minor">
            <a:schemeClr val="tx1"/>
          </a:fontRef>
        </p:style>
      </p:cxnSp>
      <p:sp>
        <p:nvSpPr>
          <p:cNvPr id="68" name="Text Placeholder 33"/>
          <p:cNvSpPr txBox="1">
            <a:spLocks noChangeAspect="1"/>
          </p:cNvSpPr>
          <p:nvPr/>
        </p:nvSpPr>
        <p:spPr>
          <a:xfrm>
            <a:off x="6887845" y="3966845"/>
            <a:ext cx="176149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zh-CN" sz="2800" dirty="0">
                <a:solidFill>
                  <a:schemeClr val="bg1"/>
                </a:solidFill>
                <a:sym typeface="+mn-ea"/>
              </a:rPr>
              <a:t>选择</a:t>
            </a:r>
            <a:r>
              <a:rPr lang="zh-CN" altLang="zh-CN" sz="2800" dirty="0">
                <a:solidFill>
                  <a:schemeClr val="bg1"/>
                </a:solidFill>
                <a:sym typeface="+mn-ea"/>
              </a:rPr>
              <a:t>排序</a:t>
            </a:r>
            <a:endParaRPr lang="zh-CN" altLang="zh-CN" sz="2800" dirty="0">
              <a:solidFill>
                <a:schemeClr val="bg1"/>
              </a:solidFill>
              <a:sym typeface="+mn-ea"/>
            </a:endParaRPr>
          </a:p>
        </p:txBody>
      </p:sp>
      <p:sp>
        <p:nvSpPr>
          <p:cNvPr id="69" name="矩形 68"/>
          <p:cNvSpPr>
            <a:spLocks noChangeAspect="1"/>
          </p:cNvSpPr>
          <p:nvPr/>
        </p:nvSpPr>
        <p:spPr>
          <a:xfrm>
            <a:off x="9328785" y="3836035"/>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70" name="TextBox 33"/>
          <p:cNvSpPr txBox="1">
            <a:spLocks noChangeAspect="1"/>
          </p:cNvSpPr>
          <p:nvPr/>
        </p:nvSpPr>
        <p:spPr>
          <a:xfrm>
            <a:off x="10217432" y="4684894"/>
            <a:ext cx="690880" cy="645160"/>
          </a:xfrm>
          <a:prstGeom prst="rect">
            <a:avLst/>
          </a:prstGeom>
          <a:noFill/>
        </p:spPr>
        <p:txBody>
          <a:bodyPr wrap="none" rtlCol="0">
            <a:spAutoFit/>
          </a:bodyPr>
          <a:lstStyle/>
          <a:p>
            <a:r>
              <a:rPr lang="en-US" sz="3600" b="1" dirty="0">
                <a:solidFill>
                  <a:schemeClr val="tx2">
                    <a:lumMod val="75000"/>
                  </a:schemeClr>
                </a:solidFill>
                <a:latin typeface="+mn-lt"/>
                <a:cs typeface="+mn-ea"/>
                <a:sym typeface="+mn-lt"/>
              </a:rPr>
              <a:t>04</a:t>
            </a:r>
            <a:endParaRPr lang="en-US" sz="3600" b="1" dirty="0">
              <a:solidFill>
                <a:schemeClr val="tx2">
                  <a:lumMod val="75000"/>
                </a:schemeClr>
              </a:solidFill>
              <a:latin typeface="+mn-lt"/>
              <a:cs typeface="+mn-ea"/>
              <a:sym typeface="+mn-lt"/>
            </a:endParaRPr>
          </a:p>
        </p:txBody>
      </p:sp>
      <p:cxnSp>
        <p:nvCxnSpPr>
          <p:cNvPr id="71" name="Straight Connector 37"/>
          <p:cNvCxnSpPr>
            <a:cxnSpLocks noChangeAspect="1"/>
          </p:cNvCxnSpPr>
          <p:nvPr/>
        </p:nvCxnSpPr>
        <p:spPr>
          <a:xfrm>
            <a:off x="10270136" y="5330060"/>
            <a:ext cx="585659" cy="0"/>
          </a:xfrm>
          <a:prstGeom prst="line">
            <a:avLst/>
          </a:prstGeom>
          <a:ln w="25400">
            <a:solidFill>
              <a:schemeClr val="dk2">
                <a:lumMod val="100000"/>
              </a:schemeClr>
            </a:solidFill>
          </a:ln>
        </p:spPr>
        <p:style>
          <a:lnRef idx="1">
            <a:schemeClr val="accent1"/>
          </a:lnRef>
          <a:fillRef idx="0">
            <a:schemeClr val="accent1"/>
          </a:fillRef>
          <a:effectRef idx="0">
            <a:schemeClr val="accent1"/>
          </a:effectRef>
          <a:fontRef idx="minor">
            <a:schemeClr val="tx1"/>
          </a:fontRef>
        </p:style>
      </p:cxnSp>
      <p:sp>
        <p:nvSpPr>
          <p:cNvPr id="72" name="Text Placeholder 33"/>
          <p:cNvSpPr txBox="1">
            <a:spLocks noChangeAspect="1"/>
          </p:cNvSpPr>
          <p:nvPr/>
        </p:nvSpPr>
        <p:spPr>
          <a:xfrm>
            <a:off x="9625965" y="3976370"/>
            <a:ext cx="176149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zh-CN" sz="2800" dirty="0">
                <a:solidFill>
                  <a:schemeClr val="bg1"/>
                </a:solidFill>
                <a:sym typeface="+mn-ea"/>
              </a:rPr>
              <a:t>归并</a:t>
            </a:r>
            <a:r>
              <a:rPr lang="zh-CN" altLang="zh-CN" sz="2800" dirty="0">
                <a:solidFill>
                  <a:schemeClr val="bg1"/>
                </a:solidFill>
                <a:sym typeface="+mn-ea"/>
              </a:rPr>
              <a:t>排序</a:t>
            </a:r>
            <a:endParaRPr lang="zh-CN" altLang="zh-CN" sz="2800" dirty="0">
              <a:solidFill>
                <a:schemeClr val="bg1"/>
              </a:solidFill>
              <a:sym typeface="+mn-ea"/>
            </a:endParaRPr>
          </a:p>
        </p:txBody>
      </p:sp>
      <p:sp>
        <p:nvSpPr>
          <p:cNvPr id="6" name="文本框 5"/>
          <p:cNvSpPr txBox="1"/>
          <p:nvPr/>
        </p:nvSpPr>
        <p:spPr>
          <a:xfrm>
            <a:off x="1334770" y="2769235"/>
            <a:ext cx="10012680" cy="368300"/>
          </a:xfrm>
          <a:prstGeom prst="rect">
            <a:avLst/>
          </a:prstGeom>
          <a:noFill/>
        </p:spPr>
        <p:txBody>
          <a:bodyPr wrap="none" rtlCol="0">
            <a:spAutoFit/>
          </a:bodyPr>
          <a:p>
            <a:pPr algn="l"/>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排序往往处于软件的核心部分，经常被使用，所以其性能的优劣对软件质量的好坏起着重要的作用</a:t>
            </a:r>
            <a:endParaRPr lang="zh-CN" altLang="en-US"/>
          </a:p>
        </p:txBody>
      </p:sp>
      <p:sp>
        <p:nvSpPr>
          <p:cNvPr id="12" name="文本框 11"/>
          <p:cNvSpPr txBox="1"/>
          <p:nvPr/>
        </p:nvSpPr>
        <p:spPr>
          <a:xfrm>
            <a:off x="6791960" y="5856605"/>
            <a:ext cx="4754880" cy="368300"/>
          </a:xfrm>
          <a:prstGeom prst="rect">
            <a:avLst/>
          </a:prstGeom>
          <a:noFill/>
        </p:spPr>
        <p:txBody>
          <a:bodyPr wrap="none" rtlCol="0">
            <a:spAutoFit/>
          </a:bodyPr>
          <a:p>
            <a:pPr algn="l"/>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本章中的排序算法</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均以顺序表为基础进行设计</a:t>
            </a:r>
            <a:endParaRPr lang="zh-CN" altLang="en-US"/>
          </a:p>
        </p:txBody>
      </p:sp>
    </p:spTree>
  </p:cSld>
  <p:clrMapOvr>
    <a:masterClrMapping/>
  </p:clrMapOvr>
  <p:transition>
    <p:cover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二节</a:t>
            </a:r>
            <a:endParaRPr lang="zh-CN" altLang="en-US"/>
          </a:p>
        </p:txBody>
      </p:sp>
      <p:sp>
        <p:nvSpPr>
          <p:cNvPr id="3" name="文本占位符 2"/>
          <p:cNvSpPr>
            <a:spLocks noGrp="1"/>
          </p:cNvSpPr>
          <p:nvPr>
            <p:ph type="body" sz="quarter" idx="11"/>
          </p:nvPr>
        </p:nvSpPr>
        <p:spPr/>
        <p:txBody>
          <a:bodyPr/>
          <a:lstStyle/>
          <a:p>
            <a:r>
              <a:rPr lang="zh-CN" altLang="en-US"/>
              <a:t>插入</a:t>
            </a:r>
            <a:r>
              <a:rPr lang="zh-CN" altLang="en-US"/>
              <a:t>排序</a:t>
            </a:r>
            <a:endParaRPr lang="zh-CN" altLang="en-US"/>
          </a:p>
        </p:txBody>
      </p:sp>
      <p:sp>
        <p:nvSpPr>
          <p:cNvPr id="4" name="文本占位符 3"/>
          <p:cNvSpPr>
            <a:spLocks noGrp="1"/>
          </p:cNvSpPr>
          <p:nvPr>
            <p:ph type="body" sz="quarter" idx="12"/>
          </p:nvPr>
        </p:nvSpPr>
        <p:spPr>
          <a:xfrm>
            <a:off x="5308600" y="3622675"/>
            <a:ext cx="4435472" cy="1854200"/>
          </a:xfrm>
        </p:spPr>
        <p:txBody>
          <a:bodyPr/>
          <a:lstStyle/>
          <a:p>
            <a:r>
              <a:rPr lang="zh-CN" altLang="en-US"/>
              <a:t>直接</a:t>
            </a:r>
            <a:r>
              <a:rPr lang="zh-CN" altLang="en-US"/>
              <a:t>插入排序</a:t>
            </a:r>
            <a:endParaRPr lang="zh-CN" altLang="en-US"/>
          </a:p>
          <a:p>
            <a:r>
              <a:rPr lang="zh-CN" altLang="en-US"/>
              <a:t>希尔排序</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a:t>直接插入</a:t>
            </a:r>
            <a:r>
              <a:rPr lang="zh-CN" altLang="en-US"/>
              <a:t>排序</a:t>
            </a:r>
            <a:endParaRPr lang="zh-CN" altLang="en-US"/>
          </a:p>
        </p:txBody>
      </p:sp>
      <p:sp>
        <p:nvSpPr>
          <p:cNvPr id="3" name="内容占位符 2"/>
          <p:cNvSpPr>
            <a:spLocks noGrp="1"/>
          </p:cNvSpPr>
          <p:nvPr>
            <p:ph idx="1"/>
          </p:nvPr>
        </p:nvSpPr>
        <p:spPr>
          <a:xfrm>
            <a:off x="609600" y="1244600"/>
            <a:ext cx="6045200" cy="4932680"/>
          </a:xfrm>
        </p:spPr>
        <p:txBody>
          <a:bodyPr>
            <a:normAutofit fontScale="60000"/>
          </a:bodyPr>
          <a:lstStyle/>
          <a:p>
            <a:pPr indent="266700" algn="just">
              <a:lnSpc>
                <a:spcPct val="150000"/>
              </a:lnSpc>
            </a:pPr>
            <a:r>
              <a:rPr lang="en-US" altLang="zh-CN" kern="100" dirty="0">
                <a:solidFill>
                  <a:schemeClr val="tx1"/>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直接插入算法的实现</a:t>
            </a:r>
            <a:endParaRPr lang="zh-CN" altLang="zh-CN" dirty="0">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直接插入排序是指将一条待排序的记录按照其关键字值的大小插入到已排序的记录序列中的正确位置，依次重复，直到全部记录都插入完成。其主要步骤如下： </a:t>
            </a:r>
            <a:endParaRPr lang="zh-CN" altLang="zh-CN" dirty="0">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chemeClr val="tx1"/>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将</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list[</a:t>
            </a:r>
            <a:r>
              <a:rPr lang="en-US" altLang="zh-CN" kern="100" dirty="0" err="1">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存放在临时变量</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中。</a:t>
            </a:r>
            <a:endParaRPr lang="zh-CN" altLang="zh-CN" dirty="0">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chemeClr val="tx1"/>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将</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与</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list[i-1]</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list[i-2]</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list[0]</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依次比较，若有</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p&lt;list[j].key(j=i-1</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i-2</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0)</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，则将</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list[j]</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后移一个位置，直到</a:t>
            </a:r>
            <a:r>
              <a:rPr lang="en-US" altLang="zh-CN" kern="100" dirty="0" err="1">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p≥list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[j].key</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为止。当</a:t>
            </a:r>
            <a:r>
              <a:rPr lang="en-US" altLang="zh-CN" kern="100" dirty="0" err="1">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p≥list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[j].key</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时将</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插入到</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list[j+1]</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的位置。</a:t>
            </a:r>
            <a:endParaRPr lang="zh-CN" altLang="zh-CN" dirty="0">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chemeClr val="tx1"/>
                </a:solidFill>
                <a:effectLst/>
                <a:latin typeface="等线" panose="02010600030101010101" charset="-122"/>
                <a:ea typeface="宋体" panose="02010600030101010101" pitchFamily="2" charset="-122"/>
                <a:cs typeface="Times New Roman" panose="02020603050405020304" pitchFamily="18" charset="0"/>
                <a:sym typeface="+mn-ea"/>
              </a:rPr>
              <a:t>(3) </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令</a:t>
            </a:r>
            <a:r>
              <a:rPr lang="en-US" altLang="zh-CN" kern="100" dirty="0" err="1">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3</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n-1</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，重复步骤</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(3)</a:t>
            </a:r>
            <a:r>
              <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45" name="Group 12"/>
          <p:cNvGrpSpPr/>
          <p:nvPr/>
        </p:nvGrpSpPr>
        <p:grpSpPr>
          <a:xfrm>
            <a:off x="429895" y="5660390"/>
            <a:ext cx="6537325" cy="967740"/>
            <a:chOff x="2355850" y="1637680"/>
            <a:chExt cx="7418388" cy="1331913"/>
          </a:xfrm>
        </p:grpSpPr>
        <p:sp>
          <p:nvSpPr>
            <p:cNvPr id="46" name="Rectangle 2"/>
            <p:cNvSpPr/>
            <p:nvPr/>
          </p:nvSpPr>
          <p:spPr>
            <a:xfrm>
              <a:off x="2763838"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5" name="Rectangle 3"/>
            <p:cNvSpPr/>
            <p:nvPr/>
          </p:nvSpPr>
          <p:spPr>
            <a:xfrm>
              <a:off x="7732713"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6" name="Rectangle 4"/>
            <p:cNvSpPr/>
            <p:nvPr/>
          </p:nvSpPr>
          <p:spPr>
            <a:xfrm>
              <a:off x="6075363"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7" name="Rectangle 5"/>
            <p:cNvSpPr/>
            <p:nvPr/>
          </p:nvSpPr>
          <p:spPr>
            <a:xfrm>
              <a:off x="4419600" y="2348880"/>
              <a:ext cx="1614488"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8" name="Oval 7"/>
            <p:cNvSpPr/>
            <p:nvPr/>
          </p:nvSpPr>
          <p:spPr bwMode="auto">
            <a:xfrm>
              <a:off x="2355850" y="2158380"/>
              <a:ext cx="804863" cy="8048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169" name="Oval 10"/>
            <p:cNvSpPr/>
            <p:nvPr/>
          </p:nvSpPr>
          <p:spPr bwMode="auto">
            <a:xfrm>
              <a:off x="3956050" y="2158380"/>
              <a:ext cx="804863" cy="8048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170" name="Oval 13"/>
            <p:cNvSpPr/>
            <p:nvPr/>
          </p:nvSpPr>
          <p:spPr bwMode="auto">
            <a:xfrm>
              <a:off x="7323138" y="2158380"/>
              <a:ext cx="804862" cy="804863"/>
            </a:xfrm>
            <a:prstGeom prst="ellipse">
              <a:avLst/>
            </a:prstGeom>
            <a:solidFill>
              <a:schemeClr val="accent4"/>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p>
              <a:pPr algn="ctr"/>
            </a:p>
          </p:txBody>
        </p:sp>
        <p:sp>
          <p:nvSpPr>
            <p:cNvPr id="171" name="Oval 19"/>
            <p:cNvSpPr/>
            <p:nvPr/>
          </p:nvSpPr>
          <p:spPr bwMode="auto">
            <a:xfrm>
              <a:off x="5626100" y="2164730"/>
              <a:ext cx="804863" cy="804863"/>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p>
              <a:pPr algn="ctr"/>
            </a:p>
          </p:txBody>
        </p:sp>
        <p:sp>
          <p:nvSpPr>
            <p:cNvPr id="172" name="Oval 24"/>
            <p:cNvSpPr/>
            <p:nvPr/>
          </p:nvSpPr>
          <p:spPr bwMode="auto">
            <a:xfrm>
              <a:off x="8969375" y="2164730"/>
              <a:ext cx="804863" cy="8048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173" name="TextBox 26"/>
            <p:cNvSpPr txBox="1"/>
            <p:nvPr/>
          </p:nvSpPr>
          <p:spPr bwMode="auto">
            <a:xfrm>
              <a:off x="2581804" y="1637680"/>
              <a:ext cx="351472"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01</a:t>
              </a:r>
              <a:endParaRPr lang="en-US" altLang="zh-CN" sz="2000">
                <a:solidFill>
                  <a:schemeClr val="tx1">
                    <a:lumMod val="50000"/>
                    <a:lumOff val="50000"/>
                  </a:schemeClr>
                </a:solidFill>
                <a:latin typeface="Impact" panose="020B0806030902050204" pitchFamily="34" charset="0"/>
              </a:endParaRPr>
            </a:p>
          </p:txBody>
        </p:sp>
        <p:sp>
          <p:nvSpPr>
            <p:cNvPr id="174" name="TextBox 27"/>
            <p:cNvSpPr txBox="1"/>
            <p:nvPr/>
          </p:nvSpPr>
          <p:spPr bwMode="auto">
            <a:xfrm>
              <a:off x="4185942" y="1637680"/>
              <a:ext cx="376940"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02</a:t>
              </a:r>
              <a:endParaRPr lang="en-US" altLang="zh-CN" sz="2000">
                <a:solidFill>
                  <a:schemeClr val="tx1">
                    <a:lumMod val="50000"/>
                    <a:lumOff val="50000"/>
                  </a:schemeClr>
                </a:solidFill>
                <a:latin typeface="Impact" panose="020B0806030902050204" pitchFamily="34" charset="0"/>
              </a:endParaRPr>
            </a:p>
          </p:txBody>
        </p:sp>
        <p:sp>
          <p:nvSpPr>
            <p:cNvPr id="175" name="TextBox 28"/>
            <p:cNvSpPr txBox="1"/>
            <p:nvPr/>
          </p:nvSpPr>
          <p:spPr bwMode="auto">
            <a:xfrm>
              <a:off x="5815547" y="1637680"/>
              <a:ext cx="383644"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03</a:t>
              </a:r>
              <a:endParaRPr lang="en-US" altLang="zh-CN" sz="2000">
                <a:solidFill>
                  <a:schemeClr val="tx1">
                    <a:lumMod val="50000"/>
                    <a:lumOff val="50000"/>
                  </a:schemeClr>
                </a:solidFill>
                <a:latin typeface="Impact" panose="020B0806030902050204" pitchFamily="34" charset="0"/>
              </a:endParaRPr>
            </a:p>
          </p:txBody>
        </p:sp>
        <p:sp>
          <p:nvSpPr>
            <p:cNvPr id="176" name="TextBox 29"/>
            <p:cNvSpPr txBox="1"/>
            <p:nvPr/>
          </p:nvSpPr>
          <p:spPr bwMode="auto">
            <a:xfrm>
              <a:off x="7451855" y="1637680"/>
              <a:ext cx="376940"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04</a:t>
              </a:r>
              <a:endParaRPr lang="en-US" altLang="zh-CN" sz="2000">
                <a:solidFill>
                  <a:schemeClr val="tx1">
                    <a:lumMod val="50000"/>
                    <a:lumOff val="50000"/>
                  </a:schemeClr>
                </a:solidFill>
                <a:latin typeface="Impact" panose="020B0806030902050204" pitchFamily="34" charset="0"/>
              </a:endParaRPr>
            </a:p>
          </p:txBody>
        </p:sp>
        <p:sp>
          <p:nvSpPr>
            <p:cNvPr id="177" name="TextBox 30"/>
            <p:cNvSpPr txBox="1"/>
            <p:nvPr/>
          </p:nvSpPr>
          <p:spPr bwMode="auto">
            <a:xfrm>
              <a:off x="9081459" y="1637680"/>
              <a:ext cx="580693"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GOAL</a:t>
              </a:r>
              <a:endParaRPr lang="en-US" altLang="zh-CN" sz="2000">
                <a:solidFill>
                  <a:schemeClr val="tx1">
                    <a:lumMod val="50000"/>
                    <a:lumOff val="50000"/>
                  </a:schemeClr>
                </a:solidFill>
                <a:latin typeface="Impact" panose="020B0806030902050204" pitchFamily="34" charset="0"/>
              </a:endParaRPr>
            </a:p>
          </p:txBody>
        </p:sp>
        <p:sp>
          <p:nvSpPr>
            <p:cNvPr id="178" name="Freeform: Shape 43"/>
            <p:cNvSpPr/>
            <p:nvPr/>
          </p:nvSpPr>
          <p:spPr bwMode="auto">
            <a:xfrm>
              <a:off x="7491413" y="2326832"/>
              <a:ext cx="485670" cy="485670"/>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chemeClr val="bg1"/>
            </a:solidFill>
            <a:ln>
              <a:noFill/>
            </a:ln>
          </p:spPr>
          <p:txBody>
            <a:bodyPr anchor="ctr"/>
            <a:p>
              <a:pPr algn="ctr"/>
            </a:p>
          </p:txBody>
        </p:sp>
        <p:sp>
          <p:nvSpPr>
            <p:cNvPr id="179" name="Freeform: Shape 44"/>
            <p:cNvSpPr/>
            <p:nvPr/>
          </p:nvSpPr>
          <p:spPr bwMode="auto">
            <a:xfrm>
              <a:off x="5799190" y="2315701"/>
              <a:ext cx="485670" cy="485670"/>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bg1"/>
            </a:solidFill>
            <a:ln>
              <a:noFill/>
            </a:ln>
          </p:spPr>
          <p:txBody>
            <a:bodyPr anchor="ctr"/>
            <a:p>
              <a:pPr algn="ctr"/>
            </a:p>
          </p:txBody>
        </p:sp>
        <p:sp>
          <p:nvSpPr>
            <p:cNvPr id="180" name="Freeform: Shape 45"/>
            <p:cNvSpPr/>
            <p:nvPr/>
          </p:nvSpPr>
          <p:spPr bwMode="auto">
            <a:xfrm>
              <a:off x="2514705" y="2309351"/>
              <a:ext cx="485670" cy="485670"/>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bg1"/>
            </a:solidFill>
            <a:ln>
              <a:noFill/>
            </a:ln>
          </p:spPr>
          <p:txBody>
            <a:bodyPr anchor="ctr"/>
            <a:p>
              <a:pPr algn="ctr"/>
            </a:p>
          </p:txBody>
        </p:sp>
        <p:sp>
          <p:nvSpPr>
            <p:cNvPr id="181" name="Freeform: Shape 46"/>
            <p:cNvSpPr/>
            <p:nvPr/>
          </p:nvSpPr>
          <p:spPr bwMode="auto">
            <a:xfrm>
              <a:off x="4106174" y="2324326"/>
              <a:ext cx="485670" cy="485670"/>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p:spPr>
          <p:txBody>
            <a:bodyPr anchor="ctr"/>
            <a:p>
              <a:pPr algn="ctr"/>
            </a:p>
          </p:txBody>
        </p:sp>
        <p:sp>
          <p:nvSpPr>
            <p:cNvPr id="182" name="Freeform: Shape 48"/>
            <p:cNvSpPr/>
            <p:nvPr/>
          </p:nvSpPr>
          <p:spPr bwMode="auto">
            <a:xfrm>
              <a:off x="9111905" y="2291746"/>
              <a:ext cx="556315" cy="556315"/>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p>
              <a:pPr algn="ctr"/>
            </a:p>
          </p:txBody>
        </p:sp>
      </p:grpSp>
      <p:grpSp>
        <p:nvGrpSpPr>
          <p:cNvPr id="44" name="组合 43"/>
          <p:cNvGrpSpPr/>
          <p:nvPr/>
        </p:nvGrpSpPr>
        <p:grpSpPr>
          <a:xfrm>
            <a:off x="7139305" y="1235710"/>
            <a:ext cx="4287520" cy="4740275"/>
            <a:chOff x="12044" y="3348"/>
            <a:chExt cx="5144" cy="5789"/>
          </a:xfrm>
        </p:grpSpPr>
        <p:grpSp>
          <p:nvGrpSpPr>
            <p:cNvPr id="10" name="Group 19"/>
            <p:cNvGrpSpPr/>
            <p:nvPr/>
          </p:nvGrpSpPr>
          <p:grpSpPr>
            <a:xfrm>
              <a:off x="13298" y="6982"/>
              <a:ext cx="487" cy="2150"/>
              <a:chOff x="4980416" y="5037518"/>
              <a:chExt cx="412706" cy="1820482"/>
            </a:xfrm>
          </p:grpSpPr>
          <p:sp>
            <p:nvSpPr>
              <p:cNvPr id="154" name="Freeform: Shape 20"/>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5" name="Freeform: Shape 21"/>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56" name="Freeform: Shape 22"/>
              <p:cNvSpPr/>
              <p:nvPr/>
            </p:nvSpPr>
            <p:spPr bwMode="auto">
              <a:xfrm>
                <a:off x="5078038" y="5468401"/>
                <a:ext cx="125899" cy="1386906"/>
              </a:xfrm>
              <a:custGeom>
                <a:avLst/>
                <a:gdLst>
                  <a:gd name="T0" fmla="*/ 79 w 79"/>
                  <a:gd name="T1" fmla="*/ 871 h 871"/>
                  <a:gd name="T2" fmla="*/ 0 w 79"/>
                  <a:gd name="T3" fmla="*/ 871 h 871"/>
                  <a:gd name="T4" fmla="*/ 0 w 79"/>
                  <a:gd name="T5" fmla="*/ 33 h 871"/>
                  <a:gd name="T6" fmla="*/ 39 w 79"/>
                  <a:gd name="T7" fmla="*/ 1 h 871"/>
                  <a:gd name="T8" fmla="*/ 79 w 79"/>
                  <a:gd name="T9" fmla="*/ 33 h 871"/>
                  <a:gd name="T10" fmla="*/ 79 w 79"/>
                  <a:gd name="T11" fmla="*/ 871 h 871"/>
                </a:gdLst>
                <a:ahLst/>
                <a:cxnLst>
                  <a:cxn ang="0">
                    <a:pos x="T0" y="T1"/>
                  </a:cxn>
                  <a:cxn ang="0">
                    <a:pos x="T2" y="T3"/>
                  </a:cxn>
                  <a:cxn ang="0">
                    <a:pos x="T4" y="T5"/>
                  </a:cxn>
                  <a:cxn ang="0">
                    <a:pos x="T6" y="T7"/>
                  </a:cxn>
                  <a:cxn ang="0">
                    <a:pos x="T8" y="T9"/>
                  </a:cxn>
                  <a:cxn ang="0">
                    <a:pos x="T10" y="T11"/>
                  </a:cxn>
                </a:cxnLst>
                <a:rect l="0" t="0" r="r" b="b"/>
                <a:pathLst>
                  <a:path w="79" h="871">
                    <a:moveTo>
                      <a:pt x="79" y="871"/>
                    </a:moveTo>
                    <a:cubicBezTo>
                      <a:pt x="0" y="871"/>
                      <a:pt x="0" y="871"/>
                      <a:pt x="0" y="871"/>
                    </a:cubicBezTo>
                    <a:cubicBezTo>
                      <a:pt x="0" y="33"/>
                      <a:pt x="0" y="33"/>
                      <a:pt x="0" y="33"/>
                    </a:cubicBezTo>
                    <a:cubicBezTo>
                      <a:pt x="0" y="33"/>
                      <a:pt x="5" y="2"/>
                      <a:pt x="39" y="1"/>
                    </a:cubicBezTo>
                    <a:cubicBezTo>
                      <a:pt x="73" y="0"/>
                      <a:pt x="79" y="33"/>
                      <a:pt x="79" y="33"/>
                    </a:cubicBezTo>
                    <a:cubicBezTo>
                      <a:pt x="79" y="871"/>
                      <a:pt x="79" y="871"/>
                      <a:pt x="79" y="871"/>
                    </a:cubicBezTo>
                  </a:path>
                </a:pathLst>
              </a:custGeom>
              <a:solidFill>
                <a:schemeClr val="accent1">
                  <a:lumMod val="60000"/>
                  <a:lumOff val="40000"/>
                </a:schemeClr>
              </a:solidFill>
              <a:ln>
                <a:noFill/>
              </a:ln>
            </p:spPr>
            <p:txBody>
              <a:bodyPr anchor="ctr"/>
              <a:p>
                <a:pPr algn="ctr"/>
              </a:p>
            </p:txBody>
          </p:sp>
          <p:sp>
            <p:nvSpPr>
              <p:cNvPr id="157" name="Freeform: Shape 23"/>
              <p:cNvSpPr/>
              <p:nvPr/>
            </p:nvSpPr>
            <p:spPr bwMode="auto">
              <a:xfrm>
                <a:off x="5200571" y="5465708"/>
                <a:ext cx="101662" cy="1387579"/>
              </a:xfrm>
              <a:custGeom>
                <a:avLst/>
                <a:gdLst>
                  <a:gd name="T0" fmla="*/ 64 w 64"/>
                  <a:gd name="T1" fmla="*/ 872 h 872"/>
                  <a:gd name="T2" fmla="*/ 0 w 64"/>
                  <a:gd name="T3" fmla="*/ 872 h 872"/>
                  <a:gd name="T4" fmla="*/ 0 w 64"/>
                  <a:gd name="T5" fmla="*/ 33 h 872"/>
                  <a:gd name="T6" fmla="*/ 31 w 64"/>
                  <a:gd name="T7" fmla="*/ 1 h 872"/>
                  <a:gd name="T8" fmla="*/ 64 w 64"/>
                  <a:gd name="T9" fmla="*/ 33 h 872"/>
                  <a:gd name="T10" fmla="*/ 64 w 64"/>
                  <a:gd name="T11" fmla="*/ 872 h 872"/>
                </a:gdLst>
                <a:ahLst/>
                <a:cxnLst>
                  <a:cxn ang="0">
                    <a:pos x="T0" y="T1"/>
                  </a:cxn>
                  <a:cxn ang="0">
                    <a:pos x="T2" y="T3"/>
                  </a:cxn>
                  <a:cxn ang="0">
                    <a:pos x="T4" y="T5"/>
                  </a:cxn>
                  <a:cxn ang="0">
                    <a:pos x="T6" y="T7"/>
                  </a:cxn>
                  <a:cxn ang="0">
                    <a:pos x="T8" y="T9"/>
                  </a:cxn>
                  <a:cxn ang="0">
                    <a:pos x="T10" y="T11"/>
                  </a:cxn>
                </a:cxnLst>
                <a:rect l="0" t="0" r="r" b="b"/>
                <a:pathLst>
                  <a:path w="64" h="872">
                    <a:moveTo>
                      <a:pt x="64" y="872"/>
                    </a:moveTo>
                    <a:cubicBezTo>
                      <a:pt x="0" y="872"/>
                      <a:pt x="0" y="872"/>
                      <a:pt x="0" y="872"/>
                    </a:cubicBezTo>
                    <a:cubicBezTo>
                      <a:pt x="0" y="33"/>
                      <a:pt x="0" y="33"/>
                      <a:pt x="0" y="33"/>
                    </a:cubicBezTo>
                    <a:cubicBezTo>
                      <a:pt x="0" y="33"/>
                      <a:pt x="4" y="2"/>
                      <a:pt x="31" y="1"/>
                    </a:cubicBezTo>
                    <a:cubicBezTo>
                      <a:pt x="58" y="0"/>
                      <a:pt x="64" y="33"/>
                      <a:pt x="64" y="33"/>
                    </a:cubicBezTo>
                    <a:cubicBezTo>
                      <a:pt x="64" y="872"/>
                      <a:pt x="64" y="872"/>
                      <a:pt x="64" y="872"/>
                    </a:cubicBezTo>
                  </a:path>
                </a:pathLst>
              </a:custGeom>
              <a:solidFill>
                <a:srgbClr val="ABA07A"/>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8" name="Freeform: Shape 24"/>
              <p:cNvSpPr/>
              <p:nvPr/>
            </p:nvSpPr>
            <p:spPr bwMode="auto">
              <a:xfrm>
                <a:off x="4980416" y="5465708"/>
                <a:ext cx="100315" cy="1387579"/>
              </a:xfrm>
              <a:custGeom>
                <a:avLst/>
                <a:gdLst>
                  <a:gd name="T0" fmla="*/ 63 w 63"/>
                  <a:gd name="T1" fmla="*/ 872 h 872"/>
                  <a:gd name="T2" fmla="*/ 0 w 63"/>
                  <a:gd name="T3" fmla="*/ 872 h 872"/>
                  <a:gd name="T4" fmla="*/ 0 w 63"/>
                  <a:gd name="T5" fmla="*/ 33 h 872"/>
                  <a:gd name="T6" fmla="*/ 31 w 63"/>
                  <a:gd name="T7" fmla="*/ 1 h 872"/>
                  <a:gd name="T8" fmla="*/ 63 w 63"/>
                  <a:gd name="T9" fmla="*/ 33 h 872"/>
                  <a:gd name="T10" fmla="*/ 63 w 63"/>
                  <a:gd name="T11" fmla="*/ 872 h 872"/>
                </a:gdLst>
                <a:ahLst/>
                <a:cxnLst>
                  <a:cxn ang="0">
                    <a:pos x="T0" y="T1"/>
                  </a:cxn>
                  <a:cxn ang="0">
                    <a:pos x="T2" y="T3"/>
                  </a:cxn>
                  <a:cxn ang="0">
                    <a:pos x="T4" y="T5"/>
                  </a:cxn>
                  <a:cxn ang="0">
                    <a:pos x="T6" y="T7"/>
                  </a:cxn>
                  <a:cxn ang="0">
                    <a:pos x="T8" y="T9"/>
                  </a:cxn>
                  <a:cxn ang="0">
                    <a:pos x="T10" y="T11"/>
                  </a:cxn>
                </a:cxnLst>
                <a:rect l="0" t="0" r="r" b="b"/>
                <a:pathLst>
                  <a:path w="63" h="872">
                    <a:moveTo>
                      <a:pt x="63" y="872"/>
                    </a:moveTo>
                    <a:cubicBezTo>
                      <a:pt x="0" y="872"/>
                      <a:pt x="0" y="872"/>
                      <a:pt x="0" y="872"/>
                    </a:cubicBezTo>
                    <a:cubicBezTo>
                      <a:pt x="0" y="33"/>
                      <a:pt x="0" y="33"/>
                      <a:pt x="0" y="33"/>
                    </a:cubicBezTo>
                    <a:cubicBezTo>
                      <a:pt x="0" y="33"/>
                      <a:pt x="4" y="2"/>
                      <a:pt x="31" y="1"/>
                    </a:cubicBezTo>
                    <a:cubicBezTo>
                      <a:pt x="57" y="0"/>
                      <a:pt x="63" y="33"/>
                      <a:pt x="63" y="33"/>
                    </a:cubicBezTo>
                    <a:lnTo>
                      <a:pt x="63" y="872"/>
                    </a:lnTo>
                    <a:close/>
                  </a:path>
                </a:pathLst>
              </a:custGeom>
              <a:solidFill>
                <a:schemeClr val="accent1">
                  <a:lumMod val="60000"/>
                  <a:lumOff val="40000"/>
                </a:schemeClr>
              </a:solidFill>
              <a:ln>
                <a:noFill/>
              </a:ln>
            </p:spPr>
            <p:txBody>
              <a:bodyPr anchor="ctr"/>
              <a:p>
                <a:pPr algn="ctr"/>
              </a:p>
            </p:txBody>
          </p:sp>
          <p:sp>
            <p:nvSpPr>
              <p:cNvPr id="159" name="Freeform: Shape 25"/>
              <p:cNvSpPr/>
              <p:nvPr/>
            </p:nvSpPr>
            <p:spPr bwMode="auto">
              <a:xfrm>
                <a:off x="5076019" y="5038865"/>
                <a:ext cx="132631" cy="192551"/>
              </a:xfrm>
              <a:custGeom>
                <a:avLst/>
                <a:gdLst>
                  <a:gd name="T0" fmla="*/ 0 w 83"/>
                  <a:gd name="T1" fmla="*/ 111 h 121"/>
                  <a:gd name="T2" fmla="*/ 83 w 83"/>
                  <a:gd name="T3" fmla="*/ 113 h 121"/>
                  <a:gd name="T4" fmla="*/ 49 w 83"/>
                  <a:gd name="T5" fmla="*/ 0 h 121"/>
                  <a:gd name="T6" fmla="*/ 29 w 83"/>
                  <a:gd name="T7" fmla="*/ 0 h 121"/>
                  <a:gd name="T8" fmla="*/ 0 w 83"/>
                  <a:gd name="T9" fmla="*/ 111 h 121"/>
                </a:gdLst>
                <a:ahLst/>
                <a:cxnLst>
                  <a:cxn ang="0">
                    <a:pos x="T0" y="T1"/>
                  </a:cxn>
                  <a:cxn ang="0">
                    <a:pos x="T2" y="T3"/>
                  </a:cxn>
                  <a:cxn ang="0">
                    <a:pos x="T4" y="T5"/>
                  </a:cxn>
                  <a:cxn ang="0">
                    <a:pos x="T6" y="T7"/>
                  </a:cxn>
                  <a:cxn ang="0">
                    <a:pos x="T8" y="T9"/>
                  </a:cxn>
                </a:cxnLst>
                <a:rect l="0" t="0" r="r" b="b"/>
                <a:pathLst>
                  <a:path w="83" h="121">
                    <a:moveTo>
                      <a:pt x="0" y="111"/>
                    </a:moveTo>
                    <a:cubicBezTo>
                      <a:pt x="0" y="111"/>
                      <a:pt x="40" y="121"/>
                      <a:pt x="83" y="113"/>
                    </a:cubicBezTo>
                    <a:cubicBezTo>
                      <a:pt x="49" y="0"/>
                      <a:pt x="49" y="0"/>
                      <a:pt x="49" y="0"/>
                    </a:cubicBezTo>
                    <a:cubicBezTo>
                      <a:pt x="29" y="0"/>
                      <a:pt x="29" y="0"/>
                      <a:pt x="29" y="0"/>
                    </a:cubicBezTo>
                    <a:cubicBezTo>
                      <a:pt x="0" y="111"/>
                      <a:pt x="0" y="111"/>
                      <a:pt x="0" y="111"/>
                    </a:cubicBezTo>
                  </a:path>
                </a:pathLst>
              </a:custGeom>
              <a:solidFill>
                <a:schemeClr val="accent1">
                  <a:lumMod val="60000"/>
                  <a:lumOff val="40000"/>
                </a:schemeClr>
              </a:solidFill>
              <a:ln>
                <a:noFill/>
              </a:ln>
            </p:spPr>
            <p:txBody>
              <a:bodyPr anchor="ctr"/>
              <a:p>
                <a:pPr algn="ctr"/>
              </a:p>
            </p:txBody>
          </p:sp>
          <p:sp>
            <p:nvSpPr>
              <p:cNvPr id="160" name="Freeform: Shape 26"/>
              <p:cNvSpPr/>
              <p:nvPr/>
            </p:nvSpPr>
            <p:spPr bwMode="auto">
              <a:xfrm>
                <a:off x="5143344" y="5037518"/>
                <a:ext cx="249778" cy="1820482"/>
              </a:xfrm>
              <a:custGeom>
                <a:avLst/>
                <a:gdLst>
                  <a:gd name="T0" fmla="*/ 34 w 157"/>
                  <a:gd name="T1" fmla="*/ 0 h 1144"/>
                  <a:gd name="T2" fmla="*/ 0 w 157"/>
                  <a:gd name="T3" fmla="*/ 1 h 1144"/>
                  <a:gd name="T4" fmla="*/ 7 w 157"/>
                  <a:gd name="T5" fmla="*/ 1 h 1144"/>
                  <a:gd name="T6" fmla="*/ 41 w 157"/>
                  <a:gd name="T7" fmla="*/ 114 h 1144"/>
                  <a:gd name="T8" fmla="*/ 41 w 157"/>
                  <a:gd name="T9" fmla="*/ 114 h 1144"/>
                  <a:gd name="T10" fmla="*/ 94 w 157"/>
                  <a:gd name="T11" fmla="*/ 285 h 1144"/>
                  <a:gd name="T12" fmla="*/ 94 w 157"/>
                  <a:gd name="T13" fmla="*/ 286 h 1144"/>
                  <a:gd name="T14" fmla="*/ 100 w 157"/>
                  <a:gd name="T15" fmla="*/ 302 h 1144"/>
                  <a:gd name="T16" fmla="*/ 100 w 157"/>
                  <a:gd name="T17" fmla="*/ 1141 h 1144"/>
                  <a:gd name="T18" fmla="*/ 38 w 157"/>
                  <a:gd name="T19" fmla="*/ 1141 h 1144"/>
                  <a:gd name="T20" fmla="*/ 38 w 157"/>
                  <a:gd name="T21" fmla="*/ 1142 h 1144"/>
                  <a:gd name="T22" fmla="*/ 0 w 157"/>
                  <a:gd name="T23" fmla="*/ 1142 h 1144"/>
                  <a:gd name="T24" fmla="*/ 0 w 157"/>
                  <a:gd name="T25" fmla="*/ 1144 h 1144"/>
                  <a:gd name="T26" fmla="*/ 157 w 157"/>
                  <a:gd name="T27" fmla="*/ 1142 h 1144"/>
                  <a:gd name="T28" fmla="*/ 142 w 157"/>
                  <a:gd name="T29" fmla="*/ 290 h 1144"/>
                  <a:gd name="T30" fmla="*/ 34 w 157"/>
                  <a:gd name="T31" fmla="*/ 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144">
                    <a:moveTo>
                      <a:pt x="34" y="0"/>
                    </a:moveTo>
                    <a:cubicBezTo>
                      <a:pt x="0" y="1"/>
                      <a:pt x="0" y="1"/>
                      <a:pt x="0" y="1"/>
                    </a:cubicBezTo>
                    <a:cubicBezTo>
                      <a:pt x="7" y="1"/>
                      <a:pt x="7" y="1"/>
                      <a:pt x="7" y="1"/>
                    </a:cubicBezTo>
                    <a:cubicBezTo>
                      <a:pt x="41" y="114"/>
                      <a:pt x="41" y="114"/>
                      <a:pt x="41" y="114"/>
                    </a:cubicBezTo>
                    <a:cubicBezTo>
                      <a:pt x="41" y="114"/>
                      <a:pt x="41" y="114"/>
                      <a:pt x="41" y="114"/>
                    </a:cubicBezTo>
                    <a:cubicBezTo>
                      <a:pt x="94" y="285"/>
                      <a:pt x="94" y="285"/>
                      <a:pt x="94" y="285"/>
                    </a:cubicBezTo>
                    <a:cubicBezTo>
                      <a:pt x="94" y="286"/>
                      <a:pt x="94" y="286"/>
                      <a:pt x="94" y="286"/>
                    </a:cubicBezTo>
                    <a:cubicBezTo>
                      <a:pt x="98" y="294"/>
                      <a:pt x="100" y="302"/>
                      <a:pt x="100" y="302"/>
                    </a:cubicBezTo>
                    <a:cubicBezTo>
                      <a:pt x="100" y="1141"/>
                      <a:pt x="100" y="1141"/>
                      <a:pt x="100" y="1141"/>
                    </a:cubicBezTo>
                    <a:cubicBezTo>
                      <a:pt x="38" y="1141"/>
                      <a:pt x="38" y="1141"/>
                      <a:pt x="38" y="1141"/>
                    </a:cubicBezTo>
                    <a:cubicBezTo>
                      <a:pt x="38" y="1142"/>
                      <a:pt x="38" y="1142"/>
                      <a:pt x="38" y="1142"/>
                    </a:cubicBezTo>
                    <a:cubicBezTo>
                      <a:pt x="0" y="1142"/>
                      <a:pt x="0" y="1142"/>
                      <a:pt x="0" y="1142"/>
                    </a:cubicBezTo>
                    <a:cubicBezTo>
                      <a:pt x="0" y="1144"/>
                      <a:pt x="0" y="1144"/>
                      <a:pt x="0" y="1144"/>
                    </a:cubicBezTo>
                    <a:cubicBezTo>
                      <a:pt x="157" y="1142"/>
                      <a:pt x="157" y="1142"/>
                      <a:pt x="157" y="11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61" name="Freeform: Shape 27"/>
              <p:cNvSpPr/>
              <p:nvPr/>
            </p:nvSpPr>
            <p:spPr bwMode="auto">
              <a:xfrm>
                <a:off x="5143344" y="5218624"/>
                <a:ext cx="149463" cy="294886"/>
              </a:xfrm>
              <a:custGeom>
                <a:avLst/>
                <a:gdLst>
                  <a:gd name="T0" fmla="*/ 41 w 94"/>
                  <a:gd name="T1" fmla="*/ 0 h 185"/>
                  <a:gd name="T2" fmla="*/ 6 w 94"/>
                  <a:gd name="T3" fmla="*/ 3 h 185"/>
                  <a:gd name="T4" fmla="*/ 0 w 94"/>
                  <a:gd name="T5" fmla="*/ 3 h 185"/>
                  <a:gd name="T6" fmla="*/ 0 w 94"/>
                  <a:gd name="T7" fmla="*/ 158 h 185"/>
                  <a:gd name="T8" fmla="*/ 37 w 94"/>
                  <a:gd name="T9" fmla="*/ 185 h 185"/>
                  <a:gd name="T10" fmla="*/ 67 w 94"/>
                  <a:gd name="T11" fmla="*/ 156 h 185"/>
                  <a:gd name="T12" fmla="*/ 68 w 94"/>
                  <a:gd name="T13" fmla="*/ 156 h 185"/>
                  <a:gd name="T14" fmla="*/ 94 w 94"/>
                  <a:gd name="T15" fmla="*/ 172 h 185"/>
                  <a:gd name="T16" fmla="*/ 94 w 94"/>
                  <a:gd name="T17" fmla="*/ 171 h 185"/>
                  <a:gd name="T18" fmla="*/ 41 w 94"/>
                  <a:gd name="T19"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85">
                    <a:moveTo>
                      <a:pt x="41" y="0"/>
                    </a:moveTo>
                    <a:cubicBezTo>
                      <a:pt x="28" y="2"/>
                      <a:pt x="16" y="3"/>
                      <a:pt x="6" y="3"/>
                    </a:cubicBezTo>
                    <a:cubicBezTo>
                      <a:pt x="4" y="3"/>
                      <a:pt x="2" y="3"/>
                      <a:pt x="0" y="3"/>
                    </a:cubicBezTo>
                    <a:cubicBezTo>
                      <a:pt x="0" y="158"/>
                      <a:pt x="0" y="158"/>
                      <a:pt x="0" y="158"/>
                    </a:cubicBezTo>
                    <a:cubicBezTo>
                      <a:pt x="24" y="159"/>
                      <a:pt x="34" y="177"/>
                      <a:pt x="37" y="185"/>
                    </a:cubicBezTo>
                    <a:cubicBezTo>
                      <a:pt x="38" y="178"/>
                      <a:pt x="45" y="157"/>
                      <a:pt x="67" y="156"/>
                    </a:cubicBezTo>
                    <a:cubicBezTo>
                      <a:pt x="68" y="156"/>
                      <a:pt x="68" y="156"/>
                      <a:pt x="68" y="156"/>
                    </a:cubicBezTo>
                    <a:cubicBezTo>
                      <a:pt x="81" y="156"/>
                      <a:pt x="89" y="164"/>
                      <a:pt x="94" y="172"/>
                    </a:cubicBezTo>
                    <a:cubicBezTo>
                      <a:pt x="94" y="171"/>
                      <a:pt x="94" y="171"/>
                      <a:pt x="94" y="171"/>
                    </a:cubicBezTo>
                    <a:cubicBezTo>
                      <a:pt x="41" y="0"/>
                      <a:pt x="41" y="0"/>
                      <a:pt x="41"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62" name="Freeform: Shape 28"/>
              <p:cNvSpPr/>
              <p:nvPr/>
            </p:nvSpPr>
            <p:spPr bwMode="auto">
              <a:xfrm>
                <a:off x="5143344" y="5470421"/>
                <a:ext cx="60593" cy="1384886"/>
              </a:xfrm>
              <a:custGeom>
                <a:avLst/>
                <a:gdLst>
                  <a:gd name="T0" fmla="*/ 0 w 38"/>
                  <a:gd name="T1" fmla="*/ 0 h 870"/>
                  <a:gd name="T2" fmla="*/ 0 w 38"/>
                  <a:gd name="T3" fmla="*/ 870 h 870"/>
                  <a:gd name="T4" fmla="*/ 38 w 38"/>
                  <a:gd name="T5" fmla="*/ 870 h 870"/>
                  <a:gd name="T6" fmla="*/ 38 w 38"/>
                  <a:gd name="T7" fmla="*/ 869 h 870"/>
                  <a:gd name="T8" fmla="*/ 36 w 38"/>
                  <a:gd name="T9" fmla="*/ 869 h 870"/>
                  <a:gd name="T10" fmla="*/ 36 w 38"/>
                  <a:gd name="T11" fmla="*/ 30 h 870"/>
                  <a:gd name="T12" fmla="*/ 37 w 38"/>
                  <a:gd name="T13" fmla="*/ 27 h 870"/>
                  <a:gd name="T14" fmla="*/ 0 w 38"/>
                  <a:gd name="T15" fmla="*/ 0 h 8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870">
                    <a:moveTo>
                      <a:pt x="0" y="0"/>
                    </a:moveTo>
                    <a:cubicBezTo>
                      <a:pt x="0" y="870"/>
                      <a:pt x="0" y="870"/>
                      <a:pt x="0" y="870"/>
                    </a:cubicBezTo>
                    <a:cubicBezTo>
                      <a:pt x="38" y="870"/>
                      <a:pt x="38" y="870"/>
                      <a:pt x="38" y="870"/>
                    </a:cubicBezTo>
                    <a:cubicBezTo>
                      <a:pt x="38" y="869"/>
                      <a:pt x="38" y="869"/>
                      <a:pt x="38" y="869"/>
                    </a:cubicBezTo>
                    <a:cubicBezTo>
                      <a:pt x="36" y="869"/>
                      <a:pt x="36" y="869"/>
                      <a:pt x="36" y="869"/>
                    </a:cubicBezTo>
                    <a:cubicBezTo>
                      <a:pt x="36" y="30"/>
                      <a:pt x="36" y="30"/>
                      <a:pt x="36" y="30"/>
                    </a:cubicBezTo>
                    <a:cubicBezTo>
                      <a:pt x="36" y="30"/>
                      <a:pt x="37" y="29"/>
                      <a:pt x="37" y="27"/>
                    </a:cubicBezTo>
                    <a:cubicBezTo>
                      <a:pt x="34" y="19"/>
                      <a:pt x="24" y="1"/>
                      <a:pt x="0" y="0"/>
                    </a:cubicBezTo>
                  </a:path>
                </a:pathLst>
              </a:custGeom>
              <a:solidFill>
                <a:schemeClr val="accent1"/>
              </a:solidFill>
              <a:ln>
                <a:noFill/>
              </a:ln>
            </p:spPr>
            <p:txBody>
              <a:bodyPr anchor="ctr"/>
              <a:p>
                <a:pPr algn="ctr"/>
              </a:p>
            </p:txBody>
          </p:sp>
          <p:sp>
            <p:nvSpPr>
              <p:cNvPr id="163" name="Freeform: Shape 29"/>
              <p:cNvSpPr/>
              <p:nvPr/>
            </p:nvSpPr>
            <p:spPr bwMode="auto">
              <a:xfrm>
                <a:off x="5200571" y="5467055"/>
                <a:ext cx="101662" cy="1386232"/>
              </a:xfrm>
              <a:custGeom>
                <a:avLst/>
                <a:gdLst>
                  <a:gd name="T0" fmla="*/ 32 w 64"/>
                  <a:gd name="T1" fmla="*/ 0 h 871"/>
                  <a:gd name="T2" fmla="*/ 31 w 64"/>
                  <a:gd name="T3" fmla="*/ 0 h 871"/>
                  <a:gd name="T4" fmla="*/ 1 w 64"/>
                  <a:gd name="T5" fmla="*/ 29 h 871"/>
                  <a:gd name="T6" fmla="*/ 0 w 64"/>
                  <a:gd name="T7" fmla="*/ 32 h 871"/>
                  <a:gd name="T8" fmla="*/ 0 w 64"/>
                  <a:gd name="T9" fmla="*/ 871 h 871"/>
                  <a:gd name="T10" fmla="*/ 2 w 64"/>
                  <a:gd name="T11" fmla="*/ 871 h 871"/>
                  <a:gd name="T12" fmla="*/ 64 w 64"/>
                  <a:gd name="T13" fmla="*/ 871 h 871"/>
                  <a:gd name="T14" fmla="*/ 64 w 64"/>
                  <a:gd name="T15" fmla="*/ 32 h 871"/>
                  <a:gd name="T16" fmla="*/ 58 w 64"/>
                  <a:gd name="T17" fmla="*/ 16 h 871"/>
                  <a:gd name="T18" fmla="*/ 32 w 64"/>
                  <a:gd name="T19" fmla="*/ 0 h 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871">
                    <a:moveTo>
                      <a:pt x="32" y="0"/>
                    </a:moveTo>
                    <a:cubicBezTo>
                      <a:pt x="32" y="0"/>
                      <a:pt x="32" y="0"/>
                      <a:pt x="31" y="0"/>
                    </a:cubicBezTo>
                    <a:cubicBezTo>
                      <a:pt x="9" y="1"/>
                      <a:pt x="2" y="22"/>
                      <a:pt x="1" y="29"/>
                    </a:cubicBezTo>
                    <a:cubicBezTo>
                      <a:pt x="1" y="31"/>
                      <a:pt x="0" y="32"/>
                      <a:pt x="0" y="32"/>
                    </a:cubicBezTo>
                    <a:cubicBezTo>
                      <a:pt x="0" y="871"/>
                      <a:pt x="0" y="871"/>
                      <a:pt x="0" y="871"/>
                    </a:cubicBezTo>
                    <a:cubicBezTo>
                      <a:pt x="2" y="871"/>
                      <a:pt x="2" y="871"/>
                      <a:pt x="2" y="871"/>
                    </a:cubicBezTo>
                    <a:cubicBezTo>
                      <a:pt x="64" y="871"/>
                      <a:pt x="64" y="871"/>
                      <a:pt x="64" y="871"/>
                    </a:cubicBezTo>
                    <a:cubicBezTo>
                      <a:pt x="64" y="32"/>
                      <a:pt x="64" y="32"/>
                      <a:pt x="64" y="32"/>
                    </a:cubicBezTo>
                    <a:cubicBezTo>
                      <a:pt x="64" y="32"/>
                      <a:pt x="62" y="24"/>
                      <a:pt x="58" y="16"/>
                    </a:cubicBezTo>
                    <a:cubicBezTo>
                      <a:pt x="53" y="8"/>
                      <a:pt x="45" y="0"/>
                      <a:pt x="32" y="0"/>
                    </a:cubicBezTo>
                  </a:path>
                </a:pathLst>
              </a:custGeom>
              <a:solidFill>
                <a:schemeClr val="accent1"/>
              </a:solidFill>
              <a:ln>
                <a:noFill/>
              </a:ln>
            </p:spPr>
            <p:txBody>
              <a:bodyPr anchor="ctr"/>
              <a:p>
                <a:pPr algn="ctr"/>
              </a:p>
            </p:txBody>
          </p:sp>
          <p:sp>
            <p:nvSpPr>
              <p:cNvPr id="164" name="Freeform: Shape 30"/>
              <p:cNvSpPr/>
              <p:nvPr/>
            </p:nvSpPr>
            <p:spPr bwMode="auto">
              <a:xfrm>
                <a:off x="5143344" y="5038865"/>
                <a:ext cx="65306" cy="184472"/>
              </a:xfrm>
              <a:custGeom>
                <a:avLst/>
                <a:gdLst>
                  <a:gd name="T0" fmla="*/ 7 w 41"/>
                  <a:gd name="T1" fmla="*/ 0 h 116"/>
                  <a:gd name="T2" fmla="*/ 0 w 41"/>
                  <a:gd name="T3" fmla="*/ 0 h 116"/>
                  <a:gd name="T4" fmla="*/ 0 w 41"/>
                  <a:gd name="T5" fmla="*/ 116 h 116"/>
                  <a:gd name="T6" fmla="*/ 6 w 41"/>
                  <a:gd name="T7" fmla="*/ 116 h 116"/>
                  <a:gd name="T8" fmla="*/ 41 w 41"/>
                  <a:gd name="T9" fmla="*/ 113 h 116"/>
                  <a:gd name="T10" fmla="*/ 41 w 41"/>
                  <a:gd name="T11" fmla="*/ 113 h 116"/>
                  <a:gd name="T12" fmla="*/ 7 w 41"/>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1" h="116">
                    <a:moveTo>
                      <a:pt x="7" y="0"/>
                    </a:moveTo>
                    <a:cubicBezTo>
                      <a:pt x="0" y="0"/>
                      <a:pt x="0" y="0"/>
                      <a:pt x="0" y="0"/>
                    </a:cubicBezTo>
                    <a:cubicBezTo>
                      <a:pt x="0" y="116"/>
                      <a:pt x="0" y="116"/>
                      <a:pt x="0" y="116"/>
                    </a:cubicBezTo>
                    <a:cubicBezTo>
                      <a:pt x="2" y="116"/>
                      <a:pt x="4" y="116"/>
                      <a:pt x="6" y="116"/>
                    </a:cubicBezTo>
                    <a:cubicBezTo>
                      <a:pt x="16" y="116"/>
                      <a:pt x="28" y="115"/>
                      <a:pt x="41" y="113"/>
                    </a:cubicBezTo>
                    <a:cubicBezTo>
                      <a:pt x="41" y="113"/>
                      <a:pt x="41" y="113"/>
                      <a:pt x="41" y="113"/>
                    </a:cubicBezTo>
                    <a:cubicBezTo>
                      <a:pt x="7" y="0"/>
                      <a:pt x="7" y="0"/>
                      <a:pt x="7" y="0"/>
                    </a:cubicBezTo>
                  </a:path>
                </a:pathLst>
              </a:custGeom>
              <a:solidFill>
                <a:schemeClr val="accent1"/>
              </a:solidFill>
              <a:ln>
                <a:noFill/>
              </a:ln>
            </p:spPr>
            <p:txBody>
              <a:bodyPr anchor="ctr"/>
              <a:p>
                <a:pPr algn="ctr"/>
              </a:p>
            </p:txBody>
          </p:sp>
        </p:grpSp>
        <p:grpSp>
          <p:nvGrpSpPr>
            <p:cNvPr id="11" name="Group 31"/>
            <p:cNvGrpSpPr/>
            <p:nvPr/>
          </p:nvGrpSpPr>
          <p:grpSpPr>
            <a:xfrm>
              <a:off x="13915" y="7357"/>
              <a:ext cx="487" cy="1775"/>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p>
                <a:pPr algn="ct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p>
                <a:pPr algn="ct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p>
                <a:pPr algn="ct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p>
                <a:pPr algn="ct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p>
                <a:pPr algn="ct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p>
                <a:pPr algn="ctr"/>
              </a:p>
            </p:txBody>
          </p:sp>
        </p:grpSp>
        <p:grpSp>
          <p:nvGrpSpPr>
            <p:cNvPr id="12" name="Group 43"/>
            <p:cNvGrpSpPr/>
            <p:nvPr/>
          </p:nvGrpSpPr>
          <p:grpSpPr>
            <a:xfrm>
              <a:off x="15649" y="7363"/>
              <a:ext cx="481" cy="1775"/>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p>
                <a:pPr algn="ct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p>
                <a:pPr algn="ct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p>
                <a:pPr algn="ct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p>
                <a:pPr algn="ct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p>
                <a:pPr algn="ct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p>
                <a:pPr algn="ctr"/>
              </a:p>
            </p:txBody>
          </p:sp>
        </p:grpSp>
        <p:grpSp>
          <p:nvGrpSpPr>
            <p:cNvPr id="13" name="Group 55"/>
            <p:cNvGrpSpPr/>
            <p:nvPr/>
          </p:nvGrpSpPr>
          <p:grpSpPr>
            <a:xfrm>
              <a:off x="14512" y="6071"/>
              <a:ext cx="477" cy="3057"/>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p>
                <a:pPr algn="ctr"/>
              </a:p>
            </p:txBody>
          </p:sp>
        </p:grpSp>
        <p:grpSp>
          <p:nvGrpSpPr>
            <p:cNvPr id="14" name="Group 67"/>
            <p:cNvGrpSpPr/>
            <p:nvPr/>
          </p:nvGrpSpPr>
          <p:grpSpPr>
            <a:xfrm>
              <a:off x="15070" y="5418"/>
              <a:ext cx="483" cy="3711"/>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p>
                <a:pPr algn="ct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p>
                <a:pPr algn="ct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p>
                <a:pPr algn="ct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p>
                <a:pPr algn="ct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p>
                <a:pPr algn="ct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p>
                <a:pPr algn="ctr"/>
              </a:p>
            </p:txBody>
          </p:sp>
        </p:grpSp>
        <p:grpSp>
          <p:nvGrpSpPr>
            <p:cNvPr id="15" name="Group 79"/>
            <p:cNvGrpSpPr/>
            <p:nvPr/>
          </p:nvGrpSpPr>
          <p:grpSpPr>
            <a:xfrm>
              <a:off x="13184" y="4346"/>
              <a:ext cx="1431" cy="1418"/>
              <a:chOff x="4883468" y="2805677"/>
              <a:chExt cx="1211858" cy="1200415"/>
            </a:xfrm>
          </p:grpSpPr>
          <p:sp>
            <p:nvSpPr>
              <p:cNvPr id="106" name="Freeform: Shape 80"/>
              <p:cNvSpPr/>
              <p:nvPr/>
            </p:nvSpPr>
            <p:spPr bwMode="auto">
              <a:xfrm>
                <a:off x="4964931" y="2888488"/>
                <a:ext cx="1130395" cy="1117604"/>
              </a:xfrm>
              <a:custGeom>
                <a:avLst/>
                <a:gdLst>
                  <a:gd name="T0" fmla="*/ 363 w 710"/>
                  <a:gd name="T1" fmla="*/ 0 h 702"/>
                  <a:gd name="T2" fmla="*/ 270 w 710"/>
                  <a:gd name="T3" fmla="*/ 13 h 702"/>
                  <a:gd name="T4" fmla="*/ 51 w 710"/>
                  <a:gd name="T5" fmla="*/ 418 h 702"/>
                  <a:gd name="T6" fmla="*/ 363 w 710"/>
                  <a:gd name="T7" fmla="*/ 651 h 702"/>
                  <a:gd name="T8" fmla="*/ 456 w 710"/>
                  <a:gd name="T9" fmla="*/ 637 h 702"/>
                  <a:gd name="T10" fmla="*/ 470 w 710"/>
                  <a:gd name="T11" fmla="*/ 633 h 702"/>
                  <a:gd name="T12" fmla="*/ 628 w 710"/>
                  <a:gd name="T13" fmla="*/ 702 h 702"/>
                  <a:gd name="T14" fmla="*/ 597 w 710"/>
                  <a:gd name="T15" fmla="*/ 551 h 702"/>
                  <a:gd name="T16" fmla="*/ 675 w 710"/>
                  <a:gd name="T17" fmla="*/ 232 h 702"/>
                  <a:gd name="T18" fmla="*/ 363 w 710"/>
                  <a:gd name="T19" fmla="*/ 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0" h="702">
                    <a:moveTo>
                      <a:pt x="363" y="0"/>
                    </a:moveTo>
                    <a:cubicBezTo>
                      <a:pt x="332" y="0"/>
                      <a:pt x="301" y="4"/>
                      <a:pt x="270" y="13"/>
                    </a:cubicBezTo>
                    <a:cubicBezTo>
                      <a:pt x="98" y="65"/>
                      <a:pt x="0" y="246"/>
                      <a:pt x="51" y="418"/>
                    </a:cubicBezTo>
                    <a:cubicBezTo>
                      <a:pt x="93" y="560"/>
                      <a:pt x="223" y="651"/>
                      <a:pt x="363" y="651"/>
                    </a:cubicBezTo>
                    <a:cubicBezTo>
                      <a:pt x="394" y="651"/>
                      <a:pt x="425" y="647"/>
                      <a:pt x="456" y="637"/>
                    </a:cubicBezTo>
                    <a:cubicBezTo>
                      <a:pt x="461" y="636"/>
                      <a:pt x="465" y="634"/>
                      <a:pt x="470" y="633"/>
                    </a:cubicBezTo>
                    <a:cubicBezTo>
                      <a:pt x="628" y="702"/>
                      <a:pt x="628" y="702"/>
                      <a:pt x="628" y="702"/>
                    </a:cubicBezTo>
                    <a:cubicBezTo>
                      <a:pt x="597" y="551"/>
                      <a:pt x="597" y="551"/>
                      <a:pt x="597" y="551"/>
                    </a:cubicBezTo>
                    <a:cubicBezTo>
                      <a:pt x="676" y="469"/>
                      <a:pt x="710" y="349"/>
                      <a:pt x="675" y="232"/>
                    </a:cubicBezTo>
                    <a:cubicBezTo>
                      <a:pt x="633" y="91"/>
                      <a:pt x="503" y="0"/>
                      <a:pt x="363"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7" name="Freeform: Shape 81"/>
              <p:cNvSpPr/>
              <p:nvPr/>
            </p:nvSpPr>
            <p:spPr bwMode="auto">
              <a:xfrm>
                <a:off x="4883468" y="2805677"/>
                <a:ext cx="1130395" cy="1178197"/>
              </a:xfrm>
              <a:custGeom>
                <a:avLst/>
                <a:gdLst>
                  <a:gd name="T0" fmla="*/ 675 w 710"/>
                  <a:gd name="T1" fmla="*/ 271 h 740"/>
                  <a:gd name="T2" fmla="*/ 270 w 710"/>
                  <a:gd name="T3" fmla="*/ 52 h 740"/>
                  <a:gd name="T4" fmla="*/ 52 w 710"/>
                  <a:gd name="T5" fmla="*/ 457 h 740"/>
                  <a:gd name="T6" fmla="*/ 456 w 710"/>
                  <a:gd name="T7" fmla="*/ 676 h 740"/>
                  <a:gd name="T8" fmla="*/ 471 w 710"/>
                  <a:gd name="T9" fmla="*/ 671 h 740"/>
                  <a:gd name="T10" fmla="*/ 628 w 710"/>
                  <a:gd name="T11" fmla="*/ 740 h 740"/>
                  <a:gd name="T12" fmla="*/ 598 w 710"/>
                  <a:gd name="T13" fmla="*/ 589 h 740"/>
                  <a:gd name="T14" fmla="*/ 675 w 710"/>
                  <a:gd name="T15" fmla="*/ 271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40">
                    <a:moveTo>
                      <a:pt x="675" y="271"/>
                    </a:moveTo>
                    <a:cubicBezTo>
                      <a:pt x="624" y="98"/>
                      <a:pt x="443" y="0"/>
                      <a:pt x="270" y="52"/>
                    </a:cubicBezTo>
                    <a:cubicBezTo>
                      <a:pt x="98" y="103"/>
                      <a:pt x="0" y="285"/>
                      <a:pt x="52" y="457"/>
                    </a:cubicBezTo>
                    <a:cubicBezTo>
                      <a:pt x="103" y="629"/>
                      <a:pt x="284" y="727"/>
                      <a:pt x="456" y="676"/>
                    </a:cubicBezTo>
                    <a:cubicBezTo>
                      <a:pt x="461" y="674"/>
                      <a:pt x="466" y="673"/>
                      <a:pt x="471" y="671"/>
                    </a:cubicBezTo>
                    <a:cubicBezTo>
                      <a:pt x="628" y="740"/>
                      <a:pt x="628" y="740"/>
                      <a:pt x="628" y="740"/>
                    </a:cubicBezTo>
                    <a:cubicBezTo>
                      <a:pt x="598" y="589"/>
                      <a:pt x="598" y="589"/>
                      <a:pt x="598" y="589"/>
                    </a:cubicBezTo>
                    <a:cubicBezTo>
                      <a:pt x="676" y="508"/>
                      <a:pt x="710" y="387"/>
                      <a:pt x="675" y="271"/>
                    </a:cubicBezTo>
                    <a:close/>
                  </a:path>
                </a:pathLst>
              </a:custGeom>
              <a:solidFill>
                <a:schemeClr val="accent3"/>
              </a:solidFill>
              <a:ln>
                <a:noFill/>
              </a:ln>
            </p:spPr>
            <p:txBody>
              <a:bodyPr anchor="ctr"/>
              <a:p>
                <a:pPr algn="ctr"/>
              </a:p>
            </p:txBody>
          </p:sp>
          <p:sp>
            <p:nvSpPr>
              <p:cNvPr id="108" name="Freeform: Shape 82"/>
              <p:cNvSpPr/>
              <p:nvPr/>
            </p:nvSpPr>
            <p:spPr bwMode="auto">
              <a:xfrm>
                <a:off x="5276649" y="3155770"/>
                <a:ext cx="407993" cy="299599"/>
              </a:xfrm>
              <a:custGeom>
                <a:avLst/>
                <a:gdLst>
                  <a:gd name="T0" fmla="*/ 256 w 256"/>
                  <a:gd name="T1" fmla="*/ 7 h 188"/>
                  <a:gd name="T2" fmla="*/ 249 w 256"/>
                  <a:gd name="T3" fmla="*/ 0 h 188"/>
                  <a:gd name="T4" fmla="*/ 7 w 256"/>
                  <a:gd name="T5" fmla="*/ 0 h 188"/>
                  <a:gd name="T6" fmla="*/ 0 w 256"/>
                  <a:gd name="T7" fmla="*/ 7 h 188"/>
                  <a:gd name="T8" fmla="*/ 0 w 256"/>
                  <a:gd name="T9" fmla="*/ 181 h 188"/>
                  <a:gd name="T10" fmla="*/ 7 w 256"/>
                  <a:gd name="T11" fmla="*/ 188 h 188"/>
                  <a:gd name="T12" fmla="*/ 249 w 256"/>
                  <a:gd name="T13" fmla="*/ 188 h 188"/>
                  <a:gd name="T14" fmla="*/ 256 w 256"/>
                  <a:gd name="T15" fmla="*/ 181 h 188"/>
                  <a:gd name="T16" fmla="*/ 256 w 256"/>
                  <a:gd name="T17" fmla="*/ 7 h 188"/>
                  <a:gd name="T18" fmla="*/ 219 w 256"/>
                  <a:gd name="T19" fmla="*/ 155 h 188"/>
                  <a:gd name="T20" fmla="*/ 214 w 256"/>
                  <a:gd name="T21" fmla="*/ 160 h 188"/>
                  <a:gd name="T22" fmla="*/ 37 w 256"/>
                  <a:gd name="T23" fmla="*/ 160 h 188"/>
                  <a:gd name="T24" fmla="*/ 32 w 256"/>
                  <a:gd name="T25" fmla="*/ 155 h 188"/>
                  <a:gd name="T26" fmla="*/ 32 w 256"/>
                  <a:gd name="T27" fmla="*/ 29 h 188"/>
                  <a:gd name="T28" fmla="*/ 37 w 256"/>
                  <a:gd name="T29" fmla="*/ 24 h 188"/>
                  <a:gd name="T30" fmla="*/ 214 w 256"/>
                  <a:gd name="T31" fmla="*/ 24 h 188"/>
                  <a:gd name="T32" fmla="*/ 219 w 256"/>
                  <a:gd name="T33" fmla="*/ 29 h 188"/>
                  <a:gd name="T34" fmla="*/ 219 w 256"/>
                  <a:gd name="T35" fmla="*/ 15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88">
                    <a:moveTo>
                      <a:pt x="256" y="7"/>
                    </a:moveTo>
                    <a:cubicBezTo>
                      <a:pt x="256" y="3"/>
                      <a:pt x="253" y="0"/>
                      <a:pt x="249" y="0"/>
                    </a:cubicBezTo>
                    <a:cubicBezTo>
                      <a:pt x="7" y="0"/>
                      <a:pt x="7" y="0"/>
                      <a:pt x="7" y="0"/>
                    </a:cubicBezTo>
                    <a:cubicBezTo>
                      <a:pt x="3" y="0"/>
                      <a:pt x="0" y="3"/>
                      <a:pt x="0" y="7"/>
                    </a:cubicBezTo>
                    <a:cubicBezTo>
                      <a:pt x="0" y="181"/>
                      <a:pt x="0" y="181"/>
                      <a:pt x="0" y="181"/>
                    </a:cubicBezTo>
                    <a:cubicBezTo>
                      <a:pt x="0" y="185"/>
                      <a:pt x="3" y="188"/>
                      <a:pt x="7" y="188"/>
                    </a:cubicBezTo>
                    <a:cubicBezTo>
                      <a:pt x="249" y="188"/>
                      <a:pt x="249" y="188"/>
                      <a:pt x="249" y="188"/>
                    </a:cubicBezTo>
                    <a:cubicBezTo>
                      <a:pt x="253" y="188"/>
                      <a:pt x="256" y="185"/>
                      <a:pt x="256" y="181"/>
                    </a:cubicBezTo>
                    <a:lnTo>
                      <a:pt x="256" y="7"/>
                    </a:lnTo>
                    <a:close/>
                    <a:moveTo>
                      <a:pt x="219" y="155"/>
                    </a:moveTo>
                    <a:cubicBezTo>
                      <a:pt x="219" y="158"/>
                      <a:pt x="217" y="160"/>
                      <a:pt x="214" y="160"/>
                    </a:cubicBezTo>
                    <a:cubicBezTo>
                      <a:pt x="37" y="160"/>
                      <a:pt x="37" y="160"/>
                      <a:pt x="37" y="160"/>
                    </a:cubicBezTo>
                    <a:cubicBezTo>
                      <a:pt x="34" y="160"/>
                      <a:pt x="32" y="158"/>
                      <a:pt x="32" y="155"/>
                    </a:cubicBezTo>
                    <a:cubicBezTo>
                      <a:pt x="32" y="29"/>
                      <a:pt x="32" y="29"/>
                      <a:pt x="32" y="29"/>
                    </a:cubicBezTo>
                    <a:cubicBezTo>
                      <a:pt x="32" y="26"/>
                      <a:pt x="34" y="24"/>
                      <a:pt x="37" y="24"/>
                    </a:cubicBezTo>
                    <a:cubicBezTo>
                      <a:pt x="214" y="24"/>
                      <a:pt x="214" y="24"/>
                      <a:pt x="214" y="24"/>
                    </a:cubicBezTo>
                    <a:cubicBezTo>
                      <a:pt x="217" y="24"/>
                      <a:pt x="219" y="26"/>
                      <a:pt x="219" y="29"/>
                    </a:cubicBezTo>
                    <a:lnTo>
                      <a:pt x="219" y="155"/>
                    </a:lnTo>
                    <a:close/>
                  </a:path>
                </a:pathLst>
              </a:custGeom>
              <a:solidFill>
                <a:schemeClr val="bg2"/>
              </a:solidFill>
              <a:ln>
                <a:noFill/>
              </a:ln>
            </p:spPr>
            <p:txBody>
              <a:bodyPr anchor="ctr"/>
              <a:p>
                <a:pPr algn="ctr"/>
              </a:p>
            </p:txBody>
          </p:sp>
          <p:sp>
            <p:nvSpPr>
              <p:cNvPr id="109" name="Freeform: Shape 83"/>
              <p:cNvSpPr/>
              <p:nvPr/>
            </p:nvSpPr>
            <p:spPr bwMode="auto">
              <a:xfrm>
                <a:off x="5191145" y="3474220"/>
                <a:ext cx="578999" cy="127245"/>
              </a:xfrm>
              <a:custGeom>
                <a:avLst/>
                <a:gdLst>
                  <a:gd name="T0" fmla="*/ 317 w 364"/>
                  <a:gd name="T1" fmla="*/ 7 h 80"/>
                  <a:gd name="T2" fmla="*/ 310 w 364"/>
                  <a:gd name="T3" fmla="*/ 0 h 80"/>
                  <a:gd name="T4" fmla="*/ 54 w 364"/>
                  <a:gd name="T5" fmla="*/ 0 h 80"/>
                  <a:gd name="T6" fmla="*/ 47 w 364"/>
                  <a:gd name="T7" fmla="*/ 7 h 80"/>
                  <a:gd name="T8" fmla="*/ 0 w 364"/>
                  <a:gd name="T9" fmla="*/ 74 h 80"/>
                  <a:gd name="T10" fmla="*/ 7 w 364"/>
                  <a:gd name="T11" fmla="*/ 80 h 80"/>
                  <a:gd name="T12" fmla="*/ 357 w 364"/>
                  <a:gd name="T13" fmla="*/ 80 h 80"/>
                  <a:gd name="T14" fmla="*/ 364 w 364"/>
                  <a:gd name="T15" fmla="*/ 74 h 80"/>
                  <a:gd name="T16" fmla="*/ 317 w 364"/>
                  <a:gd name="T17" fmla="*/ 7 h 80"/>
                  <a:gd name="T18" fmla="*/ 162 w 364"/>
                  <a:gd name="T19" fmla="*/ 75 h 80"/>
                  <a:gd name="T20" fmla="*/ 162 w 364"/>
                  <a:gd name="T21" fmla="*/ 60 h 80"/>
                  <a:gd name="T22" fmla="*/ 203 w 364"/>
                  <a:gd name="T23" fmla="*/ 60 h 80"/>
                  <a:gd name="T24" fmla="*/ 205 w 364"/>
                  <a:gd name="T25" fmla="*/ 74 h 80"/>
                  <a:gd name="T26" fmla="*/ 162 w 364"/>
                  <a:gd name="T27" fmla="*/ 75 h 80"/>
                  <a:gd name="T28" fmla="*/ 322 w 364"/>
                  <a:gd name="T29" fmla="*/ 56 h 80"/>
                  <a:gd name="T30" fmla="*/ 46 w 364"/>
                  <a:gd name="T31" fmla="*/ 56 h 80"/>
                  <a:gd name="T32" fmla="*/ 41 w 364"/>
                  <a:gd name="T33" fmla="*/ 52 h 80"/>
                  <a:gd name="T34" fmla="*/ 60 w 364"/>
                  <a:gd name="T35" fmla="*/ 12 h 80"/>
                  <a:gd name="T36" fmla="*/ 65 w 364"/>
                  <a:gd name="T37" fmla="*/ 8 h 80"/>
                  <a:gd name="T38" fmla="*/ 299 w 364"/>
                  <a:gd name="T39" fmla="*/ 8 h 80"/>
                  <a:gd name="T40" fmla="*/ 304 w 364"/>
                  <a:gd name="T41" fmla="*/ 11 h 80"/>
                  <a:gd name="T42" fmla="*/ 328 w 364"/>
                  <a:gd name="T43" fmla="*/ 52 h 80"/>
                  <a:gd name="T44" fmla="*/ 322 w 364"/>
                  <a:gd name="T45" fmla="*/ 5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4" h="80">
                    <a:moveTo>
                      <a:pt x="317" y="7"/>
                    </a:moveTo>
                    <a:cubicBezTo>
                      <a:pt x="317" y="3"/>
                      <a:pt x="314" y="0"/>
                      <a:pt x="310" y="0"/>
                    </a:cubicBezTo>
                    <a:cubicBezTo>
                      <a:pt x="54" y="0"/>
                      <a:pt x="54" y="0"/>
                      <a:pt x="54" y="0"/>
                    </a:cubicBezTo>
                    <a:cubicBezTo>
                      <a:pt x="50" y="0"/>
                      <a:pt x="47" y="3"/>
                      <a:pt x="47" y="7"/>
                    </a:cubicBezTo>
                    <a:cubicBezTo>
                      <a:pt x="0" y="74"/>
                      <a:pt x="0" y="74"/>
                      <a:pt x="0" y="74"/>
                    </a:cubicBezTo>
                    <a:cubicBezTo>
                      <a:pt x="0" y="78"/>
                      <a:pt x="3" y="80"/>
                      <a:pt x="7" y="80"/>
                    </a:cubicBezTo>
                    <a:cubicBezTo>
                      <a:pt x="357" y="80"/>
                      <a:pt x="357" y="80"/>
                      <a:pt x="357" y="80"/>
                    </a:cubicBezTo>
                    <a:cubicBezTo>
                      <a:pt x="361" y="80"/>
                      <a:pt x="364" y="78"/>
                      <a:pt x="364" y="74"/>
                    </a:cubicBezTo>
                    <a:lnTo>
                      <a:pt x="317" y="7"/>
                    </a:lnTo>
                    <a:close/>
                    <a:moveTo>
                      <a:pt x="162" y="75"/>
                    </a:moveTo>
                    <a:cubicBezTo>
                      <a:pt x="162" y="60"/>
                      <a:pt x="162" y="60"/>
                      <a:pt x="162" y="60"/>
                    </a:cubicBezTo>
                    <a:cubicBezTo>
                      <a:pt x="203" y="60"/>
                      <a:pt x="203" y="60"/>
                      <a:pt x="203" y="60"/>
                    </a:cubicBezTo>
                    <a:cubicBezTo>
                      <a:pt x="205" y="74"/>
                      <a:pt x="205" y="74"/>
                      <a:pt x="205" y="74"/>
                    </a:cubicBezTo>
                    <a:lnTo>
                      <a:pt x="162" y="75"/>
                    </a:lnTo>
                    <a:close/>
                    <a:moveTo>
                      <a:pt x="322" y="56"/>
                    </a:moveTo>
                    <a:cubicBezTo>
                      <a:pt x="46" y="56"/>
                      <a:pt x="46" y="56"/>
                      <a:pt x="46" y="56"/>
                    </a:cubicBezTo>
                    <a:cubicBezTo>
                      <a:pt x="43" y="56"/>
                      <a:pt x="41" y="54"/>
                      <a:pt x="41" y="52"/>
                    </a:cubicBezTo>
                    <a:cubicBezTo>
                      <a:pt x="60" y="12"/>
                      <a:pt x="60" y="12"/>
                      <a:pt x="60" y="12"/>
                    </a:cubicBezTo>
                    <a:cubicBezTo>
                      <a:pt x="60" y="10"/>
                      <a:pt x="62" y="8"/>
                      <a:pt x="65" y="8"/>
                    </a:cubicBezTo>
                    <a:cubicBezTo>
                      <a:pt x="299" y="8"/>
                      <a:pt x="299" y="8"/>
                      <a:pt x="299" y="8"/>
                    </a:cubicBezTo>
                    <a:cubicBezTo>
                      <a:pt x="301" y="8"/>
                      <a:pt x="304" y="9"/>
                      <a:pt x="304" y="11"/>
                    </a:cubicBezTo>
                    <a:cubicBezTo>
                      <a:pt x="328" y="52"/>
                      <a:pt x="328" y="52"/>
                      <a:pt x="328" y="52"/>
                    </a:cubicBezTo>
                    <a:cubicBezTo>
                      <a:pt x="328" y="54"/>
                      <a:pt x="325" y="56"/>
                      <a:pt x="322" y="56"/>
                    </a:cubicBezTo>
                    <a:close/>
                  </a:path>
                </a:pathLst>
              </a:custGeom>
              <a:solidFill>
                <a:schemeClr val="bg2"/>
              </a:solidFill>
              <a:ln>
                <a:noFill/>
              </a:ln>
            </p:spPr>
            <p:txBody>
              <a:bodyPr anchor="ctr"/>
              <a:p>
                <a:pPr algn="ctr"/>
              </a:p>
            </p:txBody>
          </p:sp>
        </p:grpSp>
        <p:grpSp>
          <p:nvGrpSpPr>
            <p:cNvPr id="16" name="Group 84"/>
            <p:cNvGrpSpPr/>
            <p:nvPr/>
          </p:nvGrpSpPr>
          <p:grpSpPr>
            <a:xfrm>
              <a:off x="13440" y="5878"/>
              <a:ext cx="872" cy="1030"/>
              <a:chOff x="5100256" y="4103040"/>
              <a:chExt cx="738560" cy="871865"/>
            </a:xfrm>
          </p:grpSpPr>
          <p:sp>
            <p:nvSpPr>
              <p:cNvPr id="98" name="Freeform: Shape 85"/>
              <p:cNvSpPr/>
              <p:nvPr/>
            </p:nvSpPr>
            <p:spPr bwMode="auto">
              <a:xfrm>
                <a:off x="5125839" y="4141415"/>
                <a:ext cx="712977" cy="833490"/>
              </a:xfrm>
              <a:custGeom>
                <a:avLst/>
                <a:gdLst>
                  <a:gd name="T0" fmla="*/ 224 w 448"/>
                  <a:gd name="T1" fmla="*/ 0 h 524"/>
                  <a:gd name="T2" fmla="*/ 0 w 448"/>
                  <a:gd name="T3" fmla="*/ 224 h 524"/>
                  <a:gd name="T4" fmla="*/ 224 w 448"/>
                  <a:gd name="T5" fmla="*/ 448 h 524"/>
                  <a:gd name="T6" fmla="*/ 234 w 448"/>
                  <a:gd name="T7" fmla="*/ 448 h 524"/>
                  <a:gd name="T8" fmla="*/ 324 w 448"/>
                  <a:gd name="T9" fmla="*/ 524 h 524"/>
                  <a:gd name="T10" fmla="*/ 334 w 448"/>
                  <a:gd name="T11" fmla="*/ 419 h 524"/>
                  <a:gd name="T12" fmla="*/ 448 w 448"/>
                  <a:gd name="T13" fmla="*/ 224 h 524"/>
                  <a:gd name="T14" fmla="*/ 224 w 448"/>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224" y="0"/>
                    </a:move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ubicBezTo>
                      <a:pt x="448" y="100"/>
                      <a:pt x="348" y="0"/>
                      <a:pt x="224"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9" name="Freeform: Shape 86"/>
              <p:cNvSpPr/>
              <p:nvPr/>
            </p:nvSpPr>
            <p:spPr bwMode="auto">
              <a:xfrm>
                <a:off x="5100256" y="4103040"/>
                <a:ext cx="712977" cy="834163"/>
              </a:xfrm>
              <a:custGeom>
                <a:avLst/>
                <a:gdLst>
                  <a:gd name="T0" fmla="*/ 448 w 448"/>
                  <a:gd name="T1" fmla="*/ 224 h 524"/>
                  <a:gd name="T2" fmla="*/ 224 w 448"/>
                  <a:gd name="T3" fmla="*/ 0 h 524"/>
                  <a:gd name="T4" fmla="*/ 0 w 448"/>
                  <a:gd name="T5" fmla="*/ 224 h 524"/>
                  <a:gd name="T6" fmla="*/ 224 w 448"/>
                  <a:gd name="T7" fmla="*/ 448 h 524"/>
                  <a:gd name="T8" fmla="*/ 234 w 448"/>
                  <a:gd name="T9" fmla="*/ 448 h 524"/>
                  <a:gd name="T10" fmla="*/ 324 w 448"/>
                  <a:gd name="T11" fmla="*/ 524 h 524"/>
                  <a:gd name="T12" fmla="*/ 334 w 448"/>
                  <a:gd name="T13" fmla="*/ 419 h 524"/>
                  <a:gd name="T14" fmla="*/ 448 w 448"/>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448" y="224"/>
                    </a:moveTo>
                    <a:cubicBezTo>
                      <a:pt x="448" y="100"/>
                      <a:pt x="348" y="0"/>
                      <a:pt x="224" y="0"/>
                    </a:cubicBez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lose/>
                  </a:path>
                </a:pathLst>
              </a:custGeom>
              <a:solidFill>
                <a:schemeClr val="accent2"/>
              </a:solidFill>
              <a:ln>
                <a:noFill/>
              </a:ln>
            </p:spPr>
            <p:txBody>
              <a:bodyPr anchor="ctr"/>
              <a:p>
                <a:pPr algn="ctr"/>
              </a:p>
            </p:txBody>
          </p:sp>
          <p:sp>
            <p:nvSpPr>
              <p:cNvPr id="100" name="Freeform: Shape 87"/>
              <p:cNvSpPr/>
              <p:nvPr/>
            </p:nvSpPr>
            <p:spPr bwMode="auto">
              <a:xfrm>
                <a:off x="5361479" y="4274720"/>
                <a:ext cx="205343" cy="388468"/>
              </a:xfrm>
              <a:custGeom>
                <a:avLst/>
                <a:gdLst>
                  <a:gd name="T0" fmla="*/ 8 w 129"/>
                  <a:gd name="T1" fmla="*/ 244 h 244"/>
                  <a:gd name="T2" fmla="*/ 8 w 129"/>
                  <a:gd name="T3" fmla="*/ 244 h 244"/>
                  <a:gd name="T4" fmla="*/ 0 w 129"/>
                  <a:gd name="T5" fmla="*/ 236 h 244"/>
                  <a:gd name="T6" fmla="*/ 67 w 129"/>
                  <a:gd name="T7" fmla="*/ 163 h 244"/>
                  <a:gd name="T8" fmla="*/ 112 w 129"/>
                  <a:gd name="T9" fmla="*/ 119 h 244"/>
                  <a:gd name="T10" fmla="*/ 64 w 129"/>
                  <a:gd name="T11" fmla="*/ 75 h 244"/>
                  <a:gd name="T12" fmla="*/ 3 w 129"/>
                  <a:gd name="T13" fmla="*/ 7 h 244"/>
                  <a:gd name="T14" fmla="*/ 12 w 129"/>
                  <a:gd name="T15" fmla="*/ 0 h 244"/>
                  <a:gd name="T16" fmla="*/ 19 w 129"/>
                  <a:gd name="T17" fmla="*/ 9 h 244"/>
                  <a:gd name="T18" fmla="*/ 71 w 129"/>
                  <a:gd name="T19" fmla="*/ 61 h 244"/>
                  <a:gd name="T20" fmla="*/ 127 w 129"/>
                  <a:gd name="T21" fmla="*/ 119 h 244"/>
                  <a:gd name="T22" fmla="*/ 72 w 129"/>
                  <a:gd name="T23" fmla="*/ 178 h 244"/>
                  <a:gd name="T24" fmla="*/ 16 w 129"/>
                  <a:gd name="T25" fmla="*/ 237 h 244"/>
                  <a:gd name="T26" fmla="*/ 8 w 129"/>
                  <a:gd name="T2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244">
                    <a:moveTo>
                      <a:pt x="8" y="244"/>
                    </a:moveTo>
                    <a:cubicBezTo>
                      <a:pt x="8" y="244"/>
                      <a:pt x="8" y="244"/>
                      <a:pt x="8" y="244"/>
                    </a:cubicBezTo>
                    <a:cubicBezTo>
                      <a:pt x="3" y="244"/>
                      <a:pt x="0" y="240"/>
                      <a:pt x="0" y="236"/>
                    </a:cubicBezTo>
                    <a:cubicBezTo>
                      <a:pt x="4" y="186"/>
                      <a:pt x="39" y="174"/>
                      <a:pt x="67" y="163"/>
                    </a:cubicBezTo>
                    <a:cubicBezTo>
                      <a:pt x="95" y="153"/>
                      <a:pt x="112" y="146"/>
                      <a:pt x="112" y="119"/>
                    </a:cubicBezTo>
                    <a:cubicBezTo>
                      <a:pt x="113" y="98"/>
                      <a:pt x="94" y="88"/>
                      <a:pt x="64" y="75"/>
                    </a:cubicBezTo>
                    <a:cubicBezTo>
                      <a:pt x="34" y="63"/>
                      <a:pt x="0" y="48"/>
                      <a:pt x="3" y="7"/>
                    </a:cubicBezTo>
                    <a:cubicBezTo>
                      <a:pt x="4" y="3"/>
                      <a:pt x="8" y="0"/>
                      <a:pt x="12" y="0"/>
                    </a:cubicBezTo>
                    <a:cubicBezTo>
                      <a:pt x="16" y="0"/>
                      <a:pt x="20" y="4"/>
                      <a:pt x="19" y="9"/>
                    </a:cubicBezTo>
                    <a:cubicBezTo>
                      <a:pt x="17" y="36"/>
                      <a:pt x="37" y="46"/>
                      <a:pt x="71" y="61"/>
                    </a:cubicBezTo>
                    <a:cubicBezTo>
                      <a:pt x="98" y="73"/>
                      <a:pt x="129" y="86"/>
                      <a:pt x="127" y="119"/>
                    </a:cubicBezTo>
                    <a:cubicBezTo>
                      <a:pt x="127" y="158"/>
                      <a:pt x="98" y="169"/>
                      <a:pt x="72" y="178"/>
                    </a:cubicBezTo>
                    <a:cubicBezTo>
                      <a:pt x="45" y="188"/>
                      <a:pt x="19" y="198"/>
                      <a:pt x="16" y="237"/>
                    </a:cubicBezTo>
                    <a:cubicBezTo>
                      <a:pt x="16" y="241"/>
                      <a:pt x="12" y="244"/>
                      <a:pt x="8"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1" name="Freeform: Shape 88"/>
              <p:cNvSpPr/>
              <p:nvPr/>
            </p:nvSpPr>
            <p:spPr bwMode="auto">
              <a:xfrm>
                <a:off x="5359459" y="4274720"/>
                <a:ext cx="205343" cy="388468"/>
              </a:xfrm>
              <a:custGeom>
                <a:avLst/>
                <a:gdLst>
                  <a:gd name="T0" fmla="*/ 121 w 129"/>
                  <a:gd name="T1" fmla="*/ 244 h 244"/>
                  <a:gd name="T2" fmla="*/ 113 w 129"/>
                  <a:gd name="T3" fmla="*/ 237 h 244"/>
                  <a:gd name="T4" fmla="*/ 57 w 129"/>
                  <a:gd name="T5" fmla="*/ 178 h 244"/>
                  <a:gd name="T6" fmla="*/ 1 w 129"/>
                  <a:gd name="T7" fmla="*/ 119 h 244"/>
                  <a:gd name="T8" fmla="*/ 58 w 129"/>
                  <a:gd name="T9" fmla="*/ 61 h 244"/>
                  <a:gd name="T10" fmla="*/ 110 w 129"/>
                  <a:gd name="T11" fmla="*/ 9 h 244"/>
                  <a:gd name="T12" fmla="*/ 117 w 129"/>
                  <a:gd name="T13" fmla="*/ 0 h 244"/>
                  <a:gd name="T14" fmla="*/ 126 w 129"/>
                  <a:gd name="T15" fmla="*/ 7 h 244"/>
                  <a:gd name="T16" fmla="*/ 64 w 129"/>
                  <a:gd name="T17" fmla="*/ 75 h 244"/>
                  <a:gd name="T18" fmla="*/ 17 w 129"/>
                  <a:gd name="T19" fmla="*/ 119 h 244"/>
                  <a:gd name="T20" fmla="*/ 62 w 129"/>
                  <a:gd name="T21" fmla="*/ 163 h 244"/>
                  <a:gd name="T22" fmla="*/ 129 w 129"/>
                  <a:gd name="T23" fmla="*/ 236 h 244"/>
                  <a:gd name="T24" fmla="*/ 121 w 129"/>
                  <a:gd name="T25"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244">
                    <a:moveTo>
                      <a:pt x="121" y="244"/>
                    </a:moveTo>
                    <a:cubicBezTo>
                      <a:pt x="116" y="244"/>
                      <a:pt x="113" y="241"/>
                      <a:pt x="113" y="237"/>
                    </a:cubicBezTo>
                    <a:cubicBezTo>
                      <a:pt x="110" y="198"/>
                      <a:pt x="84" y="188"/>
                      <a:pt x="57" y="178"/>
                    </a:cubicBezTo>
                    <a:cubicBezTo>
                      <a:pt x="31" y="169"/>
                      <a:pt x="1" y="158"/>
                      <a:pt x="1" y="119"/>
                    </a:cubicBezTo>
                    <a:cubicBezTo>
                      <a:pt x="0" y="86"/>
                      <a:pt x="31" y="73"/>
                      <a:pt x="58" y="61"/>
                    </a:cubicBezTo>
                    <a:cubicBezTo>
                      <a:pt x="92" y="46"/>
                      <a:pt x="112" y="36"/>
                      <a:pt x="110" y="9"/>
                    </a:cubicBezTo>
                    <a:cubicBezTo>
                      <a:pt x="109" y="4"/>
                      <a:pt x="113" y="0"/>
                      <a:pt x="117" y="0"/>
                    </a:cubicBezTo>
                    <a:cubicBezTo>
                      <a:pt x="121" y="0"/>
                      <a:pt x="125" y="3"/>
                      <a:pt x="126" y="7"/>
                    </a:cubicBezTo>
                    <a:cubicBezTo>
                      <a:pt x="129" y="48"/>
                      <a:pt x="95" y="63"/>
                      <a:pt x="64" y="75"/>
                    </a:cubicBezTo>
                    <a:cubicBezTo>
                      <a:pt x="34" y="88"/>
                      <a:pt x="16" y="98"/>
                      <a:pt x="17" y="119"/>
                    </a:cubicBezTo>
                    <a:cubicBezTo>
                      <a:pt x="17" y="146"/>
                      <a:pt x="34" y="153"/>
                      <a:pt x="62" y="163"/>
                    </a:cubicBezTo>
                    <a:cubicBezTo>
                      <a:pt x="90" y="174"/>
                      <a:pt x="125" y="186"/>
                      <a:pt x="129" y="236"/>
                    </a:cubicBezTo>
                    <a:cubicBezTo>
                      <a:pt x="129" y="240"/>
                      <a:pt x="126" y="244"/>
                      <a:pt x="121"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2" name="Freeform: Shape 89"/>
              <p:cNvSpPr/>
              <p:nvPr/>
            </p:nvSpPr>
            <p:spPr bwMode="auto">
              <a:xfrm>
                <a:off x="5407260" y="4301650"/>
                <a:ext cx="116473" cy="19524"/>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3" name="Freeform: Shape 90"/>
              <p:cNvSpPr/>
              <p:nvPr/>
            </p:nvSpPr>
            <p:spPr bwMode="auto">
              <a:xfrm>
                <a:off x="5407260" y="4614041"/>
                <a:ext cx="116473" cy="12792"/>
              </a:xfrm>
              <a:custGeom>
                <a:avLst/>
                <a:gdLst>
                  <a:gd name="T0" fmla="*/ 68 w 73"/>
                  <a:gd name="T1" fmla="*/ 8 h 8"/>
                  <a:gd name="T2" fmla="*/ 5 w 73"/>
                  <a:gd name="T3" fmla="*/ 8 h 8"/>
                  <a:gd name="T4" fmla="*/ 0 w 73"/>
                  <a:gd name="T5" fmla="*/ 4 h 8"/>
                  <a:gd name="T6" fmla="*/ 5 w 73"/>
                  <a:gd name="T7" fmla="*/ 0 h 8"/>
                  <a:gd name="T8" fmla="*/ 68 w 73"/>
                  <a:gd name="T9" fmla="*/ 0 h 8"/>
                  <a:gd name="T10" fmla="*/ 73 w 73"/>
                  <a:gd name="T11" fmla="*/ 4 h 8"/>
                  <a:gd name="T12" fmla="*/ 68 w 7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3" h="8">
                    <a:moveTo>
                      <a:pt x="68" y="8"/>
                    </a:moveTo>
                    <a:cubicBezTo>
                      <a:pt x="5" y="8"/>
                      <a:pt x="5" y="8"/>
                      <a:pt x="5" y="8"/>
                    </a:cubicBezTo>
                    <a:cubicBezTo>
                      <a:pt x="2" y="8"/>
                      <a:pt x="0" y="7"/>
                      <a:pt x="0" y="4"/>
                    </a:cubicBezTo>
                    <a:cubicBezTo>
                      <a:pt x="0" y="1"/>
                      <a:pt x="2" y="0"/>
                      <a:pt x="5" y="0"/>
                    </a:cubicBezTo>
                    <a:cubicBezTo>
                      <a:pt x="68" y="0"/>
                      <a:pt x="68" y="0"/>
                      <a:pt x="68" y="0"/>
                    </a:cubicBezTo>
                    <a:cubicBezTo>
                      <a:pt x="71" y="0"/>
                      <a:pt x="73" y="1"/>
                      <a:pt x="73" y="4"/>
                    </a:cubicBezTo>
                    <a:cubicBezTo>
                      <a:pt x="73" y="7"/>
                      <a:pt x="71" y="8"/>
                      <a:pt x="68" y="8"/>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4" name="Freeform: Shape 91"/>
              <p:cNvSpPr/>
              <p:nvPr/>
            </p:nvSpPr>
            <p:spPr bwMode="auto">
              <a:xfrm>
                <a:off x="5407260" y="4429569"/>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5" name="Freeform: Shape 92"/>
              <p:cNvSpPr/>
              <p:nvPr/>
            </p:nvSpPr>
            <p:spPr bwMode="auto">
              <a:xfrm>
                <a:off x="5407260" y="4474003"/>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grpSp>
        <p:grpSp>
          <p:nvGrpSpPr>
            <p:cNvPr id="17" name="Group 93"/>
            <p:cNvGrpSpPr/>
            <p:nvPr/>
          </p:nvGrpSpPr>
          <p:grpSpPr>
            <a:xfrm>
              <a:off x="15576" y="3900"/>
              <a:ext cx="1612" cy="1752"/>
              <a:chOff x="6908619" y="2428654"/>
              <a:chExt cx="1364688" cy="1483182"/>
            </a:xfrm>
          </p:grpSpPr>
          <p:sp>
            <p:nvSpPr>
              <p:cNvPr id="93" name="Freeform: Shape 94"/>
              <p:cNvSpPr/>
              <p:nvPr/>
            </p:nvSpPr>
            <p:spPr bwMode="auto">
              <a:xfrm>
                <a:off x="6908619" y="2555900"/>
                <a:ext cx="1320253" cy="1355936"/>
              </a:xfrm>
              <a:custGeom>
                <a:avLst/>
                <a:gdLst>
                  <a:gd name="T0" fmla="*/ 407 w 829"/>
                  <a:gd name="T1" fmla="*/ 0 h 852"/>
                  <a:gd name="T2" fmla="*/ 31 w 829"/>
                  <a:gd name="T3" fmla="*/ 301 h 852"/>
                  <a:gd name="T4" fmla="*/ 149 w 829"/>
                  <a:gd name="T5" fmla="*/ 671 h 852"/>
                  <a:gd name="T6" fmla="*/ 125 w 829"/>
                  <a:gd name="T7" fmla="*/ 852 h 852"/>
                  <a:gd name="T8" fmla="*/ 306 w 829"/>
                  <a:gd name="T9" fmla="*/ 757 h 852"/>
                  <a:gd name="T10" fmla="*/ 323 w 829"/>
                  <a:gd name="T11" fmla="*/ 761 h 852"/>
                  <a:gd name="T12" fmla="*/ 408 w 829"/>
                  <a:gd name="T13" fmla="*/ 771 h 852"/>
                  <a:gd name="T14" fmla="*/ 783 w 829"/>
                  <a:gd name="T15" fmla="*/ 470 h 852"/>
                  <a:gd name="T16" fmla="*/ 491 w 829"/>
                  <a:gd name="T17" fmla="*/ 10 h 852"/>
                  <a:gd name="T18" fmla="*/ 407 w 829"/>
                  <a:gd name="T19" fmla="*/ 0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852">
                    <a:moveTo>
                      <a:pt x="407" y="0"/>
                    </a:moveTo>
                    <a:cubicBezTo>
                      <a:pt x="231" y="0"/>
                      <a:pt x="72" y="122"/>
                      <a:pt x="31" y="301"/>
                    </a:cubicBezTo>
                    <a:cubicBezTo>
                      <a:pt x="0" y="442"/>
                      <a:pt x="49" y="581"/>
                      <a:pt x="149" y="671"/>
                    </a:cubicBezTo>
                    <a:cubicBezTo>
                      <a:pt x="125" y="852"/>
                      <a:pt x="125" y="852"/>
                      <a:pt x="125" y="852"/>
                    </a:cubicBezTo>
                    <a:cubicBezTo>
                      <a:pt x="306" y="757"/>
                      <a:pt x="306" y="757"/>
                      <a:pt x="306" y="757"/>
                    </a:cubicBezTo>
                    <a:cubicBezTo>
                      <a:pt x="312" y="759"/>
                      <a:pt x="317" y="760"/>
                      <a:pt x="323" y="761"/>
                    </a:cubicBezTo>
                    <a:cubicBezTo>
                      <a:pt x="351" y="768"/>
                      <a:pt x="380" y="771"/>
                      <a:pt x="408" y="771"/>
                    </a:cubicBezTo>
                    <a:cubicBezTo>
                      <a:pt x="584" y="771"/>
                      <a:pt x="743" y="649"/>
                      <a:pt x="783" y="470"/>
                    </a:cubicBezTo>
                    <a:cubicBezTo>
                      <a:pt x="829" y="262"/>
                      <a:pt x="699" y="56"/>
                      <a:pt x="491" y="10"/>
                    </a:cubicBezTo>
                    <a:cubicBezTo>
                      <a:pt x="463" y="4"/>
                      <a:pt x="435" y="0"/>
                      <a:pt x="4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4" name="Freeform: Shape 95"/>
              <p:cNvSpPr/>
              <p:nvPr/>
            </p:nvSpPr>
            <p:spPr bwMode="auto">
              <a:xfrm>
                <a:off x="6951707" y="2428654"/>
                <a:ext cx="1321600" cy="1413163"/>
              </a:xfrm>
              <a:custGeom>
                <a:avLst/>
                <a:gdLst>
                  <a:gd name="T0" fmla="*/ 492 w 830"/>
                  <a:gd name="T1" fmla="*/ 46 h 888"/>
                  <a:gd name="T2" fmla="*/ 32 w 830"/>
                  <a:gd name="T3" fmla="*/ 338 h 888"/>
                  <a:gd name="T4" fmla="*/ 149 w 830"/>
                  <a:gd name="T5" fmla="*/ 708 h 888"/>
                  <a:gd name="T6" fmla="*/ 126 w 830"/>
                  <a:gd name="T7" fmla="*/ 888 h 888"/>
                  <a:gd name="T8" fmla="*/ 306 w 830"/>
                  <a:gd name="T9" fmla="*/ 793 h 888"/>
                  <a:gd name="T10" fmla="*/ 323 w 830"/>
                  <a:gd name="T11" fmla="*/ 798 h 888"/>
                  <a:gd name="T12" fmla="*/ 783 w 830"/>
                  <a:gd name="T13" fmla="*/ 506 h 888"/>
                  <a:gd name="T14" fmla="*/ 492 w 830"/>
                  <a:gd name="T15" fmla="*/ 46 h 8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888">
                    <a:moveTo>
                      <a:pt x="492" y="46"/>
                    </a:moveTo>
                    <a:cubicBezTo>
                      <a:pt x="284" y="0"/>
                      <a:pt x="78" y="130"/>
                      <a:pt x="32" y="338"/>
                    </a:cubicBezTo>
                    <a:cubicBezTo>
                      <a:pt x="0" y="478"/>
                      <a:pt x="50" y="618"/>
                      <a:pt x="149" y="708"/>
                    </a:cubicBezTo>
                    <a:cubicBezTo>
                      <a:pt x="126" y="888"/>
                      <a:pt x="126" y="888"/>
                      <a:pt x="126" y="888"/>
                    </a:cubicBezTo>
                    <a:cubicBezTo>
                      <a:pt x="306" y="793"/>
                      <a:pt x="306" y="793"/>
                      <a:pt x="306" y="793"/>
                    </a:cubicBezTo>
                    <a:cubicBezTo>
                      <a:pt x="312" y="795"/>
                      <a:pt x="317" y="796"/>
                      <a:pt x="323" y="798"/>
                    </a:cubicBezTo>
                    <a:cubicBezTo>
                      <a:pt x="531" y="844"/>
                      <a:pt x="737" y="714"/>
                      <a:pt x="783" y="506"/>
                    </a:cubicBezTo>
                    <a:cubicBezTo>
                      <a:pt x="830" y="299"/>
                      <a:pt x="699" y="93"/>
                      <a:pt x="492" y="46"/>
                    </a:cubicBezTo>
                    <a:close/>
                  </a:path>
                </a:pathLst>
              </a:custGeom>
              <a:solidFill>
                <a:schemeClr val="accent4"/>
              </a:solidFill>
              <a:ln>
                <a:noFill/>
              </a:ln>
            </p:spPr>
            <p:txBody>
              <a:bodyPr anchor="ctr"/>
              <a:p>
                <a:pPr algn="ctr"/>
              </a:p>
            </p:txBody>
          </p:sp>
          <p:sp>
            <p:nvSpPr>
              <p:cNvPr id="95" name="Freeform: Shape 96"/>
              <p:cNvSpPr/>
              <p:nvPr/>
            </p:nvSpPr>
            <p:spPr bwMode="auto">
              <a:xfrm>
                <a:off x="7359700" y="2754510"/>
                <a:ext cx="493496" cy="681334"/>
              </a:xfrm>
              <a:custGeom>
                <a:avLst/>
                <a:gdLst>
                  <a:gd name="T0" fmla="*/ 200 w 310"/>
                  <a:gd name="T1" fmla="*/ 39 h 428"/>
                  <a:gd name="T2" fmla="*/ 205 w 310"/>
                  <a:gd name="T3" fmla="*/ 40 h 428"/>
                  <a:gd name="T4" fmla="*/ 215 w 310"/>
                  <a:gd name="T5" fmla="*/ 23 h 428"/>
                  <a:gd name="T6" fmla="*/ 206 w 310"/>
                  <a:gd name="T7" fmla="*/ 5 h 428"/>
                  <a:gd name="T8" fmla="*/ 196 w 310"/>
                  <a:gd name="T9" fmla="*/ 9 h 428"/>
                  <a:gd name="T10" fmla="*/ 123 w 310"/>
                  <a:gd name="T11" fmla="*/ 0 h 428"/>
                  <a:gd name="T12" fmla="*/ 97 w 310"/>
                  <a:gd name="T13" fmla="*/ 11 h 428"/>
                  <a:gd name="T14" fmla="*/ 104 w 310"/>
                  <a:gd name="T15" fmla="*/ 17 h 428"/>
                  <a:gd name="T16" fmla="*/ 99 w 310"/>
                  <a:gd name="T17" fmla="*/ 35 h 428"/>
                  <a:gd name="T18" fmla="*/ 120 w 310"/>
                  <a:gd name="T19" fmla="*/ 38 h 428"/>
                  <a:gd name="T20" fmla="*/ 120 w 310"/>
                  <a:gd name="T21" fmla="*/ 182 h 428"/>
                  <a:gd name="T22" fmla="*/ 13 w 310"/>
                  <a:gd name="T23" fmla="*/ 347 h 428"/>
                  <a:gd name="T24" fmla="*/ 3 w 310"/>
                  <a:gd name="T25" fmla="*/ 399 h 428"/>
                  <a:gd name="T26" fmla="*/ 89 w 310"/>
                  <a:gd name="T27" fmla="*/ 426 h 428"/>
                  <a:gd name="T28" fmla="*/ 286 w 310"/>
                  <a:gd name="T29" fmla="*/ 414 h 428"/>
                  <a:gd name="T30" fmla="*/ 310 w 310"/>
                  <a:gd name="T31" fmla="*/ 388 h 428"/>
                  <a:gd name="T32" fmla="*/ 199 w 310"/>
                  <a:gd name="T33" fmla="*/ 178 h 428"/>
                  <a:gd name="T34" fmla="*/ 192 w 310"/>
                  <a:gd name="T35" fmla="*/ 182 h 428"/>
                  <a:gd name="T36" fmla="*/ 284 w 310"/>
                  <a:gd name="T37" fmla="*/ 354 h 428"/>
                  <a:gd name="T38" fmla="*/ 293 w 310"/>
                  <a:gd name="T39" fmla="*/ 391 h 428"/>
                  <a:gd name="T40" fmla="*/ 219 w 310"/>
                  <a:gd name="T41" fmla="*/ 410 h 428"/>
                  <a:gd name="T42" fmla="*/ 29 w 310"/>
                  <a:gd name="T43" fmla="*/ 399 h 428"/>
                  <a:gd name="T44" fmla="*/ 16 w 310"/>
                  <a:gd name="T45" fmla="*/ 388 h 428"/>
                  <a:gd name="T46" fmla="*/ 81 w 310"/>
                  <a:gd name="T47" fmla="*/ 260 h 428"/>
                  <a:gd name="T48" fmla="*/ 128 w 310"/>
                  <a:gd name="T49" fmla="*/ 38 h 428"/>
                  <a:gd name="T50" fmla="*/ 121 w 310"/>
                  <a:gd name="T51" fmla="*/ 30 h 428"/>
                  <a:gd name="T52" fmla="*/ 121 w 310"/>
                  <a:gd name="T53" fmla="*/ 30 h 428"/>
                  <a:gd name="T54" fmla="*/ 112 w 310"/>
                  <a:gd name="T55" fmla="*/ 25 h 428"/>
                  <a:gd name="T56" fmla="*/ 112 w 310"/>
                  <a:gd name="T57" fmla="*/ 17 h 428"/>
                  <a:gd name="T58" fmla="*/ 112 w 310"/>
                  <a:gd name="T59" fmla="*/ 18 h 428"/>
                  <a:gd name="T60" fmla="*/ 112 w 310"/>
                  <a:gd name="T61" fmla="*/ 18 h 428"/>
                  <a:gd name="T62" fmla="*/ 112 w 310"/>
                  <a:gd name="T63" fmla="*/ 18 h 428"/>
                  <a:gd name="T64" fmla="*/ 111 w 310"/>
                  <a:gd name="T65" fmla="*/ 18 h 428"/>
                  <a:gd name="T66" fmla="*/ 111 w 310"/>
                  <a:gd name="T67" fmla="*/ 18 h 428"/>
                  <a:gd name="T68" fmla="*/ 117 w 310"/>
                  <a:gd name="T69" fmla="*/ 16 h 428"/>
                  <a:gd name="T70" fmla="*/ 122 w 310"/>
                  <a:gd name="T71" fmla="*/ 16 h 428"/>
                  <a:gd name="T72" fmla="*/ 196 w 310"/>
                  <a:gd name="T73" fmla="*/ 14 h 428"/>
                  <a:gd name="T74" fmla="*/ 196 w 310"/>
                  <a:gd name="T75" fmla="*/ 14 h 428"/>
                  <a:gd name="T76" fmla="*/ 195 w 310"/>
                  <a:gd name="T77" fmla="*/ 17 h 428"/>
                  <a:gd name="T78" fmla="*/ 195 w 310"/>
                  <a:gd name="T79" fmla="*/ 17 h 428"/>
                  <a:gd name="T80" fmla="*/ 199 w 310"/>
                  <a:gd name="T81" fmla="*/ 23 h 428"/>
                  <a:gd name="T82" fmla="*/ 200 w 310"/>
                  <a:gd name="T83" fmla="*/ 25 h 428"/>
                  <a:gd name="T84" fmla="*/ 200 w 310"/>
                  <a:gd name="T85" fmla="*/ 25 h 428"/>
                  <a:gd name="T86" fmla="*/ 207 w 310"/>
                  <a:gd name="T87" fmla="*/ 23 h 428"/>
                  <a:gd name="T88" fmla="*/ 200 w 310"/>
                  <a:gd name="T89" fmla="*/ 22 h 428"/>
                  <a:gd name="T90" fmla="*/ 200 w 310"/>
                  <a:gd name="T91" fmla="*/ 22 h 428"/>
                  <a:gd name="T92" fmla="*/ 200 w 310"/>
                  <a:gd name="T93" fmla="*/ 22 h 428"/>
                  <a:gd name="T94" fmla="*/ 200 w 310"/>
                  <a:gd name="T95" fmla="*/ 22 h 428"/>
                  <a:gd name="T96" fmla="*/ 200 w 310"/>
                  <a:gd name="T97" fmla="*/ 22 h 428"/>
                  <a:gd name="T98" fmla="*/ 192 w 310"/>
                  <a:gd name="T99" fmla="*/ 29 h 428"/>
                  <a:gd name="T100" fmla="*/ 188 w 310"/>
                  <a:gd name="T101" fmla="*/ 32 h 428"/>
                  <a:gd name="T102" fmla="*/ 188 w 310"/>
                  <a:gd name="T103" fmla="*/ 32 h 428"/>
                  <a:gd name="T104" fmla="*/ 188 w 310"/>
                  <a:gd name="T105" fmla="*/ 32 h 428"/>
                  <a:gd name="T106" fmla="*/ 185 w 310"/>
                  <a:gd name="T107" fmla="*/ 187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428">
                    <a:moveTo>
                      <a:pt x="192" y="182"/>
                    </a:moveTo>
                    <a:cubicBezTo>
                      <a:pt x="200" y="182"/>
                      <a:pt x="200" y="182"/>
                      <a:pt x="200" y="182"/>
                    </a:cubicBezTo>
                    <a:cubicBezTo>
                      <a:pt x="200" y="39"/>
                      <a:pt x="200" y="39"/>
                      <a:pt x="200" y="39"/>
                    </a:cubicBezTo>
                    <a:cubicBezTo>
                      <a:pt x="192" y="39"/>
                      <a:pt x="192" y="39"/>
                      <a:pt x="192" y="39"/>
                    </a:cubicBezTo>
                    <a:cubicBezTo>
                      <a:pt x="196" y="46"/>
                      <a:pt x="196" y="46"/>
                      <a:pt x="196" y="46"/>
                    </a:cubicBezTo>
                    <a:cubicBezTo>
                      <a:pt x="196" y="45"/>
                      <a:pt x="200" y="43"/>
                      <a:pt x="205" y="40"/>
                    </a:cubicBezTo>
                    <a:cubicBezTo>
                      <a:pt x="207" y="38"/>
                      <a:pt x="209" y="36"/>
                      <a:pt x="211" y="34"/>
                    </a:cubicBezTo>
                    <a:cubicBezTo>
                      <a:pt x="212" y="32"/>
                      <a:pt x="213" y="31"/>
                      <a:pt x="214" y="29"/>
                    </a:cubicBezTo>
                    <a:cubicBezTo>
                      <a:pt x="215" y="28"/>
                      <a:pt x="215" y="25"/>
                      <a:pt x="215" y="23"/>
                    </a:cubicBezTo>
                    <a:cubicBezTo>
                      <a:pt x="215" y="22"/>
                      <a:pt x="215" y="22"/>
                      <a:pt x="215" y="21"/>
                    </a:cubicBezTo>
                    <a:cubicBezTo>
                      <a:pt x="215" y="21"/>
                      <a:pt x="214" y="17"/>
                      <a:pt x="211" y="12"/>
                    </a:cubicBezTo>
                    <a:cubicBezTo>
                      <a:pt x="210" y="10"/>
                      <a:pt x="209" y="7"/>
                      <a:pt x="206" y="5"/>
                    </a:cubicBezTo>
                    <a:cubicBezTo>
                      <a:pt x="205" y="4"/>
                      <a:pt x="204" y="3"/>
                      <a:pt x="202" y="2"/>
                    </a:cubicBezTo>
                    <a:cubicBezTo>
                      <a:pt x="200" y="1"/>
                      <a:pt x="198" y="1"/>
                      <a:pt x="196" y="1"/>
                    </a:cubicBezTo>
                    <a:cubicBezTo>
                      <a:pt x="196" y="9"/>
                      <a:pt x="196" y="9"/>
                      <a:pt x="196" y="9"/>
                    </a:cubicBezTo>
                    <a:cubicBezTo>
                      <a:pt x="196" y="1"/>
                      <a:pt x="196" y="1"/>
                      <a:pt x="196" y="1"/>
                    </a:cubicBezTo>
                    <a:cubicBezTo>
                      <a:pt x="123" y="0"/>
                      <a:pt x="123" y="0"/>
                      <a:pt x="123" y="0"/>
                    </a:cubicBezTo>
                    <a:cubicBezTo>
                      <a:pt x="123" y="0"/>
                      <a:pt x="123" y="0"/>
                      <a:pt x="123" y="0"/>
                    </a:cubicBezTo>
                    <a:cubicBezTo>
                      <a:pt x="118" y="0"/>
                      <a:pt x="113" y="0"/>
                      <a:pt x="108" y="2"/>
                    </a:cubicBezTo>
                    <a:cubicBezTo>
                      <a:pt x="105" y="3"/>
                      <a:pt x="103" y="4"/>
                      <a:pt x="100" y="7"/>
                    </a:cubicBezTo>
                    <a:cubicBezTo>
                      <a:pt x="99" y="8"/>
                      <a:pt x="98" y="9"/>
                      <a:pt x="97" y="11"/>
                    </a:cubicBezTo>
                    <a:cubicBezTo>
                      <a:pt x="96" y="13"/>
                      <a:pt x="96" y="15"/>
                      <a:pt x="96" y="17"/>
                    </a:cubicBezTo>
                    <a:cubicBezTo>
                      <a:pt x="96" y="17"/>
                      <a:pt x="96" y="17"/>
                      <a:pt x="96" y="17"/>
                    </a:cubicBezTo>
                    <a:cubicBezTo>
                      <a:pt x="104" y="17"/>
                      <a:pt x="104" y="17"/>
                      <a:pt x="104" y="17"/>
                    </a:cubicBezTo>
                    <a:cubicBezTo>
                      <a:pt x="96" y="15"/>
                      <a:pt x="96" y="15"/>
                      <a:pt x="96" y="15"/>
                    </a:cubicBezTo>
                    <a:cubicBezTo>
                      <a:pt x="96" y="17"/>
                      <a:pt x="95" y="20"/>
                      <a:pt x="95" y="22"/>
                    </a:cubicBezTo>
                    <a:cubicBezTo>
                      <a:pt x="95" y="27"/>
                      <a:pt x="97" y="31"/>
                      <a:pt x="99" y="35"/>
                    </a:cubicBezTo>
                    <a:cubicBezTo>
                      <a:pt x="103" y="40"/>
                      <a:pt x="108" y="43"/>
                      <a:pt x="112" y="44"/>
                    </a:cubicBezTo>
                    <a:cubicBezTo>
                      <a:pt x="116" y="46"/>
                      <a:pt x="118" y="46"/>
                      <a:pt x="119" y="46"/>
                    </a:cubicBezTo>
                    <a:cubicBezTo>
                      <a:pt x="120" y="38"/>
                      <a:pt x="120" y="38"/>
                      <a:pt x="120" y="38"/>
                    </a:cubicBezTo>
                    <a:cubicBezTo>
                      <a:pt x="112" y="38"/>
                      <a:pt x="112" y="38"/>
                      <a:pt x="112" y="38"/>
                    </a:cubicBezTo>
                    <a:cubicBezTo>
                      <a:pt x="112" y="182"/>
                      <a:pt x="112" y="182"/>
                      <a:pt x="112" y="182"/>
                    </a:cubicBezTo>
                    <a:cubicBezTo>
                      <a:pt x="120" y="182"/>
                      <a:pt x="120" y="182"/>
                      <a:pt x="120" y="182"/>
                    </a:cubicBezTo>
                    <a:cubicBezTo>
                      <a:pt x="113" y="178"/>
                      <a:pt x="113" y="178"/>
                      <a:pt x="113" y="178"/>
                    </a:cubicBezTo>
                    <a:cubicBezTo>
                      <a:pt x="93" y="210"/>
                      <a:pt x="65" y="253"/>
                      <a:pt x="42" y="292"/>
                    </a:cubicBezTo>
                    <a:cubicBezTo>
                      <a:pt x="30" y="312"/>
                      <a:pt x="20" y="331"/>
                      <a:pt x="13" y="347"/>
                    </a:cubicBezTo>
                    <a:cubicBezTo>
                      <a:pt x="9" y="355"/>
                      <a:pt x="6" y="363"/>
                      <a:pt x="4" y="370"/>
                    </a:cubicBezTo>
                    <a:cubicBezTo>
                      <a:pt x="2" y="376"/>
                      <a:pt x="0" y="382"/>
                      <a:pt x="0" y="388"/>
                    </a:cubicBezTo>
                    <a:cubicBezTo>
                      <a:pt x="0" y="392"/>
                      <a:pt x="1" y="396"/>
                      <a:pt x="3" y="399"/>
                    </a:cubicBezTo>
                    <a:cubicBezTo>
                      <a:pt x="5" y="403"/>
                      <a:pt x="8" y="406"/>
                      <a:pt x="11" y="408"/>
                    </a:cubicBezTo>
                    <a:cubicBezTo>
                      <a:pt x="18" y="412"/>
                      <a:pt x="26" y="415"/>
                      <a:pt x="36" y="417"/>
                    </a:cubicBezTo>
                    <a:cubicBezTo>
                      <a:pt x="50" y="421"/>
                      <a:pt x="69" y="424"/>
                      <a:pt x="89" y="426"/>
                    </a:cubicBezTo>
                    <a:cubicBezTo>
                      <a:pt x="110" y="427"/>
                      <a:pt x="132" y="428"/>
                      <a:pt x="155" y="428"/>
                    </a:cubicBezTo>
                    <a:cubicBezTo>
                      <a:pt x="189" y="428"/>
                      <a:pt x="224" y="426"/>
                      <a:pt x="251" y="422"/>
                    </a:cubicBezTo>
                    <a:cubicBezTo>
                      <a:pt x="265" y="420"/>
                      <a:pt x="277" y="417"/>
                      <a:pt x="286" y="414"/>
                    </a:cubicBezTo>
                    <a:cubicBezTo>
                      <a:pt x="291" y="412"/>
                      <a:pt x="295" y="410"/>
                      <a:pt x="299" y="408"/>
                    </a:cubicBezTo>
                    <a:cubicBezTo>
                      <a:pt x="302" y="406"/>
                      <a:pt x="305" y="403"/>
                      <a:pt x="307" y="399"/>
                    </a:cubicBezTo>
                    <a:cubicBezTo>
                      <a:pt x="309" y="396"/>
                      <a:pt x="310" y="392"/>
                      <a:pt x="310" y="388"/>
                    </a:cubicBezTo>
                    <a:cubicBezTo>
                      <a:pt x="310" y="383"/>
                      <a:pt x="309" y="377"/>
                      <a:pt x="307" y="370"/>
                    </a:cubicBezTo>
                    <a:cubicBezTo>
                      <a:pt x="303" y="358"/>
                      <a:pt x="297" y="344"/>
                      <a:pt x="289" y="329"/>
                    </a:cubicBezTo>
                    <a:cubicBezTo>
                      <a:pt x="266" y="282"/>
                      <a:pt x="228" y="222"/>
                      <a:pt x="199" y="178"/>
                    </a:cubicBezTo>
                    <a:cubicBezTo>
                      <a:pt x="192" y="182"/>
                      <a:pt x="192" y="182"/>
                      <a:pt x="192" y="182"/>
                    </a:cubicBezTo>
                    <a:cubicBezTo>
                      <a:pt x="200" y="182"/>
                      <a:pt x="200" y="182"/>
                      <a:pt x="200" y="182"/>
                    </a:cubicBezTo>
                    <a:cubicBezTo>
                      <a:pt x="192" y="182"/>
                      <a:pt x="192" y="182"/>
                      <a:pt x="192" y="182"/>
                    </a:cubicBezTo>
                    <a:cubicBezTo>
                      <a:pt x="185" y="187"/>
                      <a:pt x="185" y="187"/>
                      <a:pt x="185" y="187"/>
                    </a:cubicBezTo>
                    <a:cubicBezTo>
                      <a:pt x="207" y="220"/>
                      <a:pt x="235" y="263"/>
                      <a:pt x="257" y="301"/>
                    </a:cubicBezTo>
                    <a:cubicBezTo>
                      <a:pt x="267" y="321"/>
                      <a:pt x="277" y="339"/>
                      <a:pt x="284" y="354"/>
                    </a:cubicBezTo>
                    <a:cubicBezTo>
                      <a:pt x="287" y="362"/>
                      <a:pt x="290" y="369"/>
                      <a:pt x="291" y="375"/>
                    </a:cubicBezTo>
                    <a:cubicBezTo>
                      <a:pt x="293" y="381"/>
                      <a:pt x="294" y="385"/>
                      <a:pt x="294" y="388"/>
                    </a:cubicBezTo>
                    <a:cubicBezTo>
                      <a:pt x="294" y="390"/>
                      <a:pt x="293" y="391"/>
                      <a:pt x="293" y="391"/>
                    </a:cubicBezTo>
                    <a:cubicBezTo>
                      <a:pt x="293" y="392"/>
                      <a:pt x="292" y="393"/>
                      <a:pt x="290" y="394"/>
                    </a:cubicBezTo>
                    <a:cubicBezTo>
                      <a:pt x="286" y="397"/>
                      <a:pt x="279" y="400"/>
                      <a:pt x="270" y="402"/>
                    </a:cubicBezTo>
                    <a:cubicBezTo>
                      <a:pt x="257" y="405"/>
                      <a:pt x="239" y="408"/>
                      <a:pt x="219" y="410"/>
                    </a:cubicBezTo>
                    <a:cubicBezTo>
                      <a:pt x="199" y="411"/>
                      <a:pt x="177" y="412"/>
                      <a:pt x="155" y="412"/>
                    </a:cubicBezTo>
                    <a:cubicBezTo>
                      <a:pt x="121" y="412"/>
                      <a:pt x="88" y="410"/>
                      <a:pt x="62" y="406"/>
                    </a:cubicBezTo>
                    <a:cubicBezTo>
                      <a:pt x="48" y="404"/>
                      <a:pt x="37" y="402"/>
                      <a:pt x="29" y="399"/>
                    </a:cubicBezTo>
                    <a:cubicBezTo>
                      <a:pt x="25" y="397"/>
                      <a:pt x="22" y="396"/>
                      <a:pt x="20" y="394"/>
                    </a:cubicBezTo>
                    <a:cubicBezTo>
                      <a:pt x="18" y="393"/>
                      <a:pt x="17" y="392"/>
                      <a:pt x="17" y="391"/>
                    </a:cubicBezTo>
                    <a:cubicBezTo>
                      <a:pt x="17" y="391"/>
                      <a:pt x="16" y="390"/>
                      <a:pt x="16" y="388"/>
                    </a:cubicBezTo>
                    <a:cubicBezTo>
                      <a:pt x="16" y="385"/>
                      <a:pt x="17" y="380"/>
                      <a:pt x="19" y="374"/>
                    </a:cubicBezTo>
                    <a:cubicBezTo>
                      <a:pt x="22" y="364"/>
                      <a:pt x="28" y="350"/>
                      <a:pt x="36" y="335"/>
                    </a:cubicBezTo>
                    <a:cubicBezTo>
                      <a:pt x="48" y="312"/>
                      <a:pt x="64" y="286"/>
                      <a:pt x="81" y="260"/>
                    </a:cubicBezTo>
                    <a:cubicBezTo>
                      <a:pt x="97" y="233"/>
                      <a:pt x="113" y="208"/>
                      <a:pt x="127" y="186"/>
                    </a:cubicBezTo>
                    <a:cubicBezTo>
                      <a:pt x="128" y="185"/>
                      <a:pt x="128" y="184"/>
                      <a:pt x="128" y="182"/>
                    </a:cubicBezTo>
                    <a:cubicBezTo>
                      <a:pt x="128" y="38"/>
                      <a:pt x="128" y="38"/>
                      <a:pt x="128" y="38"/>
                    </a:cubicBezTo>
                    <a:cubicBezTo>
                      <a:pt x="128" y="34"/>
                      <a:pt x="125" y="31"/>
                      <a:pt x="121" y="30"/>
                    </a:cubicBezTo>
                    <a:cubicBezTo>
                      <a:pt x="121" y="35"/>
                      <a:pt x="121" y="35"/>
                      <a:pt x="121" y="35"/>
                    </a:cubicBezTo>
                    <a:cubicBezTo>
                      <a:pt x="121" y="30"/>
                      <a:pt x="121" y="30"/>
                      <a:pt x="121" y="30"/>
                    </a:cubicBezTo>
                    <a:cubicBezTo>
                      <a:pt x="121" y="30"/>
                      <a:pt x="121" y="30"/>
                      <a:pt x="121" y="30"/>
                    </a:cubicBezTo>
                    <a:cubicBezTo>
                      <a:pt x="121" y="35"/>
                      <a:pt x="121" y="35"/>
                      <a:pt x="121" y="35"/>
                    </a:cubicBezTo>
                    <a:cubicBezTo>
                      <a:pt x="121" y="30"/>
                      <a:pt x="121" y="30"/>
                      <a:pt x="121" y="30"/>
                    </a:cubicBezTo>
                    <a:cubicBezTo>
                      <a:pt x="121" y="30"/>
                      <a:pt x="121" y="30"/>
                      <a:pt x="121" y="30"/>
                    </a:cubicBezTo>
                    <a:cubicBezTo>
                      <a:pt x="120" y="30"/>
                      <a:pt x="117" y="29"/>
                      <a:pt x="115" y="28"/>
                    </a:cubicBezTo>
                    <a:cubicBezTo>
                      <a:pt x="114" y="27"/>
                      <a:pt x="113" y="26"/>
                      <a:pt x="112" y="25"/>
                    </a:cubicBezTo>
                    <a:cubicBezTo>
                      <a:pt x="112" y="24"/>
                      <a:pt x="111" y="23"/>
                      <a:pt x="111" y="22"/>
                    </a:cubicBezTo>
                    <a:cubicBezTo>
                      <a:pt x="111" y="21"/>
                      <a:pt x="112" y="20"/>
                      <a:pt x="112" y="19"/>
                    </a:cubicBezTo>
                    <a:cubicBezTo>
                      <a:pt x="112" y="18"/>
                      <a:pt x="112" y="18"/>
                      <a:pt x="112" y="17"/>
                    </a:cubicBezTo>
                    <a:cubicBezTo>
                      <a:pt x="112" y="17"/>
                      <a:pt x="112" y="17"/>
                      <a:pt x="112" y="17"/>
                    </a:cubicBezTo>
                    <a:cubicBezTo>
                      <a:pt x="110" y="17"/>
                      <a:pt x="110" y="17"/>
                      <a:pt x="110" y="17"/>
                    </a:cubicBezTo>
                    <a:cubicBezTo>
                      <a:pt x="112" y="18"/>
                      <a:pt x="112" y="18"/>
                      <a:pt x="112" y="18"/>
                    </a:cubicBezTo>
                    <a:cubicBezTo>
                      <a:pt x="112" y="17"/>
                      <a:pt x="112" y="17"/>
                      <a:pt x="112" y="17"/>
                    </a:cubicBezTo>
                    <a:cubicBezTo>
                      <a:pt x="110" y="17"/>
                      <a:pt x="110" y="17"/>
                      <a:pt x="110" y="17"/>
                    </a:cubicBezTo>
                    <a:cubicBezTo>
                      <a:pt x="112" y="18"/>
                      <a:pt x="112" y="18"/>
                      <a:pt x="112" y="18"/>
                    </a:cubicBezTo>
                    <a:cubicBezTo>
                      <a:pt x="110" y="17"/>
                      <a:pt x="110" y="17"/>
                      <a:pt x="110" y="17"/>
                    </a:cubicBezTo>
                    <a:cubicBezTo>
                      <a:pt x="112" y="18"/>
                      <a:pt x="112" y="18"/>
                      <a:pt x="112" y="18"/>
                    </a:cubicBezTo>
                    <a:cubicBezTo>
                      <a:pt x="112" y="18"/>
                      <a:pt x="112" y="18"/>
                      <a:pt x="112" y="18"/>
                    </a:cubicBezTo>
                    <a:cubicBezTo>
                      <a:pt x="110" y="17"/>
                      <a:pt x="110" y="17"/>
                      <a:pt x="110" y="17"/>
                    </a:cubicBezTo>
                    <a:cubicBezTo>
                      <a:pt x="112" y="18"/>
                      <a:pt x="112" y="18"/>
                      <a:pt x="112" y="18"/>
                    </a:cubicBezTo>
                    <a:cubicBezTo>
                      <a:pt x="111" y="18"/>
                      <a:pt x="111" y="18"/>
                      <a:pt x="111" y="18"/>
                    </a:cubicBezTo>
                    <a:cubicBezTo>
                      <a:pt x="112" y="18"/>
                      <a:pt x="112" y="18"/>
                      <a:pt x="112" y="18"/>
                    </a:cubicBezTo>
                    <a:cubicBezTo>
                      <a:pt x="112" y="18"/>
                      <a:pt x="112" y="18"/>
                      <a:pt x="112" y="18"/>
                    </a:cubicBezTo>
                    <a:cubicBezTo>
                      <a:pt x="111" y="18"/>
                      <a:pt x="111" y="18"/>
                      <a:pt x="111" y="18"/>
                    </a:cubicBezTo>
                    <a:cubicBezTo>
                      <a:pt x="112" y="18"/>
                      <a:pt x="112" y="18"/>
                      <a:pt x="112" y="18"/>
                    </a:cubicBezTo>
                    <a:cubicBezTo>
                      <a:pt x="112" y="18"/>
                      <a:pt x="112" y="18"/>
                      <a:pt x="113" y="17"/>
                    </a:cubicBezTo>
                    <a:cubicBezTo>
                      <a:pt x="114" y="17"/>
                      <a:pt x="115" y="16"/>
                      <a:pt x="117" y="16"/>
                    </a:cubicBezTo>
                    <a:cubicBezTo>
                      <a:pt x="119" y="16"/>
                      <a:pt x="121" y="16"/>
                      <a:pt x="123" y="16"/>
                    </a:cubicBezTo>
                    <a:cubicBezTo>
                      <a:pt x="123" y="8"/>
                      <a:pt x="123" y="8"/>
                      <a:pt x="123" y="8"/>
                    </a:cubicBezTo>
                    <a:cubicBezTo>
                      <a:pt x="122" y="16"/>
                      <a:pt x="122" y="16"/>
                      <a:pt x="122" y="16"/>
                    </a:cubicBezTo>
                    <a:cubicBezTo>
                      <a:pt x="196" y="17"/>
                      <a:pt x="196" y="17"/>
                      <a:pt x="196" y="17"/>
                    </a:cubicBezTo>
                    <a:cubicBezTo>
                      <a:pt x="196" y="17"/>
                      <a:pt x="196" y="17"/>
                      <a:pt x="196" y="17"/>
                    </a:cubicBezTo>
                    <a:cubicBezTo>
                      <a:pt x="196" y="14"/>
                      <a:pt x="196" y="14"/>
                      <a:pt x="196" y="14"/>
                    </a:cubicBezTo>
                    <a:cubicBezTo>
                      <a:pt x="195" y="17"/>
                      <a:pt x="195" y="17"/>
                      <a:pt x="195" y="17"/>
                    </a:cubicBezTo>
                    <a:cubicBezTo>
                      <a:pt x="195" y="17"/>
                      <a:pt x="196" y="17"/>
                      <a:pt x="196" y="17"/>
                    </a:cubicBezTo>
                    <a:cubicBezTo>
                      <a:pt x="196" y="14"/>
                      <a:pt x="196" y="14"/>
                      <a:pt x="196" y="14"/>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7"/>
                      <a:pt x="196" y="17"/>
                      <a:pt x="197" y="18"/>
                    </a:cubicBezTo>
                    <a:cubicBezTo>
                      <a:pt x="197" y="20"/>
                      <a:pt x="198" y="22"/>
                      <a:pt x="199" y="23"/>
                    </a:cubicBezTo>
                    <a:cubicBezTo>
                      <a:pt x="199" y="24"/>
                      <a:pt x="199" y="24"/>
                      <a:pt x="200"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7" y="23"/>
                      <a:pt x="207" y="23"/>
                      <a:pt x="207" y="23"/>
                    </a:cubicBezTo>
                    <a:cubicBezTo>
                      <a:pt x="199" y="23"/>
                      <a:pt x="199" y="23"/>
                      <a:pt x="199" y="23"/>
                    </a:cubicBezTo>
                    <a:cubicBezTo>
                      <a:pt x="202" y="23"/>
                      <a:pt x="202" y="23"/>
                      <a:pt x="202" y="23"/>
                    </a:cubicBezTo>
                    <a:cubicBezTo>
                      <a:pt x="200" y="22"/>
                      <a:pt x="200" y="22"/>
                      <a:pt x="200" y="22"/>
                    </a:cubicBezTo>
                    <a:cubicBezTo>
                      <a:pt x="199" y="23"/>
                      <a:pt x="199" y="23"/>
                      <a:pt x="199" y="23"/>
                    </a:cubicBezTo>
                    <a:cubicBezTo>
                      <a:pt x="202" y="23"/>
                      <a:pt x="202" y="23"/>
                      <a:pt x="202" y="23"/>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199" y="23"/>
                      <a:pt x="198" y="25"/>
                    </a:cubicBezTo>
                    <a:cubicBezTo>
                      <a:pt x="196" y="26"/>
                      <a:pt x="194" y="28"/>
                      <a:pt x="192" y="29"/>
                    </a:cubicBezTo>
                    <a:cubicBezTo>
                      <a:pt x="191" y="30"/>
                      <a:pt x="190" y="31"/>
                      <a:pt x="189" y="31"/>
                    </a:cubicBezTo>
                    <a:cubicBezTo>
                      <a:pt x="188" y="31"/>
                      <a:pt x="188" y="31"/>
                      <a:pt x="188" y="31"/>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6" y="33"/>
                      <a:pt x="184" y="36"/>
                      <a:pt x="184" y="39"/>
                    </a:cubicBezTo>
                    <a:cubicBezTo>
                      <a:pt x="184" y="182"/>
                      <a:pt x="184" y="182"/>
                      <a:pt x="184" y="182"/>
                    </a:cubicBezTo>
                    <a:cubicBezTo>
                      <a:pt x="184" y="184"/>
                      <a:pt x="184" y="185"/>
                      <a:pt x="185" y="187"/>
                    </a:cubicBezTo>
                    <a:lnTo>
                      <a:pt x="192" y="182"/>
                    </a:lnTo>
                    <a:close/>
                  </a:path>
                </a:pathLst>
              </a:custGeom>
              <a:solidFill>
                <a:schemeClr val="bg2"/>
              </a:solidFill>
              <a:ln>
                <a:noFill/>
              </a:ln>
            </p:spPr>
            <p:txBody>
              <a:bodyPr anchor="ctr"/>
              <a:p>
                <a:pPr algn="ctr"/>
              </a:p>
            </p:txBody>
          </p:sp>
          <p:sp>
            <p:nvSpPr>
              <p:cNvPr id="96" name="Oval 97"/>
              <p:cNvSpPr/>
              <p:nvPr/>
            </p:nvSpPr>
            <p:spPr bwMode="auto">
              <a:xfrm>
                <a:off x="7588607" y="3060168"/>
                <a:ext cx="66652" cy="67326"/>
              </a:xfrm>
              <a:prstGeom prst="ellipse">
                <a:avLst/>
              </a:prstGeom>
              <a:solidFill>
                <a:schemeClr val="bg2"/>
              </a:solidFill>
              <a:ln>
                <a:noFill/>
              </a:ln>
            </p:spPr>
            <p:txBody>
              <a:bodyPr anchor="ctr"/>
              <a:p>
                <a:pPr algn="ctr"/>
              </a:p>
            </p:txBody>
          </p:sp>
          <p:sp>
            <p:nvSpPr>
              <p:cNvPr id="97" name="Freeform: Shape 98"/>
              <p:cNvSpPr/>
              <p:nvPr/>
            </p:nvSpPr>
            <p:spPr bwMode="auto">
              <a:xfrm>
                <a:off x="7429718" y="3157116"/>
                <a:ext cx="350093" cy="229580"/>
              </a:xfrm>
              <a:custGeom>
                <a:avLst/>
                <a:gdLst>
                  <a:gd name="T0" fmla="*/ 161 w 220"/>
                  <a:gd name="T1" fmla="*/ 0 h 144"/>
                  <a:gd name="T2" fmla="*/ 65 w 220"/>
                  <a:gd name="T3" fmla="*/ 3 h 144"/>
                  <a:gd name="T4" fmla="*/ 0 w 220"/>
                  <a:gd name="T5" fmla="*/ 118 h 144"/>
                  <a:gd name="T6" fmla="*/ 220 w 220"/>
                  <a:gd name="T7" fmla="*/ 119 h 144"/>
                  <a:gd name="T8" fmla="*/ 161 w 220"/>
                  <a:gd name="T9" fmla="*/ 0 h 144"/>
                  <a:gd name="T10" fmla="*/ 87 w 220"/>
                  <a:gd name="T11" fmla="*/ 87 h 144"/>
                  <a:gd name="T12" fmla="*/ 62 w 220"/>
                  <a:gd name="T13" fmla="*/ 63 h 144"/>
                  <a:gd name="T14" fmla="*/ 87 w 220"/>
                  <a:gd name="T15" fmla="*/ 39 h 144"/>
                  <a:gd name="T16" fmla="*/ 111 w 220"/>
                  <a:gd name="T17" fmla="*/ 63 h 144"/>
                  <a:gd name="T18" fmla="*/ 87 w 220"/>
                  <a:gd name="T19" fmla="*/ 87 h 144"/>
                  <a:gd name="T20" fmla="*/ 147 w 220"/>
                  <a:gd name="T21" fmla="*/ 103 h 144"/>
                  <a:gd name="T22" fmla="*/ 132 w 220"/>
                  <a:gd name="T23" fmla="*/ 88 h 144"/>
                  <a:gd name="T24" fmla="*/ 147 w 220"/>
                  <a:gd name="T25" fmla="*/ 74 h 144"/>
                  <a:gd name="T26" fmla="*/ 161 w 220"/>
                  <a:gd name="T27" fmla="*/ 88 h 144"/>
                  <a:gd name="T28" fmla="*/ 147 w 220"/>
                  <a:gd name="T29"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0" h="144">
                    <a:moveTo>
                      <a:pt x="161" y="0"/>
                    </a:moveTo>
                    <a:cubicBezTo>
                      <a:pt x="65" y="3"/>
                      <a:pt x="65" y="3"/>
                      <a:pt x="65" y="3"/>
                    </a:cubicBezTo>
                    <a:cubicBezTo>
                      <a:pt x="0" y="118"/>
                      <a:pt x="0" y="118"/>
                      <a:pt x="0" y="118"/>
                    </a:cubicBezTo>
                    <a:cubicBezTo>
                      <a:pt x="39" y="134"/>
                      <a:pt x="147" y="144"/>
                      <a:pt x="220" y="119"/>
                    </a:cubicBezTo>
                    <a:lnTo>
                      <a:pt x="161" y="0"/>
                    </a:lnTo>
                    <a:close/>
                    <a:moveTo>
                      <a:pt x="87" y="87"/>
                    </a:moveTo>
                    <a:cubicBezTo>
                      <a:pt x="73" y="87"/>
                      <a:pt x="62" y="76"/>
                      <a:pt x="62" y="63"/>
                    </a:cubicBezTo>
                    <a:cubicBezTo>
                      <a:pt x="62" y="49"/>
                      <a:pt x="73" y="39"/>
                      <a:pt x="87" y="39"/>
                    </a:cubicBezTo>
                    <a:cubicBezTo>
                      <a:pt x="100" y="39"/>
                      <a:pt x="111" y="49"/>
                      <a:pt x="111" y="63"/>
                    </a:cubicBezTo>
                    <a:cubicBezTo>
                      <a:pt x="111" y="76"/>
                      <a:pt x="100" y="87"/>
                      <a:pt x="87" y="87"/>
                    </a:cubicBezTo>
                    <a:close/>
                    <a:moveTo>
                      <a:pt x="147" y="103"/>
                    </a:moveTo>
                    <a:cubicBezTo>
                      <a:pt x="139" y="103"/>
                      <a:pt x="132" y="96"/>
                      <a:pt x="132" y="88"/>
                    </a:cubicBezTo>
                    <a:cubicBezTo>
                      <a:pt x="132" y="81"/>
                      <a:pt x="139" y="74"/>
                      <a:pt x="147" y="74"/>
                    </a:cubicBezTo>
                    <a:cubicBezTo>
                      <a:pt x="155" y="74"/>
                      <a:pt x="161" y="81"/>
                      <a:pt x="161" y="88"/>
                    </a:cubicBezTo>
                    <a:cubicBezTo>
                      <a:pt x="161" y="96"/>
                      <a:pt x="155" y="103"/>
                      <a:pt x="147" y="103"/>
                    </a:cubicBezTo>
                    <a:close/>
                  </a:path>
                </a:pathLst>
              </a:custGeom>
              <a:solidFill>
                <a:schemeClr val="bg2"/>
              </a:solidFill>
              <a:ln>
                <a:noFill/>
              </a:ln>
            </p:spPr>
            <p:txBody>
              <a:bodyPr anchor="ctr"/>
              <a:p>
                <a:pPr algn="ctr"/>
              </a:p>
            </p:txBody>
          </p:sp>
        </p:grpSp>
        <p:grpSp>
          <p:nvGrpSpPr>
            <p:cNvPr id="18" name="Group 99"/>
            <p:cNvGrpSpPr/>
            <p:nvPr/>
          </p:nvGrpSpPr>
          <p:grpSpPr>
            <a:xfrm>
              <a:off x="15689" y="5919"/>
              <a:ext cx="1068" cy="1156"/>
              <a:chOff x="7004221" y="4138049"/>
              <a:chExt cx="904182" cy="978913"/>
            </a:xfrm>
          </p:grpSpPr>
          <p:sp>
            <p:nvSpPr>
              <p:cNvPr id="88" name="Freeform: Shape 100"/>
              <p:cNvSpPr/>
              <p:nvPr/>
            </p:nvSpPr>
            <p:spPr bwMode="auto">
              <a:xfrm>
                <a:off x="7088378" y="4158920"/>
                <a:ext cx="820025" cy="958042"/>
              </a:xfrm>
              <a:custGeom>
                <a:avLst/>
                <a:gdLst>
                  <a:gd name="T0" fmla="*/ 258 w 515"/>
                  <a:gd name="T1" fmla="*/ 0 h 602"/>
                  <a:gd name="T2" fmla="*/ 0 w 515"/>
                  <a:gd name="T3" fmla="*/ 257 h 602"/>
                  <a:gd name="T4" fmla="*/ 131 w 515"/>
                  <a:gd name="T5" fmla="*/ 481 h 602"/>
                  <a:gd name="T6" fmla="*/ 142 w 515"/>
                  <a:gd name="T7" fmla="*/ 602 h 602"/>
                  <a:gd name="T8" fmla="*/ 246 w 515"/>
                  <a:gd name="T9" fmla="*/ 514 h 602"/>
                  <a:gd name="T10" fmla="*/ 258 w 515"/>
                  <a:gd name="T11" fmla="*/ 514 h 602"/>
                  <a:gd name="T12" fmla="*/ 515 w 515"/>
                  <a:gd name="T13" fmla="*/ 257 h 602"/>
                  <a:gd name="T14" fmla="*/ 258 w 515"/>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602">
                    <a:moveTo>
                      <a:pt x="258" y="0"/>
                    </a:moveTo>
                    <a:cubicBezTo>
                      <a:pt x="116" y="0"/>
                      <a:pt x="0" y="115"/>
                      <a:pt x="0" y="257"/>
                    </a:cubicBezTo>
                    <a:cubicBezTo>
                      <a:pt x="0" y="353"/>
                      <a:pt x="53" y="437"/>
                      <a:pt x="131" y="481"/>
                    </a:cubicBezTo>
                    <a:cubicBezTo>
                      <a:pt x="142" y="602"/>
                      <a:pt x="142" y="602"/>
                      <a:pt x="142" y="602"/>
                    </a:cubicBezTo>
                    <a:cubicBezTo>
                      <a:pt x="246" y="514"/>
                      <a:pt x="246" y="514"/>
                      <a:pt x="246" y="514"/>
                    </a:cubicBezTo>
                    <a:cubicBezTo>
                      <a:pt x="250" y="514"/>
                      <a:pt x="254" y="514"/>
                      <a:pt x="258" y="514"/>
                    </a:cubicBezTo>
                    <a:cubicBezTo>
                      <a:pt x="400" y="514"/>
                      <a:pt x="515" y="399"/>
                      <a:pt x="515" y="257"/>
                    </a:cubicBezTo>
                    <a:cubicBezTo>
                      <a:pt x="515" y="115"/>
                      <a:pt x="400" y="0"/>
                      <a:pt x="258"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9" name="Freeform: Shape 101"/>
              <p:cNvSpPr/>
              <p:nvPr/>
            </p:nvSpPr>
            <p:spPr bwMode="auto">
              <a:xfrm>
                <a:off x="7004221" y="4138049"/>
                <a:ext cx="818678" cy="958042"/>
              </a:xfrm>
              <a:custGeom>
                <a:avLst/>
                <a:gdLst>
                  <a:gd name="T0" fmla="*/ 257 w 514"/>
                  <a:gd name="T1" fmla="*/ 0 h 602"/>
                  <a:gd name="T2" fmla="*/ 0 w 514"/>
                  <a:gd name="T3" fmla="*/ 257 h 602"/>
                  <a:gd name="T4" fmla="*/ 131 w 514"/>
                  <a:gd name="T5" fmla="*/ 481 h 602"/>
                  <a:gd name="T6" fmla="*/ 142 w 514"/>
                  <a:gd name="T7" fmla="*/ 602 h 602"/>
                  <a:gd name="T8" fmla="*/ 246 w 514"/>
                  <a:gd name="T9" fmla="*/ 514 h 602"/>
                  <a:gd name="T10" fmla="*/ 257 w 514"/>
                  <a:gd name="T11" fmla="*/ 514 h 602"/>
                  <a:gd name="T12" fmla="*/ 514 w 514"/>
                  <a:gd name="T13" fmla="*/ 257 h 602"/>
                  <a:gd name="T14" fmla="*/ 257 w 514"/>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 h="602">
                    <a:moveTo>
                      <a:pt x="257" y="0"/>
                    </a:moveTo>
                    <a:cubicBezTo>
                      <a:pt x="115" y="0"/>
                      <a:pt x="0" y="115"/>
                      <a:pt x="0" y="257"/>
                    </a:cubicBezTo>
                    <a:cubicBezTo>
                      <a:pt x="0" y="353"/>
                      <a:pt x="53" y="437"/>
                      <a:pt x="131" y="481"/>
                    </a:cubicBezTo>
                    <a:cubicBezTo>
                      <a:pt x="142" y="602"/>
                      <a:pt x="142" y="602"/>
                      <a:pt x="142" y="602"/>
                    </a:cubicBezTo>
                    <a:cubicBezTo>
                      <a:pt x="246" y="514"/>
                      <a:pt x="246" y="514"/>
                      <a:pt x="246" y="514"/>
                    </a:cubicBezTo>
                    <a:cubicBezTo>
                      <a:pt x="249" y="514"/>
                      <a:pt x="253" y="514"/>
                      <a:pt x="257" y="514"/>
                    </a:cubicBezTo>
                    <a:cubicBezTo>
                      <a:pt x="399" y="514"/>
                      <a:pt x="514" y="399"/>
                      <a:pt x="514" y="257"/>
                    </a:cubicBezTo>
                    <a:cubicBezTo>
                      <a:pt x="514" y="115"/>
                      <a:pt x="399" y="0"/>
                      <a:pt x="257" y="0"/>
                    </a:cubicBezTo>
                    <a:close/>
                  </a:path>
                </a:pathLst>
              </a:custGeom>
              <a:solidFill>
                <a:schemeClr val="tx2"/>
              </a:solidFill>
              <a:ln>
                <a:noFill/>
              </a:ln>
            </p:spPr>
            <p:txBody>
              <a:bodyPr anchor="ctr"/>
              <a:p>
                <a:pPr algn="ctr"/>
              </a:p>
            </p:txBody>
          </p:sp>
          <p:sp>
            <p:nvSpPr>
              <p:cNvPr id="90" name="Freeform: Shape 102"/>
              <p:cNvSpPr/>
              <p:nvPr/>
            </p:nvSpPr>
            <p:spPr bwMode="auto">
              <a:xfrm>
                <a:off x="7138199" y="4430915"/>
                <a:ext cx="154175" cy="216115"/>
              </a:xfrm>
              <a:custGeom>
                <a:avLst/>
                <a:gdLst>
                  <a:gd name="T0" fmla="*/ 3 w 97"/>
                  <a:gd name="T1" fmla="*/ 54 h 136"/>
                  <a:gd name="T2" fmla="*/ 51 w 97"/>
                  <a:gd name="T3" fmla="*/ 0 h 136"/>
                  <a:gd name="T4" fmla="*/ 97 w 97"/>
                  <a:gd name="T5" fmla="*/ 42 h 136"/>
                  <a:gd name="T6" fmla="*/ 73 w 97"/>
                  <a:gd name="T7" fmla="*/ 82 h 136"/>
                  <a:gd name="T8" fmla="*/ 34 w 97"/>
                  <a:gd name="T9" fmla="*/ 113 h 136"/>
                  <a:gd name="T10" fmla="*/ 97 w 97"/>
                  <a:gd name="T11" fmla="*/ 113 h 136"/>
                  <a:gd name="T12" fmla="*/ 97 w 97"/>
                  <a:gd name="T13" fmla="*/ 136 h 136"/>
                  <a:gd name="T14" fmla="*/ 0 w 97"/>
                  <a:gd name="T15" fmla="*/ 136 h 136"/>
                  <a:gd name="T16" fmla="*/ 42 w 97"/>
                  <a:gd name="T17" fmla="*/ 76 h 136"/>
                  <a:gd name="T18" fmla="*/ 70 w 97"/>
                  <a:gd name="T19" fmla="*/ 43 h 136"/>
                  <a:gd name="T20" fmla="*/ 51 w 97"/>
                  <a:gd name="T21" fmla="*/ 23 h 136"/>
                  <a:gd name="T22" fmla="*/ 28 w 97"/>
                  <a:gd name="T23" fmla="*/ 54 h 136"/>
                  <a:gd name="T24" fmla="*/ 3 w 97"/>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36">
                    <a:moveTo>
                      <a:pt x="3" y="54"/>
                    </a:moveTo>
                    <a:cubicBezTo>
                      <a:pt x="2" y="23"/>
                      <a:pt x="19" y="0"/>
                      <a:pt x="51" y="0"/>
                    </a:cubicBezTo>
                    <a:cubicBezTo>
                      <a:pt x="75" y="0"/>
                      <a:pt x="97" y="16"/>
                      <a:pt x="97" y="42"/>
                    </a:cubicBezTo>
                    <a:cubicBezTo>
                      <a:pt x="97" y="62"/>
                      <a:pt x="86" y="73"/>
                      <a:pt x="73" y="82"/>
                    </a:cubicBezTo>
                    <a:cubicBezTo>
                      <a:pt x="60" y="91"/>
                      <a:pt x="44" y="99"/>
                      <a:pt x="34" y="113"/>
                    </a:cubicBezTo>
                    <a:cubicBezTo>
                      <a:pt x="97" y="113"/>
                      <a:pt x="97" y="113"/>
                      <a:pt x="97" y="113"/>
                    </a:cubicBezTo>
                    <a:cubicBezTo>
                      <a:pt x="97" y="136"/>
                      <a:pt x="97" y="136"/>
                      <a:pt x="97" y="136"/>
                    </a:cubicBezTo>
                    <a:cubicBezTo>
                      <a:pt x="0" y="136"/>
                      <a:pt x="0" y="136"/>
                      <a:pt x="0" y="136"/>
                    </a:cubicBezTo>
                    <a:cubicBezTo>
                      <a:pt x="0" y="105"/>
                      <a:pt x="19" y="92"/>
                      <a:pt x="42" y="76"/>
                    </a:cubicBezTo>
                    <a:cubicBezTo>
                      <a:pt x="60" y="64"/>
                      <a:pt x="70" y="57"/>
                      <a:pt x="70" y="43"/>
                    </a:cubicBezTo>
                    <a:cubicBezTo>
                      <a:pt x="70" y="32"/>
                      <a:pt x="61" y="23"/>
                      <a:pt x="51" y="23"/>
                    </a:cubicBezTo>
                    <a:cubicBezTo>
                      <a:pt x="33" y="23"/>
                      <a:pt x="28" y="40"/>
                      <a:pt x="28" y="54"/>
                    </a:cubicBezTo>
                    <a:lnTo>
                      <a:pt x="3" y="54"/>
                    </a:lnTo>
                    <a:close/>
                  </a:path>
                </a:pathLst>
              </a:custGeom>
              <a:solidFill>
                <a:schemeClr val="bg2"/>
              </a:solidFill>
              <a:ln>
                <a:noFill/>
              </a:ln>
            </p:spPr>
            <p:txBody>
              <a:bodyPr anchor="ctr"/>
              <a:p>
                <a:pPr algn="ctr"/>
              </a:p>
            </p:txBody>
          </p:sp>
          <p:sp>
            <p:nvSpPr>
              <p:cNvPr id="91" name="Freeform: Shape 103"/>
              <p:cNvSpPr/>
              <p:nvPr/>
            </p:nvSpPr>
            <p:spPr bwMode="auto">
              <a:xfrm>
                <a:off x="7335463" y="4476697"/>
                <a:ext cx="159561" cy="157542"/>
              </a:xfrm>
              <a:custGeom>
                <a:avLst/>
                <a:gdLst>
                  <a:gd name="T0" fmla="*/ 0 w 237"/>
                  <a:gd name="T1" fmla="*/ 102 h 234"/>
                  <a:gd name="T2" fmla="*/ 104 w 237"/>
                  <a:gd name="T3" fmla="*/ 102 h 234"/>
                  <a:gd name="T4" fmla="*/ 104 w 237"/>
                  <a:gd name="T5" fmla="*/ 0 h 234"/>
                  <a:gd name="T6" fmla="*/ 132 w 237"/>
                  <a:gd name="T7" fmla="*/ 0 h 234"/>
                  <a:gd name="T8" fmla="*/ 132 w 237"/>
                  <a:gd name="T9" fmla="*/ 102 h 234"/>
                  <a:gd name="T10" fmla="*/ 237 w 237"/>
                  <a:gd name="T11" fmla="*/ 102 h 234"/>
                  <a:gd name="T12" fmla="*/ 237 w 237"/>
                  <a:gd name="T13" fmla="*/ 130 h 234"/>
                  <a:gd name="T14" fmla="*/ 132 w 237"/>
                  <a:gd name="T15" fmla="*/ 130 h 234"/>
                  <a:gd name="T16" fmla="*/ 132 w 237"/>
                  <a:gd name="T17" fmla="*/ 234 h 234"/>
                  <a:gd name="T18" fmla="*/ 104 w 237"/>
                  <a:gd name="T19" fmla="*/ 234 h 234"/>
                  <a:gd name="T20" fmla="*/ 104 w 237"/>
                  <a:gd name="T21" fmla="*/ 130 h 234"/>
                  <a:gd name="T22" fmla="*/ 0 w 237"/>
                  <a:gd name="T23" fmla="*/ 130 h 234"/>
                  <a:gd name="T24" fmla="*/ 0 w 237"/>
                  <a:gd name="T25" fmla="*/ 102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34">
                    <a:moveTo>
                      <a:pt x="0" y="102"/>
                    </a:moveTo>
                    <a:lnTo>
                      <a:pt x="104" y="102"/>
                    </a:lnTo>
                    <a:lnTo>
                      <a:pt x="104" y="0"/>
                    </a:lnTo>
                    <a:lnTo>
                      <a:pt x="132" y="0"/>
                    </a:lnTo>
                    <a:lnTo>
                      <a:pt x="132" y="102"/>
                    </a:lnTo>
                    <a:lnTo>
                      <a:pt x="237" y="102"/>
                    </a:lnTo>
                    <a:lnTo>
                      <a:pt x="237" y="130"/>
                    </a:lnTo>
                    <a:lnTo>
                      <a:pt x="132" y="130"/>
                    </a:lnTo>
                    <a:lnTo>
                      <a:pt x="132" y="234"/>
                    </a:lnTo>
                    <a:lnTo>
                      <a:pt x="104" y="234"/>
                    </a:lnTo>
                    <a:lnTo>
                      <a:pt x="104" y="130"/>
                    </a:lnTo>
                    <a:lnTo>
                      <a:pt x="0" y="130"/>
                    </a:lnTo>
                    <a:lnTo>
                      <a:pt x="0" y="102"/>
                    </a:lnTo>
                    <a:close/>
                  </a:path>
                </a:pathLst>
              </a:custGeom>
              <a:solidFill>
                <a:schemeClr val="bg2"/>
              </a:solidFill>
              <a:ln>
                <a:noFill/>
              </a:ln>
            </p:spPr>
            <p:txBody>
              <a:bodyPr anchor="ctr"/>
              <a:p>
                <a:pPr algn="ctr"/>
              </a:p>
            </p:txBody>
          </p:sp>
          <p:sp>
            <p:nvSpPr>
              <p:cNvPr id="92" name="Freeform: Shape 104"/>
              <p:cNvSpPr/>
              <p:nvPr/>
            </p:nvSpPr>
            <p:spPr bwMode="auto">
              <a:xfrm>
                <a:off x="7528014" y="4430915"/>
                <a:ext cx="156195" cy="216115"/>
              </a:xfrm>
              <a:custGeom>
                <a:avLst/>
                <a:gdLst>
                  <a:gd name="T0" fmla="*/ 3 w 98"/>
                  <a:gd name="T1" fmla="*/ 54 h 136"/>
                  <a:gd name="T2" fmla="*/ 51 w 98"/>
                  <a:gd name="T3" fmla="*/ 0 h 136"/>
                  <a:gd name="T4" fmla="*/ 97 w 98"/>
                  <a:gd name="T5" fmla="*/ 42 h 136"/>
                  <a:gd name="T6" fmla="*/ 73 w 98"/>
                  <a:gd name="T7" fmla="*/ 82 h 136"/>
                  <a:gd name="T8" fmla="*/ 35 w 98"/>
                  <a:gd name="T9" fmla="*/ 113 h 136"/>
                  <a:gd name="T10" fmla="*/ 98 w 98"/>
                  <a:gd name="T11" fmla="*/ 113 h 136"/>
                  <a:gd name="T12" fmla="*/ 98 w 98"/>
                  <a:gd name="T13" fmla="*/ 136 h 136"/>
                  <a:gd name="T14" fmla="*/ 0 w 98"/>
                  <a:gd name="T15" fmla="*/ 136 h 136"/>
                  <a:gd name="T16" fmla="*/ 42 w 98"/>
                  <a:gd name="T17" fmla="*/ 76 h 136"/>
                  <a:gd name="T18" fmla="*/ 70 w 98"/>
                  <a:gd name="T19" fmla="*/ 43 h 136"/>
                  <a:gd name="T20" fmla="*/ 51 w 98"/>
                  <a:gd name="T21" fmla="*/ 23 h 136"/>
                  <a:gd name="T22" fmla="*/ 29 w 98"/>
                  <a:gd name="T23" fmla="*/ 54 h 136"/>
                  <a:gd name="T24" fmla="*/ 3 w 98"/>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6">
                    <a:moveTo>
                      <a:pt x="3" y="54"/>
                    </a:moveTo>
                    <a:cubicBezTo>
                      <a:pt x="2" y="23"/>
                      <a:pt x="19" y="0"/>
                      <a:pt x="51" y="0"/>
                    </a:cubicBezTo>
                    <a:cubicBezTo>
                      <a:pt x="75" y="0"/>
                      <a:pt x="97" y="16"/>
                      <a:pt x="97" y="42"/>
                    </a:cubicBezTo>
                    <a:cubicBezTo>
                      <a:pt x="97" y="62"/>
                      <a:pt x="86" y="73"/>
                      <a:pt x="73" y="82"/>
                    </a:cubicBezTo>
                    <a:cubicBezTo>
                      <a:pt x="60" y="91"/>
                      <a:pt x="44" y="99"/>
                      <a:pt x="35" y="113"/>
                    </a:cubicBezTo>
                    <a:cubicBezTo>
                      <a:pt x="98" y="113"/>
                      <a:pt x="98" y="113"/>
                      <a:pt x="98" y="113"/>
                    </a:cubicBezTo>
                    <a:cubicBezTo>
                      <a:pt x="98" y="136"/>
                      <a:pt x="98" y="136"/>
                      <a:pt x="98" y="136"/>
                    </a:cubicBezTo>
                    <a:cubicBezTo>
                      <a:pt x="0" y="136"/>
                      <a:pt x="0" y="136"/>
                      <a:pt x="0" y="136"/>
                    </a:cubicBezTo>
                    <a:cubicBezTo>
                      <a:pt x="0" y="105"/>
                      <a:pt x="19" y="92"/>
                      <a:pt x="42" y="76"/>
                    </a:cubicBezTo>
                    <a:cubicBezTo>
                      <a:pt x="60" y="64"/>
                      <a:pt x="70" y="57"/>
                      <a:pt x="70" y="43"/>
                    </a:cubicBezTo>
                    <a:cubicBezTo>
                      <a:pt x="70" y="32"/>
                      <a:pt x="62" y="23"/>
                      <a:pt x="51" y="23"/>
                    </a:cubicBezTo>
                    <a:cubicBezTo>
                      <a:pt x="33" y="23"/>
                      <a:pt x="29" y="40"/>
                      <a:pt x="29" y="54"/>
                    </a:cubicBezTo>
                    <a:lnTo>
                      <a:pt x="3" y="54"/>
                    </a:lnTo>
                    <a:close/>
                  </a:path>
                </a:pathLst>
              </a:custGeom>
              <a:solidFill>
                <a:schemeClr val="bg2"/>
              </a:solidFill>
              <a:ln>
                <a:noFill/>
              </a:ln>
            </p:spPr>
            <p:txBody>
              <a:bodyPr anchor="ctr"/>
              <a:p>
                <a:pPr algn="ctr"/>
              </a:p>
            </p:txBody>
          </p:sp>
        </p:grpSp>
        <p:grpSp>
          <p:nvGrpSpPr>
            <p:cNvPr id="24" name="Group 105"/>
            <p:cNvGrpSpPr/>
            <p:nvPr/>
          </p:nvGrpSpPr>
          <p:grpSpPr>
            <a:xfrm>
              <a:off x="14341" y="3475"/>
              <a:ext cx="1276" cy="1382"/>
              <a:chOff x="5863054" y="2068463"/>
              <a:chExt cx="1080574" cy="1170118"/>
            </a:xfrm>
          </p:grpSpPr>
          <p:sp>
            <p:nvSpPr>
              <p:cNvPr id="81" name="Freeform: Shape 106"/>
              <p:cNvSpPr/>
              <p:nvPr/>
            </p:nvSpPr>
            <p:spPr bwMode="auto">
              <a:xfrm>
                <a:off x="5966062" y="2094047"/>
                <a:ext cx="977566" cy="1144534"/>
              </a:xfrm>
              <a:custGeom>
                <a:avLst/>
                <a:gdLst>
                  <a:gd name="T0" fmla="*/ 307 w 614"/>
                  <a:gd name="T1" fmla="*/ 0 h 719"/>
                  <a:gd name="T2" fmla="*/ 0 w 614"/>
                  <a:gd name="T3" fmla="*/ 307 h 719"/>
                  <a:gd name="T4" fmla="*/ 307 w 614"/>
                  <a:gd name="T5" fmla="*/ 615 h 719"/>
                  <a:gd name="T6" fmla="*/ 321 w 614"/>
                  <a:gd name="T7" fmla="*/ 614 h 719"/>
                  <a:gd name="T8" fmla="*/ 445 w 614"/>
                  <a:gd name="T9" fmla="*/ 719 h 719"/>
                  <a:gd name="T10" fmla="*/ 458 w 614"/>
                  <a:gd name="T11" fmla="*/ 575 h 719"/>
                  <a:gd name="T12" fmla="*/ 614 w 614"/>
                  <a:gd name="T13" fmla="*/ 307 h 719"/>
                  <a:gd name="T14" fmla="*/ 307 w 614"/>
                  <a:gd name="T15" fmla="*/ 0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307" y="0"/>
                    </a:moveTo>
                    <a:cubicBezTo>
                      <a:pt x="137" y="0"/>
                      <a:pt x="0" y="138"/>
                      <a:pt x="0" y="307"/>
                    </a:cubicBezTo>
                    <a:cubicBezTo>
                      <a:pt x="0" y="477"/>
                      <a:pt x="137" y="615"/>
                      <a:pt x="307" y="615"/>
                    </a:cubicBezTo>
                    <a:cubicBezTo>
                      <a:pt x="312" y="615"/>
                      <a:pt x="316" y="615"/>
                      <a:pt x="321" y="614"/>
                    </a:cubicBezTo>
                    <a:cubicBezTo>
                      <a:pt x="445" y="719"/>
                      <a:pt x="445" y="719"/>
                      <a:pt x="445" y="719"/>
                    </a:cubicBezTo>
                    <a:cubicBezTo>
                      <a:pt x="458" y="575"/>
                      <a:pt x="458" y="575"/>
                      <a:pt x="458" y="575"/>
                    </a:cubicBezTo>
                    <a:cubicBezTo>
                      <a:pt x="551" y="522"/>
                      <a:pt x="614" y="422"/>
                      <a:pt x="614" y="307"/>
                    </a:cubicBezTo>
                    <a:cubicBezTo>
                      <a:pt x="614" y="138"/>
                      <a:pt x="477" y="0"/>
                      <a:pt x="3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2" name="Freeform: Shape 107"/>
              <p:cNvSpPr/>
              <p:nvPr/>
            </p:nvSpPr>
            <p:spPr bwMode="auto">
              <a:xfrm>
                <a:off x="5863054" y="2068463"/>
                <a:ext cx="977566" cy="1144534"/>
              </a:xfrm>
              <a:custGeom>
                <a:avLst/>
                <a:gdLst>
                  <a:gd name="T0" fmla="*/ 614 w 614"/>
                  <a:gd name="T1" fmla="*/ 307 h 719"/>
                  <a:gd name="T2" fmla="*/ 307 w 614"/>
                  <a:gd name="T3" fmla="*/ 0 h 719"/>
                  <a:gd name="T4" fmla="*/ 0 w 614"/>
                  <a:gd name="T5" fmla="*/ 307 h 719"/>
                  <a:gd name="T6" fmla="*/ 307 w 614"/>
                  <a:gd name="T7" fmla="*/ 614 h 719"/>
                  <a:gd name="T8" fmla="*/ 321 w 614"/>
                  <a:gd name="T9" fmla="*/ 614 h 719"/>
                  <a:gd name="T10" fmla="*/ 445 w 614"/>
                  <a:gd name="T11" fmla="*/ 719 h 719"/>
                  <a:gd name="T12" fmla="*/ 458 w 614"/>
                  <a:gd name="T13" fmla="*/ 575 h 719"/>
                  <a:gd name="T14" fmla="*/ 614 w 614"/>
                  <a:gd name="T15" fmla="*/ 307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614" y="307"/>
                    </a:moveTo>
                    <a:cubicBezTo>
                      <a:pt x="614" y="138"/>
                      <a:pt x="477" y="0"/>
                      <a:pt x="307" y="0"/>
                    </a:cubicBezTo>
                    <a:cubicBezTo>
                      <a:pt x="137" y="0"/>
                      <a:pt x="0" y="138"/>
                      <a:pt x="0" y="307"/>
                    </a:cubicBezTo>
                    <a:cubicBezTo>
                      <a:pt x="0" y="477"/>
                      <a:pt x="137" y="614"/>
                      <a:pt x="307" y="614"/>
                    </a:cubicBezTo>
                    <a:cubicBezTo>
                      <a:pt x="312" y="614"/>
                      <a:pt x="316" y="614"/>
                      <a:pt x="321" y="614"/>
                    </a:cubicBezTo>
                    <a:cubicBezTo>
                      <a:pt x="445" y="719"/>
                      <a:pt x="445" y="719"/>
                      <a:pt x="445" y="719"/>
                    </a:cubicBezTo>
                    <a:cubicBezTo>
                      <a:pt x="458" y="575"/>
                      <a:pt x="458" y="575"/>
                      <a:pt x="458" y="575"/>
                    </a:cubicBezTo>
                    <a:cubicBezTo>
                      <a:pt x="551" y="522"/>
                      <a:pt x="614" y="422"/>
                      <a:pt x="614" y="307"/>
                    </a:cubicBezTo>
                    <a:close/>
                  </a:path>
                </a:pathLst>
              </a:custGeom>
              <a:solidFill>
                <a:schemeClr val="accent4"/>
              </a:solidFill>
              <a:ln>
                <a:noFill/>
              </a:ln>
            </p:spPr>
            <p:txBody>
              <a:bodyPr anchor="ctr"/>
              <a:p>
                <a:pPr algn="ctr"/>
              </a:p>
            </p:txBody>
          </p:sp>
          <p:sp>
            <p:nvSpPr>
              <p:cNvPr id="83" name="Freeform: Shape 108"/>
              <p:cNvSpPr/>
              <p:nvPr/>
            </p:nvSpPr>
            <p:spPr bwMode="auto">
              <a:xfrm>
                <a:off x="6063684" y="2215232"/>
                <a:ext cx="486763" cy="555436"/>
              </a:xfrm>
              <a:custGeom>
                <a:avLst/>
                <a:gdLst>
                  <a:gd name="T0" fmla="*/ 0 w 723"/>
                  <a:gd name="T1" fmla="*/ 338 h 825"/>
                  <a:gd name="T2" fmla="*/ 305 w 723"/>
                  <a:gd name="T3" fmla="*/ 825 h 825"/>
                  <a:gd name="T4" fmla="*/ 723 w 723"/>
                  <a:gd name="T5" fmla="*/ 0 h 825"/>
                  <a:gd name="T6" fmla="*/ 0 w 723"/>
                  <a:gd name="T7" fmla="*/ 338 h 825"/>
                  <a:gd name="T8" fmla="*/ 198 w 723"/>
                  <a:gd name="T9" fmla="*/ 383 h 825"/>
                  <a:gd name="T10" fmla="*/ 482 w 723"/>
                  <a:gd name="T11" fmla="*/ 250 h 825"/>
                  <a:gd name="T12" fmla="*/ 319 w 723"/>
                  <a:gd name="T13" fmla="*/ 574 h 825"/>
                  <a:gd name="T14" fmla="*/ 198 w 723"/>
                  <a:gd name="T15" fmla="*/ 383 h 8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3" h="825">
                    <a:moveTo>
                      <a:pt x="0" y="338"/>
                    </a:moveTo>
                    <a:lnTo>
                      <a:pt x="305" y="825"/>
                    </a:lnTo>
                    <a:lnTo>
                      <a:pt x="723" y="0"/>
                    </a:lnTo>
                    <a:lnTo>
                      <a:pt x="0" y="338"/>
                    </a:lnTo>
                    <a:close/>
                    <a:moveTo>
                      <a:pt x="198" y="383"/>
                    </a:moveTo>
                    <a:lnTo>
                      <a:pt x="482" y="250"/>
                    </a:lnTo>
                    <a:lnTo>
                      <a:pt x="319" y="574"/>
                    </a:lnTo>
                    <a:lnTo>
                      <a:pt x="198" y="383"/>
                    </a:lnTo>
                    <a:close/>
                  </a:path>
                </a:pathLst>
              </a:custGeom>
              <a:solidFill>
                <a:schemeClr val="bg2"/>
              </a:solidFill>
              <a:ln>
                <a:noFill/>
              </a:ln>
            </p:spPr>
            <p:txBody>
              <a:bodyPr anchor="ctr"/>
              <a:p>
                <a:pPr algn="ctr"/>
              </a:p>
            </p:txBody>
          </p:sp>
          <p:sp>
            <p:nvSpPr>
              <p:cNvPr id="84" name="Freeform: Shape 109"/>
              <p:cNvSpPr/>
              <p:nvPr/>
            </p:nvSpPr>
            <p:spPr bwMode="auto">
              <a:xfrm>
                <a:off x="6383480" y="2531662"/>
                <a:ext cx="200630" cy="207363"/>
              </a:xfrm>
              <a:custGeom>
                <a:avLst/>
                <a:gdLst>
                  <a:gd name="T0" fmla="*/ 0 w 298"/>
                  <a:gd name="T1" fmla="*/ 194 h 308"/>
                  <a:gd name="T2" fmla="*/ 184 w 298"/>
                  <a:gd name="T3" fmla="*/ 0 h 308"/>
                  <a:gd name="T4" fmla="*/ 298 w 298"/>
                  <a:gd name="T5" fmla="*/ 116 h 308"/>
                  <a:gd name="T6" fmla="*/ 113 w 298"/>
                  <a:gd name="T7" fmla="*/ 308 h 308"/>
                  <a:gd name="T8" fmla="*/ 0 w 298"/>
                  <a:gd name="T9" fmla="*/ 194 h 308"/>
                </a:gdLst>
                <a:ahLst/>
                <a:cxnLst>
                  <a:cxn ang="0">
                    <a:pos x="T0" y="T1"/>
                  </a:cxn>
                  <a:cxn ang="0">
                    <a:pos x="T2" y="T3"/>
                  </a:cxn>
                  <a:cxn ang="0">
                    <a:pos x="T4" y="T5"/>
                  </a:cxn>
                  <a:cxn ang="0">
                    <a:pos x="T6" y="T7"/>
                  </a:cxn>
                  <a:cxn ang="0">
                    <a:pos x="T8" y="T9"/>
                  </a:cxn>
                </a:cxnLst>
                <a:rect l="0" t="0" r="r" b="b"/>
                <a:pathLst>
                  <a:path w="298" h="308">
                    <a:moveTo>
                      <a:pt x="0" y="194"/>
                    </a:moveTo>
                    <a:lnTo>
                      <a:pt x="184" y="0"/>
                    </a:lnTo>
                    <a:lnTo>
                      <a:pt x="298" y="116"/>
                    </a:lnTo>
                    <a:lnTo>
                      <a:pt x="113" y="308"/>
                    </a:lnTo>
                    <a:lnTo>
                      <a:pt x="0" y="194"/>
                    </a:lnTo>
                    <a:close/>
                  </a:path>
                </a:pathLst>
              </a:custGeom>
              <a:solidFill>
                <a:schemeClr val="bg2"/>
              </a:solidFill>
              <a:ln>
                <a:noFill/>
              </a:ln>
            </p:spPr>
            <p:txBody>
              <a:bodyPr anchor="ctr"/>
              <a:p>
                <a:pPr algn="ctr"/>
              </a:p>
            </p:txBody>
          </p:sp>
          <p:sp>
            <p:nvSpPr>
              <p:cNvPr id="85" name="Freeform: Shape 110"/>
              <p:cNvSpPr/>
              <p:nvPr/>
            </p:nvSpPr>
            <p:spPr bwMode="auto">
              <a:xfrm>
                <a:off x="6351837" y="2675066"/>
                <a:ext cx="94929" cy="87523"/>
              </a:xfrm>
              <a:custGeom>
                <a:avLst/>
                <a:gdLst>
                  <a:gd name="T0" fmla="*/ 16 w 60"/>
                  <a:gd name="T1" fmla="*/ 0 h 55"/>
                  <a:gd name="T2" fmla="*/ 60 w 60"/>
                  <a:gd name="T3" fmla="*/ 45 h 55"/>
                  <a:gd name="T4" fmla="*/ 0 w 60"/>
                  <a:gd name="T5" fmla="*/ 55 h 55"/>
                  <a:gd name="T6" fmla="*/ 16 w 60"/>
                  <a:gd name="T7" fmla="*/ 0 h 55"/>
                </a:gdLst>
                <a:ahLst/>
                <a:cxnLst>
                  <a:cxn ang="0">
                    <a:pos x="T0" y="T1"/>
                  </a:cxn>
                  <a:cxn ang="0">
                    <a:pos x="T2" y="T3"/>
                  </a:cxn>
                  <a:cxn ang="0">
                    <a:pos x="T4" y="T5"/>
                  </a:cxn>
                  <a:cxn ang="0">
                    <a:pos x="T6" y="T7"/>
                  </a:cxn>
                </a:cxnLst>
                <a:rect l="0" t="0" r="r" b="b"/>
                <a:pathLst>
                  <a:path w="60" h="55">
                    <a:moveTo>
                      <a:pt x="16" y="0"/>
                    </a:moveTo>
                    <a:cubicBezTo>
                      <a:pt x="17" y="1"/>
                      <a:pt x="60" y="45"/>
                      <a:pt x="60" y="45"/>
                    </a:cubicBezTo>
                    <a:cubicBezTo>
                      <a:pt x="0" y="55"/>
                      <a:pt x="0" y="55"/>
                      <a:pt x="0" y="55"/>
                    </a:cubicBezTo>
                    <a:lnTo>
                      <a:pt x="16" y="0"/>
                    </a:lnTo>
                    <a:close/>
                  </a:path>
                </a:pathLst>
              </a:custGeom>
              <a:solidFill>
                <a:schemeClr val="bg2"/>
              </a:solidFill>
              <a:ln>
                <a:noFill/>
              </a:ln>
            </p:spPr>
            <p:txBody>
              <a:bodyPr anchor="ctr"/>
              <a:p>
                <a:pPr algn="ctr"/>
              </a:p>
            </p:txBody>
          </p:sp>
          <p:sp>
            <p:nvSpPr>
              <p:cNvPr id="86" name="Freeform: Shape 111"/>
              <p:cNvSpPr/>
              <p:nvPr/>
            </p:nvSpPr>
            <p:spPr bwMode="auto">
              <a:xfrm>
                <a:off x="6502646" y="2476455"/>
                <a:ext cx="135324" cy="133305"/>
              </a:xfrm>
              <a:custGeom>
                <a:avLst/>
                <a:gdLst>
                  <a:gd name="T0" fmla="*/ 156 w 201"/>
                  <a:gd name="T1" fmla="*/ 198 h 198"/>
                  <a:gd name="T2" fmla="*/ 0 w 201"/>
                  <a:gd name="T3" fmla="*/ 44 h 198"/>
                  <a:gd name="T4" fmla="*/ 45 w 201"/>
                  <a:gd name="T5" fmla="*/ 0 h 198"/>
                  <a:gd name="T6" fmla="*/ 201 w 201"/>
                  <a:gd name="T7" fmla="*/ 153 h 198"/>
                  <a:gd name="T8" fmla="*/ 156 w 201"/>
                  <a:gd name="T9" fmla="*/ 198 h 198"/>
                </a:gdLst>
                <a:ahLst/>
                <a:cxnLst>
                  <a:cxn ang="0">
                    <a:pos x="T0" y="T1"/>
                  </a:cxn>
                  <a:cxn ang="0">
                    <a:pos x="T2" y="T3"/>
                  </a:cxn>
                  <a:cxn ang="0">
                    <a:pos x="T4" y="T5"/>
                  </a:cxn>
                  <a:cxn ang="0">
                    <a:pos x="T6" y="T7"/>
                  </a:cxn>
                  <a:cxn ang="0">
                    <a:pos x="T8" y="T9"/>
                  </a:cxn>
                </a:cxnLst>
                <a:rect l="0" t="0" r="r" b="b"/>
                <a:pathLst>
                  <a:path w="201" h="198">
                    <a:moveTo>
                      <a:pt x="156" y="198"/>
                    </a:moveTo>
                    <a:lnTo>
                      <a:pt x="0" y="44"/>
                    </a:lnTo>
                    <a:lnTo>
                      <a:pt x="45" y="0"/>
                    </a:lnTo>
                    <a:lnTo>
                      <a:pt x="201" y="153"/>
                    </a:lnTo>
                    <a:lnTo>
                      <a:pt x="156" y="198"/>
                    </a:lnTo>
                    <a:close/>
                  </a:path>
                </a:pathLst>
              </a:custGeom>
              <a:solidFill>
                <a:schemeClr val="bg2"/>
              </a:solidFill>
              <a:ln>
                <a:noFill/>
              </a:ln>
            </p:spPr>
            <p:txBody>
              <a:bodyPr anchor="ctr"/>
              <a:p>
                <a:pPr algn="ctr"/>
              </a:p>
            </p:txBody>
          </p:sp>
          <p:sp>
            <p:nvSpPr>
              <p:cNvPr id="87" name="Rectangle 112"/>
              <p:cNvSpPr/>
              <p:nvPr/>
            </p:nvSpPr>
            <p:spPr bwMode="auto">
              <a:xfrm>
                <a:off x="6200355" y="2799618"/>
                <a:ext cx="311717" cy="31643"/>
              </a:xfrm>
              <a:prstGeom prst="rect">
                <a:avLst/>
              </a:prstGeom>
              <a:solidFill>
                <a:schemeClr val="bg2"/>
              </a:solidFill>
              <a:ln>
                <a:noFill/>
              </a:ln>
            </p:spPr>
            <p:txBody>
              <a:bodyPr anchor="ctr"/>
              <a:p>
                <a:pPr algn="ctr"/>
              </a:p>
            </p:txBody>
          </p:sp>
        </p:grpSp>
        <p:grpSp>
          <p:nvGrpSpPr>
            <p:cNvPr id="33" name="Group 113"/>
            <p:cNvGrpSpPr/>
            <p:nvPr/>
          </p:nvGrpSpPr>
          <p:grpSpPr>
            <a:xfrm>
              <a:off x="12257" y="6074"/>
              <a:ext cx="1149" cy="1252"/>
              <a:chOff x="4098452" y="4268661"/>
              <a:chExt cx="972853" cy="1059703"/>
            </a:xfrm>
          </p:grpSpPr>
          <p:sp>
            <p:nvSpPr>
              <p:cNvPr id="74" name="Freeform: Shape 114"/>
              <p:cNvSpPr/>
              <p:nvPr/>
            </p:nvSpPr>
            <p:spPr bwMode="auto">
              <a:xfrm>
                <a:off x="4354962" y="4408698"/>
                <a:ext cx="334608" cy="624108"/>
              </a:xfrm>
              <a:custGeom>
                <a:avLst/>
                <a:gdLst>
                  <a:gd name="T0" fmla="*/ 210 w 210"/>
                  <a:gd name="T1" fmla="*/ 261 h 392"/>
                  <a:gd name="T2" fmla="*/ 204 w 210"/>
                  <a:gd name="T3" fmla="*/ 290 h 392"/>
                  <a:gd name="T4" fmla="*/ 187 w 210"/>
                  <a:gd name="T5" fmla="*/ 318 h 392"/>
                  <a:gd name="T6" fmla="*/ 159 w 210"/>
                  <a:gd name="T7" fmla="*/ 341 h 392"/>
                  <a:gd name="T8" fmla="*/ 123 w 210"/>
                  <a:gd name="T9" fmla="*/ 355 h 392"/>
                  <a:gd name="T10" fmla="*/ 123 w 210"/>
                  <a:gd name="T11" fmla="*/ 392 h 392"/>
                  <a:gd name="T12" fmla="*/ 96 w 210"/>
                  <a:gd name="T13" fmla="*/ 392 h 392"/>
                  <a:gd name="T14" fmla="*/ 96 w 210"/>
                  <a:gd name="T15" fmla="*/ 358 h 392"/>
                  <a:gd name="T16" fmla="*/ 94 w 210"/>
                  <a:gd name="T17" fmla="*/ 358 h 392"/>
                  <a:gd name="T18" fmla="*/ 91 w 210"/>
                  <a:gd name="T19" fmla="*/ 358 h 392"/>
                  <a:gd name="T20" fmla="*/ 64 w 210"/>
                  <a:gd name="T21" fmla="*/ 357 h 392"/>
                  <a:gd name="T22" fmla="*/ 41 w 210"/>
                  <a:gd name="T23" fmla="*/ 352 h 392"/>
                  <a:gd name="T24" fmla="*/ 20 w 210"/>
                  <a:gd name="T25" fmla="*/ 345 h 392"/>
                  <a:gd name="T26" fmla="*/ 0 w 210"/>
                  <a:gd name="T27" fmla="*/ 335 h 392"/>
                  <a:gd name="T28" fmla="*/ 15 w 210"/>
                  <a:gd name="T29" fmla="*/ 288 h 392"/>
                  <a:gd name="T30" fmla="*/ 31 w 210"/>
                  <a:gd name="T31" fmla="*/ 297 h 392"/>
                  <a:gd name="T32" fmla="*/ 51 w 210"/>
                  <a:gd name="T33" fmla="*/ 306 h 392"/>
                  <a:gd name="T34" fmla="*/ 74 w 210"/>
                  <a:gd name="T35" fmla="*/ 314 h 392"/>
                  <a:gd name="T36" fmla="*/ 96 w 210"/>
                  <a:gd name="T37" fmla="*/ 318 h 392"/>
                  <a:gd name="T38" fmla="*/ 96 w 210"/>
                  <a:gd name="T39" fmla="*/ 219 h 392"/>
                  <a:gd name="T40" fmla="*/ 66 w 210"/>
                  <a:gd name="T41" fmla="*/ 206 h 392"/>
                  <a:gd name="T42" fmla="*/ 39 w 210"/>
                  <a:gd name="T43" fmla="*/ 188 h 392"/>
                  <a:gd name="T44" fmla="*/ 19 w 210"/>
                  <a:gd name="T45" fmla="*/ 160 h 392"/>
                  <a:gd name="T46" fmla="*/ 11 w 210"/>
                  <a:gd name="T47" fmla="*/ 119 h 392"/>
                  <a:gd name="T48" fmla="*/ 17 w 210"/>
                  <a:gd name="T49" fmla="*/ 94 h 392"/>
                  <a:gd name="T50" fmla="*/ 33 w 210"/>
                  <a:gd name="T51" fmla="*/ 69 h 392"/>
                  <a:gd name="T52" fmla="*/ 60 w 210"/>
                  <a:gd name="T53" fmla="*/ 48 h 392"/>
                  <a:gd name="T54" fmla="*/ 96 w 210"/>
                  <a:gd name="T55" fmla="*/ 35 h 392"/>
                  <a:gd name="T56" fmla="*/ 96 w 210"/>
                  <a:gd name="T57" fmla="*/ 0 h 392"/>
                  <a:gd name="T58" fmla="*/ 123 w 210"/>
                  <a:gd name="T59" fmla="*/ 0 h 392"/>
                  <a:gd name="T60" fmla="*/ 123 w 210"/>
                  <a:gd name="T61" fmla="*/ 32 h 392"/>
                  <a:gd name="T62" fmla="*/ 123 w 210"/>
                  <a:gd name="T63" fmla="*/ 32 h 392"/>
                  <a:gd name="T64" fmla="*/ 161 w 210"/>
                  <a:gd name="T65" fmla="*/ 34 h 392"/>
                  <a:gd name="T66" fmla="*/ 196 w 210"/>
                  <a:gd name="T67" fmla="*/ 40 h 392"/>
                  <a:gd name="T68" fmla="*/ 187 w 210"/>
                  <a:gd name="T69" fmla="*/ 87 h 392"/>
                  <a:gd name="T70" fmla="*/ 155 w 210"/>
                  <a:gd name="T71" fmla="*/ 77 h 392"/>
                  <a:gd name="T72" fmla="*/ 123 w 210"/>
                  <a:gd name="T73" fmla="*/ 72 h 392"/>
                  <a:gd name="T74" fmla="*/ 123 w 210"/>
                  <a:gd name="T75" fmla="*/ 159 h 392"/>
                  <a:gd name="T76" fmla="*/ 153 w 210"/>
                  <a:gd name="T77" fmla="*/ 172 h 392"/>
                  <a:gd name="T78" fmla="*/ 181 w 210"/>
                  <a:gd name="T79" fmla="*/ 191 h 392"/>
                  <a:gd name="T80" fmla="*/ 202 w 210"/>
                  <a:gd name="T81" fmla="*/ 219 h 392"/>
                  <a:gd name="T82" fmla="*/ 210 w 210"/>
                  <a:gd name="T83" fmla="*/ 261 h 392"/>
                  <a:gd name="T84" fmla="*/ 65 w 210"/>
                  <a:gd name="T85" fmla="*/ 110 h 392"/>
                  <a:gd name="T86" fmla="*/ 74 w 210"/>
                  <a:gd name="T87" fmla="*/ 133 h 392"/>
                  <a:gd name="T88" fmla="*/ 96 w 210"/>
                  <a:gd name="T89" fmla="*/ 148 h 392"/>
                  <a:gd name="T90" fmla="*/ 96 w 210"/>
                  <a:gd name="T91" fmla="*/ 73 h 392"/>
                  <a:gd name="T92" fmla="*/ 77 w 210"/>
                  <a:gd name="T93" fmla="*/ 79 h 392"/>
                  <a:gd name="T94" fmla="*/ 68 w 210"/>
                  <a:gd name="T95" fmla="*/ 90 h 392"/>
                  <a:gd name="T96" fmla="*/ 65 w 210"/>
                  <a:gd name="T97" fmla="*/ 110 h 392"/>
                  <a:gd name="T98" fmla="*/ 155 w 210"/>
                  <a:gd name="T99" fmla="*/ 269 h 392"/>
                  <a:gd name="T100" fmla="*/ 146 w 210"/>
                  <a:gd name="T101" fmla="*/ 246 h 392"/>
                  <a:gd name="T102" fmla="*/ 123 w 210"/>
                  <a:gd name="T103" fmla="*/ 230 h 392"/>
                  <a:gd name="T104" fmla="*/ 123 w 210"/>
                  <a:gd name="T105" fmla="*/ 316 h 392"/>
                  <a:gd name="T106" fmla="*/ 132 w 210"/>
                  <a:gd name="T107" fmla="*/ 314 h 392"/>
                  <a:gd name="T108" fmla="*/ 140 w 210"/>
                  <a:gd name="T109" fmla="*/ 311 h 392"/>
                  <a:gd name="T110" fmla="*/ 151 w 210"/>
                  <a:gd name="T111" fmla="*/ 298 h 392"/>
                  <a:gd name="T112" fmla="*/ 155 w 210"/>
                  <a:gd name="T113" fmla="*/ 2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210" y="261"/>
                    </a:moveTo>
                    <a:cubicBezTo>
                      <a:pt x="210" y="271"/>
                      <a:pt x="208" y="281"/>
                      <a:pt x="204" y="290"/>
                    </a:cubicBezTo>
                    <a:cubicBezTo>
                      <a:pt x="200" y="300"/>
                      <a:pt x="194" y="310"/>
                      <a:pt x="187" y="318"/>
                    </a:cubicBezTo>
                    <a:cubicBezTo>
                      <a:pt x="179" y="327"/>
                      <a:pt x="170" y="334"/>
                      <a:pt x="159" y="341"/>
                    </a:cubicBezTo>
                    <a:cubicBezTo>
                      <a:pt x="148" y="347"/>
                      <a:pt x="136" y="352"/>
                      <a:pt x="123" y="355"/>
                    </a:cubicBezTo>
                    <a:cubicBezTo>
                      <a:pt x="123" y="392"/>
                      <a:pt x="123" y="392"/>
                      <a:pt x="123" y="392"/>
                    </a:cubicBezTo>
                    <a:cubicBezTo>
                      <a:pt x="96" y="392"/>
                      <a:pt x="96" y="392"/>
                      <a:pt x="96" y="392"/>
                    </a:cubicBezTo>
                    <a:cubicBezTo>
                      <a:pt x="96" y="358"/>
                      <a:pt x="96" y="358"/>
                      <a:pt x="96" y="358"/>
                    </a:cubicBezTo>
                    <a:cubicBezTo>
                      <a:pt x="95" y="358"/>
                      <a:pt x="94" y="358"/>
                      <a:pt x="94" y="358"/>
                    </a:cubicBezTo>
                    <a:cubicBezTo>
                      <a:pt x="93" y="358"/>
                      <a:pt x="92" y="358"/>
                      <a:pt x="91" y="358"/>
                    </a:cubicBezTo>
                    <a:cubicBezTo>
                      <a:pt x="82" y="358"/>
                      <a:pt x="73" y="358"/>
                      <a:pt x="64" y="357"/>
                    </a:cubicBezTo>
                    <a:cubicBezTo>
                      <a:pt x="56" y="356"/>
                      <a:pt x="48" y="354"/>
                      <a:pt x="41" y="352"/>
                    </a:cubicBezTo>
                    <a:cubicBezTo>
                      <a:pt x="34" y="350"/>
                      <a:pt x="27" y="348"/>
                      <a:pt x="20" y="345"/>
                    </a:cubicBezTo>
                    <a:cubicBezTo>
                      <a:pt x="13" y="342"/>
                      <a:pt x="7" y="339"/>
                      <a:pt x="0" y="335"/>
                    </a:cubicBezTo>
                    <a:cubicBezTo>
                      <a:pt x="15" y="288"/>
                      <a:pt x="15" y="288"/>
                      <a:pt x="15" y="288"/>
                    </a:cubicBezTo>
                    <a:cubicBezTo>
                      <a:pt x="19" y="291"/>
                      <a:pt x="25" y="294"/>
                      <a:pt x="31" y="297"/>
                    </a:cubicBezTo>
                    <a:cubicBezTo>
                      <a:pt x="37" y="301"/>
                      <a:pt x="44" y="304"/>
                      <a:pt x="51" y="306"/>
                    </a:cubicBezTo>
                    <a:cubicBezTo>
                      <a:pt x="59" y="309"/>
                      <a:pt x="66" y="312"/>
                      <a:pt x="74" y="314"/>
                    </a:cubicBezTo>
                    <a:cubicBezTo>
                      <a:pt x="82" y="316"/>
                      <a:pt x="89" y="317"/>
                      <a:pt x="96" y="318"/>
                    </a:cubicBezTo>
                    <a:cubicBezTo>
                      <a:pt x="96" y="219"/>
                      <a:pt x="96" y="219"/>
                      <a:pt x="96" y="219"/>
                    </a:cubicBezTo>
                    <a:cubicBezTo>
                      <a:pt x="86" y="215"/>
                      <a:pt x="76" y="211"/>
                      <a:pt x="66" y="206"/>
                    </a:cubicBezTo>
                    <a:cubicBezTo>
                      <a:pt x="56" y="201"/>
                      <a:pt x="47" y="195"/>
                      <a:pt x="39" y="188"/>
                    </a:cubicBezTo>
                    <a:cubicBezTo>
                      <a:pt x="30" y="180"/>
                      <a:pt x="24" y="171"/>
                      <a:pt x="19" y="160"/>
                    </a:cubicBezTo>
                    <a:cubicBezTo>
                      <a:pt x="13" y="149"/>
                      <a:pt x="11" y="136"/>
                      <a:pt x="11" y="119"/>
                    </a:cubicBezTo>
                    <a:cubicBezTo>
                      <a:pt x="11" y="111"/>
                      <a:pt x="13" y="103"/>
                      <a:pt x="17" y="94"/>
                    </a:cubicBezTo>
                    <a:cubicBezTo>
                      <a:pt x="21" y="85"/>
                      <a:pt x="26" y="77"/>
                      <a:pt x="33" y="69"/>
                    </a:cubicBezTo>
                    <a:cubicBezTo>
                      <a:pt x="41" y="61"/>
                      <a:pt x="50" y="54"/>
                      <a:pt x="60" y="48"/>
                    </a:cubicBezTo>
                    <a:cubicBezTo>
                      <a:pt x="71" y="42"/>
                      <a:pt x="83" y="37"/>
                      <a:pt x="96" y="35"/>
                    </a:cubicBezTo>
                    <a:cubicBezTo>
                      <a:pt x="96" y="0"/>
                      <a:pt x="96" y="0"/>
                      <a:pt x="96" y="0"/>
                    </a:cubicBezTo>
                    <a:cubicBezTo>
                      <a:pt x="123" y="0"/>
                      <a:pt x="123" y="0"/>
                      <a:pt x="123" y="0"/>
                    </a:cubicBezTo>
                    <a:cubicBezTo>
                      <a:pt x="123" y="32"/>
                      <a:pt x="123" y="32"/>
                      <a:pt x="123" y="32"/>
                    </a:cubicBezTo>
                    <a:cubicBezTo>
                      <a:pt x="123" y="32"/>
                      <a:pt x="123" y="32"/>
                      <a:pt x="123" y="32"/>
                    </a:cubicBezTo>
                    <a:cubicBezTo>
                      <a:pt x="137" y="32"/>
                      <a:pt x="149" y="33"/>
                      <a:pt x="161" y="34"/>
                    </a:cubicBezTo>
                    <a:cubicBezTo>
                      <a:pt x="172" y="36"/>
                      <a:pt x="184" y="38"/>
                      <a:pt x="196" y="40"/>
                    </a:cubicBezTo>
                    <a:cubicBezTo>
                      <a:pt x="187" y="87"/>
                      <a:pt x="187" y="87"/>
                      <a:pt x="187" y="87"/>
                    </a:cubicBezTo>
                    <a:cubicBezTo>
                      <a:pt x="176" y="83"/>
                      <a:pt x="166" y="80"/>
                      <a:pt x="155" y="77"/>
                    </a:cubicBezTo>
                    <a:cubicBezTo>
                      <a:pt x="143" y="74"/>
                      <a:pt x="133" y="73"/>
                      <a:pt x="123" y="72"/>
                    </a:cubicBezTo>
                    <a:cubicBezTo>
                      <a:pt x="123" y="159"/>
                      <a:pt x="123" y="159"/>
                      <a:pt x="123" y="159"/>
                    </a:cubicBezTo>
                    <a:cubicBezTo>
                      <a:pt x="132" y="163"/>
                      <a:pt x="143" y="168"/>
                      <a:pt x="153" y="172"/>
                    </a:cubicBezTo>
                    <a:cubicBezTo>
                      <a:pt x="163" y="177"/>
                      <a:pt x="173" y="183"/>
                      <a:pt x="181" y="191"/>
                    </a:cubicBezTo>
                    <a:cubicBezTo>
                      <a:pt x="190" y="198"/>
                      <a:pt x="197" y="208"/>
                      <a:pt x="202" y="219"/>
                    </a:cubicBezTo>
                    <a:cubicBezTo>
                      <a:pt x="207" y="230"/>
                      <a:pt x="210" y="244"/>
                      <a:pt x="210" y="261"/>
                    </a:cubicBezTo>
                    <a:moveTo>
                      <a:pt x="65" y="110"/>
                    </a:moveTo>
                    <a:cubicBezTo>
                      <a:pt x="65" y="119"/>
                      <a:pt x="68" y="127"/>
                      <a:pt x="74" y="133"/>
                    </a:cubicBezTo>
                    <a:cubicBezTo>
                      <a:pt x="80" y="139"/>
                      <a:pt x="87" y="144"/>
                      <a:pt x="96" y="148"/>
                    </a:cubicBezTo>
                    <a:cubicBezTo>
                      <a:pt x="96" y="73"/>
                      <a:pt x="96" y="73"/>
                      <a:pt x="96" y="73"/>
                    </a:cubicBezTo>
                    <a:cubicBezTo>
                      <a:pt x="88" y="74"/>
                      <a:pt x="82" y="76"/>
                      <a:pt x="77" y="79"/>
                    </a:cubicBezTo>
                    <a:cubicBezTo>
                      <a:pt x="73" y="81"/>
                      <a:pt x="70" y="85"/>
                      <a:pt x="68" y="90"/>
                    </a:cubicBezTo>
                    <a:cubicBezTo>
                      <a:pt x="66" y="95"/>
                      <a:pt x="65" y="102"/>
                      <a:pt x="65" y="110"/>
                    </a:cubicBezTo>
                    <a:moveTo>
                      <a:pt x="155" y="269"/>
                    </a:moveTo>
                    <a:cubicBezTo>
                      <a:pt x="155" y="260"/>
                      <a:pt x="152" y="252"/>
                      <a:pt x="146" y="246"/>
                    </a:cubicBezTo>
                    <a:cubicBezTo>
                      <a:pt x="140" y="240"/>
                      <a:pt x="132" y="235"/>
                      <a:pt x="123" y="230"/>
                    </a:cubicBezTo>
                    <a:cubicBezTo>
                      <a:pt x="123" y="316"/>
                      <a:pt x="123" y="316"/>
                      <a:pt x="123" y="316"/>
                    </a:cubicBezTo>
                    <a:cubicBezTo>
                      <a:pt x="126" y="316"/>
                      <a:pt x="129" y="315"/>
                      <a:pt x="132" y="314"/>
                    </a:cubicBezTo>
                    <a:cubicBezTo>
                      <a:pt x="134" y="313"/>
                      <a:pt x="137" y="312"/>
                      <a:pt x="140" y="311"/>
                    </a:cubicBezTo>
                    <a:cubicBezTo>
                      <a:pt x="144" y="309"/>
                      <a:pt x="148" y="305"/>
                      <a:pt x="151" y="298"/>
                    </a:cubicBezTo>
                    <a:cubicBezTo>
                      <a:pt x="154" y="290"/>
                      <a:pt x="155" y="281"/>
                      <a:pt x="155" y="269"/>
                    </a:cubicBezTo>
                  </a:path>
                </a:pathLst>
              </a:custGeom>
              <a:solidFill>
                <a:schemeClr val="bg2"/>
              </a:solidFill>
              <a:ln>
                <a:noFill/>
              </a:ln>
            </p:spPr>
            <p:txBody>
              <a:bodyPr anchor="ctr"/>
              <a:p>
                <a:pPr algn="ctr"/>
              </a:p>
            </p:txBody>
          </p:sp>
          <p:sp>
            <p:nvSpPr>
              <p:cNvPr id="75" name="Freeform: Shape 115"/>
              <p:cNvSpPr/>
              <p:nvPr/>
            </p:nvSpPr>
            <p:spPr bwMode="auto">
              <a:xfrm>
                <a:off x="4183282" y="4288858"/>
                <a:ext cx="888023" cy="1039506"/>
              </a:xfrm>
              <a:custGeom>
                <a:avLst/>
                <a:gdLst>
                  <a:gd name="T0" fmla="*/ 231 w 558"/>
                  <a:gd name="T1" fmla="*/ 391 h 653"/>
                  <a:gd name="T2" fmla="*/ 248 w 558"/>
                  <a:gd name="T3" fmla="*/ 386 h 653"/>
                  <a:gd name="T4" fmla="*/ 263 w 558"/>
                  <a:gd name="T5" fmla="*/ 344 h 653"/>
                  <a:gd name="T6" fmla="*/ 231 w 558"/>
                  <a:gd name="T7" fmla="*/ 305 h 653"/>
                  <a:gd name="T8" fmla="*/ 185 w 558"/>
                  <a:gd name="T9" fmla="*/ 154 h 653"/>
                  <a:gd name="T10" fmla="*/ 173 w 558"/>
                  <a:gd name="T11" fmla="*/ 185 h 653"/>
                  <a:gd name="T12" fmla="*/ 204 w 558"/>
                  <a:gd name="T13" fmla="*/ 223 h 653"/>
                  <a:gd name="T14" fmla="*/ 204 w 558"/>
                  <a:gd name="T15" fmla="*/ 393 h 653"/>
                  <a:gd name="T16" fmla="*/ 174 w 558"/>
                  <a:gd name="T17" fmla="*/ 281 h 653"/>
                  <a:gd name="T18" fmla="*/ 127 w 558"/>
                  <a:gd name="T19" fmla="*/ 235 h 653"/>
                  <a:gd name="T20" fmla="*/ 125 w 558"/>
                  <a:gd name="T21" fmla="*/ 169 h 653"/>
                  <a:gd name="T22" fmla="*/ 168 w 558"/>
                  <a:gd name="T23" fmla="*/ 123 h 653"/>
                  <a:gd name="T24" fmla="*/ 204 w 558"/>
                  <a:gd name="T25" fmla="*/ 75 h 653"/>
                  <a:gd name="T26" fmla="*/ 231 w 558"/>
                  <a:gd name="T27" fmla="*/ 107 h 653"/>
                  <a:gd name="T28" fmla="*/ 269 w 558"/>
                  <a:gd name="T29" fmla="*/ 109 h 653"/>
                  <a:gd name="T30" fmla="*/ 295 w 558"/>
                  <a:gd name="T31" fmla="*/ 162 h 653"/>
                  <a:gd name="T32" fmla="*/ 231 w 558"/>
                  <a:gd name="T33" fmla="*/ 147 h 653"/>
                  <a:gd name="T34" fmla="*/ 261 w 558"/>
                  <a:gd name="T35" fmla="*/ 247 h 653"/>
                  <a:gd name="T36" fmla="*/ 310 w 558"/>
                  <a:gd name="T37" fmla="*/ 294 h 653"/>
                  <a:gd name="T38" fmla="*/ 312 w 558"/>
                  <a:gd name="T39" fmla="*/ 365 h 653"/>
                  <a:gd name="T40" fmla="*/ 267 w 558"/>
                  <a:gd name="T41" fmla="*/ 416 h 653"/>
                  <a:gd name="T42" fmla="*/ 231 w 558"/>
                  <a:gd name="T43" fmla="*/ 467 h 653"/>
                  <a:gd name="T44" fmla="*/ 204 w 558"/>
                  <a:gd name="T45" fmla="*/ 433 h 653"/>
                  <a:gd name="T46" fmla="*/ 199 w 558"/>
                  <a:gd name="T47" fmla="*/ 433 h 653"/>
                  <a:gd name="T48" fmla="*/ 149 w 558"/>
                  <a:gd name="T49" fmla="*/ 427 h 653"/>
                  <a:gd name="T50" fmla="*/ 108 w 558"/>
                  <a:gd name="T51" fmla="*/ 410 h 653"/>
                  <a:gd name="T52" fmla="*/ 139 w 558"/>
                  <a:gd name="T53" fmla="*/ 372 h 653"/>
                  <a:gd name="T54" fmla="*/ 182 w 558"/>
                  <a:gd name="T55" fmla="*/ 389 h 653"/>
                  <a:gd name="T56" fmla="*/ 279 w 558"/>
                  <a:gd name="T57" fmla="*/ 0 h 653"/>
                  <a:gd name="T58" fmla="*/ 279 w 558"/>
                  <a:gd name="T59" fmla="*/ 558 h 653"/>
                  <a:gd name="T60" fmla="*/ 405 w 558"/>
                  <a:gd name="T61" fmla="*/ 653 h 653"/>
                  <a:gd name="T62" fmla="*/ 558 w 558"/>
                  <a:gd name="T63" fmla="*/ 279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8" h="653">
                    <a:moveTo>
                      <a:pt x="231" y="305"/>
                    </a:moveTo>
                    <a:cubicBezTo>
                      <a:pt x="231" y="391"/>
                      <a:pt x="231" y="391"/>
                      <a:pt x="231" y="391"/>
                    </a:cubicBezTo>
                    <a:cubicBezTo>
                      <a:pt x="234" y="391"/>
                      <a:pt x="237" y="390"/>
                      <a:pt x="240" y="389"/>
                    </a:cubicBezTo>
                    <a:cubicBezTo>
                      <a:pt x="242" y="388"/>
                      <a:pt x="245" y="387"/>
                      <a:pt x="248" y="386"/>
                    </a:cubicBezTo>
                    <a:cubicBezTo>
                      <a:pt x="252" y="384"/>
                      <a:pt x="256" y="380"/>
                      <a:pt x="259" y="373"/>
                    </a:cubicBezTo>
                    <a:cubicBezTo>
                      <a:pt x="262" y="365"/>
                      <a:pt x="263" y="356"/>
                      <a:pt x="263" y="344"/>
                    </a:cubicBezTo>
                    <a:cubicBezTo>
                      <a:pt x="263" y="335"/>
                      <a:pt x="260" y="327"/>
                      <a:pt x="254" y="321"/>
                    </a:cubicBezTo>
                    <a:cubicBezTo>
                      <a:pt x="248" y="315"/>
                      <a:pt x="240" y="310"/>
                      <a:pt x="231" y="305"/>
                    </a:cubicBezTo>
                    <a:moveTo>
                      <a:pt x="204" y="148"/>
                    </a:moveTo>
                    <a:cubicBezTo>
                      <a:pt x="196" y="149"/>
                      <a:pt x="190" y="151"/>
                      <a:pt x="185" y="154"/>
                    </a:cubicBezTo>
                    <a:cubicBezTo>
                      <a:pt x="181" y="156"/>
                      <a:pt x="178" y="160"/>
                      <a:pt x="176" y="165"/>
                    </a:cubicBezTo>
                    <a:cubicBezTo>
                      <a:pt x="174" y="170"/>
                      <a:pt x="173" y="177"/>
                      <a:pt x="173" y="185"/>
                    </a:cubicBezTo>
                    <a:cubicBezTo>
                      <a:pt x="173" y="194"/>
                      <a:pt x="176" y="202"/>
                      <a:pt x="182" y="208"/>
                    </a:cubicBezTo>
                    <a:cubicBezTo>
                      <a:pt x="188" y="214"/>
                      <a:pt x="195" y="219"/>
                      <a:pt x="204" y="223"/>
                    </a:cubicBezTo>
                    <a:cubicBezTo>
                      <a:pt x="204" y="148"/>
                      <a:pt x="204" y="148"/>
                      <a:pt x="204" y="148"/>
                    </a:cubicBezTo>
                    <a:moveTo>
                      <a:pt x="204" y="393"/>
                    </a:moveTo>
                    <a:cubicBezTo>
                      <a:pt x="204" y="294"/>
                      <a:pt x="204" y="294"/>
                      <a:pt x="204" y="294"/>
                    </a:cubicBezTo>
                    <a:cubicBezTo>
                      <a:pt x="194" y="290"/>
                      <a:pt x="184" y="286"/>
                      <a:pt x="174" y="281"/>
                    </a:cubicBezTo>
                    <a:cubicBezTo>
                      <a:pt x="164" y="276"/>
                      <a:pt x="155" y="270"/>
                      <a:pt x="147" y="263"/>
                    </a:cubicBezTo>
                    <a:cubicBezTo>
                      <a:pt x="138" y="255"/>
                      <a:pt x="132" y="246"/>
                      <a:pt x="127" y="235"/>
                    </a:cubicBezTo>
                    <a:cubicBezTo>
                      <a:pt x="121" y="224"/>
                      <a:pt x="119" y="211"/>
                      <a:pt x="119" y="194"/>
                    </a:cubicBezTo>
                    <a:cubicBezTo>
                      <a:pt x="119" y="186"/>
                      <a:pt x="121" y="178"/>
                      <a:pt x="125" y="169"/>
                    </a:cubicBezTo>
                    <a:cubicBezTo>
                      <a:pt x="129" y="160"/>
                      <a:pt x="134" y="152"/>
                      <a:pt x="141" y="144"/>
                    </a:cubicBezTo>
                    <a:cubicBezTo>
                      <a:pt x="149" y="136"/>
                      <a:pt x="158" y="129"/>
                      <a:pt x="168" y="123"/>
                    </a:cubicBezTo>
                    <a:cubicBezTo>
                      <a:pt x="179" y="117"/>
                      <a:pt x="191" y="112"/>
                      <a:pt x="204" y="110"/>
                    </a:cubicBezTo>
                    <a:cubicBezTo>
                      <a:pt x="204" y="75"/>
                      <a:pt x="204" y="75"/>
                      <a:pt x="204" y="75"/>
                    </a:cubicBezTo>
                    <a:cubicBezTo>
                      <a:pt x="231" y="75"/>
                      <a:pt x="231" y="75"/>
                      <a:pt x="231" y="75"/>
                    </a:cubicBezTo>
                    <a:cubicBezTo>
                      <a:pt x="231" y="107"/>
                      <a:pt x="231" y="107"/>
                      <a:pt x="231" y="107"/>
                    </a:cubicBezTo>
                    <a:cubicBezTo>
                      <a:pt x="231" y="107"/>
                      <a:pt x="231" y="107"/>
                      <a:pt x="231" y="107"/>
                    </a:cubicBezTo>
                    <a:cubicBezTo>
                      <a:pt x="245" y="107"/>
                      <a:pt x="257" y="108"/>
                      <a:pt x="269" y="109"/>
                    </a:cubicBezTo>
                    <a:cubicBezTo>
                      <a:pt x="280" y="111"/>
                      <a:pt x="292" y="113"/>
                      <a:pt x="304" y="115"/>
                    </a:cubicBezTo>
                    <a:cubicBezTo>
                      <a:pt x="295" y="162"/>
                      <a:pt x="295" y="162"/>
                      <a:pt x="295" y="162"/>
                    </a:cubicBezTo>
                    <a:cubicBezTo>
                      <a:pt x="284" y="158"/>
                      <a:pt x="274" y="155"/>
                      <a:pt x="263" y="152"/>
                    </a:cubicBezTo>
                    <a:cubicBezTo>
                      <a:pt x="251" y="149"/>
                      <a:pt x="241" y="148"/>
                      <a:pt x="231" y="147"/>
                    </a:cubicBezTo>
                    <a:cubicBezTo>
                      <a:pt x="231" y="234"/>
                      <a:pt x="231" y="234"/>
                      <a:pt x="231" y="234"/>
                    </a:cubicBezTo>
                    <a:cubicBezTo>
                      <a:pt x="240" y="238"/>
                      <a:pt x="251" y="243"/>
                      <a:pt x="261" y="247"/>
                    </a:cubicBezTo>
                    <a:cubicBezTo>
                      <a:pt x="271" y="252"/>
                      <a:pt x="281" y="258"/>
                      <a:pt x="289" y="266"/>
                    </a:cubicBezTo>
                    <a:cubicBezTo>
                      <a:pt x="298" y="273"/>
                      <a:pt x="305" y="283"/>
                      <a:pt x="310" y="294"/>
                    </a:cubicBezTo>
                    <a:cubicBezTo>
                      <a:pt x="315" y="305"/>
                      <a:pt x="318" y="319"/>
                      <a:pt x="318" y="336"/>
                    </a:cubicBezTo>
                    <a:cubicBezTo>
                      <a:pt x="318" y="346"/>
                      <a:pt x="316" y="356"/>
                      <a:pt x="312" y="365"/>
                    </a:cubicBezTo>
                    <a:cubicBezTo>
                      <a:pt x="308" y="375"/>
                      <a:pt x="302" y="385"/>
                      <a:pt x="295" y="393"/>
                    </a:cubicBezTo>
                    <a:cubicBezTo>
                      <a:pt x="287" y="402"/>
                      <a:pt x="278" y="409"/>
                      <a:pt x="267" y="416"/>
                    </a:cubicBezTo>
                    <a:cubicBezTo>
                      <a:pt x="256" y="422"/>
                      <a:pt x="244" y="427"/>
                      <a:pt x="231" y="430"/>
                    </a:cubicBezTo>
                    <a:cubicBezTo>
                      <a:pt x="231" y="467"/>
                      <a:pt x="231" y="467"/>
                      <a:pt x="231" y="467"/>
                    </a:cubicBezTo>
                    <a:cubicBezTo>
                      <a:pt x="204" y="467"/>
                      <a:pt x="204" y="467"/>
                      <a:pt x="204" y="467"/>
                    </a:cubicBezTo>
                    <a:cubicBezTo>
                      <a:pt x="204" y="433"/>
                      <a:pt x="204" y="433"/>
                      <a:pt x="204" y="433"/>
                    </a:cubicBezTo>
                    <a:cubicBezTo>
                      <a:pt x="203" y="433"/>
                      <a:pt x="202" y="433"/>
                      <a:pt x="202" y="433"/>
                    </a:cubicBezTo>
                    <a:cubicBezTo>
                      <a:pt x="201" y="433"/>
                      <a:pt x="200" y="433"/>
                      <a:pt x="199" y="433"/>
                    </a:cubicBezTo>
                    <a:cubicBezTo>
                      <a:pt x="190" y="433"/>
                      <a:pt x="181" y="433"/>
                      <a:pt x="172" y="432"/>
                    </a:cubicBezTo>
                    <a:cubicBezTo>
                      <a:pt x="164" y="431"/>
                      <a:pt x="156" y="429"/>
                      <a:pt x="149" y="427"/>
                    </a:cubicBezTo>
                    <a:cubicBezTo>
                      <a:pt x="142" y="425"/>
                      <a:pt x="135" y="423"/>
                      <a:pt x="128" y="420"/>
                    </a:cubicBezTo>
                    <a:cubicBezTo>
                      <a:pt x="121" y="417"/>
                      <a:pt x="115" y="414"/>
                      <a:pt x="108" y="410"/>
                    </a:cubicBezTo>
                    <a:cubicBezTo>
                      <a:pt x="123" y="363"/>
                      <a:pt x="123" y="363"/>
                      <a:pt x="123" y="363"/>
                    </a:cubicBezTo>
                    <a:cubicBezTo>
                      <a:pt x="127" y="366"/>
                      <a:pt x="133" y="369"/>
                      <a:pt x="139" y="372"/>
                    </a:cubicBezTo>
                    <a:cubicBezTo>
                      <a:pt x="145" y="376"/>
                      <a:pt x="152" y="379"/>
                      <a:pt x="159" y="381"/>
                    </a:cubicBezTo>
                    <a:cubicBezTo>
                      <a:pt x="167" y="384"/>
                      <a:pt x="174" y="387"/>
                      <a:pt x="182" y="389"/>
                    </a:cubicBezTo>
                    <a:cubicBezTo>
                      <a:pt x="190" y="391"/>
                      <a:pt x="197" y="392"/>
                      <a:pt x="204" y="393"/>
                    </a:cubicBezTo>
                    <a:moveTo>
                      <a:pt x="279" y="0"/>
                    </a:moveTo>
                    <a:cubicBezTo>
                      <a:pt x="125" y="0"/>
                      <a:pt x="0" y="125"/>
                      <a:pt x="0" y="279"/>
                    </a:cubicBezTo>
                    <a:cubicBezTo>
                      <a:pt x="0" y="433"/>
                      <a:pt x="125" y="558"/>
                      <a:pt x="279" y="558"/>
                    </a:cubicBezTo>
                    <a:cubicBezTo>
                      <a:pt x="284" y="558"/>
                      <a:pt x="288" y="558"/>
                      <a:pt x="292" y="558"/>
                    </a:cubicBezTo>
                    <a:cubicBezTo>
                      <a:pt x="405" y="653"/>
                      <a:pt x="405" y="653"/>
                      <a:pt x="405" y="653"/>
                    </a:cubicBezTo>
                    <a:cubicBezTo>
                      <a:pt x="417" y="522"/>
                      <a:pt x="417" y="522"/>
                      <a:pt x="417" y="522"/>
                    </a:cubicBezTo>
                    <a:cubicBezTo>
                      <a:pt x="501" y="474"/>
                      <a:pt x="558" y="383"/>
                      <a:pt x="558" y="279"/>
                    </a:cubicBezTo>
                    <a:cubicBezTo>
                      <a:pt x="558" y="125"/>
                      <a:pt x="433" y="0"/>
                      <a:pt x="279"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6" name="Freeform: Shape 116"/>
              <p:cNvSpPr/>
              <p:nvPr/>
            </p:nvSpPr>
            <p:spPr bwMode="auto">
              <a:xfrm>
                <a:off x="4354962" y="4408698"/>
                <a:ext cx="334608" cy="624108"/>
              </a:xfrm>
              <a:custGeom>
                <a:avLst/>
                <a:gdLst>
                  <a:gd name="T0" fmla="*/ 123 w 210"/>
                  <a:gd name="T1" fmla="*/ 316 h 392"/>
                  <a:gd name="T2" fmla="*/ 123 w 210"/>
                  <a:gd name="T3" fmla="*/ 230 h 392"/>
                  <a:gd name="T4" fmla="*/ 146 w 210"/>
                  <a:gd name="T5" fmla="*/ 246 h 392"/>
                  <a:gd name="T6" fmla="*/ 155 w 210"/>
                  <a:gd name="T7" fmla="*/ 269 h 392"/>
                  <a:gd name="T8" fmla="*/ 151 w 210"/>
                  <a:gd name="T9" fmla="*/ 298 h 392"/>
                  <a:gd name="T10" fmla="*/ 140 w 210"/>
                  <a:gd name="T11" fmla="*/ 311 h 392"/>
                  <a:gd name="T12" fmla="*/ 132 w 210"/>
                  <a:gd name="T13" fmla="*/ 314 h 392"/>
                  <a:gd name="T14" fmla="*/ 123 w 210"/>
                  <a:gd name="T15" fmla="*/ 316 h 392"/>
                  <a:gd name="T16" fmla="*/ 96 w 210"/>
                  <a:gd name="T17" fmla="*/ 148 h 392"/>
                  <a:gd name="T18" fmla="*/ 74 w 210"/>
                  <a:gd name="T19" fmla="*/ 133 h 392"/>
                  <a:gd name="T20" fmla="*/ 65 w 210"/>
                  <a:gd name="T21" fmla="*/ 110 h 392"/>
                  <a:gd name="T22" fmla="*/ 68 w 210"/>
                  <a:gd name="T23" fmla="*/ 90 h 392"/>
                  <a:gd name="T24" fmla="*/ 77 w 210"/>
                  <a:gd name="T25" fmla="*/ 79 h 392"/>
                  <a:gd name="T26" fmla="*/ 96 w 210"/>
                  <a:gd name="T27" fmla="*/ 73 h 392"/>
                  <a:gd name="T28" fmla="*/ 96 w 210"/>
                  <a:gd name="T29" fmla="*/ 148 h 392"/>
                  <a:gd name="T30" fmla="*/ 123 w 210"/>
                  <a:gd name="T31" fmla="*/ 0 h 392"/>
                  <a:gd name="T32" fmla="*/ 96 w 210"/>
                  <a:gd name="T33" fmla="*/ 0 h 392"/>
                  <a:gd name="T34" fmla="*/ 96 w 210"/>
                  <a:gd name="T35" fmla="*/ 35 h 392"/>
                  <a:gd name="T36" fmla="*/ 60 w 210"/>
                  <a:gd name="T37" fmla="*/ 48 h 392"/>
                  <a:gd name="T38" fmla="*/ 33 w 210"/>
                  <a:gd name="T39" fmla="*/ 69 h 392"/>
                  <a:gd name="T40" fmla="*/ 17 w 210"/>
                  <a:gd name="T41" fmla="*/ 94 h 392"/>
                  <a:gd name="T42" fmla="*/ 11 w 210"/>
                  <a:gd name="T43" fmla="*/ 119 h 392"/>
                  <a:gd name="T44" fmla="*/ 19 w 210"/>
                  <a:gd name="T45" fmla="*/ 160 h 392"/>
                  <a:gd name="T46" fmla="*/ 39 w 210"/>
                  <a:gd name="T47" fmla="*/ 188 h 392"/>
                  <a:gd name="T48" fmla="*/ 66 w 210"/>
                  <a:gd name="T49" fmla="*/ 206 h 392"/>
                  <a:gd name="T50" fmla="*/ 96 w 210"/>
                  <a:gd name="T51" fmla="*/ 219 h 392"/>
                  <a:gd name="T52" fmla="*/ 96 w 210"/>
                  <a:gd name="T53" fmla="*/ 318 h 392"/>
                  <a:gd name="T54" fmla="*/ 74 w 210"/>
                  <a:gd name="T55" fmla="*/ 314 h 392"/>
                  <a:gd name="T56" fmla="*/ 51 w 210"/>
                  <a:gd name="T57" fmla="*/ 306 h 392"/>
                  <a:gd name="T58" fmla="*/ 31 w 210"/>
                  <a:gd name="T59" fmla="*/ 297 h 392"/>
                  <a:gd name="T60" fmla="*/ 15 w 210"/>
                  <a:gd name="T61" fmla="*/ 288 h 392"/>
                  <a:gd name="T62" fmla="*/ 0 w 210"/>
                  <a:gd name="T63" fmla="*/ 335 h 392"/>
                  <a:gd name="T64" fmla="*/ 20 w 210"/>
                  <a:gd name="T65" fmla="*/ 345 h 392"/>
                  <a:gd name="T66" fmla="*/ 41 w 210"/>
                  <a:gd name="T67" fmla="*/ 352 h 392"/>
                  <a:gd name="T68" fmla="*/ 64 w 210"/>
                  <a:gd name="T69" fmla="*/ 357 h 392"/>
                  <a:gd name="T70" fmla="*/ 91 w 210"/>
                  <a:gd name="T71" fmla="*/ 358 h 392"/>
                  <a:gd name="T72" fmla="*/ 94 w 210"/>
                  <a:gd name="T73" fmla="*/ 358 h 392"/>
                  <a:gd name="T74" fmla="*/ 96 w 210"/>
                  <a:gd name="T75" fmla="*/ 358 h 392"/>
                  <a:gd name="T76" fmla="*/ 96 w 210"/>
                  <a:gd name="T77" fmla="*/ 392 h 392"/>
                  <a:gd name="T78" fmla="*/ 123 w 210"/>
                  <a:gd name="T79" fmla="*/ 392 h 392"/>
                  <a:gd name="T80" fmla="*/ 123 w 210"/>
                  <a:gd name="T81" fmla="*/ 355 h 392"/>
                  <a:gd name="T82" fmla="*/ 159 w 210"/>
                  <a:gd name="T83" fmla="*/ 341 h 392"/>
                  <a:gd name="T84" fmla="*/ 187 w 210"/>
                  <a:gd name="T85" fmla="*/ 318 h 392"/>
                  <a:gd name="T86" fmla="*/ 204 w 210"/>
                  <a:gd name="T87" fmla="*/ 290 h 392"/>
                  <a:gd name="T88" fmla="*/ 210 w 210"/>
                  <a:gd name="T89" fmla="*/ 261 h 392"/>
                  <a:gd name="T90" fmla="*/ 202 w 210"/>
                  <a:gd name="T91" fmla="*/ 219 h 392"/>
                  <a:gd name="T92" fmla="*/ 181 w 210"/>
                  <a:gd name="T93" fmla="*/ 191 h 392"/>
                  <a:gd name="T94" fmla="*/ 153 w 210"/>
                  <a:gd name="T95" fmla="*/ 172 h 392"/>
                  <a:gd name="T96" fmla="*/ 123 w 210"/>
                  <a:gd name="T97" fmla="*/ 159 h 392"/>
                  <a:gd name="T98" fmla="*/ 123 w 210"/>
                  <a:gd name="T99" fmla="*/ 72 h 392"/>
                  <a:gd name="T100" fmla="*/ 155 w 210"/>
                  <a:gd name="T101" fmla="*/ 77 h 392"/>
                  <a:gd name="T102" fmla="*/ 187 w 210"/>
                  <a:gd name="T103" fmla="*/ 87 h 392"/>
                  <a:gd name="T104" fmla="*/ 196 w 210"/>
                  <a:gd name="T105" fmla="*/ 40 h 392"/>
                  <a:gd name="T106" fmla="*/ 161 w 210"/>
                  <a:gd name="T107" fmla="*/ 34 h 392"/>
                  <a:gd name="T108" fmla="*/ 123 w 210"/>
                  <a:gd name="T109" fmla="*/ 32 h 392"/>
                  <a:gd name="T110" fmla="*/ 123 w 210"/>
                  <a:gd name="T111" fmla="*/ 32 h 392"/>
                  <a:gd name="T112" fmla="*/ 123 w 210"/>
                  <a:gd name="T11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123" y="316"/>
                    </a:moveTo>
                    <a:cubicBezTo>
                      <a:pt x="123" y="230"/>
                      <a:pt x="123" y="230"/>
                      <a:pt x="123" y="230"/>
                    </a:cubicBezTo>
                    <a:cubicBezTo>
                      <a:pt x="132" y="235"/>
                      <a:pt x="140" y="240"/>
                      <a:pt x="146" y="246"/>
                    </a:cubicBezTo>
                    <a:cubicBezTo>
                      <a:pt x="152" y="252"/>
                      <a:pt x="155" y="260"/>
                      <a:pt x="155" y="269"/>
                    </a:cubicBezTo>
                    <a:cubicBezTo>
                      <a:pt x="155" y="281"/>
                      <a:pt x="154" y="290"/>
                      <a:pt x="151" y="298"/>
                    </a:cubicBezTo>
                    <a:cubicBezTo>
                      <a:pt x="148" y="305"/>
                      <a:pt x="144" y="309"/>
                      <a:pt x="140" y="311"/>
                    </a:cubicBezTo>
                    <a:cubicBezTo>
                      <a:pt x="137" y="312"/>
                      <a:pt x="134" y="313"/>
                      <a:pt x="132" y="314"/>
                    </a:cubicBezTo>
                    <a:cubicBezTo>
                      <a:pt x="129" y="315"/>
                      <a:pt x="126" y="316"/>
                      <a:pt x="123" y="316"/>
                    </a:cubicBezTo>
                    <a:moveTo>
                      <a:pt x="96" y="148"/>
                    </a:moveTo>
                    <a:cubicBezTo>
                      <a:pt x="87" y="144"/>
                      <a:pt x="80" y="139"/>
                      <a:pt x="74" y="133"/>
                    </a:cubicBezTo>
                    <a:cubicBezTo>
                      <a:pt x="68" y="127"/>
                      <a:pt x="65" y="119"/>
                      <a:pt x="65" y="110"/>
                    </a:cubicBezTo>
                    <a:cubicBezTo>
                      <a:pt x="65" y="102"/>
                      <a:pt x="66" y="95"/>
                      <a:pt x="68" y="90"/>
                    </a:cubicBezTo>
                    <a:cubicBezTo>
                      <a:pt x="70" y="85"/>
                      <a:pt x="73" y="81"/>
                      <a:pt x="77" y="79"/>
                    </a:cubicBezTo>
                    <a:cubicBezTo>
                      <a:pt x="82" y="76"/>
                      <a:pt x="88" y="74"/>
                      <a:pt x="96" y="73"/>
                    </a:cubicBezTo>
                    <a:cubicBezTo>
                      <a:pt x="96" y="148"/>
                      <a:pt x="96" y="148"/>
                      <a:pt x="96" y="148"/>
                    </a:cubicBezTo>
                    <a:moveTo>
                      <a:pt x="123" y="0"/>
                    </a:moveTo>
                    <a:cubicBezTo>
                      <a:pt x="96" y="0"/>
                      <a:pt x="96" y="0"/>
                      <a:pt x="96" y="0"/>
                    </a:cubicBezTo>
                    <a:cubicBezTo>
                      <a:pt x="96" y="35"/>
                      <a:pt x="96" y="35"/>
                      <a:pt x="96" y="35"/>
                    </a:cubicBezTo>
                    <a:cubicBezTo>
                      <a:pt x="83" y="37"/>
                      <a:pt x="71" y="42"/>
                      <a:pt x="60" y="48"/>
                    </a:cubicBezTo>
                    <a:cubicBezTo>
                      <a:pt x="50" y="54"/>
                      <a:pt x="41" y="61"/>
                      <a:pt x="33" y="69"/>
                    </a:cubicBezTo>
                    <a:cubicBezTo>
                      <a:pt x="26" y="77"/>
                      <a:pt x="21" y="85"/>
                      <a:pt x="17" y="94"/>
                    </a:cubicBezTo>
                    <a:cubicBezTo>
                      <a:pt x="13" y="103"/>
                      <a:pt x="11" y="111"/>
                      <a:pt x="11" y="119"/>
                    </a:cubicBezTo>
                    <a:cubicBezTo>
                      <a:pt x="11" y="136"/>
                      <a:pt x="13" y="149"/>
                      <a:pt x="19" y="160"/>
                    </a:cubicBezTo>
                    <a:cubicBezTo>
                      <a:pt x="24" y="171"/>
                      <a:pt x="30" y="180"/>
                      <a:pt x="39" y="188"/>
                    </a:cubicBezTo>
                    <a:cubicBezTo>
                      <a:pt x="47" y="195"/>
                      <a:pt x="56" y="201"/>
                      <a:pt x="66" y="206"/>
                    </a:cubicBezTo>
                    <a:cubicBezTo>
                      <a:pt x="76" y="211"/>
                      <a:pt x="86" y="215"/>
                      <a:pt x="96" y="219"/>
                    </a:cubicBezTo>
                    <a:cubicBezTo>
                      <a:pt x="96" y="318"/>
                      <a:pt x="96" y="318"/>
                      <a:pt x="96" y="318"/>
                    </a:cubicBezTo>
                    <a:cubicBezTo>
                      <a:pt x="89" y="317"/>
                      <a:pt x="82" y="316"/>
                      <a:pt x="74" y="314"/>
                    </a:cubicBezTo>
                    <a:cubicBezTo>
                      <a:pt x="66" y="312"/>
                      <a:pt x="59" y="309"/>
                      <a:pt x="51" y="306"/>
                    </a:cubicBezTo>
                    <a:cubicBezTo>
                      <a:pt x="44" y="304"/>
                      <a:pt x="37" y="301"/>
                      <a:pt x="31" y="297"/>
                    </a:cubicBezTo>
                    <a:cubicBezTo>
                      <a:pt x="25" y="294"/>
                      <a:pt x="19" y="291"/>
                      <a:pt x="15" y="288"/>
                    </a:cubicBezTo>
                    <a:cubicBezTo>
                      <a:pt x="0" y="335"/>
                      <a:pt x="0" y="335"/>
                      <a:pt x="0" y="335"/>
                    </a:cubicBezTo>
                    <a:cubicBezTo>
                      <a:pt x="7" y="339"/>
                      <a:pt x="13" y="342"/>
                      <a:pt x="20" y="345"/>
                    </a:cubicBezTo>
                    <a:cubicBezTo>
                      <a:pt x="27" y="348"/>
                      <a:pt x="34" y="350"/>
                      <a:pt x="41" y="352"/>
                    </a:cubicBezTo>
                    <a:cubicBezTo>
                      <a:pt x="48" y="354"/>
                      <a:pt x="56" y="356"/>
                      <a:pt x="64" y="357"/>
                    </a:cubicBezTo>
                    <a:cubicBezTo>
                      <a:pt x="73" y="358"/>
                      <a:pt x="82" y="358"/>
                      <a:pt x="91" y="358"/>
                    </a:cubicBezTo>
                    <a:cubicBezTo>
                      <a:pt x="92" y="358"/>
                      <a:pt x="93" y="358"/>
                      <a:pt x="94" y="358"/>
                    </a:cubicBezTo>
                    <a:cubicBezTo>
                      <a:pt x="94" y="358"/>
                      <a:pt x="95" y="358"/>
                      <a:pt x="96" y="358"/>
                    </a:cubicBezTo>
                    <a:cubicBezTo>
                      <a:pt x="96" y="392"/>
                      <a:pt x="96" y="392"/>
                      <a:pt x="96" y="392"/>
                    </a:cubicBezTo>
                    <a:cubicBezTo>
                      <a:pt x="123" y="392"/>
                      <a:pt x="123" y="392"/>
                      <a:pt x="123" y="392"/>
                    </a:cubicBezTo>
                    <a:cubicBezTo>
                      <a:pt x="123" y="355"/>
                      <a:pt x="123" y="355"/>
                      <a:pt x="123" y="355"/>
                    </a:cubicBezTo>
                    <a:cubicBezTo>
                      <a:pt x="136" y="352"/>
                      <a:pt x="148" y="347"/>
                      <a:pt x="159" y="341"/>
                    </a:cubicBezTo>
                    <a:cubicBezTo>
                      <a:pt x="170" y="334"/>
                      <a:pt x="179" y="327"/>
                      <a:pt x="187" y="318"/>
                    </a:cubicBezTo>
                    <a:cubicBezTo>
                      <a:pt x="194" y="310"/>
                      <a:pt x="200" y="300"/>
                      <a:pt x="204" y="290"/>
                    </a:cubicBezTo>
                    <a:cubicBezTo>
                      <a:pt x="208" y="281"/>
                      <a:pt x="210" y="271"/>
                      <a:pt x="210" y="261"/>
                    </a:cubicBezTo>
                    <a:cubicBezTo>
                      <a:pt x="210" y="244"/>
                      <a:pt x="207" y="230"/>
                      <a:pt x="202" y="219"/>
                    </a:cubicBezTo>
                    <a:cubicBezTo>
                      <a:pt x="197" y="208"/>
                      <a:pt x="190" y="198"/>
                      <a:pt x="181" y="191"/>
                    </a:cubicBezTo>
                    <a:cubicBezTo>
                      <a:pt x="173" y="183"/>
                      <a:pt x="163" y="177"/>
                      <a:pt x="153" y="172"/>
                    </a:cubicBezTo>
                    <a:cubicBezTo>
                      <a:pt x="143" y="168"/>
                      <a:pt x="132" y="163"/>
                      <a:pt x="123" y="159"/>
                    </a:cubicBezTo>
                    <a:cubicBezTo>
                      <a:pt x="123" y="72"/>
                      <a:pt x="123" y="72"/>
                      <a:pt x="123" y="72"/>
                    </a:cubicBezTo>
                    <a:cubicBezTo>
                      <a:pt x="133" y="73"/>
                      <a:pt x="143" y="74"/>
                      <a:pt x="155" y="77"/>
                    </a:cubicBezTo>
                    <a:cubicBezTo>
                      <a:pt x="166" y="80"/>
                      <a:pt x="176" y="83"/>
                      <a:pt x="187" y="87"/>
                    </a:cubicBezTo>
                    <a:cubicBezTo>
                      <a:pt x="196" y="40"/>
                      <a:pt x="196" y="40"/>
                      <a:pt x="196" y="40"/>
                    </a:cubicBezTo>
                    <a:cubicBezTo>
                      <a:pt x="184" y="38"/>
                      <a:pt x="172" y="36"/>
                      <a:pt x="161" y="34"/>
                    </a:cubicBezTo>
                    <a:cubicBezTo>
                      <a:pt x="149" y="33"/>
                      <a:pt x="137" y="32"/>
                      <a:pt x="123" y="32"/>
                    </a:cubicBezTo>
                    <a:cubicBezTo>
                      <a:pt x="123" y="32"/>
                      <a:pt x="123" y="32"/>
                      <a:pt x="123" y="32"/>
                    </a:cubicBezTo>
                    <a:cubicBezTo>
                      <a:pt x="123" y="0"/>
                      <a:pt x="123" y="0"/>
                      <a:pt x="123" y="0"/>
                    </a:cubicBezTo>
                  </a:path>
                </a:pathLst>
              </a:custGeom>
              <a:solidFill>
                <a:schemeClr val="bg2"/>
              </a:solidFill>
              <a:ln>
                <a:noFill/>
              </a:ln>
            </p:spPr>
            <p:txBody>
              <a:bodyPr anchor="ctr"/>
              <a:p>
                <a:pPr algn="ctr"/>
              </a:p>
            </p:txBody>
          </p:sp>
          <p:sp>
            <p:nvSpPr>
              <p:cNvPr id="77" name="Freeform: Shape 117"/>
              <p:cNvSpPr/>
              <p:nvPr/>
            </p:nvSpPr>
            <p:spPr bwMode="auto">
              <a:xfrm>
                <a:off x="4098452" y="4268661"/>
                <a:ext cx="888697" cy="1039506"/>
              </a:xfrm>
              <a:custGeom>
                <a:avLst/>
                <a:gdLst>
                  <a:gd name="T0" fmla="*/ 558 w 558"/>
                  <a:gd name="T1" fmla="*/ 279 h 653"/>
                  <a:gd name="T2" fmla="*/ 279 w 558"/>
                  <a:gd name="T3" fmla="*/ 0 h 653"/>
                  <a:gd name="T4" fmla="*/ 0 w 558"/>
                  <a:gd name="T5" fmla="*/ 279 h 653"/>
                  <a:gd name="T6" fmla="*/ 279 w 558"/>
                  <a:gd name="T7" fmla="*/ 558 h 653"/>
                  <a:gd name="T8" fmla="*/ 292 w 558"/>
                  <a:gd name="T9" fmla="*/ 558 h 653"/>
                  <a:gd name="T10" fmla="*/ 404 w 558"/>
                  <a:gd name="T11" fmla="*/ 653 h 653"/>
                  <a:gd name="T12" fmla="*/ 416 w 558"/>
                  <a:gd name="T13" fmla="*/ 522 h 653"/>
                  <a:gd name="T14" fmla="*/ 558 w 558"/>
                  <a:gd name="T15" fmla="*/ 279 h 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653">
                    <a:moveTo>
                      <a:pt x="558" y="279"/>
                    </a:moveTo>
                    <a:cubicBezTo>
                      <a:pt x="558" y="125"/>
                      <a:pt x="433" y="0"/>
                      <a:pt x="279" y="0"/>
                    </a:cubicBezTo>
                    <a:cubicBezTo>
                      <a:pt x="125" y="0"/>
                      <a:pt x="0" y="125"/>
                      <a:pt x="0" y="279"/>
                    </a:cubicBezTo>
                    <a:cubicBezTo>
                      <a:pt x="0" y="433"/>
                      <a:pt x="125" y="558"/>
                      <a:pt x="279" y="558"/>
                    </a:cubicBezTo>
                    <a:cubicBezTo>
                      <a:pt x="283" y="558"/>
                      <a:pt x="287" y="558"/>
                      <a:pt x="292" y="558"/>
                    </a:cubicBezTo>
                    <a:cubicBezTo>
                      <a:pt x="404" y="653"/>
                      <a:pt x="404" y="653"/>
                      <a:pt x="404" y="653"/>
                    </a:cubicBezTo>
                    <a:cubicBezTo>
                      <a:pt x="416" y="522"/>
                      <a:pt x="416" y="522"/>
                      <a:pt x="416" y="522"/>
                    </a:cubicBezTo>
                    <a:cubicBezTo>
                      <a:pt x="501" y="474"/>
                      <a:pt x="558" y="383"/>
                      <a:pt x="558" y="279"/>
                    </a:cubicBezTo>
                    <a:close/>
                  </a:path>
                </a:pathLst>
              </a:custGeom>
              <a:solidFill>
                <a:schemeClr val="accent1"/>
              </a:solidFill>
              <a:ln>
                <a:noFill/>
              </a:ln>
            </p:spPr>
            <p:txBody>
              <a:bodyPr anchor="ctr"/>
              <a:p>
                <a:pPr algn="ctr"/>
              </a:p>
            </p:txBody>
          </p:sp>
          <p:sp>
            <p:nvSpPr>
              <p:cNvPr id="78" name="Freeform: Shape 118"/>
              <p:cNvSpPr/>
              <p:nvPr/>
            </p:nvSpPr>
            <p:spPr bwMode="auto">
              <a:xfrm>
                <a:off x="4291003" y="4558160"/>
                <a:ext cx="206016" cy="245065"/>
              </a:xfrm>
              <a:custGeom>
                <a:avLst/>
                <a:gdLst>
                  <a:gd name="T0" fmla="*/ 37 w 129"/>
                  <a:gd name="T1" fmla="*/ 106 h 154"/>
                  <a:gd name="T2" fmla="*/ 21 w 129"/>
                  <a:gd name="T3" fmla="*/ 154 h 154"/>
                  <a:gd name="T4" fmla="*/ 0 w 129"/>
                  <a:gd name="T5" fmla="*/ 154 h 154"/>
                  <a:gd name="T6" fmla="*/ 53 w 129"/>
                  <a:gd name="T7" fmla="*/ 0 h 154"/>
                  <a:gd name="T8" fmla="*/ 77 w 129"/>
                  <a:gd name="T9" fmla="*/ 0 h 154"/>
                  <a:gd name="T10" fmla="*/ 129 w 129"/>
                  <a:gd name="T11" fmla="*/ 154 h 154"/>
                  <a:gd name="T12" fmla="*/ 108 w 129"/>
                  <a:gd name="T13" fmla="*/ 154 h 154"/>
                  <a:gd name="T14" fmla="*/ 92 w 129"/>
                  <a:gd name="T15" fmla="*/ 106 h 154"/>
                  <a:gd name="T16" fmla="*/ 37 w 129"/>
                  <a:gd name="T17" fmla="*/ 106 h 154"/>
                  <a:gd name="T18" fmla="*/ 88 w 129"/>
                  <a:gd name="T19" fmla="*/ 90 h 154"/>
                  <a:gd name="T20" fmla="*/ 72 w 129"/>
                  <a:gd name="T21" fmla="*/ 46 h 154"/>
                  <a:gd name="T22" fmla="*/ 64 w 129"/>
                  <a:gd name="T23" fmla="*/ 18 h 154"/>
                  <a:gd name="T24" fmla="*/ 64 w 129"/>
                  <a:gd name="T25" fmla="*/ 18 h 154"/>
                  <a:gd name="T26" fmla="*/ 56 w 129"/>
                  <a:gd name="T27" fmla="*/ 45 h 154"/>
                  <a:gd name="T28" fmla="*/ 41 w 129"/>
                  <a:gd name="T29" fmla="*/ 90 h 154"/>
                  <a:gd name="T30" fmla="*/ 88 w 129"/>
                  <a:gd name="T31" fmla="*/ 9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54">
                    <a:moveTo>
                      <a:pt x="37" y="106"/>
                    </a:moveTo>
                    <a:cubicBezTo>
                      <a:pt x="21" y="154"/>
                      <a:pt x="21" y="154"/>
                      <a:pt x="21" y="154"/>
                    </a:cubicBezTo>
                    <a:cubicBezTo>
                      <a:pt x="0" y="154"/>
                      <a:pt x="0" y="154"/>
                      <a:pt x="0" y="154"/>
                    </a:cubicBezTo>
                    <a:cubicBezTo>
                      <a:pt x="53" y="0"/>
                      <a:pt x="53" y="0"/>
                      <a:pt x="53" y="0"/>
                    </a:cubicBezTo>
                    <a:cubicBezTo>
                      <a:pt x="77" y="0"/>
                      <a:pt x="77" y="0"/>
                      <a:pt x="77" y="0"/>
                    </a:cubicBezTo>
                    <a:cubicBezTo>
                      <a:pt x="129" y="154"/>
                      <a:pt x="129" y="154"/>
                      <a:pt x="129" y="154"/>
                    </a:cubicBezTo>
                    <a:cubicBezTo>
                      <a:pt x="108" y="154"/>
                      <a:pt x="108" y="154"/>
                      <a:pt x="108" y="154"/>
                    </a:cubicBezTo>
                    <a:cubicBezTo>
                      <a:pt x="92" y="106"/>
                      <a:pt x="92" y="106"/>
                      <a:pt x="92" y="106"/>
                    </a:cubicBezTo>
                    <a:lnTo>
                      <a:pt x="37" y="106"/>
                    </a:lnTo>
                    <a:close/>
                    <a:moveTo>
                      <a:pt x="88" y="90"/>
                    </a:moveTo>
                    <a:cubicBezTo>
                      <a:pt x="72" y="46"/>
                      <a:pt x="72" y="46"/>
                      <a:pt x="72" y="46"/>
                    </a:cubicBezTo>
                    <a:cubicBezTo>
                      <a:pt x="69" y="36"/>
                      <a:pt x="67" y="26"/>
                      <a:pt x="64" y="18"/>
                    </a:cubicBezTo>
                    <a:cubicBezTo>
                      <a:pt x="64" y="18"/>
                      <a:pt x="64" y="18"/>
                      <a:pt x="64" y="18"/>
                    </a:cubicBezTo>
                    <a:cubicBezTo>
                      <a:pt x="62" y="26"/>
                      <a:pt x="59" y="36"/>
                      <a:pt x="56" y="45"/>
                    </a:cubicBezTo>
                    <a:cubicBezTo>
                      <a:pt x="41" y="90"/>
                      <a:pt x="41" y="90"/>
                      <a:pt x="41" y="90"/>
                    </a:cubicBezTo>
                    <a:lnTo>
                      <a:pt x="88" y="90"/>
                    </a:lnTo>
                    <a:close/>
                  </a:path>
                </a:pathLst>
              </a:custGeom>
              <a:solidFill>
                <a:schemeClr val="bg2"/>
              </a:solidFill>
              <a:ln>
                <a:noFill/>
              </a:ln>
            </p:spPr>
            <p:txBody>
              <a:bodyPr anchor="ctr"/>
              <a:p>
                <a:pPr algn="ctr"/>
              </a:p>
            </p:txBody>
          </p:sp>
          <p:sp>
            <p:nvSpPr>
              <p:cNvPr id="79" name="Freeform: Shape 119"/>
              <p:cNvSpPr/>
              <p:nvPr/>
            </p:nvSpPr>
            <p:spPr bwMode="auto">
              <a:xfrm>
                <a:off x="4528662" y="4427549"/>
                <a:ext cx="156195" cy="248431"/>
              </a:xfrm>
              <a:custGeom>
                <a:avLst/>
                <a:gdLst>
                  <a:gd name="T0" fmla="*/ 0 w 98"/>
                  <a:gd name="T1" fmla="*/ 3 h 156"/>
                  <a:gd name="T2" fmla="*/ 37 w 98"/>
                  <a:gd name="T3" fmla="*/ 0 h 156"/>
                  <a:gd name="T4" fmla="*/ 79 w 98"/>
                  <a:gd name="T5" fmla="*/ 11 h 156"/>
                  <a:gd name="T6" fmla="*/ 92 w 98"/>
                  <a:gd name="T7" fmla="*/ 38 h 156"/>
                  <a:gd name="T8" fmla="*/ 66 w 98"/>
                  <a:gd name="T9" fmla="*/ 72 h 156"/>
                  <a:gd name="T10" fmla="*/ 66 w 98"/>
                  <a:gd name="T11" fmla="*/ 73 h 156"/>
                  <a:gd name="T12" fmla="*/ 98 w 98"/>
                  <a:gd name="T13" fmla="*/ 111 h 156"/>
                  <a:gd name="T14" fmla="*/ 84 w 98"/>
                  <a:gd name="T15" fmla="*/ 142 h 156"/>
                  <a:gd name="T16" fmla="*/ 31 w 98"/>
                  <a:gd name="T17" fmla="*/ 156 h 156"/>
                  <a:gd name="T18" fmla="*/ 0 w 98"/>
                  <a:gd name="T19" fmla="*/ 155 h 156"/>
                  <a:gd name="T20" fmla="*/ 0 w 98"/>
                  <a:gd name="T21" fmla="*/ 3 h 156"/>
                  <a:gd name="T22" fmla="*/ 20 w 98"/>
                  <a:gd name="T23" fmla="*/ 66 h 156"/>
                  <a:gd name="T24" fmla="*/ 38 w 98"/>
                  <a:gd name="T25" fmla="*/ 66 h 156"/>
                  <a:gd name="T26" fmla="*/ 72 w 98"/>
                  <a:gd name="T27" fmla="*/ 40 h 156"/>
                  <a:gd name="T28" fmla="*/ 38 w 98"/>
                  <a:gd name="T29" fmla="*/ 15 h 156"/>
                  <a:gd name="T30" fmla="*/ 20 w 98"/>
                  <a:gd name="T31" fmla="*/ 16 h 156"/>
                  <a:gd name="T32" fmla="*/ 20 w 98"/>
                  <a:gd name="T33" fmla="*/ 66 h 156"/>
                  <a:gd name="T34" fmla="*/ 20 w 98"/>
                  <a:gd name="T35" fmla="*/ 140 h 156"/>
                  <a:gd name="T36" fmla="*/ 37 w 98"/>
                  <a:gd name="T37" fmla="*/ 141 h 156"/>
                  <a:gd name="T38" fmla="*/ 77 w 98"/>
                  <a:gd name="T39" fmla="*/ 111 h 156"/>
                  <a:gd name="T40" fmla="*/ 37 w 98"/>
                  <a:gd name="T41" fmla="*/ 81 h 156"/>
                  <a:gd name="T42" fmla="*/ 20 w 98"/>
                  <a:gd name="T43" fmla="*/ 81 h 156"/>
                  <a:gd name="T44" fmla="*/ 20 w 98"/>
                  <a:gd name="T45" fmla="*/ 14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56">
                    <a:moveTo>
                      <a:pt x="0" y="3"/>
                    </a:moveTo>
                    <a:cubicBezTo>
                      <a:pt x="9" y="1"/>
                      <a:pt x="23" y="0"/>
                      <a:pt x="37" y="0"/>
                    </a:cubicBezTo>
                    <a:cubicBezTo>
                      <a:pt x="57" y="0"/>
                      <a:pt x="69" y="3"/>
                      <a:pt x="79" y="11"/>
                    </a:cubicBezTo>
                    <a:cubicBezTo>
                      <a:pt x="87" y="17"/>
                      <a:pt x="92" y="26"/>
                      <a:pt x="92" y="38"/>
                    </a:cubicBezTo>
                    <a:cubicBezTo>
                      <a:pt x="92" y="53"/>
                      <a:pt x="82" y="66"/>
                      <a:pt x="66" y="72"/>
                    </a:cubicBezTo>
                    <a:cubicBezTo>
                      <a:pt x="66" y="73"/>
                      <a:pt x="66" y="73"/>
                      <a:pt x="66" y="73"/>
                    </a:cubicBezTo>
                    <a:cubicBezTo>
                      <a:pt x="80" y="76"/>
                      <a:pt x="98" y="88"/>
                      <a:pt x="98" y="111"/>
                    </a:cubicBezTo>
                    <a:cubicBezTo>
                      <a:pt x="98" y="124"/>
                      <a:pt x="92" y="134"/>
                      <a:pt x="84" y="142"/>
                    </a:cubicBezTo>
                    <a:cubicBezTo>
                      <a:pt x="74" y="152"/>
                      <a:pt x="56" y="156"/>
                      <a:pt x="31" y="156"/>
                    </a:cubicBezTo>
                    <a:cubicBezTo>
                      <a:pt x="18" y="156"/>
                      <a:pt x="7" y="156"/>
                      <a:pt x="0" y="155"/>
                    </a:cubicBezTo>
                    <a:lnTo>
                      <a:pt x="0" y="3"/>
                    </a:lnTo>
                    <a:close/>
                    <a:moveTo>
                      <a:pt x="20" y="66"/>
                    </a:moveTo>
                    <a:cubicBezTo>
                      <a:pt x="38" y="66"/>
                      <a:pt x="38" y="66"/>
                      <a:pt x="38" y="66"/>
                    </a:cubicBezTo>
                    <a:cubicBezTo>
                      <a:pt x="59" y="66"/>
                      <a:pt x="72" y="55"/>
                      <a:pt x="72" y="40"/>
                    </a:cubicBezTo>
                    <a:cubicBezTo>
                      <a:pt x="72" y="22"/>
                      <a:pt x="58" y="15"/>
                      <a:pt x="38" y="15"/>
                    </a:cubicBezTo>
                    <a:cubicBezTo>
                      <a:pt x="29" y="15"/>
                      <a:pt x="23" y="16"/>
                      <a:pt x="20" y="16"/>
                    </a:cubicBezTo>
                    <a:lnTo>
                      <a:pt x="20" y="66"/>
                    </a:lnTo>
                    <a:close/>
                    <a:moveTo>
                      <a:pt x="20" y="140"/>
                    </a:moveTo>
                    <a:cubicBezTo>
                      <a:pt x="24" y="141"/>
                      <a:pt x="30" y="141"/>
                      <a:pt x="37" y="141"/>
                    </a:cubicBezTo>
                    <a:cubicBezTo>
                      <a:pt x="58" y="141"/>
                      <a:pt x="77" y="133"/>
                      <a:pt x="77" y="111"/>
                    </a:cubicBezTo>
                    <a:cubicBezTo>
                      <a:pt x="77" y="90"/>
                      <a:pt x="58" y="81"/>
                      <a:pt x="37" y="81"/>
                    </a:cubicBezTo>
                    <a:cubicBezTo>
                      <a:pt x="20" y="81"/>
                      <a:pt x="20" y="81"/>
                      <a:pt x="20" y="81"/>
                    </a:cubicBezTo>
                    <a:lnTo>
                      <a:pt x="20" y="140"/>
                    </a:lnTo>
                    <a:close/>
                  </a:path>
                </a:pathLst>
              </a:custGeom>
              <a:solidFill>
                <a:schemeClr val="bg2"/>
              </a:solidFill>
              <a:ln>
                <a:noFill/>
              </a:ln>
            </p:spPr>
            <p:txBody>
              <a:bodyPr anchor="ctr"/>
              <a:p>
                <a:pPr algn="ctr"/>
              </a:p>
            </p:txBody>
          </p:sp>
          <p:sp>
            <p:nvSpPr>
              <p:cNvPr id="80" name="Freeform: Shape 120"/>
              <p:cNvSpPr/>
              <p:nvPr/>
            </p:nvSpPr>
            <p:spPr bwMode="auto">
              <a:xfrm>
                <a:off x="4552226" y="4741286"/>
                <a:ext cx="157542" cy="213422"/>
              </a:xfrm>
              <a:custGeom>
                <a:avLst/>
                <a:gdLst>
                  <a:gd name="T0" fmla="*/ 99 w 99"/>
                  <a:gd name="T1" fmla="*/ 128 h 134"/>
                  <a:gd name="T2" fmla="*/ 64 w 99"/>
                  <a:gd name="T3" fmla="*/ 134 h 134"/>
                  <a:gd name="T4" fmla="*/ 0 w 99"/>
                  <a:gd name="T5" fmla="*/ 68 h 134"/>
                  <a:gd name="T6" fmla="*/ 68 w 99"/>
                  <a:gd name="T7" fmla="*/ 0 h 134"/>
                  <a:gd name="T8" fmla="*/ 99 w 99"/>
                  <a:gd name="T9" fmla="*/ 5 h 134"/>
                  <a:gd name="T10" fmla="*/ 95 w 99"/>
                  <a:gd name="T11" fmla="*/ 19 h 134"/>
                  <a:gd name="T12" fmla="*/ 69 w 99"/>
                  <a:gd name="T13" fmla="*/ 14 h 134"/>
                  <a:gd name="T14" fmla="*/ 18 w 99"/>
                  <a:gd name="T15" fmla="*/ 67 h 134"/>
                  <a:gd name="T16" fmla="*/ 68 w 99"/>
                  <a:gd name="T17" fmla="*/ 119 h 134"/>
                  <a:gd name="T18" fmla="*/ 95 w 99"/>
                  <a:gd name="T19" fmla="*/ 114 h 134"/>
                  <a:gd name="T20" fmla="*/ 99 w 99"/>
                  <a:gd name="T21"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99" y="128"/>
                    </a:moveTo>
                    <a:cubicBezTo>
                      <a:pt x="93" y="131"/>
                      <a:pt x="80" y="134"/>
                      <a:pt x="64" y="134"/>
                    </a:cubicBezTo>
                    <a:cubicBezTo>
                      <a:pt x="28" y="134"/>
                      <a:pt x="0" y="111"/>
                      <a:pt x="0" y="68"/>
                    </a:cubicBezTo>
                    <a:cubicBezTo>
                      <a:pt x="0" y="27"/>
                      <a:pt x="28" y="0"/>
                      <a:pt x="68" y="0"/>
                    </a:cubicBezTo>
                    <a:cubicBezTo>
                      <a:pt x="84" y="0"/>
                      <a:pt x="95" y="3"/>
                      <a:pt x="99" y="5"/>
                    </a:cubicBezTo>
                    <a:cubicBezTo>
                      <a:pt x="95" y="19"/>
                      <a:pt x="95" y="19"/>
                      <a:pt x="95" y="19"/>
                    </a:cubicBezTo>
                    <a:cubicBezTo>
                      <a:pt x="89" y="16"/>
                      <a:pt x="80" y="14"/>
                      <a:pt x="69" y="14"/>
                    </a:cubicBezTo>
                    <a:cubicBezTo>
                      <a:pt x="38" y="14"/>
                      <a:pt x="18" y="33"/>
                      <a:pt x="18" y="67"/>
                    </a:cubicBezTo>
                    <a:cubicBezTo>
                      <a:pt x="18" y="99"/>
                      <a:pt x="36" y="119"/>
                      <a:pt x="68" y="119"/>
                    </a:cubicBezTo>
                    <a:cubicBezTo>
                      <a:pt x="78" y="119"/>
                      <a:pt x="89" y="117"/>
                      <a:pt x="95" y="114"/>
                    </a:cubicBezTo>
                    <a:lnTo>
                      <a:pt x="99" y="128"/>
                    </a:lnTo>
                    <a:close/>
                  </a:path>
                </a:pathLst>
              </a:custGeom>
              <a:solidFill>
                <a:schemeClr val="bg2"/>
              </a:solidFill>
              <a:ln>
                <a:noFill/>
              </a:ln>
            </p:spPr>
            <p:txBody>
              <a:bodyPr anchor="ctr"/>
              <a:p>
                <a:pPr algn="ctr"/>
              </a:p>
            </p:txBody>
          </p:sp>
        </p:grpSp>
        <p:grpSp>
          <p:nvGrpSpPr>
            <p:cNvPr id="35" name="Group 121"/>
            <p:cNvGrpSpPr/>
            <p:nvPr/>
          </p:nvGrpSpPr>
          <p:grpSpPr>
            <a:xfrm>
              <a:off x="12044" y="4425"/>
              <a:ext cx="1011" cy="1136"/>
              <a:chOff x="3918693" y="2872329"/>
              <a:chExt cx="856381" cy="961409"/>
            </a:xfrm>
          </p:grpSpPr>
          <p:sp>
            <p:nvSpPr>
              <p:cNvPr id="60" name="Freeform: Shape 122"/>
              <p:cNvSpPr/>
              <p:nvPr/>
            </p:nvSpPr>
            <p:spPr bwMode="auto">
              <a:xfrm>
                <a:off x="3988712" y="2912052"/>
                <a:ext cx="786362" cy="921686"/>
              </a:xfrm>
              <a:custGeom>
                <a:avLst/>
                <a:gdLst>
                  <a:gd name="T0" fmla="*/ 247 w 494"/>
                  <a:gd name="T1" fmla="*/ 0 h 579"/>
                  <a:gd name="T2" fmla="*/ 0 w 494"/>
                  <a:gd name="T3" fmla="*/ 247 h 579"/>
                  <a:gd name="T4" fmla="*/ 247 w 494"/>
                  <a:gd name="T5" fmla="*/ 494 h 579"/>
                  <a:gd name="T6" fmla="*/ 258 w 494"/>
                  <a:gd name="T7" fmla="*/ 494 h 579"/>
                  <a:gd name="T8" fmla="*/ 358 w 494"/>
                  <a:gd name="T9" fmla="*/ 579 h 579"/>
                  <a:gd name="T10" fmla="*/ 368 w 494"/>
                  <a:gd name="T11" fmla="*/ 462 h 579"/>
                  <a:gd name="T12" fmla="*/ 494 w 494"/>
                  <a:gd name="T13" fmla="*/ 247 h 579"/>
                  <a:gd name="T14" fmla="*/ 247 w 494"/>
                  <a:gd name="T15" fmla="*/ 0 h 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79">
                    <a:moveTo>
                      <a:pt x="247" y="0"/>
                    </a:moveTo>
                    <a:cubicBezTo>
                      <a:pt x="110" y="0"/>
                      <a:pt x="0" y="111"/>
                      <a:pt x="0" y="247"/>
                    </a:cubicBezTo>
                    <a:cubicBezTo>
                      <a:pt x="0" y="384"/>
                      <a:pt x="110" y="494"/>
                      <a:pt x="247" y="494"/>
                    </a:cubicBezTo>
                    <a:cubicBezTo>
                      <a:pt x="251" y="494"/>
                      <a:pt x="254" y="494"/>
                      <a:pt x="258" y="494"/>
                    </a:cubicBezTo>
                    <a:cubicBezTo>
                      <a:pt x="358" y="579"/>
                      <a:pt x="358" y="579"/>
                      <a:pt x="358" y="579"/>
                    </a:cubicBezTo>
                    <a:cubicBezTo>
                      <a:pt x="368" y="462"/>
                      <a:pt x="368" y="462"/>
                      <a:pt x="368" y="462"/>
                    </a:cubicBezTo>
                    <a:cubicBezTo>
                      <a:pt x="443" y="420"/>
                      <a:pt x="494" y="340"/>
                      <a:pt x="494" y="247"/>
                    </a:cubicBezTo>
                    <a:cubicBezTo>
                      <a:pt x="494" y="111"/>
                      <a:pt x="383" y="0"/>
                      <a:pt x="24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61" name="Freeform: Shape 123"/>
              <p:cNvSpPr/>
              <p:nvPr/>
            </p:nvSpPr>
            <p:spPr bwMode="auto">
              <a:xfrm>
                <a:off x="3918693" y="2872329"/>
                <a:ext cx="788382" cy="920340"/>
              </a:xfrm>
              <a:custGeom>
                <a:avLst/>
                <a:gdLst>
                  <a:gd name="T0" fmla="*/ 495 w 495"/>
                  <a:gd name="T1" fmla="*/ 247 h 578"/>
                  <a:gd name="T2" fmla="*/ 248 w 495"/>
                  <a:gd name="T3" fmla="*/ 0 h 578"/>
                  <a:gd name="T4" fmla="*/ 0 w 495"/>
                  <a:gd name="T5" fmla="*/ 247 h 578"/>
                  <a:gd name="T6" fmla="*/ 248 w 495"/>
                  <a:gd name="T7" fmla="*/ 494 h 578"/>
                  <a:gd name="T8" fmla="*/ 259 w 495"/>
                  <a:gd name="T9" fmla="*/ 494 h 578"/>
                  <a:gd name="T10" fmla="*/ 359 w 495"/>
                  <a:gd name="T11" fmla="*/ 578 h 578"/>
                  <a:gd name="T12" fmla="*/ 369 w 495"/>
                  <a:gd name="T13" fmla="*/ 462 h 578"/>
                  <a:gd name="T14" fmla="*/ 495 w 495"/>
                  <a:gd name="T15" fmla="*/ 247 h 5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78">
                    <a:moveTo>
                      <a:pt x="495" y="247"/>
                    </a:moveTo>
                    <a:cubicBezTo>
                      <a:pt x="495" y="110"/>
                      <a:pt x="384" y="0"/>
                      <a:pt x="248" y="0"/>
                    </a:cubicBezTo>
                    <a:cubicBezTo>
                      <a:pt x="111" y="0"/>
                      <a:pt x="0" y="110"/>
                      <a:pt x="0" y="247"/>
                    </a:cubicBezTo>
                    <a:cubicBezTo>
                      <a:pt x="0" y="383"/>
                      <a:pt x="111" y="494"/>
                      <a:pt x="248" y="494"/>
                    </a:cubicBezTo>
                    <a:cubicBezTo>
                      <a:pt x="251" y="494"/>
                      <a:pt x="255" y="494"/>
                      <a:pt x="259" y="494"/>
                    </a:cubicBezTo>
                    <a:cubicBezTo>
                      <a:pt x="359" y="578"/>
                      <a:pt x="359" y="578"/>
                      <a:pt x="359" y="578"/>
                    </a:cubicBezTo>
                    <a:cubicBezTo>
                      <a:pt x="369" y="462"/>
                      <a:pt x="369" y="462"/>
                      <a:pt x="369" y="462"/>
                    </a:cubicBezTo>
                    <a:cubicBezTo>
                      <a:pt x="444" y="419"/>
                      <a:pt x="495" y="339"/>
                      <a:pt x="495" y="247"/>
                    </a:cubicBezTo>
                    <a:close/>
                  </a:path>
                </a:pathLst>
              </a:custGeom>
              <a:solidFill>
                <a:schemeClr val="accent1"/>
              </a:solidFill>
              <a:ln>
                <a:noFill/>
              </a:ln>
            </p:spPr>
            <p:txBody>
              <a:bodyPr anchor="ctr"/>
              <a:p>
                <a:pPr algn="ctr"/>
              </a:p>
            </p:txBody>
          </p:sp>
          <p:sp>
            <p:nvSpPr>
              <p:cNvPr id="62" name="Freeform: Shape 124"/>
              <p:cNvSpPr/>
              <p:nvPr/>
            </p:nvSpPr>
            <p:spPr bwMode="auto">
              <a:xfrm>
                <a:off x="4149620" y="3238580"/>
                <a:ext cx="235639" cy="235639"/>
              </a:xfrm>
              <a:custGeom>
                <a:avLst/>
                <a:gdLst>
                  <a:gd name="T0" fmla="*/ 148 w 148"/>
                  <a:gd name="T1" fmla="*/ 145 h 148"/>
                  <a:gd name="T2" fmla="*/ 145 w 148"/>
                  <a:gd name="T3" fmla="*/ 148 h 148"/>
                  <a:gd name="T4" fmla="*/ 3 w 148"/>
                  <a:gd name="T5" fmla="*/ 148 h 148"/>
                  <a:gd name="T6" fmla="*/ 0 w 148"/>
                  <a:gd name="T7" fmla="*/ 145 h 148"/>
                  <a:gd name="T8" fmla="*/ 0 w 148"/>
                  <a:gd name="T9" fmla="*/ 3 h 148"/>
                  <a:gd name="T10" fmla="*/ 3 w 148"/>
                  <a:gd name="T11" fmla="*/ 0 h 148"/>
                  <a:gd name="T12" fmla="*/ 145 w 148"/>
                  <a:gd name="T13" fmla="*/ 0 h 148"/>
                  <a:gd name="T14" fmla="*/ 148 w 148"/>
                  <a:gd name="T15" fmla="*/ 3 h 148"/>
                  <a:gd name="T16" fmla="*/ 148 w 148"/>
                  <a:gd name="T17" fmla="*/ 145 h 148"/>
                  <a:gd name="T18" fmla="*/ 4 w 148"/>
                  <a:gd name="T19" fmla="*/ 140 h 148"/>
                  <a:gd name="T20" fmla="*/ 144 w 148"/>
                  <a:gd name="T21" fmla="*/ 140 h 148"/>
                  <a:gd name="T22" fmla="*/ 144 w 148"/>
                  <a:gd name="T23" fmla="*/ 8 h 148"/>
                  <a:gd name="T24" fmla="*/ 4 w 148"/>
                  <a:gd name="T25" fmla="*/ 8 h 148"/>
                  <a:gd name="T26" fmla="*/ 4 w 148"/>
                  <a:gd name="T2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148" y="145"/>
                    </a:moveTo>
                    <a:cubicBezTo>
                      <a:pt x="148" y="147"/>
                      <a:pt x="147" y="148"/>
                      <a:pt x="145" y="148"/>
                    </a:cubicBezTo>
                    <a:cubicBezTo>
                      <a:pt x="3" y="148"/>
                      <a:pt x="3" y="148"/>
                      <a:pt x="3" y="148"/>
                    </a:cubicBezTo>
                    <a:cubicBezTo>
                      <a:pt x="1" y="148"/>
                      <a:pt x="0" y="147"/>
                      <a:pt x="0" y="145"/>
                    </a:cubicBezTo>
                    <a:cubicBezTo>
                      <a:pt x="0" y="3"/>
                      <a:pt x="0" y="3"/>
                      <a:pt x="0" y="3"/>
                    </a:cubicBezTo>
                    <a:cubicBezTo>
                      <a:pt x="0" y="1"/>
                      <a:pt x="1" y="0"/>
                      <a:pt x="3" y="0"/>
                    </a:cubicBezTo>
                    <a:cubicBezTo>
                      <a:pt x="145" y="0"/>
                      <a:pt x="145" y="0"/>
                      <a:pt x="145" y="0"/>
                    </a:cubicBezTo>
                    <a:cubicBezTo>
                      <a:pt x="147" y="0"/>
                      <a:pt x="148" y="1"/>
                      <a:pt x="148" y="3"/>
                    </a:cubicBezTo>
                    <a:lnTo>
                      <a:pt x="148" y="145"/>
                    </a:lnTo>
                    <a:close/>
                    <a:moveTo>
                      <a:pt x="4" y="140"/>
                    </a:moveTo>
                    <a:cubicBezTo>
                      <a:pt x="144" y="140"/>
                      <a:pt x="144" y="140"/>
                      <a:pt x="144" y="140"/>
                    </a:cubicBezTo>
                    <a:cubicBezTo>
                      <a:pt x="144" y="8"/>
                      <a:pt x="144" y="8"/>
                      <a:pt x="144" y="8"/>
                    </a:cubicBezTo>
                    <a:cubicBezTo>
                      <a:pt x="4" y="8"/>
                      <a:pt x="4" y="8"/>
                      <a:pt x="4" y="8"/>
                    </a:cubicBezTo>
                    <a:lnTo>
                      <a:pt x="4" y="140"/>
                    </a:lnTo>
                    <a:close/>
                  </a:path>
                </a:pathLst>
              </a:custGeom>
              <a:solidFill>
                <a:schemeClr val="bg2"/>
              </a:solidFill>
              <a:ln>
                <a:noFill/>
              </a:ln>
            </p:spPr>
            <p:txBody>
              <a:bodyPr anchor="ctr"/>
              <a:p>
                <a:pPr algn="ctr"/>
              </a:p>
            </p:txBody>
          </p:sp>
          <p:sp>
            <p:nvSpPr>
              <p:cNvPr id="63" name="Freeform: Shape 125"/>
              <p:cNvSpPr/>
              <p:nvPr/>
            </p:nvSpPr>
            <p:spPr bwMode="auto">
              <a:xfrm>
                <a:off x="4152986" y="3154423"/>
                <a:ext cx="316430" cy="93582"/>
              </a:xfrm>
              <a:custGeom>
                <a:avLst/>
                <a:gdLst>
                  <a:gd name="T0" fmla="*/ 144 w 199"/>
                  <a:gd name="T1" fmla="*/ 59 h 59"/>
                  <a:gd name="T2" fmla="*/ 142 w 199"/>
                  <a:gd name="T3" fmla="*/ 59 h 59"/>
                  <a:gd name="T4" fmla="*/ 142 w 199"/>
                  <a:gd name="T5" fmla="*/ 55 h 59"/>
                  <a:gd name="T6" fmla="*/ 190 w 199"/>
                  <a:gd name="T7" fmla="*/ 5 h 59"/>
                  <a:gd name="T8" fmla="*/ 55 w 199"/>
                  <a:gd name="T9" fmla="*/ 5 h 59"/>
                  <a:gd name="T10" fmla="*/ 5 w 199"/>
                  <a:gd name="T11" fmla="*/ 58 h 59"/>
                  <a:gd name="T12" fmla="*/ 1 w 199"/>
                  <a:gd name="T13" fmla="*/ 58 h 59"/>
                  <a:gd name="T14" fmla="*/ 1 w 199"/>
                  <a:gd name="T15" fmla="*/ 54 h 59"/>
                  <a:gd name="T16" fmla="*/ 52 w 199"/>
                  <a:gd name="T17" fmla="*/ 1 h 59"/>
                  <a:gd name="T18" fmla="*/ 54 w 199"/>
                  <a:gd name="T19" fmla="*/ 1 h 59"/>
                  <a:gd name="T20" fmla="*/ 196 w 199"/>
                  <a:gd name="T21" fmla="*/ 1 h 59"/>
                  <a:gd name="T22" fmla="*/ 199 w 199"/>
                  <a:gd name="T23" fmla="*/ 2 h 59"/>
                  <a:gd name="T24" fmla="*/ 198 w 199"/>
                  <a:gd name="T25" fmla="*/ 4 h 59"/>
                  <a:gd name="T26" fmla="*/ 146 w 199"/>
                  <a:gd name="T27" fmla="*/ 59 h 59"/>
                  <a:gd name="T28" fmla="*/ 144 w 199"/>
                  <a:gd name="T2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59">
                    <a:moveTo>
                      <a:pt x="144" y="59"/>
                    </a:moveTo>
                    <a:cubicBezTo>
                      <a:pt x="144" y="59"/>
                      <a:pt x="143" y="59"/>
                      <a:pt x="142" y="59"/>
                    </a:cubicBezTo>
                    <a:cubicBezTo>
                      <a:pt x="141" y="58"/>
                      <a:pt x="141" y="56"/>
                      <a:pt x="142" y="55"/>
                    </a:cubicBezTo>
                    <a:cubicBezTo>
                      <a:pt x="190" y="5"/>
                      <a:pt x="190" y="5"/>
                      <a:pt x="190" y="5"/>
                    </a:cubicBezTo>
                    <a:cubicBezTo>
                      <a:pt x="55" y="5"/>
                      <a:pt x="55" y="5"/>
                      <a:pt x="55" y="5"/>
                    </a:cubicBezTo>
                    <a:cubicBezTo>
                      <a:pt x="5" y="58"/>
                      <a:pt x="5" y="58"/>
                      <a:pt x="5" y="58"/>
                    </a:cubicBezTo>
                    <a:cubicBezTo>
                      <a:pt x="4" y="59"/>
                      <a:pt x="2" y="59"/>
                      <a:pt x="1" y="58"/>
                    </a:cubicBezTo>
                    <a:cubicBezTo>
                      <a:pt x="0" y="57"/>
                      <a:pt x="0" y="55"/>
                      <a:pt x="1" y="54"/>
                    </a:cubicBezTo>
                    <a:cubicBezTo>
                      <a:pt x="52" y="1"/>
                      <a:pt x="52" y="1"/>
                      <a:pt x="52" y="1"/>
                    </a:cubicBezTo>
                    <a:cubicBezTo>
                      <a:pt x="52" y="0"/>
                      <a:pt x="53" y="1"/>
                      <a:pt x="54" y="1"/>
                    </a:cubicBezTo>
                    <a:cubicBezTo>
                      <a:pt x="196" y="1"/>
                      <a:pt x="196" y="1"/>
                      <a:pt x="196" y="1"/>
                    </a:cubicBezTo>
                    <a:cubicBezTo>
                      <a:pt x="197" y="1"/>
                      <a:pt x="198" y="1"/>
                      <a:pt x="199" y="2"/>
                    </a:cubicBezTo>
                    <a:cubicBezTo>
                      <a:pt x="199" y="3"/>
                      <a:pt x="199" y="3"/>
                      <a:pt x="198" y="4"/>
                    </a:cubicBezTo>
                    <a:cubicBezTo>
                      <a:pt x="146" y="59"/>
                      <a:pt x="146" y="59"/>
                      <a:pt x="146" y="59"/>
                    </a:cubicBezTo>
                    <a:cubicBezTo>
                      <a:pt x="146" y="59"/>
                      <a:pt x="145" y="59"/>
                      <a:pt x="144" y="59"/>
                    </a:cubicBezTo>
                    <a:close/>
                  </a:path>
                </a:pathLst>
              </a:custGeom>
              <a:solidFill>
                <a:schemeClr val="bg2"/>
              </a:solidFill>
              <a:ln>
                <a:noFill/>
              </a:ln>
            </p:spPr>
            <p:txBody>
              <a:bodyPr anchor="ctr"/>
              <a:p>
                <a:pPr algn="ctr"/>
              </a:p>
            </p:txBody>
          </p:sp>
          <p:sp>
            <p:nvSpPr>
              <p:cNvPr id="64" name="Freeform: Shape 126"/>
              <p:cNvSpPr/>
              <p:nvPr/>
            </p:nvSpPr>
            <p:spPr bwMode="auto">
              <a:xfrm>
                <a:off x="4379199" y="3155770"/>
                <a:ext cx="93582" cy="318450"/>
              </a:xfrm>
              <a:custGeom>
                <a:avLst/>
                <a:gdLst>
                  <a:gd name="T0" fmla="*/ 3 w 59"/>
                  <a:gd name="T1" fmla="*/ 200 h 200"/>
                  <a:gd name="T2" fmla="*/ 1 w 59"/>
                  <a:gd name="T3" fmla="*/ 199 h 200"/>
                  <a:gd name="T4" fmla="*/ 1 w 59"/>
                  <a:gd name="T5" fmla="*/ 195 h 200"/>
                  <a:gd name="T6" fmla="*/ 53 w 59"/>
                  <a:gd name="T7" fmla="*/ 138 h 200"/>
                  <a:gd name="T8" fmla="*/ 52 w 59"/>
                  <a:gd name="T9" fmla="*/ 2 h 200"/>
                  <a:gd name="T10" fmla="*/ 54 w 59"/>
                  <a:gd name="T11" fmla="*/ 0 h 200"/>
                  <a:gd name="T12" fmla="*/ 57 w 59"/>
                  <a:gd name="T13" fmla="*/ 2 h 200"/>
                  <a:gd name="T14" fmla="*/ 59 w 59"/>
                  <a:gd name="T15" fmla="*/ 139 h 200"/>
                  <a:gd name="T16" fmla="*/ 58 w 59"/>
                  <a:gd name="T17" fmla="*/ 141 h 200"/>
                  <a:gd name="T18" fmla="*/ 5 w 59"/>
                  <a:gd name="T19" fmla="*/ 199 h 200"/>
                  <a:gd name="T20" fmla="*/ 3 w 59"/>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00">
                    <a:moveTo>
                      <a:pt x="3" y="200"/>
                    </a:moveTo>
                    <a:cubicBezTo>
                      <a:pt x="2" y="200"/>
                      <a:pt x="2" y="199"/>
                      <a:pt x="1" y="199"/>
                    </a:cubicBezTo>
                    <a:cubicBezTo>
                      <a:pt x="0" y="198"/>
                      <a:pt x="0" y="196"/>
                      <a:pt x="1" y="195"/>
                    </a:cubicBezTo>
                    <a:cubicBezTo>
                      <a:pt x="53" y="138"/>
                      <a:pt x="53" y="138"/>
                      <a:pt x="53" y="138"/>
                    </a:cubicBezTo>
                    <a:cubicBezTo>
                      <a:pt x="52" y="2"/>
                      <a:pt x="52" y="2"/>
                      <a:pt x="52" y="2"/>
                    </a:cubicBezTo>
                    <a:cubicBezTo>
                      <a:pt x="52" y="1"/>
                      <a:pt x="53" y="0"/>
                      <a:pt x="54" y="0"/>
                    </a:cubicBezTo>
                    <a:cubicBezTo>
                      <a:pt x="56" y="0"/>
                      <a:pt x="57" y="1"/>
                      <a:pt x="57" y="2"/>
                    </a:cubicBezTo>
                    <a:cubicBezTo>
                      <a:pt x="59" y="139"/>
                      <a:pt x="59" y="139"/>
                      <a:pt x="59" y="139"/>
                    </a:cubicBezTo>
                    <a:cubicBezTo>
                      <a:pt x="59" y="140"/>
                      <a:pt x="59" y="140"/>
                      <a:pt x="58" y="141"/>
                    </a:cubicBezTo>
                    <a:cubicBezTo>
                      <a:pt x="5" y="199"/>
                      <a:pt x="5" y="199"/>
                      <a:pt x="5" y="199"/>
                    </a:cubicBezTo>
                    <a:cubicBezTo>
                      <a:pt x="4" y="199"/>
                      <a:pt x="4" y="200"/>
                      <a:pt x="3" y="200"/>
                    </a:cubicBezTo>
                    <a:close/>
                  </a:path>
                </a:pathLst>
              </a:custGeom>
              <a:solidFill>
                <a:schemeClr val="bg2"/>
              </a:solidFill>
              <a:ln>
                <a:noFill/>
              </a:ln>
            </p:spPr>
            <p:txBody>
              <a:bodyPr anchor="ctr"/>
              <a:p>
                <a:pPr algn="ctr"/>
              </a:p>
            </p:txBody>
          </p:sp>
          <p:sp>
            <p:nvSpPr>
              <p:cNvPr id="65" name="Freeform: Shape 127"/>
              <p:cNvSpPr/>
              <p:nvPr/>
            </p:nvSpPr>
            <p:spPr bwMode="auto">
              <a:xfrm>
                <a:off x="4235796" y="3154423"/>
                <a:ext cx="9426" cy="20198"/>
              </a:xfrm>
              <a:custGeom>
                <a:avLst/>
                <a:gdLst>
                  <a:gd name="T0" fmla="*/ 3 w 6"/>
                  <a:gd name="T1" fmla="*/ 13 h 13"/>
                  <a:gd name="T2" fmla="*/ 0 w 6"/>
                  <a:gd name="T3" fmla="*/ 9 h 13"/>
                  <a:gd name="T4" fmla="*/ 0 w 6"/>
                  <a:gd name="T5" fmla="*/ 4 h 13"/>
                  <a:gd name="T6" fmla="*/ 3 w 6"/>
                  <a:gd name="T7" fmla="*/ 1 h 13"/>
                  <a:gd name="T8" fmla="*/ 6 w 6"/>
                  <a:gd name="T9" fmla="*/ 3 h 13"/>
                  <a:gd name="T10" fmla="*/ 6 w 6"/>
                  <a:gd name="T11" fmla="*/ 9 h 13"/>
                  <a:gd name="T12" fmla="*/ 3 w 6"/>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 h="13">
                    <a:moveTo>
                      <a:pt x="3" y="13"/>
                    </a:moveTo>
                    <a:cubicBezTo>
                      <a:pt x="1" y="13"/>
                      <a:pt x="0" y="11"/>
                      <a:pt x="0" y="9"/>
                    </a:cubicBezTo>
                    <a:cubicBezTo>
                      <a:pt x="0" y="4"/>
                      <a:pt x="0" y="4"/>
                      <a:pt x="0" y="4"/>
                    </a:cubicBezTo>
                    <a:cubicBezTo>
                      <a:pt x="0" y="2"/>
                      <a:pt x="1" y="1"/>
                      <a:pt x="3" y="1"/>
                    </a:cubicBezTo>
                    <a:cubicBezTo>
                      <a:pt x="4" y="0"/>
                      <a:pt x="6" y="2"/>
                      <a:pt x="6" y="3"/>
                    </a:cubicBezTo>
                    <a:cubicBezTo>
                      <a:pt x="6" y="9"/>
                      <a:pt x="6" y="9"/>
                      <a:pt x="6" y="9"/>
                    </a:cubicBezTo>
                    <a:cubicBezTo>
                      <a:pt x="6" y="11"/>
                      <a:pt x="4" y="13"/>
                      <a:pt x="3" y="13"/>
                    </a:cubicBezTo>
                    <a:close/>
                  </a:path>
                </a:pathLst>
              </a:custGeom>
              <a:solidFill>
                <a:schemeClr val="bg2"/>
              </a:solidFill>
              <a:ln>
                <a:noFill/>
              </a:ln>
            </p:spPr>
            <p:txBody>
              <a:bodyPr anchor="ctr"/>
              <a:p>
                <a:pPr algn="ctr"/>
              </a:p>
            </p:txBody>
          </p:sp>
          <p:sp>
            <p:nvSpPr>
              <p:cNvPr id="66" name="Freeform: Shape 128"/>
              <p:cNvSpPr/>
              <p:nvPr/>
            </p:nvSpPr>
            <p:spPr bwMode="auto">
              <a:xfrm>
                <a:off x="4171837" y="3180007"/>
                <a:ext cx="74731" cy="273342"/>
              </a:xfrm>
              <a:custGeom>
                <a:avLst/>
                <a:gdLst>
                  <a:gd name="T0" fmla="*/ 1 w 47"/>
                  <a:gd name="T1" fmla="*/ 171 h 172"/>
                  <a:gd name="T2" fmla="*/ 8 w 47"/>
                  <a:gd name="T3" fmla="*/ 159 h 172"/>
                  <a:gd name="T4" fmla="*/ 12 w 47"/>
                  <a:gd name="T5" fmla="*/ 163 h 172"/>
                  <a:gd name="T6" fmla="*/ 3 w 47"/>
                  <a:gd name="T7" fmla="*/ 172 h 172"/>
                  <a:gd name="T8" fmla="*/ 15 w 47"/>
                  <a:gd name="T9" fmla="*/ 155 h 172"/>
                  <a:gd name="T10" fmla="*/ 22 w 47"/>
                  <a:gd name="T11" fmla="*/ 144 h 172"/>
                  <a:gd name="T12" fmla="*/ 26 w 47"/>
                  <a:gd name="T13" fmla="*/ 147 h 172"/>
                  <a:gd name="T14" fmla="*/ 17 w 47"/>
                  <a:gd name="T15" fmla="*/ 156 h 172"/>
                  <a:gd name="T16" fmla="*/ 30 w 47"/>
                  <a:gd name="T17" fmla="*/ 139 h 172"/>
                  <a:gd name="T18" fmla="*/ 37 w 47"/>
                  <a:gd name="T19" fmla="*/ 128 h 172"/>
                  <a:gd name="T20" fmla="*/ 41 w 47"/>
                  <a:gd name="T21" fmla="*/ 131 h 172"/>
                  <a:gd name="T22" fmla="*/ 32 w 47"/>
                  <a:gd name="T23" fmla="*/ 140 h 172"/>
                  <a:gd name="T24" fmla="*/ 42 w 47"/>
                  <a:gd name="T25" fmla="*/ 122 h 172"/>
                  <a:gd name="T26" fmla="*/ 45 w 47"/>
                  <a:gd name="T27" fmla="*/ 108 h 172"/>
                  <a:gd name="T28" fmla="*/ 47 w 47"/>
                  <a:gd name="T29" fmla="*/ 122 h 172"/>
                  <a:gd name="T30" fmla="*/ 44 w 47"/>
                  <a:gd name="T31" fmla="*/ 105 h 172"/>
                  <a:gd name="T32" fmla="*/ 42 w 47"/>
                  <a:gd name="T33" fmla="*/ 90 h 172"/>
                  <a:gd name="T34" fmla="*/ 47 w 47"/>
                  <a:gd name="T35" fmla="*/ 89 h 172"/>
                  <a:gd name="T36" fmla="*/ 44 w 47"/>
                  <a:gd name="T37" fmla="*/ 105 h 172"/>
                  <a:gd name="T38" fmla="*/ 41 w 47"/>
                  <a:gd name="T39" fmla="*/ 80 h 172"/>
                  <a:gd name="T40" fmla="*/ 44 w 47"/>
                  <a:gd name="T41" fmla="*/ 65 h 172"/>
                  <a:gd name="T42" fmla="*/ 47 w 47"/>
                  <a:gd name="T43" fmla="*/ 80 h 172"/>
                  <a:gd name="T44" fmla="*/ 44 w 47"/>
                  <a:gd name="T45" fmla="*/ 61 h 172"/>
                  <a:gd name="T46" fmla="*/ 41 w 47"/>
                  <a:gd name="T47" fmla="*/ 47 h 172"/>
                  <a:gd name="T48" fmla="*/ 46 w 47"/>
                  <a:gd name="T49" fmla="*/ 46 h 172"/>
                  <a:gd name="T50" fmla="*/ 44 w 47"/>
                  <a:gd name="T51" fmla="*/ 61 h 172"/>
                  <a:gd name="T52" fmla="*/ 41 w 47"/>
                  <a:gd name="T53" fmla="*/ 35 h 172"/>
                  <a:gd name="T54" fmla="*/ 43 w 47"/>
                  <a:gd name="T55" fmla="*/ 22 h 172"/>
                  <a:gd name="T56" fmla="*/ 46 w 47"/>
                  <a:gd name="T57" fmla="*/ 35 h 172"/>
                  <a:gd name="T58" fmla="*/ 43 w 47"/>
                  <a:gd name="T59" fmla="*/ 37 h 172"/>
                  <a:gd name="T60" fmla="*/ 40 w 47"/>
                  <a:gd name="T61" fmla="*/ 12 h 172"/>
                  <a:gd name="T62" fmla="*/ 43 w 47"/>
                  <a:gd name="T63" fmla="*/ 0 h 172"/>
                  <a:gd name="T64" fmla="*/ 46 w 47"/>
                  <a:gd name="T65"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172">
                    <a:moveTo>
                      <a:pt x="3" y="172"/>
                    </a:moveTo>
                    <a:cubicBezTo>
                      <a:pt x="2" y="172"/>
                      <a:pt x="1" y="172"/>
                      <a:pt x="1" y="171"/>
                    </a:cubicBezTo>
                    <a:cubicBezTo>
                      <a:pt x="0" y="170"/>
                      <a:pt x="0" y="168"/>
                      <a:pt x="1" y="167"/>
                    </a:cubicBezTo>
                    <a:cubicBezTo>
                      <a:pt x="8" y="159"/>
                      <a:pt x="8" y="159"/>
                      <a:pt x="8" y="159"/>
                    </a:cubicBezTo>
                    <a:cubicBezTo>
                      <a:pt x="9" y="158"/>
                      <a:pt x="11" y="158"/>
                      <a:pt x="12" y="159"/>
                    </a:cubicBezTo>
                    <a:cubicBezTo>
                      <a:pt x="13" y="160"/>
                      <a:pt x="13" y="162"/>
                      <a:pt x="12" y="163"/>
                    </a:cubicBezTo>
                    <a:cubicBezTo>
                      <a:pt x="5" y="171"/>
                      <a:pt x="5" y="171"/>
                      <a:pt x="5" y="171"/>
                    </a:cubicBezTo>
                    <a:cubicBezTo>
                      <a:pt x="4" y="171"/>
                      <a:pt x="3" y="172"/>
                      <a:pt x="3" y="172"/>
                    </a:cubicBezTo>
                    <a:close/>
                    <a:moveTo>
                      <a:pt x="17" y="156"/>
                    </a:moveTo>
                    <a:cubicBezTo>
                      <a:pt x="16" y="156"/>
                      <a:pt x="16" y="156"/>
                      <a:pt x="15" y="155"/>
                    </a:cubicBezTo>
                    <a:cubicBezTo>
                      <a:pt x="14" y="154"/>
                      <a:pt x="14" y="153"/>
                      <a:pt x="15" y="151"/>
                    </a:cubicBezTo>
                    <a:cubicBezTo>
                      <a:pt x="22" y="144"/>
                      <a:pt x="22" y="144"/>
                      <a:pt x="22" y="144"/>
                    </a:cubicBezTo>
                    <a:cubicBezTo>
                      <a:pt x="23" y="142"/>
                      <a:pt x="25" y="142"/>
                      <a:pt x="26" y="143"/>
                    </a:cubicBezTo>
                    <a:cubicBezTo>
                      <a:pt x="27" y="144"/>
                      <a:pt x="27" y="146"/>
                      <a:pt x="26" y="147"/>
                    </a:cubicBezTo>
                    <a:cubicBezTo>
                      <a:pt x="19" y="155"/>
                      <a:pt x="19" y="155"/>
                      <a:pt x="19" y="155"/>
                    </a:cubicBezTo>
                    <a:cubicBezTo>
                      <a:pt x="19" y="156"/>
                      <a:pt x="18" y="156"/>
                      <a:pt x="17" y="156"/>
                    </a:cubicBezTo>
                    <a:close/>
                    <a:moveTo>
                      <a:pt x="32" y="140"/>
                    </a:moveTo>
                    <a:cubicBezTo>
                      <a:pt x="31" y="140"/>
                      <a:pt x="30" y="140"/>
                      <a:pt x="30" y="139"/>
                    </a:cubicBezTo>
                    <a:cubicBezTo>
                      <a:pt x="29" y="138"/>
                      <a:pt x="29" y="137"/>
                      <a:pt x="30" y="136"/>
                    </a:cubicBezTo>
                    <a:cubicBezTo>
                      <a:pt x="37" y="128"/>
                      <a:pt x="37" y="128"/>
                      <a:pt x="37" y="128"/>
                    </a:cubicBezTo>
                    <a:cubicBezTo>
                      <a:pt x="38" y="127"/>
                      <a:pt x="40" y="127"/>
                      <a:pt x="41" y="128"/>
                    </a:cubicBezTo>
                    <a:cubicBezTo>
                      <a:pt x="42" y="129"/>
                      <a:pt x="42" y="130"/>
                      <a:pt x="41" y="131"/>
                    </a:cubicBezTo>
                    <a:cubicBezTo>
                      <a:pt x="34" y="139"/>
                      <a:pt x="34" y="139"/>
                      <a:pt x="34" y="139"/>
                    </a:cubicBezTo>
                    <a:cubicBezTo>
                      <a:pt x="33" y="140"/>
                      <a:pt x="32" y="140"/>
                      <a:pt x="32" y="140"/>
                    </a:cubicBezTo>
                    <a:close/>
                    <a:moveTo>
                      <a:pt x="45" y="125"/>
                    </a:moveTo>
                    <a:cubicBezTo>
                      <a:pt x="43" y="125"/>
                      <a:pt x="42" y="123"/>
                      <a:pt x="42" y="122"/>
                    </a:cubicBezTo>
                    <a:cubicBezTo>
                      <a:pt x="42" y="111"/>
                      <a:pt x="42" y="111"/>
                      <a:pt x="42" y="111"/>
                    </a:cubicBezTo>
                    <a:cubicBezTo>
                      <a:pt x="42" y="109"/>
                      <a:pt x="43" y="108"/>
                      <a:pt x="45" y="108"/>
                    </a:cubicBezTo>
                    <a:cubicBezTo>
                      <a:pt x="46" y="108"/>
                      <a:pt x="47" y="109"/>
                      <a:pt x="47" y="110"/>
                    </a:cubicBezTo>
                    <a:cubicBezTo>
                      <a:pt x="47" y="122"/>
                      <a:pt x="47" y="122"/>
                      <a:pt x="47" y="122"/>
                    </a:cubicBezTo>
                    <a:cubicBezTo>
                      <a:pt x="47" y="123"/>
                      <a:pt x="46" y="125"/>
                      <a:pt x="45" y="125"/>
                    </a:cubicBezTo>
                    <a:close/>
                    <a:moveTo>
                      <a:pt x="44" y="105"/>
                    </a:moveTo>
                    <a:cubicBezTo>
                      <a:pt x="43" y="105"/>
                      <a:pt x="42" y="103"/>
                      <a:pt x="42" y="101"/>
                    </a:cubicBezTo>
                    <a:cubicBezTo>
                      <a:pt x="42" y="90"/>
                      <a:pt x="42" y="90"/>
                      <a:pt x="42" y="90"/>
                    </a:cubicBezTo>
                    <a:cubicBezTo>
                      <a:pt x="42" y="88"/>
                      <a:pt x="43" y="87"/>
                      <a:pt x="44" y="87"/>
                    </a:cubicBezTo>
                    <a:cubicBezTo>
                      <a:pt x="46" y="86"/>
                      <a:pt x="47" y="88"/>
                      <a:pt x="47" y="89"/>
                    </a:cubicBezTo>
                    <a:cubicBezTo>
                      <a:pt x="47" y="101"/>
                      <a:pt x="47" y="101"/>
                      <a:pt x="47" y="101"/>
                    </a:cubicBezTo>
                    <a:cubicBezTo>
                      <a:pt x="47" y="103"/>
                      <a:pt x="46" y="105"/>
                      <a:pt x="44" y="105"/>
                    </a:cubicBezTo>
                    <a:close/>
                    <a:moveTo>
                      <a:pt x="44" y="85"/>
                    </a:moveTo>
                    <a:cubicBezTo>
                      <a:pt x="43" y="85"/>
                      <a:pt x="41" y="82"/>
                      <a:pt x="41" y="80"/>
                    </a:cubicBezTo>
                    <a:cubicBezTo>
                      <a:pt x="41" y="69"/>
                      <a:pt x="41" y="69"/>
                      <a:pt x="41" y="69"/>
                    </a:cubicBezTo>
                    <a:cubicBezTo>
                      <a:pt x="41" y="67"/>
                      <a:pt x="42" y="65"/>
                      <a:pt x="44" y="65"/>
                    </a:cubicBezTo>
                    <a:cubicBezTo>
                      <a:pt x="45" y="65"/>
                      <a:pt x="47" y="66"/>
                      <a:pt x="47" y="68"/>
                    </a:cubicBezTo>
                    <a:cubicBezTo>
                      <a:pt x="47" y="80"/>
                      <a:pt x="47" y="80"/>
                      <a:pt x="47" y="80"/>
                    </a:cubicBezTo>
                    <a:cubicBezTo>
                      <a:pt x="47" y="82"/>
                      <a:pt x="46" y="85"/>
                      <a:pt x="44" y="85"/>
                    </a:cubicBezTo>
                    <a:close/>
                    <a:moveTo>
                      <a:pt x="44" y="61"/>
                    </a:moveTo>
                    <a:cubicBezTo>
                      <a:pt x="42" y="61"/>
                      <a:pt x="41" y="59"/>
                      <a:pt x="41" y="58"/>
                    </a:cubicBezTo>
                    <a:cubicBezTo>
                      <a:pt x="41" y="47"/>
                      <a:pt x="41" y="47"/>
                      <a:pt x="41" y="47"/>
                    </a:cubicBezTo>
                    <a:cubicBezTo>
                      <a:pt x="41" y="45"/>
                      <a:pt x="42" y="44"/>
                      <a:pt x="44" y="44"/>
                    </a:cubicBezTo>
                    <a:cubicBezTo>
                      <a:pt x="45" y="43"/>
                      <a:pt x="46" y="45"/>
                      <a:pt x="46" y="46"/>
                    </a:cubicBezTo>
                    <a:cubicBezTo>
                      <a:pt x="47" y="58"/>
                      <a:pt x="47" y="58"/>
                      <a:pt x="47" y="58"/>
                    </a:cubicBezTo>
                    <a:cubicBezTo>
                      <a:pt x="47" y="59"/>
                      <a:pt x="45" y="61"/>
                      <a:pt x="44" y="61"/>
                    </a:cubicBezTo>
                    <a:close/>
                    <a:moveTo>
                      <a:pt x="43" y="37"/>
                    </a:moveTo>
                    <a:cubicBezTo>
                      <a:pt x="42" y="37"/>
                      <a:pt x="41" y="36"/>
                      <a:pt x="41" y="35"/>
                    </a:cubicBezTo>
                    <a:cubicBezTo>
                      <a:pt x="41" y="24"/>
                      <a:pt x="41" y="24"/>
                      <a:pt x="41" y="24"/>
                    </a:cubicBezTo>
                    <a:cubicBezTo>
                      <a:pt x="41" y="23"/>
                      <a:pt x="42" y="22"/>
                      <a:pt x="43" y="22"/>
                    </a:cubicBezTo>
                    <a:cubicBezTo>
                      <a:pt x="45" y="22"/>
                      <a:pt x="46" y="23"/>
                      <a:pt x="46" y="25"/>
                    </a:cubicBezTo>
                    <a:cubicBezTo>
                      <a:pt x="46" y="35"/>
                      <a:pt x="46" y="35"/>
                      <a:pt x="46" y="35"/>
                    </a:cubicBezTo>
                    <a:cubicBezTo>
                      <a:pt x="46" y="36"/>
                      <a:pt x="45" y="37"/>
                      <a:pt x="44" y="37"/>
                    </a:cubicBezTo>
                    <a:lnTo>
                      <a:pt x="43" y="37"/>
                    </a:lnTo>
                    <a:close/>
                    <a:moveTo>
                      <a:pt x="43" y="13"/>
                    </a:moveTo>
                    <a:cubicBezTo>
                      <a:pt x="42" y="13"/>
                      <a:pt x="40" y="14"/>
                      <a:pt x="40" y="12"/>
                    </a:cubicBezTo>
                    <a:cubicBezTo>
                      <a:pt x="40" y="2"/>
                      <a:pt x="40" y="2"/>
                      <a:pt x="40" y="2"/>
                    </a:cubicBezTo>
                    <a:cubicBezTo>
                      <a:pt x="40" y="1"/>
                      <a:pt x="41" y="0"/>
                      <a:pt x="43" y="0"/>
                    </a:cubicBezTo>
                    <a:cubicBezTo>
                      <a:pt x="44" y="0"/>
                      <a:pt x="46" y="1"/>
                      <a:pt x="46" y="3"/>
                    </a:cubicBezTo>
                    <a:cubicBezTo>
                      <a:pt x="46" y="12"/>
                      <a:pt x="46" y="12"/>
                      <a:pt x="46" y="12"/>
                    </a:cubicBezTo>
                    <a:cubicBezTo>
                      <a:pt x="46" y="13"/>
                      <a:pt x="45" y="13"/>
                      <a:pt x="43" y="13"/>
                    </a:cubicBezTo>
                    <a:close/>
                  </a:path>
                </a:pathLst>
              </a:custGeom>
              <a:solidFill>
                <a:schemeClr val="bg2"/>
              </a:solidFill>
              <a:ln>
                <a:noFill/>
              </a:ln>
            </p:spPr>
            <p:txBody>
              <a:bodyPr anchor="ctr"/>
              <a:p>
                <a:pPr algn="ctr"/>
              </a:p>
            </p:txBody>
          </p:sp>
          <p:sp>
            <p:nvSpPr>
              <p:cNvPr id="67" name="Freeform: Shape 129"/>
              <p:cNvSpPr/>
              <p:nvPr/>
            </p:nvSpPr>
            <p:spPr bwMode="auto">
              <a:xfrm>
                <a:off x="4154332" y="3456715"/>
                <a:ext cx="14138" cy="16158"/>
              </a:xfrm>
              <a:custGeom>
                <a:avLst/>
                <a:gdLst>
                  <a:gd name="T0" fmla="*/ 3 w 9"/>
                  <a:gd name="T1" fmla="*/ 10 h 10"/>
                  <a:gd name="T2" fmla="*/ 1 w 9"/>
                  <a:gd name="T3" fmla="*/ 9 h 10"/>
                  <a:gd name="T4" fmla="*/ 1 w 9"/>
                  <a:gd name="T5" fmla="*/ 5 h 10"/>
                  <a:gd name="T6" fmla="*/ 4 w 9"/>
                  <a:gd name="T7" fmla="*/ 1 h 10"/>
                  <a:gd name="T8" fmla="*/ 8 w 9"/>
                  <a:gd name="T9" fmla="*/ 1 h 10"/>
                  <a:gd name="T10" fmla="*/ 8 w 9"/>
                  <a:gd name="T11" fmla="*/ 5 h 10"/>
                  <a:gd name="T12" fmla="*/ 5 w 9"/>
                  <a:gd name="T13" fmla="*/ 9 h 10"/>
                  <a:gd name="T14" fmla="*/ 3 w 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10"/>
                    </a:moveTo>
                    <a:cubicBezTo>
                      <a:pt x="2" y="10"/>
                      <a:pt x="1" y="9"/>
                      <a:pt x="1" y="9"/>
                    </a:cubicBezTo>
                    <a:cubicBezTo>
                      <a:pt x="0" y="8"/>
                      <a:pt x="0" y="6"/>
                      <a:pt x="1" y="5"/>
                    </a:cubicBezTo>
                    <a:cubicBezTo>
                      <a:pt x="4" y="1"/>
                      <a:pt x="4" y="1"/>
                      <a:pt x="4" y="1"/>
                    </a:cubicBezTo>
                    <a:cubicBezTo>
                      <a:pt x="5" y="0"/>
                      <a:pt x="7" y="0"/>
                      <a:pt x="8" y="1"/>
                    </a:cubicBezTo>
                    <a:cubicBezTo>
                      <a:pt x="9" y="2"/>
                      <a:pt x="9" y="4"/>
                      <a:pt x="8" y="5"/>
                    </a:cubicBezTo>
                    <a:cubicBezTo>
                      <a:pt x="5" y="9"/>
                      <a:pt x="5" y="9"/>
                      <a:pt x="5" y="9"/>
                    </a:cubicBezTo>
                    <a:cubicBezTo>
                      <a:pt x="4" y="9"/>
                      <a:pt x="3" y="10"/>
                      <a:pt x="3" y="10"/>
                    </a:cubicBezTo>
                    <a:close/>
                  </a:path>
                </a:pathLst>
              </a:custGeom>
              <a:solidFill>
                <a:schemeClr val="bg2"/>
              </a:solidFill>
              <a:ln>
                <a:noFill/>
              </a:ln>
            </p:spPr>
            <p:txBody>
              <a:bodyPr anchor="ctr"/>
              <a:p>
                <a:pPr algn="ctr"/>
              </a:p>
            </p:txBody>
          </p:sp>
          <p:sp>
            <p:nvSpPr>
              <p:cNvPr id="68" name="Freeform: Shape 130"/>
              <p:cNvSpPr/>
              <p:nvPr/>
            </p:nvSpPr>
            <p:spPr bwMode="auto">
              <a:xfrm>
                <a:off x="4238489" y="3372558"/>
                <a:ext cx="17505" cy="6059"/>
              </a:xfrm>
              <a:custGeom>
                <a:avLst/>
                <a:gdLst>
                  <a:gd name="T0" fmla="*/ 8 w 11"/>
                  <a:gd name="T1" fmla="*/ 4 h 4"/>
                  <a:gd name="T2" fmla="*/ 8 w 11"/>
                  <a:gd name="T3" fmla="*/ 4 h 4"/>
                  <a:gd name="T4" fmla="*/ 3 w 11"/>
                  <a:gd name="T5" fmla="*/ 4 h 4"/>
                  <a:gd name="T6" fmla="*/ 0 w 11"/>
                  <a:gd name="T7" fmla="*/ 2 h 4"/>
                  <a:gd name="T8" fmla="*/ 3 w 11"/>
                  <a:gd name="T9" fmla="*/ 0 h 4"/>
                  <a:gd name="T10" fmla="*/ 3 w 11"/>
                  <a:gd name="T11" fmla="*/ 0 h 4"/>
                  <a:gd name="T12" fmla="*/ 8 w 11"/>
                  <a:gd name="T13" fmla="*/ 0 h 4"/>
                  <a:gd name="T14" fmla="*/ 11 w 11"/>
                  <a:gd name="T15" fmla="*/ 2 h 4"/>
                  <a:gd name="T16" fmla="*/ 8 w 11"/>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
                    <a:moveTo>
                      <a:pt x="8" y="4"/>
                    </a:moveTo>
                    <a:cubicBezTo>
                      <a:pt x="8" y="4"/>
                      <a:pt x="8" y="4"/>
                      <a:pt x="8" y="4"/>
                    </a:cubicBezTo>
                    <a:cubicBezTo>
                      <a:pt x="3" y="4"/>
                      <a:pt x="3" y="4"/>
                      <a:pt x="3" y="4"/>
                    </a:cubicBezTo>
                    <a:cubicBezTo>
                      <a:pt x="1" y="4"/>
                      <a:pt x="0" y="4"/>
                      <a:pt x="0" y="2"/>
                    </a:cubicBezTo>
                    <a:cubicBezTo>
                      <a:pt x="0" y="1"/>
                      <a:pt x="1" y="0"/>
                      <a:pt x="3" y="0"/>
                    </a:cubicBezTo>
                    <a:cubicBezTo>
                      <a:pt x="3" y="0"/>
                      <a:pt x="3" y="0"/>
                      <a:pt x="3" y="0"/>
                    </a:cubicBezTo>
                    <a:cubicBezTo>
                      <a:pt x="8" y="0"/>
                      <a:pt x="8" y="0"/>
                      <a:pt x="8" y="0"/>
                    </a:cubicBezTo>
                    <a:cubicBezTo>
                      <a:pt x="10" y="0"/>
                      <a:pt x="11" y="0"/>
                      <a:pt x="11" y="2"/>
                    </a:cubicBezTo>
                    <a:cubicBezTo>
                      <a:pt x="11" y="3"/>
                      <a:pt x="10" y="4"/>
                      <a:pt x="8" y="4"/>
                    </a:cubicBezTo>
                    <a:close/>
                  </a:path>
                </a:pathLst>
              </a:custGeom>
              <a:solidFill>
                <a:schemeClr val="bg2"/>
              </a:solidFill>
              <a:ln>
                <a:noFill/>
              </a:ln>
            </p:spPr>
            <p:txBody>
              <a:bodyPr anchor="ctr"/>
              <a:p>
                <a:pPr algn="ctr"/>
              </a:p>
            </p:txBody>
          </p:sp>
          <p:sp>
            <p:nvSpPr>
              <p:cNvPr id="69" name="Freeform: Shape 131"/>
              <p:cNvSpPr/>
              <p:nvPr/>
            </p:nvSpPr>
            <p:spPr bwMode="auto">
              <a:xfrm>
                <a:off x="4266093" y="3365826"/>
                <a:ext cx="175046" cy="14138"/>
              </a:xfrm>
              <a:custGeom>
                <a:avLst/>
                <a:gdLst>
                  <a:gd name="T0" fmla="*/ 108 w 110"/>
                  <a:gd name="T1" fmla="*/ 8 h 9"/>
                  <a:gd name="T2" fmla="*/ 107 w 110"/>
                  <a:gd name="T3" fmla="*/ 8 h 9"/>
                  <a:gd name="T4" fmla="*/ 96 w 110"/>
                  <a:gd name="T5" fmla="*/ 9 h 9"/>
                  <a:gd name="T6" fmla="*/ 93 w 110"/>
                  <a:gd name="T7" fmla="*/ 6 h 9"/>
                  <a:gd name="T8" fmla="*/ 96 w 110"/>
                  <a:gd name="T9" fmla="*/ 4 h 9"/>
                  <a:gd name="T10" fmla="*/ 108 w 110"/>
                  <a:gd name="T11" fmla="*/ 4 h 9"/>
                  <a:gd name="T12" fmla="*/ 110 w 110"/>
                  <a:gd name="T13" fmla="*/ 6 h 9"/>
                  <a:gd name="T14" fmla="*/ 108 w 110"/>
                  <a:gd name="T15" fmla="*/ 8 h 9"/>
                  <a:gd name="T16" fmla="*/ 84 w 110"/>
                  <a:gd name="T17" fmla="*/ 8 h 9"/>
                  <a:gd name="T18" fmla="*/ 84 w 110"/>
                  <a:gd name="T19" fmla="*/ 8 h 9"/>
                  <a:gd name="T20" fmla="*/ 73 w 110"/>
                  <a:gd name="T21" fmla="*/ 9 h 9"/>
                  <a:gd name="T22" fmla="*/ 70 w 110"/>
                  <a:gd name="T23" fmla="*/ 4 h 9"/>
                  <a:gd name="T24" fmla="*/ 73 w 110"/>
                  <a:gd name="T25" fmla="*/ 0 h 9"/>
                  <a:gd name="T26" fmla="*/ 73 w 110"/>
                  <a:gd name="T27" fmla="*/ 0 h 9"/>
                  <a:gd name="T28" fmla="*/ 84 w 110"/>
                  <a:gd name="T29" fmla="*/ 2 h 9"/>
                  <a:gd name="T30" fmla="*/ 87 w 110"/>
                  <a:gd name="T31" fmla="*/ 5 h 9"/>
                  <a:gd name="T32" fmla="*/ 84 w 110"/>
                  <a:gd name="T33" fmla="*/ 8 h 9"/>
                  <a:gd name="T34" fmla="*/ 61 w 110"/>
                  <a:gd name="T35" fmla="*/ 8 h 9"/>
                  <a:gd name="T36" fmla="*/ 61 w 110"/>
                  <a:gd name="T37" fmla="*/ 8 h 9"/>
                  <a:gd name="T38" fmla="*/ 49 w 110"/>
                  <a:gd name="T39" fmla="*/ 9 h 9"/>
                  <a:gd name="T40" fmla="*/ 47 w 110"/>
                  <a:gd name="T41" fmla="*/ 4 h 9"/>
                  <a:gd name="T42" fmla="*/ 49 w 110"/>
                  <a:gd name="T43" fmla="*/ 0 h 9"/>
                  <a:gd name="T44" fmla="*/ 49 w 110"/>
                  <a:gd name="T45" fmla="*/ 0 h 9"/>
                  <a:gd name="T46" fmla="*/ 61 w 110"/>
                  <a:gd name="T47" fmla="*/ 2 h 9"/>
                  <a:gd name="T48" fmla="*/ 64 w 110"/>
                  <a:gd name="T49" fmla="*/ 5 h 9"/>
                  <a:gd name="T50" fmla="*/ 61 w 110"/>
                  <a:gd name="T51" fmla="*/ 8 h 9"/>
                  <a:gd name="T52" fmla="*/ 38 w 110"/>
                  <a:gd name="T53" fmla="*/ 8 h 9"/>
                  <a:gd name="T54" fmla="*/ 38 w 110"/>
                  <a:gd name="T55" fmla="*/ 8 h 9"/>
                  <a:gd name="T56" fmla="*/ 26 w 110"/>
                  <a:gd name="T57" fmla="*/ 8 h 9"/>
                  <a:gd name="T58" fmla="*/ 23 w 110"/>
                  <a:gd name="T59" fmla="*/ 4 h 9"/>
                  <a:gd name="T60" fmla="*/ 26 w 110"/>
                  <a:gd name="T61" fmla="*/ 0 h 9"/>
                  <a:gd name="T62" fmla="*/ 26 w 110"/>
                  <a:gd name="T63" fmla="*/ 0 h 9"/>
                  <a:gd name="T64" fmla="*/ 38 w 110"/>
                  <a:gd name="T65" fmla="*/ 2 h 9"/>
                  <a:gd name="T66" fmla="*/ 40 w 110"/>
                  <a:gd name="T67" fmla="*/ 5 h 9"/>
                  <a:gd name="T68" fmla="*/ 38 w 110"/>
                  <a:gd name="T69" fmla="*/ 8 h 9"/>
                  <a:gd name="T70" fmla="*/ 14 w 110"/>
                  <a:gd name="T71" fmla="*/ 8 h 9"/>
                  <a:gd name="T72" fmla="*/ 14 w 110"/>
                  <a:gd name="T73" fmla="*/ 8 h 9"/>
                  <a:gd name="T74" fmla="*/ 3 w 110"/>
                  <a:gd name="T75" fmla="*/ 8 h 9"/>
                  <a:gd name="T76" fmla="*/ 0 w 110"/>
                  <a:gd name="T77" fmla="*/ 4 h 9"/>
                  <a:gd name="T78" fmla="*/ 3 w 110"/>
                  <a:gd name="T79" fmla="*/ 0 h 9"/>
                  <a:gd name="T80" fmla="*/ 3 w 110"/>
                  <a:gd name="T81" fmla="*/ 0 h 9"/>
                  <a:gd name="T82" fmla="*/ 15 w 110"/>
                  <a:gd name="T83" fmla="*/ 2 h 9"/>
                  <a:gd name="T84" fmla="*/ 17 w 110"/>
                  <a:gd name="T85" fmla="*/ 5 h 9"/>
                  <a:gd name="T86" fmla="*/ 14 w 110"/>
                  <a:gd name="T87"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 h="9">
                    <a:moveTo>
                      <a:pt x="108" y="8"/>
                    </a:moveTo>
                    <a:cubicBezTo>
                      <a:pt x="107" y="8"/>
                      <a:pt x="107" y="8"/>
                      <a:pt x="107" y="8"/>
                    </a:cubicBezTo>
                    <a:cubicBezTo>
                      <a:pt x="96" y="9"/>
                      <a:pt x="96" y="9"/>
                      <a:pt x="96" y="9"/>
                    </a:cubicBezTo>
                    <a:cubicBezTo>
                      <a:pt x="94" y="9"/>
                      <a:pt x="93" y="8"/>
                      <a:pt x="93" y="6"/>
                    </a:cubicBezTo>
                    <a:cubicBezTo>
                      <a:pt x="93" y="5"/>
                      <a:pt x="94" y="4"/>
                      <a:pt x="96" y="4"/>
                    </a:cubicBezTo>
                    <a:cubicBezTo>
                      <a:pt x="108" y="4"/>
                      <a:pt x="108" y="4"/>
                      <a:pt x="108" y="4"/>
                    </a:cubicBezTo>
                    <a:cubicBezTo>
                      <a:pt x="109" y="4"/>
                      <a:pt x="110" y="4"/>
                      <a:pt x="110" y="6"/>
                    </a:cubicBezTo>
                    <a:cubicBezTo>
                      <a:pt x="110" y="8"/>
                      <a:pt x="109" y="8"/>
                      <a:pt x="108" y="8"/>
                    </a:cubicBezTo>
                    <a:close/>
                    <a:moveTo>
                      <a:pt x="84" y="8"/>
                    </a:moveTo>
                    <a:cubicBezTo>
                      <a:pt x="84" y="8"/>
                      <a:pt x="84" y="8"/>
                      <a:pt x="84" y="8"/>
                    </a:cubicBezTo>
                    <a:cubicBezTo>
                      <a:pt x="73" y="9"/>
                      <a:pt x="73" y="9"/>
                      <a:pt x="73" y="9"/>
                    </a:cubicBezTo>
                    <a:cubicBezTo>
                      <a:pt x="71" y="9"/>
                      <a:pt x="70" y="6"/>
                      <a:pt x="70" y="4"/>
                    </a:cubicBezTo>
                    <a:cubicBezTo>
                      <a:pt x="70" y="3"/>
                      <a:pt x="71" y="0"/>
                      <a:pt x="73" y="0"/>
                    </a:cubicBezTo>
                    <a:cubicBezTo>
                      <a:pt x="73" y="0"/>
                      <a:pt x="73" y="0"/>
                      <a:pt x="73" y="0"/>
                    </a:cubicBezTo>
                    <a:cubicBezTo>
                      <a:pt x="84" y="2"/>
                      <a:pt x="84" y="2"/>
                      <a:pt x="84" y="2"/>
                    </a:cubicBezTo>
                    <a:cubicBezTo>
                      <a:pt x="86" y="2"/>
                      <a:pt x="87" y="3"/>
                      <a:pt x="87" y="5"/>
                    </a:cubicBezTo>
                    <a:cubicBezTo>
                      <a:pt x="87" y="6"/>
                      <a:pt x="86" y="8"/>
                      <a:pt x="84" y="8"/>
                    </a:cubicBezTo>
                    <a:close/>
                    <a:moveTo>
                      <a:pt x="61" y="8"/>
                    </a:moveTo>
                    <a:cubicBezTo>
                      <a:pt x="61" y="8"/>
                      <a:pt x="61" y="8"/>
                      <a:pt x="61" y="8"/>
                    </a:cubicBezTo>
                    <a:cubicBezTo>
                      <a:pt x="49" y="9"/>
                      <a:pt x="49" y="9"/>
                      <a:pt x="49" y="9"/>
                    </a:cubicBezTo>
                    <a:cubicBezTo>
                      <a:pt x="48" y="9"/>
                      <a:pt x="47" y="6"/>
                      <a:pt x="47" y="4"/>
                    </a:cubicBezTo>
                    <a:cubicBezTo>
                      <a:pt x="47" y="3"/>
                      <a:pt x="48" y="0"/>
                      <a:pt x="49" y="0"/>
                    </a:cubicBezTo>
                    <a:cubicBezTo>
                      <a:pt x="49" y="0"/>
                      <a:pt x="49" y="0"/>
                      <a:pt x="49" y="0"/>
                    </a:cubicBezTo>
                    <a:cubicBezTo>
                      <a:pt x="61" y="2"/>
                      <a:pt x="61" y="2"/>
                      <a:pt x="61" y="2"/>
                    </a:cubicBezTo>
                    <a:cubicBezTo>
                      <a:pt x="63" y="2"/>
                      <a:pt x="64" y="3"/>
                      <a:pt x="64" y="5"/>
                    </a:cubicBezTo>
                    <a:cubicBezTo>
                      <a:pt x="64" y="6"/>
                      <a:pt x="63" y="8"/>
                      <a:pt x="61" y="8"/>
                    </a:cubicBezTo>
                    <a:close/>
                    <a:moveTo>
                      <a:pt x="38" y="8"/>
                    </a:moveTo>
                    <a:cubicBezTo>
                      <a:pt x="38" y="8"/>
                      <a:pt x="38" y="8"/>
                      <a:pt x="38" y="8"/>
                    </a:cubicBezTo>
                    <a:cubicBezTo>
                      <a:pt x="26" y="8"/>
                      <a:pt x="26" y="8"/>
                      <a:pt x="26" y="8"/>
                    </a:cubicBezTo>
                    <a:cubicBezTo>
                      <a:pt x="25" y="8"/>
                      <a:pt x="23" y="6"/>
                      <a:pt x="23" y="4"/>
                    </a:cubicBezTo>
                    <a:cubicBezTo>
                      <a:pt x="23" y="3"/>
                      <a:pt x="25" y="0"/>
                      <a:pt x="26" y="0"/>
                    </a:cubicBezTo>
                    <a:cubicBezTo>
                      <a:pt x="26" y="0"/>
                      <a:pt x="26" y="0"/>
                      <a:pt x="26" y="0"/>
                    </a:cubicBezTo>
                    <a:cubicBezTo>
                      <a:pt x="38" y="2"/>
                      <a:pt x="38" y="2"/>
                      <a:pt x="38" y="2"/>
                    </a:cubicBezTo>
                    <a:cubicBezTo>
                      <a:pt x="39" y="2"/>
                      <a:pt x="40" y="3"/>
                      <a:pt x="40" y="5"/>
                    </a:cubicBezTo>
                    <a:cubicBezTo>
                      <a:pt x="40" y="6"/>
                      <a:pt x="39" y="8"/>
                      <a:pt x="38" y="8"/>
                    </a:cubicBezTo>
                    <a:close/>
                    <a:moveTo>
                      <a:pt x="14" y="8"/>
                    </a:moveTo>
                    <a:cubicBezTo>
                      <a:pt x="14" y="8"/>
                      <a:pt x="14" y="8"/>
                      <a:pt x="14" y="8"/>
                    </a:cubicBezTo>
                    <a:cubicBezTo>
                      <a:pt x="3" y="8"/>
                      <a:pt x="3" y="8"/>
                      <a:pt x="3" y="8"/>
                    </a:cubicBezTo>
                    <a:cubicBezTo>
                      <a:pt x="1" y="8"/>
                      <a:pt x="0" y="6"/>
                      <a:pt x="0" y="4"/>
                    </a:cubicBezTo>
                    <a:cubicBezTo>
                      <a:pt x="0" y="3"/>
                      <a:pt x="1" y="0"/>
                      <a:pt x="3" y="0"/>
                    </a:cubicBezTo>
                    <a:cubicBezTo>
                      <a:pt x="3" y="0"/>
                      <a:pt x="3" y="0"/>
                      <a:pt x="3" y="0"/>
                    </a:cubicBezTo>
                    <a:cubicBezTo>
                      <a:pt x="15" y="2"/>
                      <a:pt x="15" y="2"/>
                      <a:pt x="15" y="2"/>
                    </a:cubicBezTo>
                    <a:cubicBezTo>
                      <a:pt x="16" y="2"/>
                      <a:pt x="17" y="3"/>
                      <a:pt x="17" y="5"/>
                    </a:cubicBezTo>
                    <a:cubicBezTo>
                      <a:pt x="17" y="6"/>
                      <a:pt x="16" y="8"/>
                      <a:pt x="14" y="8"/>
                    </a:cubicBezTo>
                    <a:close/>
                  </a:path>
                </a:pathLst>
              </a:custGeom>
              <a:solidFill>
                <a:schemeClr val="bg2"/>
              </a:solidFill>
              <a:ln>
                <a:noFill/>
              </a:ln>
            </p:spPr>
            <p:txBody>
              <a:bodyPr anchor="ctr"/>
              <a:p>
                <a:pPr algn="ctr"/>
              </a:p>
            </p:txBody>
          </p:sp>
          <p:sp>
            <p:nvSpPr>
              <p:cNvPr id="70" name="Freeform: Shape 132"/>
              <p:cNvSpPr/>
              <p:nvPr/>
            </p:nvSpPr>
            <p:spPr bwMode="auto">
              <a:xfrm>
                <a:off x="4450565" y="3372558"/>
                <a:ext cx="17505" cy="7406"/>
              </a:xfrm>
              <a:custGeom>
                <a:avLst/>
                <a:gdLst>
                  <a:gd name="T0" fmla="*/ 9 w 11"/>
                  <a:gd name="T1" fmla="*/ 4 h 5"/>
                  <a:gd name="T2" fmla="*/ 9 w 11"/>
                  <a:gd name="T3" fmla="*/ 4 h 5"/>
                  <a:gd name="T4" fmla="*/ 3 w 11"/>
                  <a:gd name="T5" fmla="*/ 5 h 5"/>
                  <a:gd name="T6" fmla="*/ 0 w 11"/>
                  <a:gd name="T7" fmla="*/ 2 h 5"/>
                  <a:gd name="T8" fmla="*/ 3 w 11"/>
                  <a:gd name="T9" fmla="*/ 0 h 5"/>
                  <a:gd name="T10" fmla="*/ 3 w 11"/>
                  <a:gd name="T11" fmla="*/ 0 h 5"/>
                  <a:gd name="T12" fmla="*/ 9 w 11"/>
                  <a:gd name="T13" fmla="*/ 0 h 5"/>
                  <a:gd name="T14" fmla="*/ 11 w 11"/>
                  <a:gd name="T15" fmla="*/ 2 h 5"/>
                  <a:gd name="T16" fmla="*/ 9 w 11"/>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
                    <a:moveTo>
                      <a:pt x="9" y="4"/>
                    </a:moveTo>
                    <a:cubicBezTo>
                      <a:pt x="9" y="4"/>
                      <a:pt x="9" y="4"/>
                      <a:pt x="9" y="4"/>
                    </a:cubicBezTo>
                    <a:cubicBezTo>
                      <a:pt x="3" y="5"/>
                      <a:pt x="3" y="5"/>
                      <a:pt x="3" y="5"/>
                    </a:cubicBezTo>
                    <a:cubicBezTo>
                      <a:pt x="2" y="5"/>
                      <a:pt x="0" y="4"/>
                      <a:pt x="0" y="2"/>
                    </a:cubicBezTo>
                    <a:cubicBezTo>
                      <a:pt x="0" y="1"/>
                      <a:pt x="2" y="0"/>
                      <a:pt x="3" y="0"/>
                    </a:cubicBezTo>
                    <a:cubicBezTo>
                      <a:pt x="3" y="0"/>
                      <a:pt x="3" y="0"/>
                      <a:pt x="3" y="0"/>
                    </a:cubicBezTo>
                    <a:cubicBezTo>
                      <a:pt x="9" y="0"/>
                      <a:pt x="9" y="0"/>
                      <a:pt x="9" y="0"/>
                    </a:cubicBezTo>
                    <a:cubicBezTo>
                      <a:pt x="10" y="0"/>
                      <a:pt x="11" y="0"/>
                      <a:pt x="11" y="2"/>
                    </a:cubicBezTo>
                    <a:cubicBezTo>
                      <a:pt x="11" y="3"/>
                      <a:pt x="10" y="4"/>
                      <a:pt x="9" y="4"/>
                    </a:cubicBezTo>
                    <a:close/>
                  </a:path>
                </a:pathLst>
              </a:custGeom>
              <a:solidFill>
                <a:schemeClr val="bg2"/>
              </a:solidFill>
              <a:ln>
                <a:noFill/>
              </a:ln>
            </p:spPr>
            <p:txBody>
              <a:bodyPr anchor="ctr"/>
              <a:p>
                <a:pPr algn="ctr"/>
              </a:p>
            </p:txBody>
          </p:sp>
          <p:sp>
            <p:nvSpPr>
              <p:cNvPr id="71" name="Freeform: Shape 133"/>
              <p:cNvSpPr/>
              <p:nvPr/>
            </p:nvSpPr>
            <p:spPr bwMode="auto">
              <a:xfrm>
                <a:off x="4085660" y="3155770"/>
                <a:ext cx="65306" cy="53860"/>
              </a:xfrm>
              <a:custGeom>
                <a:avLst/>
                <a:gdLst>
                  <a:gd name="T0" fmla="*/ 2 w 41"/>
                  <a:gd name="T1" fmla="*/ 11 h 34"/>
                  <a:gd name="T2" fmla="*/ 21 w 41"/>
                  <a:gd name="T3" fmla="*/ 0 h 34"/>
                  <a:gd name="T4" fmla="*/ 39 w 41"/>
                  <a:gd name="T5" fmla="*/ 11 h 34"/>
                  <a:gd name="T6" fmla="*/ 39 w 41"/>
                  <a:gd name="T7" fmla="*/ 27 h 34"/>
                  <a:gd name="T8" fmla="*/ 41 w 41"/>
                  <a:gd name="T9" fmla="*/ 33 h 34"/>
                  <a:gd name="T10" fmla="*/ 30 w 41"/>
                  <a:gd name="T11" fmla="*/ 33 h 34"/>
                  <a:gd name="T12" fmla="*/ 29 w 41"/>
                  <a:gd name="T13" fmla="*/ 30 h 34"/>
                  <a:gd name="T14" fmla="*/ 14 w 41"/>
                  <a:gd name="T15" fmla="*/ 34 h 34"/>
                  <a:gd name="T16" fmla="*/ 0 w 41"/>
                  <a:gd name="T17" fmla="*/ 24 h 34"/>
                  <a:gd name="T18" fmla="*/ 13 w 41"/>
                  <a:gd name="T19" fmla="*/ 14 h 34"/>
                  <a:gd name="T20" fmla="*/ 24 w 41"/>
                  <a:gd name="T21" fmla="*/ 13 h 34"/>
                  <a:gd name="T22" fmla="*/ 29 w 41"/>
                  <a:gd name="T23" fmla="*/ 10 h 34"/>
                  <a:gd name="T24" fmla="*/ 20 w 41"/>
                  <a:gd name="T25" fmla="*/ 6 h 34"/>
                  <a:gd name="T26" fmla="*/ 12 w 41"/>
                  <a:gd name="T27" fmla="*/ 11 h 34"/>
                  <a:gd name="T28" fmla="*/ 2 w 41"/>
                  <a:gd name="T29" fmla="*/ 11 h 34"/>
                  <a:gd name="T30" fmla="*/ 29 w 41"/>
                  <a:gd name="T31" fmla="*/ 17 h 34"/>
                  <a:gd name="T32" fmla="*/ 23 w 41"/>
                  <a:gd name="T33" fmla="*/ 19 h 34"/>
                  <a:gd name="T34" fmla="*/ 17 w 41"/>
                  <a:gd name="T35" fmla="*/ 19 h 34"/>
                  <a:gd name="T36" fmla="*/ 11 w 41"/>
                  <a:gd name="T37" fmla="*/ 24 h 34"/>
                  <a:gd name="T38" fmla="*/ 18 w 41"/>
                  <a:gd name="T39" fmla="*/ 28 h 34"/>
                  <a:gd name="T40" fmla="*/ 29 w 41"/>
                  <a:gd name="T41" fmla="*/ 20 h 34"/>
                  <a:gd name="T42" fmla="*/ 29 w 41"/>
                  <a:gd name="T43"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2" y="11"/>
                    </a:moveTo>
                    <a:cubicBezTo>
                      <a:pt x="3" y="1"/>
                      <a:pt x="12" y="0"/>
                      <a:pt x="21" y="0"/>
                    </a:cubicBezTo>
                    <a:cubicBezTo>
                      <a:pt x="36" y="0"/>
                      <a:pt x="39" y="5"/>
                      <a:pt x="39" y="11"/>
                    </a:cubicBezTo>
                    <a:cubicBezTo>
                      <a:pt x="39" y="27"/>
                      <a:pt x="39" y="27"/>
                      <a:pt x="39" y="27"/>
                    </a:cubicBezTo>
                    <a:cubicBezTo>
                      <a:pt x="39" y="29"/>
                      <a:pt x="40" y="31"/>
                      <a:pt x="41" y="33"/>
                    </a:cubicBezTo>
                    <a:cubicBezTo>
                      <a:pt x="30" y="33"/>
                      <a:pt x="30" y="33"/>
                      <a:pt x="30" y="33"/>
                    </a:cubicBezTo>
                    <a:cubicBezTo>
                      <a:pt x="30" y="32"/>
                      <a:pt x="29" y="31"/>
                      <a:pt x="29" y="30"/>
                    </a:cubicBezTo>
                    <a:cubicBezTo>
                      <a:pt x="26" y="33"/>
                      <a:pt x="19" y="34"/>
                      <a:pt x="14" y="34"/>
                    </a:cubicBezTo>
                    <a:cubicBezTo>
                      <a:pt x="6" y="34"/>
                      <a:pt x="0" y="31"/>
                      <a:pt x="0" y="24"/>
                    </a:cubicBezTo>
                    <a:cubicBezTo>
                      <a:pt x="0" y="16"/>
                      <a:pt x="7" y="14"/>
                      <a:pt x="13" y="14"/>
                    </a:cubicBezTo>
                    <a:cubicBezTo>
                      <a:pt x="24" y="13"/>
                      <a:pt x="24" y="13"/>
                      <a:pt x="24" y="13"/>
                    </a:cubicBezTo>
                    <a:cubicBezTo>
                      <a:pt x="28" y="13"/>
                      <a:pt x="29" y="12"/>
                      <a:pt x="29" y="10"/>
                    </a:cubicBezTo>
                    <a:cubicBezTo>
                      <a:pt x="29" y="7"/>
                      <a:pt x="27" y="6"/>
                      <a:pt x="20" y="6"/>
                    </a:cubicBezTo>
                    <a:cubicBezTo>
                      <a:pt x="16" y="6"/>
                      <a:pt x="14" y="6"/>
                      <a:pt x="12" y="11"/>
                    </a:cubicBezTo>
                    <a:lnTo>
                      <a:pt x="2" y="11"/>
                    </a:lnTo>
                    <a:close/>
                    <a:moveTo>
                      <a:pt x="29" y="17"/>
                    </a:moveTo>
                    <a:cubicBezTo>
                      <a:pt x="27" y="18"/>
                      <a:pt x="25" y="19"/>
                      <a:pt x="23" y="19"/>
                    </a:cubicBezTo>
                    <a:cubicBezTo>
                      <a:pt x="17" y="19"/>
                      <a:pt x="17" y="19"/>
                      <a:pt x="17" y="19"/>
                    </a:cubicBezTo>
                    <a:cubicBezTo>
                      <a:pt x="13" y="20"/>
                      <a:pt x="11" y="21"/>
                      <a:pt x="11" y="24"/>
                    </a:cubicBezTo>
                    <a:cubicBezTo>
                      <a:pt x="11" y="26"/>
                      <a:pt x="14" y="28"/>
                      <a:pt x="18" y="28"/>
                    </a:cubicBezTo>
                    <a:cubicBezTo>
                      <a:pt x="23" y="28"/>
                      <a:pt x="29" y="25"/>
                      <a:pt x="29" y="20"/>
                    </a:cubicBezTo>
                    <a:lnTo>
                      <a:pt x="29" y="17"/>
                    </a:lnTo>
                    <a:close/>
                  </a:path>
                </a:pathLst>
              </a:custGeom>
              <a:solidFill>
                <a:schemeClr val="bg2"/>
              </a:solidFill>
              <a:ln>
                <a:noFill/>
              </a:ln>
            </p:spPr>
            <p:txBody>
              <a:bodyPr anchor="ctr"/>
              <a:p>
                <a:pPr algn="ctr"/>
              </a:p>
            </p:txBody>
          </p:sp>
          <p:sp>
            <p:nvSpPr>
              <p:cNvPr id="72" name="Freeform: Shape 134"/>
              <p:cNvSpPr/>
              <p:nvPr/>
            </p:nvSpPr>
            <p:spPr bwMode="auto">
              <a:xfrm>
                <a:off x="4219638" y="3041317"/>
                <a:ext cx="66652" cy="71365"/>
              </a:xfrm>
              <a:custGeom>
                <a:avLst/>
                <a:gdLst>
                  <a:gd name="T0" fmla="*/ 0 w 42"/>
                  <a:gd name="T1" fmla="*/ 0 h 45"/>
                  <a:gd name="T2" fmla="*/ 11 w 42"/>
                  <a:gd name="T3" fmla="*/ 0 h 45"/>
                  <a:gd name="T4" fmla="*/ 11 w 42"/>
                  <a:gd name="T5" fmla="*/ 15 h 45"/>
                  <a:gd name="T6" fmla="*/ 11 w 42"/>
                  <a:gd name="T7" fmla="*/ 15 h 45"/>
                  <a:gd name="T8" fmla="*/ 24 w 42"/>
                  <a:gd name="T9" fmla="*/ 11 h 45"/>
                  <a:gd name="T10" fmla="*/ 42 w 42"/>
                  <a:gd name="T11" fmla="*/ 28 h 45"/>
                  <a:gd name="T12" fmla="*/ 23 w 42"/>
                  <a:gd name="T13" fmla="*/ 45 h 45"/>
                  <a:gd name="T14" fmla="*/ 11 w 42"/>
                  <a:gd name="T15" fmla="*/ 40 h 45"/>
                  <a:gd name="T16" fmla="*/ 11 w 42"/>
                  <a:gd name="T17" fmla="*/ 40 h 45"/>
                  <a:gd name="T18" fmla="*/ 11 w 42"/>
                  <a:gd name="T19" fmla="*/ 44 h 45"/>
                  <a:gd name="T20" fmla="*/ 0 w 42"/>
                  <a:gd name="T21" fmla="*/ 44 h 45"/>
                  <a:gd name="T22" fmla="*/ 0 w 42"/>
                  <a:gd name="T23" fmla="*/ 0 h 45"/>
                  <a:gd name="T24" fmla="*/ 21 w 42"/>
                  <a:gd name="T25" fmla="*/ 37 h 45"/>
                  <a:gd name="T26" fmla="*/ 31 w 42"/>
                  <a:gd name="T27" fmla="*/ 28 h 45"/>
                  <a:gd name="T28" fmla="*/ 21 w 42"/>
                  <a:gd name="T29" fmla="*/ 18 h 45"/>
                  <a:gd name="T30" fmla="*/ 11 w 42"/>
                  <a:gd name="T31" fmla="*/ 28 h 45"/>
                  <a:gd name="T32" fmla="*/ 21 w 42"/>
                  <a:gd name="T33"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45">
                    <a:moveTo>
                      <a:pt x="0" y="0"/>
                    </a:moveTo>
                    <a:cubicBezTo>
                      <a:pt x="11" y="0"/>
                      <a:pt x="11" y="0"/>
                      <a:pt x="11" y="0"/>
                    </a:cubicBezTo>
                    <a:cubicBezTo>
                      <a:pt x="11" y="15"/>
                      <a:pt x="11" y="15"/>
                      <a:pt x="11" y="15"/>
                    </a:cubicBezTo>
                    <a:cubicBezTo>
                      <a:pt x="11" y="15"/>
                      <a:pt x="11" y="15"/>
                      <a:pt x="11" y="15"/>
                    </a:cubicBezTo>
                    <a:cubicBezTo>
                      <a:pt x="13" y="13"/>
                      <a:pt x="18" y="11"/>
                      <a:pt x="24" y="11"/>
                    </a:cubicBezTo>
                    <a:cubicBezTo>
                      <a:pt x="34" y="11"/>
                      <a:pt x="42" y="17"/>
                      <a:pt x="42" y="28"/>
                    </a:cubicBezTo>
                    <a:cubicBezTo>
                      <a:pt x="42" y="39"/>
                      <a:pt x="33" y="45"/>
                      <a:pt x="23" y="45"/>
                    </a:cubicBezTo>
                    <a:cubicBezTo>
                      <a:pt x="18" y="45"/>
                      <a:pt x="15" y="44"/>
                      <a:pt x="11" y="40"/>
                    </a:cubicBezTo>
                    <a:cubicBezTo>
                      <a:pt x="11" y="40"/>
                      <a:pt x="11" y="40"/>
                      <a:pt x="11" y="40"/>
                    </a:cubicBezTo>
                    <a:cubicBezTo>
                      <a:pt x="11" y="44"/>
                      <a:pt x="11" y="44"/>
                      <a:pt x="11" y="44"/>
                    </a:cubicBezTo>
                    <a:cubicBezTo>
                      <a:pt x="0" y="44"/>
                      <a:pt x="0" y="44"/>
                      <a:pt x="0" y="44"/>
                    </a:cubicBezTo>
                    <a:lnTo>
                      <a:pt x="0" y="0"/>
                    </a:lnTo>
                    <a:close/>
                    <a:moveTo>
                      <a:pt x="21" y="37"/>
                    </a:moveTo>
                    <a:cubicBezTo>
                      <a:pt x="26" y="37"/>
                      <a:pt x="31" y="34"/>
                      <a:pt x="31" y="28"/>
                    </a:cubicBezTo>
                    <a:cubicBezTo>
                      <a:pt x="31" y="22"/>
                      <a:pt x="26" y="18"/>
                      <a:pt x="21" y="18"/>
                    </a:cubicBezTo>
                    <a:cubicBezTo>
                      <a:pt x="15" y="18"/>
                      <a:pt x="11" y="22"/>
                      <a:pt x="11" y="28"/>
                    </a:cubicBezTo>
                    <a:cubicBezTo>
                      <a:pt x="11" y="34"/>
                      <a:pt x="15" y="37"/>
                      <a:pt x="21" y="37"/>
                    </a:cubicBezTo>
                    <a:close/>
                  </a:path>
                </a:pathLst>
              </a:custGeom>
              <a:solidFill>
                <a:schemeClr val="bg2"/>
              </a:solidFill>
              <a:ln>
                <a:noFill/>
              </a:ln>
            </p:spPr>
            <p:txBody>
              <a:bodyPr anchor="ctr"/>
              <a:p>
                <a:pPr algn="ctr"/>
              </a:p>
            </p:txBody>
          </p:sp>
          <p:sp>
            <p:nvSpPr>
              <p:cNvPr id="73" name="Freeform: Shape 135"/>
              <p:cNvSpPr/>
              <p:nvPr/>
            </p:nvSpPr>
            <p:spPr bwMode="auto">
              <a:xfrm>
                <a:off x="4469416" y="3076326"/>
                <a:ext cx="65306" cy="55880"/>
              </a:xfrm>
              <a:custGeom>
                <a:avLst/>
                <a:gdLst>
                  <a:gd name="T0" fmla="*/ 30 w 41"/>
                  <a:gd name="T1" fmla="*/ 13 h 35"/>
                  <a:gd name="T2" fmla="*/ 21 w 41"/>
                  <a:gd name="T3" fmla="*/ 8 h 35"/>
                  <a:gd name="T4" fmla="*/ 11 w 41"/>
                  <a:gd name="T5" fmla="*/ 17 h 35"/>
                  <a:gd name="T6" fmla="*/ 21 w 41"/>
                  <a:gd name="T7" fmla="*/ 27 h 35"/>
                  <a:gd name="T8" fmla="*/ 30 w 41"/>
                  <a:gd name="T9" fmla="*/ 21 h 35"/>
                  <a:gd name="T10" fmla="*/ 41 w 41"/>
                  <a:gd name="T11" fmla="*/ 21 h 35"/>
                  <a:gd name="T12" fmla="*/ 20 w 41"/>
                  <a:gd name="T13" fmla="*/ 35 h 35"/>
                  <a:gd name="T14" fmla="*/ 0 w 41"/>
                  <a:gd name="T15" fmla="*/ 17 h 35"/>
                  <a:gd name="T16" fmla="*/ 21 w 41"/>
                  <a:gd name="T17" fmla="*/ 0 h 35"/>
                  <a:gd name="T18" fmla="*/ 41 w 41"/>
                  <a:gd name="T19" fmla="*/ 13 h 35"/>
                  <a:gd name="T20" fmla="*/ 30 w 41"/>
                  <a:gd name="T21" fmla="*/ 1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5">
                    <a:moveTo>
                      <a:pt x="30" y="13"/>
                    </a:moveTo>
                    <a:cubicBezTo>
                      <a:pt x="29" y="9"/>
                      <a:pt x="25" y="8"/>
                      <a:pt x="21" y="8"/>
                    </a:cubicBezTo>
                    <a:cubicBezTo>
                      <a:pt x="14" y="8"/>
                      <a:pt x="11" y="11"/>
                      <a:pt x="11" y="17"/>
                    </a:cubicBezTo>
                    <a:cubicBezTo>
                      <a:pt x="11" y="24"/>
                      <a:pt x="14" y="27"/>
                      <a:pt x="21" y="27"/>
                    </a:cubicBezTo>
                    <a:cubicBezTo>
                      <a:pt x="26" y="27"/>
                      <a:pt x="29" y="25"/>
                      <a:pt x="30" y="21"/>
                    </a:cubicBezTo>
                    <a:cubicBezTo>
                      <a:pt x="41" y="21"/>
                      <a:pt x="41" y="21"/>
                      <a:pt x="41" y="21"/>
                    </a:cubicBezTo>
                    <a:cubicBezTo>
                      <a:pt x="39" y="32"/>
                      <a:pt x="31" y="35"/>
                      <a:pt x="20" y="35"/>
                    </a:cubicBezTo>
                    <a:cubicBezTo>
                      <a:pt x="8" y="35"/>
                      <a:pt x="0" y="30"/>
                      <a:pt x="0" y="17"/>
                    </a:cubicBezTo>
                    <a:cubicBezTo>
                      <a:pt x="0" y="5"/>
                      <a:pt x="8" y="0"/>
                      <a:pt x="21" y="0"/>
                    </a:cubicBezTo>
                    <a:cubicBezTo>
                      <a:pt x="29" y="0"/>
                      <a:pt x="39" y="2"/>
                      <a:pt x="41" y="13"/>
                    </a:cubicBezTo>
                    <a:lnTo>
                      <a:pt x="30" y="13"/>
                    </a:lnTo>
                    <a:close/>
                  </a:path>
                </a:pathLst>
              </a:custGeom>
              <a:solidFill>
                <a:schemeClr val="bg2"/>
              </a:solidFill>
              <a:ln>
                <a:noFill/>
              </a:ln>
            </p:spPr>
            <p:txBody>
              <a:bodyPr anchor="ctr"/>
              <a:p>
                <a:pPr algn="ctr"/>
              </a:p>
            </p:txBody>
          </p:sp>
        </p:grpSp>
        <p:grpSp>
          <p:nvGrpSpPr>
            <p:cNvPr id="38" name="Group 136"/>
            <p:cNvGrpSpPr/>
            <p:nvPr/>
          </p:nvGrpSpPr>
          <p:grpSpPr>
            <a:xfrm>
              <a:off x="12774" y="3348"/>
              <a:ext cx="874" cy="1030"/>
              <a:chOff x="4536741" y="1960742"/>
              <a:chExt cx="739908" cy="871865"/>
            </a:xfrm>
          </p:grpSpPr>
          <p:sp>
            <p:nvSpPr>
              <p:cNvPr id="47" name="Freeform: Shape 137"/>
              <p:cNvSpPr/>
              <p:nvPr/>
            </p:nvSpPr>
            <p:spPr bwMode="auto">
              <a:xfrm>
                <a:off x="4562325" y="1998444"/>
                <a:ext cx="714324" cy="834163"/>
              </a:xfrm>
              <a:custGeom>
                <a:avLst/>
                <a:gdLst>
                  <a:gd name="T0" fmla="*/ 225 w 449"/>
                  <a:gd name="T1" fmla="*/ 0 h 524"/>
                  <a:gd name="T2" fmla="*/ 0 w 449"/>
                  <a:gd name="T3" fmla="*/ 224 h 524"/>
                  <a:gd name="T4" fmla="*/ 225 w 449"/>
                  <a:gd name="T5" fmla="*/ 448 h 524"/>
                  <a:gd name="T6" fmla="*/ 235 w 449"/>
                  <a:gd name="T7" fmla="*/ 448 h 524"/>
                  <a:gd name="T8" fmla="*/ 325 w 449"/>
                  <a:gd name="T9" fmla="*/ 524 h 524"/>
                  <a:gd name="T10" fmla="*/ 335 w 449"/>
                  <a:gd name="T11" fmla="*/ 419 h 524"/>
                  <a:gd name="T12" fmla="*/ 449 w 449"/>
                  <a:gd name="T13" fmla="*/ 224 h 524"/>
                  <a:gd name="T14" fmla="*/ 225 w 449"/>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225" y="0"/>
                    </a:move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ubicBezTo>
                      <a:pt x="449" y="100"/>
                      <a:pt x="348" y="0"/>
                      <a:pt x="225"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8" name="Freeform: Shape 138"/>
              <p:cNvSpPr/>
              <p:nvPr/>
            </p:nvSpPr>
            <p:spPr bwMode="auto">
              <a:xfrm>
                <a:off x="4536741" y="1960742"/>
                <a:ext cx="714324" cy="833490"/>
              </a:xfrm>
              <a:custGeom>
                <a:avLst/>
                <a:gdLst>
                  <a:gd name="T0" fmla="*/ 449 w 449"/>
                  <a:gd name="T1" fmla="*/ 224 h 524"/>
                  <a:gd name="T2" fmla="*/ 225 w 449"/>
                  <a:gd name="T3" fmla="*/ 0 h 524"/>
                  <a:gd name="T4" fmla="*/ 0 w 449"/>
                  <a:gd name="T5" fmla="*/ 224 h 524"/>
                  <a:gd name="T6" fmla="*/ 225 w 449"/>
                  <a:gd name="T7" fmla="*/ 448 h 524"/>
                  <a:gd name="T8" fmla="*/ 235 w 449"/>
                  <a:gd name="T9" fmla="*/ 448 h 524"/>
                  <a:gd name="T10" fmla="*/ 325 w 449"/>
                  <a:gd name="T11" fmla="*/ 524 h 524"/>
                  <a:gd name="T12" fmla="*/ 335 w 449"/>
                  <a:gd name="T13" fmla="*/ 419 h 524"/>
                  <a:gd name="T14" fmla="*/ 449 w 449"/>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449" y="224"/>
                    </a:moveTo>
                    <a:cubicBezTo>
                      <a:pt x="449" y="100"/>
                      <a:pt x="348" y="0"/>
                      <a:pt x="225" y="0"/>
                    </a:cubicBez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lose/>
                  </a:path>
                </a:pathLst>
              </a:custGeom>
              <a:solidFill>
                <a:schemeClr val="accent3"/>
              </a:solidFill>
              <a:ln>
                <a:noFill/>
              </a:ln>
            </p:spPr>
            <p:txBody>
              <a:bodyPr anchor="ctr"/>
              <a:p>
                <a:pPr algn="ctr"/>
              </a:p>
            </p:txBody>
          </p:sp>
          <p:sp>
            <p:nvSpPr>
              <p:cNvPr id="49" name="Freeform: Shape 139"/>
              <p:cNvSpPr/>
              <p:nvPr/>
            </p:nvSpPr>
            <p:spPr bwMode="auto">
              <a:xfrm>
                <a:off x="4649848" y="2145214"/>
                <a:ext cx="508981" cy="379043"/>
              </a:xfrm>
              <a:custGeom>
                <a:avLst/>
                <a:gdLst>
                  <a:gd name="T0" fmla="*/ 318 w 320"/>
                  <a:gd name="T1" fmla="*/ 85 h 238"/>
                  <a:gd name="T2" fmla="*/ 50 w 320"/>
                  <a:gd name="T3" fmla="*/ 237 h 238"/>
                  <a:gd name="T4" fmla="*/ 44 w 320"/>
                  <a:gd name="T5" fmla="*/ 235 h 238"/>
                  <a:gd name="T6" fmla="*/ 1 w 320"/>
                  <a:gd name="T7" fmla="*/ 158 h 238"/>
                  <a:gd name="T8" fmla="*/ 2 w 320"/>
                  <a:gd name="T9" fmla="*/ 153 h 238"/>
                  <a:gd name="T10" fmla="*/ 270 w 320"/>
                  <a:gd name="T11" fmla="*/ 1 h 238"/>
                  <a:gd name="T12" fmla="*/ 276 w 320"/>
                  <a:gd name="T13" fmla="*/ 3 h 238"/>
                  <a:gd name="T14" fmla="*/ 319 w 320"/>
                  <a:gd name="T15" fmla="*/ 80 h 238"/>
                  <a:gd name="T16" fmla="*/ 318 w 320"/>
                  <a:gd name="T17" fmla="*/ 85 h 238"/>
                  <a:gd name="T18" fmla="*/ 49 w 320"/>
                  <a:gd name="T19" fmla="*/ 228 h 238"/>
                  <a:gd name="T20" fmla="*/ 310 w 320"/>
                  <a:gd name="T21" fmla="*/ 80 h 238"/>
                  <a:gd name="T22" fmla="*/ 271 w 320"/>
                  <a:gd name="T23" fmla="*/ 10 h 238"/>
                  <a:gd name="T24" fmla="*/ 10 w 320"/>
                  <a:gd name="T25" fmla="*/ 158 h 238"/>
                  <a:gd name="T26" fmla="*/ 49 w 320"/>
                  <a:gd name="T27"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0" h="238">
                    <a:moveTo>
                      <a:pt x="318" y="85"/>
                    </a:moveTo>
                    <a:cubicBezTo>
                      <a:pt x="50" y="237"/>
                      <a:pt x="50" y="237"/>
                      <a:pt x="50" y="237"/>
                    </a:cubicBezTo>
                    <a:cubicBezTo>
                      <a:pt x="48" y="238"/>
                      <a:pt x="45" y="237"/>
                      <a:pt x="44" y="235"/>
                    </a:cubicBezTo>
                    <a:cubicBezTo>
                      <a:pt x="1" y="158"/>
                      <a:pt x="1" y="158"/>
                      <a:pt x="1" y="158"/>
                    </a:cubicBezTo>
                    <a:cubicBezTo>
                      <a:pt x="0" y="157"/>
                      <a:pt x="0" y="154"/>
                      <a:pt x="2" y="153"/>
                    </a:cubicBezTo>
                    <a:cubicBezTo>
                      <a:pt x="270" y="1"/>
                      <a:pt x="270" y="1"/>
                      <a:pt x="270" y="1"/>
                    </a:cubicBezTo>
                    <a:cubicBezTo>
                      <a:pt x="272" y="0"/>
                      <a:pt x="275" y="1"/>
                      <a:pt x="276" y="3"/>
                    </a:cubicBezTo>
                    <a:cubicBezTo>
                      <a:pt x="319" y="80"/>
                      <a:pt x="319" y="80"/>
                      <a:pt x="319" y="80"/>
                    </a:cubicBezTo>
                    <a:cubicBezTo>
                      <a:pt x="320" y="81"/>
                      <a:pt x="320" y="84"/>
                      <a:pt x="318" y="85"/>
                    </a:cubicBezTo>
                    <a:close/>
                    <a:moveTo>
                      <a:pt x="49" y="228"/>
                    </a:moveTo>
                    <a:cubicBezTo>
                      <a:pt x="310" y="80"/>
                      <a:pt x="310" y="80"/>
                      <a:pt x="310" y="80"/>
                    </a:cubicBezTo>
                    <a:cubicBezTo>
                      <a:pt x="271" y="10"/>
                      <a:pt x="271" y="10"/>
                      <a:pt x="271" y="10"/>
                    </a:cubicBezTo>
                    <a:cubicBezTo>
                      <a:pt x="10" y="158"/>
                      <a:pt x="10" y="158"/>
                      <a:pt x="10" y="158"/>
                    </a:cubicBezTo>
                    <a:lnTo>
                      <a:pt x="49" y="228"/>
                    </a:lnTo>
                    <a:close/>
                  </a:path>
                </a:pathLst>
              </a:custGeom>
              <a:solidFill>
                <a:schemeClr val="bg2"/>
              </a:solidFill>
              <a:ln>
                <a:noFill/>
              </a:ln>
            </p:spPr>
            <p:txBody>
              <a:bodyPr anchor="ctr"/>
              <a:p>
                <a:pPr algn="ctr"/>
              </a:p>
            </p:txBody>
          </p:sp>
          <p:sp>
            <p:nvSpPr>
              <p:cNvPr id="50" name="Freeform: Shape 140"/>
              <p:cNvSpPr/>
              <p:nvPr/>
            </p:nvSpPr>
            <p:spPr bwMode="auto">
              <a:xfrm>
                <a:off x="4698996" y="2358636"/>
                <a:ext cx="45781" cy="70019"/>
              </a:xfrm>
              <a:custGeom>
                <a:avLst/>
                <a:gdLst>
                  <a:gd name="T0" fmla="*/ 26 w 29"/>
                  <a:gd name="T1" fmla="*/ 43 h 44"/>
                  <a:gd name="T2" fmla="*/ 21 w 29"/>
                  <a:gd name="T3" fmla="*/ 42 h 44"/>
                  <a:gd name="T4" fmla="*/ 1 w 29"/>
                  <a:gd name="T5" fmla="*/ 7 h 44"/>
                  <a:gd name="T6" fmla="*/ 3 w 29"/>
                  <a:gd name="T7" fmla="*/ 1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2"/>
                    </a:cubicBezTo>
                    <a:cubicBezTo>
                      <a:pt x="1" y="7"/>
                      <a:pt x="1" y="7"/>
                      <a:pt x="1" y="7"/>
                    </a:cubicBezTo>
                    <a:cubicBezTo>
                      <a:pt x="0" y="5"/>
                      <a:pt x="1" y="2"/>
                      <a:pt x="3" y="1"/>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p>
                <a:pPr algn="ctr"/>
              </a:p>
            </p:txBody>
          </p:sp>
          <p:sp>
            <p:nvSpPr>
              <p:cNvPr id="51" name="Freeform: Shape 141"/>
              <p:cNvSpPr/>
              <p:nvPr/>
            </p:nvSpPr>
            <p:spPr bwMode="auto">
              <a:xfrm>
                <a:off x="4765648" y="2321607"/>
                <a:ext cx="46455" cy="70019"/>
              </a:xfrm>
              <a:custGeom>
                <a:avLst/>
                <a:gdLst>
                  <a:gd name="T0" fmla="*/ 26 w 29"/>
                  <a:gd name="T1" fmla="*/ 42 h 44"/>
                  <a:gd name="T2" fmla="*/ 21 w 29"/>
                  <a:gd name="T3" fmla="*/ 41 h 44"/>
                  <a:gd name="T4" fmla="*/ 1 w 29"/>
                  <a:gd name="T5" fmla="*/ 6 h 44"/>
                  <a:gd name="T6" fmla="*/ 2 w 29"/>
                  <a:gd name="T7" fmla="*/ 1 h 44"/>
                  <a:gd name="T8" fmla="*/ 8 w 29"/>
                  <a:gd name="T9" fmla="*/ 2 h 44"/>
                  <a:gd name="T10" fmla="*/ 28 w 29"/>
                  <a:gd name="T11" fmla="*/ 37 h 44"/>
                  <a:gd name="T12" fmla="*/ 26 w 29"/>
                  <a:gd name="T13" fmla="*/ 42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2"/>
                    </a:moveTo>
                    <a:cubicBezTo>
                      <a:pt x="24" y="44"/>
                      <a:pt x="22" y="43"/>
                      <a:pt x="21" y="41"/>
                    </a:cubicBezTo>
                    <a:cubicBezTo>
                      <a:pt x="1" y="6"/>
                      <a:pt x="1" y="6"/>
                      <a:pt x="1" y="6"/>
                    </a:cubicBezTo>
                    <a:cubicBezTo>
                      <a:pt x="0" y="4"/>
                      <a:pt x="1" y="2"/>
                      <a:pt x="2" y="1"/>
                    </a:cubicBezTo>
                    <a:cubicBezTo>
                      <a:pt x="4" y="0"/>
                      <a:pt x="7" y="0"/>
                      <a:pt x="8" y="2"/>
                    </a:cubicBezTo>
                    <a:cubicBezTo>
                      <a:pt x="28" y="37"/>
                      <a:pt x="28" y="37"/>
                      <a:pt x="28" y="37"/>
                    </a:cubicBezTo>
                    <a:cubicBezTo>
                      <a:pt x="29" y="39"/>
                      <a:pt x="28" y="41"/>
                      <a:pt x="26" y="42"/>
                    </a:cubicBezTo>
                    <a:close/>
                  </a:path>
                </a:pathLst>
              </a:custGeom>
              <a:solidFill>
                <a:schemeClr val="bg2"/>
              </a:solidFill>
              <a:ln>
                <a:noFill/>
              </a:ln>
            </p:spPr>
            <p:txBody>
              <a:bodyPr anchor="ctr"/>
              <a:p>
                <a:pPr algn="ctr"/>
              </a:p>
            </p:txBody>
          </p:sp>
          <p:sp>
            <p:nvSpPr>
              <p:cNvPr id="40" name="Freeform: Shape 142"/>
              <p:cNvSpPr/>
              <p:nvPr/>
            </p:nvSpPr>
            <p:spPr bwMode="auto">
              <a:xfrm>
                <a:off x="4840379" y="2285251"/>
                <a:ext cx="46455" cy="70019"/>
              </a:xfrm>
              <a:custGeom>
                <a:avLst/>
                <a:gdLst>
                  <a:gd name="T0" fmla="*/ 26 w 29"/>
                  <a:gd name="T1" fmla="*/ 43 h 44"/>
                  <a:gd name="T2" fmla="*/ 21 w 29"/>
                  <a:gd name="T3" fmla="*/ 42 h 44"/>
                  <a:gd name="T4" fmla="*/ 1 w 29"/>
                  <a:gd name="T5" fmla="*/ 7 h 44"/>
                  <a:gd name="T6" fmla="*/ 3 w 29"/>
                  <a:gd name="T7" fmla="*/ 2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4"/>
                      <a:pt x="21" y="42"/>
                    </a:cubicBezTo>
                    <a:cubicBezTo>
                      <a:pt x="1" y="7"/>
                      <a:pt x="1" y="7"/>
                      <a:pt x="1" y="7"/>
                    </a:cubicBezTo>
                    <a:cubicBezTo>
                      <a:pt x="0" y="5"/>
                      <a:pt x="1" y="3"/>
                      <a:pt x="3" y="2"/>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p>
                <a:pPr algn="ctr"/>
              </a:p>
            </p:txBody>
          </p:sp>
          <p:sp>
            <p:nvSpPr>
              <p:cNvPr id="41" name="Freeform: Shape 143"/>
              <p:cNvSpPr/>
              <p:nvPr/>
            </p:nvSpPr>
            <p:spPr bwMode="auto">
              <a:xfrm>
                <a:off x="4732658" y="2339111"/>
                <a:ext cx="55207" cy="87523"/>
              </a:xfrm>
              <a:custGeom>
                <a:avLst/>
                <a:gdLst>
                  <a:gd name="T0" fmla="*/ 32 w 35"/>
                  <a:gd name="T1" fmla="*/ 54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4"/>
                    </a:moveTo>
                    <a:cubicBezTo>
                      <a:pt x="30" y="55"/>
                      <a:pt x="28" y="54"/>
                      <a:pt x="27" y="52"/>
                    </a:cubicBezTo>
                    <a:cubicBezTo>
                      <a:pt x="1" y="7"/>
                      <a:pt x="1" y="7"/>
                      <a:pt x="1" y="7"/>
                    </a:cubicBezTo>
                    <a:cubicBezTo>
                      <a:pt x="0" y="5"/>
                      <a:pt x="1" y="3"/>
                      <a:pt x="3" y="1"/>
                    </a:cubicBezTo>
                    <a:cubicBezTo>
                      <a:pt x="4" y="0"/>
                      <a:pt x="7" y="1"/>
                      <a:pt x="8" y="3"/>
                    </a:cubicBezTo>
                    <a:cubicBezTo>
                      <a:pt x="34" y="48"/>
                      <a:pt x="34" y="48"/>
                      <a:pt x="34" y="48"/>
                    </a:cubicBezTo>
                    <a:cubicBezTo>
                      <a:pt x="35" y="50"/>
                      <a:pt x="34" y="53"/>
                      <a:pt x="32" y="54"/>
                    </a:cubicBezTo>
                    <a:close/>
                  </a:path>
                </a:pathLst>
              </a:custGeom>
              <a:solidFill>
                <a:schemeClr val="bg2"/>
              </a:solidFill>
              <a:ln>
                <a:noFill/>
              </a:ln>
            </p:spPr>
            <p:txBody>
              <a:bodyPr anchor="ctr"/>
              <a:p>
                <a:pPr algn="ctr"/>
              </a:p>
            </p:txBody>
          </p:sp>
          <p:sp>
            <p:nvSpPr>
              <p:cNvPr id="42" name="Freeform: Shape 144"/>
              <p:cNvSpPr/>
              <p:nvPr/>
            </p:nvSpPr>
            <p:spPr bwMode="auto">
              <a:xfrm>
                <a:off x="4802677" y="2307468"/>
                <a:ext cx="53860" cy="87523"/>
              </a:xfrm>
              <a:custGeom>
                <a:avLst/>
                <a:gdLst>
                  <a:gd name="T0" fmla="*/ 32 w 34"/>
                  <a:gd name="T1" fmla="*/ 54 h 55"/>
                  <a:gd name="T2" fmla="*/ 26 w 34"/>
                  <a:gd name="T3" fmla="*/ 52 h 55"/>
                  <a:gd name="T4" fmla="*/ 1 w 34"/>
                  <a:gd name="T5" fmla="*/ 7 h 55"/>
                  <a:gd name="T6" fmla="*/ 2 w 34"/>
                  <a:gd name="T7" fmla="*/ 1 h 55"/>
                  <a:gd name="T8" fmla="*/ 8 w 34"/>
                  <a:gd name="T9" fmla="*/ 3 h 55"/>
                  <a:gd name="T10" fmla="*/ 33 w 34"/>
                  <a:gd name="T11" fmla="*/ 48 h 55"/>
                  <a:gd name="T12" fmla="*/ 32 w 34"/>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4" h="55">
                    <a:moveTo>
                      <a:pt x="32" y="54"/>
                    </a:moveTo>
                    <a:cubicBezTo>
                      <a:pt x="30" y="55"/>
                      <a:pt x="27" y="54"/>
                      <a:pt x="26" y="52"/>
                    </a:cubicBezTo>
                    <a:cubicBezTo>
                      <a:pt x="1" y="7"/>
                      <a:pt x="1" y="7"/>
                      <a:pt x="1" y="7"/>
                    </a:cubicBezTo>
                    <a:cubicBezTo>
                      <a:pt x="0" y="5"/>
                      <a:pt x="0" y="2"/>
                      <a:pt x="2" y="1"/>
                    </a:cubicBezTo>
                    <a:cubicBezTo>
                      <a:pt x="4" y="0"/>
                      <a:pt x="7" y="1"/>
                      <a:pt x="8" y="3"/>
                    </a:cubicBezTo>
                    <a:cubicBezTo>
                      <a:pt x="33" y="48"/>
                      <a:pt x="33" y="48"/>
                      <a:pt x="33" y="48"/>
                    </a:cubicBezTo>
                    <a:cubicBezTo>
                      <a:pt x="34" y="50"/>
                      <a:pt x="34" y="52"/>
                      <a:pt x="32" y="54"/>
                    </a:cubicBezTo>
                    <a:close/>
                  </a:path>
                </a:pathLst>
              </a:custGeom>
              <a:solidFill>
                <a:schemeClr val="bg2"/>
              </a:solidFill>
              <a:ln>
                <a:noFill/>
              </a:ln>
            </p:spPr>
            <p:txBody>
              <a:bodyPr anchor="ctr"/>
              <a:p>
                <a:pPr algn="ctr"/>
              </a:p>
            </p:txBody>
          </p:sp>
          <p:sp>
            <p:nvSpPr>
              <p:cNvPr id="43" name="Freeform: Shape 145"/>
              <p:cNvSpPr/>
              <p:nvPr/>
            </p:nvSpPr>
            <p:spPr bwMode="auto">
              <a:xfrm>
                <a:off x="4918477" y="2242163"/>
                <a:ext cx="46455" cy="70019"/>
              </a:xfrm>
              <a:custGeom>
                <a:avLst/>
                <a:gdLst>
                  <a:gd name="T0" fmla="*/ 26 w 29"/>
                  <a:gd name="T1" fmla="*/ 43 h 44"/>
                  <a:gd name="T2" fmla="*/ 21 w 29"/>
                  <a:gd name="T3" fmla="*/ 41 h 44"/>
                  <a:gd name="T4" fmla="*/ 1 w 29"/>
                  <a:gd name="T5" fmla="*/ 6 h 44"/>
                  <a:gd name="T6" fmla="*/ 2 w 29"/>
                  <a:gd name="T7" fmla="*/ 1 h 44"/>
                  <a:gd name="T8" fmla="*/ 8 w 29"/>
                  <a:gd name="T9" fmla="*/ 3 h 44"/>
                  <a:gd name="T10" fmla="*/ 28 w 29"/>
                  <a:gd name="T11" fmla="*/ 37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1"/>
                    </a:cubicBezTo>
                    <a:cubicBezTo>
                      <a:pt x="1" y="6"/>
                      <a:pt x="1" y="6"/>
                      <a:pt x="1" y="6"/>
                    </a:cubicBezTo>
                    <a:cubicBezTo>
                      <a:pt x="0" y="5"/>
                      <a:pt x="1" y="2"/>
                      <a:pt x="2" y="1"/>
                    </a:cubicBezTo>
                    <a:cubicBezTo>
                      <a:pt x="4" y="0"/>
                      <a:pt x="7" y="1"/>
                      <a:pt x="8" y="3"/>
                    </a:cubicBezTo>
                    <a:cubicBezTo>
                      <a:pt x="28" y="37"/>
                      <a:pt x="28" y="37"/>
                      <a:pt x="28" y="37"/>
                    </a:cubicBezTo>
                    <a:cubicBezTo>
                      <a:pt x="29" y="39"/>
                      <a:pt x="28" y="42"/>
                      <a:pt x="26" y="43"/>
                    </a:cubicBezTo>
                    <a:close/>
                  </a:path>
                </a:pathLst>
              </a:custGeom>
              <a:solidFill>
                <a:schemeClr val="bg2"/>
              </a:solidFill>
              <a:ln>
                <a:noFill/>
              </a:ln>
            </p:spPr>
            <p:txBody>
              <a:bodyPr anchor="ctr"/>
              <a:p>
                <a:pPr algn="ctr"/>
              </a:p>
            </p:txBody>
          </p:sp>
          <p:sp>
            <p:nvSpPr>
              <p:cNvPr id="56" name="Freeform: Shape 146"/>
              <p:cNvSpPr/>
              <p:nvPr/>
            </p:nvSpPr>
            <p:spPr bwMode="auto">
              <a:xfrm>
                <a:off x="4878755" y="2264380"/>
                <a:ext cx="55880" cy="86177"/>
              </a:xfrm>
              <a:custGeom>
                <a:avLst/>
                <a:gdLst>
                  <a:gd name="T0" fmla="*/ 33 w 35"/>
                  <a:gd name="T1" fmla="*/ 53 h 54"/>
                  <a:gd name="T2" fmla="*/ 27 w 35"/>
                  <a:gd name="T3" fmla="*/ 51 h 54"/>
                  <a:gd name="T4" fmla="*/ 2 w 35"/>
                  <a:gd name="T5" fmla="*/ 6 h 54"/>
                  <a:gd name="T6" fmla="*/ 3 w 35"/>
                  <a:gd name="T7" fmla="*/ 1 h 54"/>
                  <a:gd name="T8" fmla="*/ 9 w 35"/>
                  <a:gd name="T9" fmla="*/ 2 h 54"/>
                  <a:gd name="T10" fmla="*/ 34 w 35"/>
                  <a:gd name="T11" fmla="*/ 48 h 54"/>
                  <a:gd name="T12" fmla="*/ 33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3" y="53"/>
                    </a:moveTo>
                    <a:cubicBezTo>
                      <a:pt x="31" y="54"/>
                      <a:pt x="28" y="53"/>
                      <a:pt x="27" y="51"/>
                    </a:cubicBezTo>
                    <a:cubicBezTo>
                      <a:pt x="2" y="6"/>
                      <a:pt x="2" y="6"/>
                      <a:pt x="2" y="6"/>
                    </a:cubicBezTo>
                    <a:cubicBezTo>
                      <a:pt x="0" y="4"/>
                      <a:pt x="1" y="2"/>
                      <a:pt x="3" y="1"/>
                    </a:cubicBezTo>
                    <a:cubicBezTo>
                      <a:pt x="5" y="0"/>
                      <a:pt x="7" y="0"/>
                      <a:pt x="9" y="2"/>
                    </a:cubicBezTo>
                    <a:cubicBezTo>
                      <a:pt x="34" y="48"/>
                      <a:pt x="34" y="48"/>
                      <a:pt x="34" y="48"/>
                    </a:cubicBezTo>
                    <a:cubicBezTo>
                      <a:pt x="35" y="49"/>
                      <a:pt x="35" y="52"/>
                      <a:pt x="33" y="53"/>
                    </a:cubicBezTo>
                    <a:close/>
                  </a:path>
                </a:pathLst>
              </a:custGeom>
              <a:solidFill>
                <a:schemeClr val="bg2"/>
              </a:solidFill>
              <a:ln>
                <a:noFill/>
              </a:ln>
            </p:spPr>
            <p:txBody>
              <a:bodyPr anchor="ctr"/>
              <a:p>
                <a:pPr algn="ctr"/>
              </a:p>
            </p:txBody>
          </p:sp>
          <p:sp>
            <p:nvSpPr>
              <p:cNvPr id="57" name="Freeform: Shape 147"/>
              <p:cNvSpPr/>
              <p:nvPr/>
            </p:nvSpPr>
            <p:spPr bwMode="auto">
              <a:xfrm>
                <a:off x="4996574" y="2197728"/>
                <a:ext cx="44435" cy="70019"/>
              </a:xfrm>
              <a:custGeom>
                <a:avLst/>
                <a:gdLst>
                  <a:gd name="T0" fmla="*/ 26 w 28"/>
                  <a:gd name="T1" fmla="*/ 43 h 44"/>
                  <a:gd name="T2" fmla="*/ 20 w 28"/>
                  <a:gd name="T3" fmla="*/ 42 h 44"/>
                  <a:gd name="T4" fmla="*/ 1 w 28"/>
                  <a:gd name="T5" fmla="*/ 7 h 44"/>
                  <a:gd name="T6" fmla="*/ 2 w 28"/>
                  <a:gd name="T7" fmla="*/ 1 h 44"/>
                  <a:gd name="T8" fmla="*/ 8 w 28"/>
                  <a:gd name="T9" fmla="*/ 3 h 44"/>
                  <a:gd name="T10" fmla="*/ 27 w 28"/>
                  <a:gd name="T11" fmla="*/ 38 h 44"/>
                  <a:gd name="T12" fmla="*/ 26 w 28"/>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8" h="44">
                    <a:moveTo>
                      <a:pt x="26" y="43"/>
                    </a:moveTo>
                    <a:cubicBezTo>
                      <a:pt x="24" y="44"/>
                      <a:pt x="21" y="44"/>
                      <a:pt x="20" y="42"/>
                    </a:cubicBezTo>
                    <a:cubicBezTo>
                      <a:pt x="1" y="7"/>
                      <a:pt x="1" y="7"/>
                      <a:pt x="1" y="7"/>
                    </a:cubicBezTo>
                    <a:cubicBezTo>
                      <a:pt x="0" y="5"/>
                      <a:pt x="0" y="3"/>
                      <a:pt x="2" y="1"/>
                    </a:cubicBezTo>
                    <a:cubicBezTo>
                      <a:pt x="4" y="0"/>
                      <a:pt x="7" y="1"/>
                      <a:pt x="8" y="3"/>
                    </a:cubicBezTo>
                    <a:cubicBezTo>
                      <a:pt x="27" y="38"/>
                      <a:pt x="27" y="38"/>
                      <a:pt x="27" y="38"/>
                    </a:cubicBezTo>
                    <a:cubicBezTo>
                      <a:pt x="28" y="40"/>
                      <a:pt x="28" y="42"/>
                      <a:pt x="26" y="43"/>
                    </a:cubicBezTo>
                    <a:close/>
                  </a:path>
                </a:pathLst>
              </a:custGeom>
              <a:solidFill>
                <a:schemeClr val="bg2"/>
              </a:solidFill>
              <a:ln>
                <a:noFill/>
              </a:ln>
            </p:spPr>
            <p:txBody>
              <a:bodyPr anchor="ctr"/>
              <a:p>
                <a:pPr algn="ctr"/>
              </a:p>
            </p:txBody>
          </p:sp>
          <p:sp>
            <p:nvSpPr>
              <p:cNvPr id="58" name="Freeform: Shape 148"/>
              <p:cNvSpPr/>
              <p:nvPr/>
            </p:nvSpPr>
            <p:spPr bwMode="auto">
              <a:xfrm>
                <a:off x="4956852" y="2219945"/>
                <a:ext cx="55880" cy="87523"/>
              </a:xfrm>
              <a:custGeom>
                <a:avLst/>
                <a:gdLst>
                  <a:gd name="T0" fmla="*/ 32 w 35"/>
                  <a:gd name="T1" fmla="*/ 53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3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3"/>
                    </a:moveTo>
                    <a:cubicBezTo>
                      <a:pt x="30" y="55"/>
                      <a:pt x="28" y="54"/>
                      <a:pt x="27" y="52"/>
                    </a:cubicBezTo>
                    <a:cubicBezTo>
                      <a:pt x="1" y="7"/>
                      <a:pt x="1" y="7"/>
                      <a:pt x="1" y="7"/>
                    </a:cubicBezTo>
                    <a:cubicBezTo>
                      <a:pt x="0" y="5"/>
                      <a:pt x="1" y="2"/>
                      <a:pt x="3" y="1"/>
                    </a:cubicBezTo>
                    <a:cubicBezTo>
                      <a:pt x="5" y="0"/>
                      <a:pt x="7" y="1"/>
                      <a:pt x="8" y="3"/>
                    </a:cubicBezTo>
                    <a:cubicBezTo>
                      <a:pt x="34" y="48"/>
                      <a:pt x="34" y="48"/>
                      <a:pt x="34" y="48"/>
                    </a:cubicBezTo>
                    <a:cubicBezTo>
                      <a:pt x="35" y="50"/>
                      <a:pt x="34" y="52"/>
                      <a:pt x="32" y="53"/>
                    </a:cubicBezTo>
                    <a:close/>
                  </a:path>
                </a:pathLst>
              </a:custGeom>
              <a:solidFill>
                <a:schemeClr val="bg2"/>
              </a:solidFill>
              <a:ln>
                <a:noFill/>
              </a:ln>
            </p:spPr>
            <p:txBody>
              <a:bodyPr anchor="ctr"/>
              <a:p>
                <a:pPr algn="ctr"/>
              </a:p>
            </p:txBody>
          </p:sp>
          <p:sp>
            <p:nvSpPr>
              <p:cNvPr id="59" name="Freeform: Shape 149"/>
              <p:cNvSpPr/>
              <p:nvPr/>
            </p:nvSpPr>
            <p:spPr bwMode="auto">
              <a:xfrm>
                <a:off x="5034950" y="2176857"/>
                <a:ext cx="55880" cy="86177"/>
              </a:xfrm>
              <a:custGeom>
                <a:avLst/>
                <a:gdLst>
                  <a:gd name="T0" fmla="*/ 32 w 35"/>
                  <a:gd name="T1" fmla="*/ 53 h 54"/>
                  <a:gd name="T2" fmla="*/ 27 w 35"/>
                  <a:gd name="T3" fmla="*/ 51 h 54"/>
                  <a:gd name="T4" fmla="*/ 1 w 35"/>
                  <a:gd name="T5" fmla="*/ 6 h 54"/>
                  <a:gd name="T6" fmla="*/ 3 w 35"/>
                  <a:gd name="T7" fmla="*/ 1 h 54"/>
                  <a:gd name="T8" fmla="*/ 8 w 35"/>
                  <a:gd name="T9" fmla="*/ 2 h 54"/>
                  <a:gd name="T10" fmla="*/ 34 w 35"/>
                  <a:gd name="T11" fmla="*/ 47 h 54"/>
                  <a:gd name="T12" fmla="*/ 32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2" y="53"/>
                    </a:moveTo>
                    <a:cubicBezTo>
                      <a:pt x="30" y="54"/>
                      <a:pt x="28" y="53"/>
                      <a:pt x="27" y="51"/>
                    </a:cubicBezTo>
                    <a:cubicBezTo>
                      <a:pt x="1" y="6"/>
                      <a:pt x="1" y="6"/>
                      <a:pt x="1" y="6"/>
                    </a:cubicBezTo>
                    <a:cubicBezTo>
                      <a:pt x="0" y="4"/>
                      <a:pt x="1" y="2"/>
                      <a:pt x="3" y="1"/>
                    </a:cubicBezTo>
                    <a:cubicBezTo>
                      <a:pt x="4" y="0"/>
                      <a:pt x="7" y="0"/>
                      <a:pt x="8" y="2"/>
                    </a:cubicBezTo>
                    <a:cubicBezTo>
                      <a:pt x="34" y="47"/>
                      <a:pt x="34" y="47"/>
                      <a:pt x="34" y="47"/>
                    </a:cubicBezTo>
                    <a:cubicBezTo>
                      <a:pt x="35" y="49"/>
                      <a:pt x="34" y="52"/>
                      <a:pt x="32" y="53"/>
                    </a:cubicBezTo>
                    <a:close/>
                  </a:path>
                </a:pathLst>
              </a:custGeom>
              <a:solidFill>
                <a:schemeClr val="bg2"/>
              </a:solidFill>
              <a:ln>
                <a:noFill/>
              </a:ln>
            </p:spPr>
            <p:txBody>
              <a:bodyPr anchor="ctr"/>
              <a:p>
                <a:pPr algn="ct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a:sym typeface="+mn-ea"/>
              </a:rPr>
              <a:t>直接插入排序</a:t>
            </a:r>
            <a:endParaRPr lang="zh-CN" altLang="en-US"/>
          </a:p>
        </p:txBody>
      </p:sp>
      <p:sp>
        <p:nvSpPr>
          <p:cNvPr id="3" name="内容占位符 2"/>
          <p:cNvSpPr>
            <a:spLocks noGrp="1"/>
          </p:cNvSpPr>
          <p:nvPr>
            <p:ph sz="half" idx="1"/>
          </p:nvPr>
        </p:nvSpPr>
        <p:spPr>
          <a:xfrm>
            <a:off x="686435" y="1241425"/>
            <a:ext cx="10690860" cy="818515"/>
          </a:xfrm>
        </p:spPr>
        <p:txBody>
          <a:bodyPr>
            <a:normAutofit fontScale="70000"/>
          </a:bodyPr>
          <a:lstStyle/>
          <a:p>
            <a:pPr>
              <a:lnSpc>
                <a:spcPct val="150000"/>
              </a:lnSpc>
            </a:pPr>
            <a:r>
              <a:rPr lang="zh-CN" altLang="zh-CN" kern="100" dirty="0">
                <a:solidFill>
                  <a:schemeClr val="tx1"/>
                </a:solidFill>
                <a:effectLst/>
                <a:latin typeface="等线" panose="02010600030101010101" charset="-122"/>
                <a:ea typeface="等线" panose="02010600030101010101" charset="-122"/>
                <a:cs typeface="等线" panose="02010600030101010101" charset="-122"/>
                <a:sym typeface="+mn-ea"/>
              </a:rPr>
              <a:t>假设一组待排序的记录的关键字序列为</a:t>
            </a:r>
            <a:r>
              <a:rPr lang="en-US" altLang="zh-CN" kern="100" dirty="0">
                <a:solidFill>
                  <a:schemeClr val="tx1"/>
                </a:solidFill>
                <a:effectLst/>
                <a:latin typeface="等线" panose="02010600030101010101" charset="-122"/>
                <a:ea typeface="等线" panose="02010600030101010101" charset="-122"/>
                <a:cs typeface="等线" panose="02010600030101010101" charset="-122"/>
                <a:sym typeface="+mn-ea"/>
              </a:rPr>
              <a:t>{2,45,36,72,34}</a:t>
            </a:r>
            <a:r>
              <a:rPr lang="zh-CN" altLang="zh-CN" kern="100" dirty="0">
                <a:solidFill>
                  <a:schemeClr val="tx1"/>
                </a:solidFill>
                <a:effectLst/>
                <a:latin typeface="等线" panose="02010600030101010101" charset="-122"/>
                <a:ea typeface="等线" panose="02010600030101010101" charset="-122"/>
                <a:cs typeface="等线" panose="02010600030101010101" charset="-122"/>
                <a:sym typeface="+mn-ea"/>
              </a:rPr>
              <a:t>，直接插入排序的过程如图所示：</a:t>
            </a:r>
            <a:endParaRPr lang="zh-CN" altLang="en-US">
              <a:solidFill>
                <a:schemeClr val="tx1"/>
              </a:solidFill>
              <a:latin typeface="等线" panose="02010600030101010101" charset="-122"/>
              <a:ea typeface="等线" panose="02010600030101010101" charset="-122"/>
              <a:cs typeface="等线" panose="02010600030101010101" charset="-122"/>
            </a:endParaRPr>
          </a:p>
          <a:p>
            <a:pPr>
              <a:lnSpc>
                <a:spcPct val="150000"/>
              </a:lnSpc>
            </a:pP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3760470" y="2240280"/>
            <a:ext cx="4224020" cy="40728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3" name="内容占位符 2"/>
          <p:cNvSpPr>
            <a:spLocks noGrp="1"/>
          </p:cNvSpPr>
          <p:nvPr>
            <p:ph sz="half" idx="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6" name="内容占位符 5"/>
          <p:cNvPicPr>
            <a:picLocks noChangeAspect="1"/>
          </p:cNvPicPr>
          <p:nvPr>
            <p:ph sz="half" idx="2"/>
          </p:nvPr>
        </p:nvPicPr>
        <p:blipFill>
          <a:blip r:embed="rId1"/>
          <a:srcRect r="30145" b="1378"/>
          <a:stretch>
            <a:fillRect/>
          </a:stretch>
        </p:blipFill>
        <p:spPr>
          <a:xfrm>
            <a:off x="791845" y="1061085"/>
            <a:ext cx="8375650" cy="58604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b="0" kern="100" dirty="0">
                <a:ln w="0"/>
                <a:effectLst>
                  <a:outerShdw blurRad="38100" dist="19050" dir="2700000" algn="tl" rotWithShape="0">
                    <a:schemeClr val="dk1">
                      <a:alpha val="40000"/>
                    </a:schemeClr>
                  </a:outerShdw>
                </a:effectLst>
                <a:latin typeface="黑体" panose="02010609060101010101" charset="-122"/>
                <a:ea typeface="黑体" panose="02010609060101010101" charset="-122"/>
                <a:cs typeface="Times New Roman" panose="02020603050405020304" pitchFamily="18" charset="0"/>
                <a:sym typeface="+mn-ea"/>
              </a:rPr>
              <a:t>算法性能分析</a:t>
            </a:r>
            <a:endParaRPr lang="zh-CN" altLang="en-US" b="0">
              <a:latin typeface="黑体" panose="02010609060101010101" charset="-122"/>
              <a:ea typeface="黑体" panose="02010609060101010101"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717550" y="1287780"/>
                <a:ext cx="6745605" cy="4837430"/>
              </a:xfrm>
            </p:spPr>
            <p:txBody>
              <a:bodyPr>
                <a:normAutofit fontScale="60000"/>
              </a:bodyPr>
              <a:lstStyle/>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时间复杂度</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有序表中逐个插入的操作进行了</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趟，每趟的插入操作的时间主要耗费在关键字的比较和数据元素的移动上。</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在最好情况下待排列的顺序表已按关键字值有序，每趟排序比较一次，移动两次，总的比较和移动次数为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3(n-1)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 在最坏情况下待排序的顺序表已按关键字值逆序排列，每趟比较</a:t>
                </a:r>
                <a:r>
                  <a:rPr lang="en-US" altLang="zh-CN"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次，移动</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i+2</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次，总的比较和移动次数为</a:t>
                </a:r>
                <a14:m>
                  <m:oMath xmlns:m="http://schemas.openxmlformats.org/officeDocument/2006/math">
                    <m:nary>
                      <m:naryPr>
                        <m:chr m:val="∑"/>
                        <m:limLoc m:val="undOv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sup>
                      <m:e>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e>
                    </m:nary>
                    <m:r>
                      <a:rPr lang="en-US" altLang="zh-CN"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e>
                      <m:sup>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sup>
                    </m:sSup>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oMath>
                </a14:m>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 在一般情况下，排序记录是随机序列，第</a:t>
                </a:r>
                <a:r>
                  <a:rPr lang="en-US" altLang="zh-CN"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趟排序所需的比较和移动次数取平均值，约为</a:t>
                </a:r>
                <a:r>
                  <a:rPr lang="en-US" altLang="zh-CN"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次，总的比较和移动次数为</a:t>
                </a:r>
                <a14:m>
                  <m:oMath xmlns:m="http://schemas.openxmlformats.org/officeDocument/2006/math">
                    <m:nary>
                      <m:naryPr>
                        <m:chr m:val="∑"/>
                        <m:limLoc m:val="undOv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sup>
                      <m:e>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f>
                          <m:fP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num>
                          <m:den>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den>
                        </m:f>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f>
                          <m:fP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e>
                              <m:sup>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sup>
                            </m:sSup>
                          </m:num>
                          <m:den>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den>
                        </m:f>
                      </m:e>
                    </m:nary>
                  </m:oMath>
                </a14:m>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，因此直接插入排序的时间复杂度为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O(n</a:t>
                </a:r>
                <a:r>
                  <a:rPr lang="en-US" altLang="zh-CN" kern="100" baseline="30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nSpc>
                    <a:spcPct val="150000"/>
                  </a:lnSpc>
                </a:pPr>
                <a:endParaRPr lang="zh-CN" altLang="en-US"/>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717550" y="1287780"/>
                <a:ext cx="6745605" cy="4837430"/>
              </a:xfrm>
              <a:blipFill rotWithShape="1">
                <a:blip r:embed="rId1"/>
                <a:stretch>
                  <a:fillRect b="-3045"/>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17413" name="Group 85"/>
          <p:cNvGrpSpPr>
            <a:grpSpLocks noChangeAspect="1"/>
          </p:cNvGrpSpPr>
          <p:nvPr/>
        </p:nvGrpSpPr>
        <p:grpSpPr bwMode="auto">
          <a:xfrm>
            <a:off x="7319645" y="2348230"/>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19" name="文本框 18"/>
          <p:cNvSpPr txBox="1"/>
          <p:nvPr/>
        </p:nvSpPr>
        <p:spPr>
          <a:xfrm>
            <a:off x="7463155" y="4119880"/>
            <a:ext cx="1325880" cy="368300"/>
          </a:xfrm>
          <a:prstGeom prst="rect">
            <a:avLst/>
          </a:prstGeom>
          <a:noFill/>
        </p:spPr>
        <p:txBody>
          <a:bodyPr wrap="none" rtlCol="0">
            <a:spAutoFit/>
          </a:bodyPr>
          <a:p>
            <a:r>
              <a:rPr lang="zh-CN" altLang="en-US"/>
              <a:t>时间复杂度</a:t>
            </a:r>
            <a:endParaRPr lang="zh-CN" altLang="en-US"/>
          </a:p>
        </p:txBody>
      </p:sp>
      <p:sp>
        <p:nvSpPr>
          <p:cNvPr id="20" name="文本框 19"/>
          <p:cNvSpPr txBox="1"/>
          <p:nvPr/>
        </p:nvSpPr>
        <p:spPr>
          <a:xfrm>
            <a:off x="9063355" y="2680970"/>
            <a:ext cx="1325880" cy="368300"/>
          </a:xfrm>
          <a:prstGeom prst="rect">
            <a:avLst/>
          </a:prstGeom>
          <a:noFill/>
        </p:spPr>
        <p:txBody>
          <a:bodyPr wrap="none" rtlCol="0">
            <a:spAutoFit/>
          </a:bodyPr>
          <a:p>
            <a:r>
              <a:rPr lang="zh-CN" altLang="en-US"/>
              <a:t>空间复杂度</a:t>
            </a:r>
            <a:endParaRPr lang="zh-CN" altLang="en-US"/>
          </a:p>
        </p:txBody>
      </p:sp>
      <p:sp>
        <p:nvSpPr>
          <p:cNvPr id="21" name="文本框 20"/>
          <p:cNvSpPr txBox="1"/>
          <p:nvPr/>
        </p:nvSpPr>
        <p:spPr>
          <a:xfrm>
            <a:off x="10662920" y="3224530"/>
            <a:ext cx="1325880" cy="368300"/>
          </a:xfrm>
          <a:prstGeom prst="rect">
            <a:avLst/>
          </a:prstGeom>
          <a:noFill/>
        </p:spPr>
        <p:txBody>
          <a:bodyPr wrap="none" rtlCol="0">
            <a:spAutoFit/>
          </a:bodyPr>
          <a:p>
            <a:r>
              <a:rPr lang="zh-CN" altLang="en-US"/>
              <a:t>算法</a:t>
            </a:r>
            <a:r>
              <a:rPr lang="zh-CN" altLang="en-US"/>
              <a:t>稳定性</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b="0" kern="100" dirty="0">
                <a:ln w="0"/>
                <a:effectLst>
                  <a:outerShdw blurRad="38100" dist="19050" dir="2700000" algn="tl" rotWithShape="0">
                    <a:schemeClr val="dk1">
                      <a:alpha val="40000"/>
                    </a:schemeClr>
                  </a:outerShdw>
                </a:effectLst>
                <a:latin typeface="黑体" panose="02010609060101010101" charset="-122"/>
                <a:ea typeface="黑体" panose="02010609060101010101" charset="-122"/>
                <a:cs typeface="Times New Roman" panose="02020603050405020304" pitchFamily="18" charset="0"/>
                <a:sym typeface="+mn-ea"/>
              </a:rPr>
              <a:t>算法性能分析</a:t>
            </a:r>
            <a:endParaRPr lang="zh-CN" altLang="en-US" b="0">
              <a:latin typeface="黑体" panose="02010609060101010101" charset="-122"/>
              <a:ea typeface="黑体" panose="02010609060101010101" charset="-122"/>
            </a:endParaRPr>
          </a:p>
        </p:txBody>
      </p:sp>
      <p:sp>
        <p:nvSpPr>
          <p:cNvPr id="3" name="内容占位符 2"/>
          <p:cNvSpPr>
            <a:spLocks noGrp="1"/>
          </p:cNvSpPr>
          <p:nvPr>
            <p:ph sz="half" idx="1"/>
          </p:nvPr>
        </p:nvSpPr>
        <p:spPr>
          <a:xfrm>
            <a:off x="717550" y="1287780"/>
            <a:ext cx="6745605" cy="4837430"/>
          </a:xfrm>
        </p:spPr>
        <p:txBody>
          <a:bodyPr>
            <a:normAutofit fontScale="90000"/>
          </a:bodyPr>
          <a:lstStyle/>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空间复杂度</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由于其仅使用了一个辅助存储单元</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，所以空间复杂度为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3)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算法稳定性</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在使用直接插入排序后具有相同关键字的数据元素的位置关系与排序前相同，因此直接插入排序是一种稳定的排序算法。</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17413" name="Group 85"/>
          <p:cNvGrpSpPr>
            <a:grpSpLocks noChangeAspect="1"/>
          </p:cNvGrpSpPr>
          <p:nvPr/>
        </p:nvGrpSpPr>
        <p:grpSpPr bwMode="auto">
          <a:xfrm>
            <a:off x="7319645" y="2348230"/>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19" name="文本框 18"/>
          <p:cNvSpPr txBox="1"/>
          <p:nvPr/>
        </p:nvSpPr>
        <p:spPr>
          <a:xfrm>
            <a:off x="7463155" y="4119880"/>
            <a:ext cx="1325880" cy="368300"/>
          </a:xfrm>
          <a:prstGeom prst="rect">
            <a:avLst/>
          </a:prstGeom>
          <a:noFill/>
        </p:spPr>
        <p:txBody>
          <a:bodyPr wrap="none" rtlCol="0">
            <a:spAutoFit/>
          </a:bodyPr>
          <a:p>
            <a:r>
              <a:rPr lang="zh-CN" altLang="en-US"/>
              <a:t>时间复杂度</a:t>
            </a:r>
            <a:endParaRPr lang="zh-CN" altLang="en-US"/>
          </a:p>
        </p:txBody>
      </p:sp>
      <p:sp>
        <p:nvSpPr>
          <p:cNvPr id="20" name="文本框 19"/>
          <p:cNvSpPr txBox="1"/>
          <p:nvPr/>
        </p:nvSpPr>
        <p:spPr>
          <a:xfrm>
            <a:off x="9063355" y="2680970"/>
            <a:ext cx="1325880" cy="368300"/>
          </a:xfrm>
          <a:prstGeom prst="rect">
            <a:avLst/>
          </a:prstGeom>
          <a:noFill/>
        </p:spPr>
        <p:txBody>
          <a:bodyPr wrap="none" rtlCol="0">
            <a:spAutoFit/>
          </a:bodyPr>
          <a:p>
            <a:r>
              <a:rPr lang="zh-CN" altLang="en-US"/>
              <a:t>空间复杂度</a:t>
            </a:r>
            <a:endParaRPr lang="zh-CN" altLang="en-US"/>
          </a:p>
        </p:txBody>
      </p:sp>
      <p:sp>
        <p:nvSpPr>
          <p:cNvPr id="21" name="文本框 20"/>
          <p:cNvSpPr txBox="1"/>
          <p:nvPr/>
        </p:nvSpPr>
        <p:spPr>
          <a:xfrm>
            <a:off x="10662920" y="3224530"/>
            <a:ext cx="1325880" cy="368300"/>
          </a:xfrm>
          <a:prstGeom prst="rect">
            <a:avLst/>
          </a:prstGeom>
          <a:noFill/>
        </p:spPr>
        <p:txBody>
          <a:bodyPr wrap="none" rtlCol="0">
            <a:spAutoFit/>
          </a:bodyPr>
          <a:p>
            <a:r>
              <a:rPr lang="zh-CN" altLang="en-US"/>
              <a:t>算法</a:t>
            </a:r>
            <a:r>
              <a:rPr lang="zh-CN" altLang="en-US"/>
              <a:t>稳定性</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ltLang="zh-CN"/>
              <a:t>2.2 </a:t>
            </a:r>
            <a:r>
              <a:rPr lang="zh-CN" altLang="en-US"/>
              <a:t>希尔排序</a:t>
            </a:r>
            <a:endParaRPr lang="zh-CN" altLang="en-US"/>
          </a:p>
        </p:txBody>
      </p:sp>
      <p:sp>
        <p:nvSpPr>
          <p:cNvPr id="4" name="内容占位符 3"/>
          <p:cNvSpPr>
            <a:spLocks noGrp="1"/>
          </p:cNvSpPr>
          <p:nvPr>
            <p:ph sz="half" idx="2"/>
          </p:nvPr>
        </p:nvSpPr>
        <p:spPr>
          <a:xfrm>
            <a:off x="396240" y="1440180"/>
            <a:ext cx="4118610" cy="4536440"/>
          </a:xfrm>
        </p:spPr>
        <p:txBody>
          <a:bodyPr>
            <a:normAutofit fontScale="60000"/>
          </a:bodyPr>
          <a:lstStyle/>
          <a:p>
            <a:pPr algn="l">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希尔排序是</a:t>
            </a:r>
            <a:r>
              <a:rPr lang="en-US" altLang="zh-CN"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D.L.Shell</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在</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1959</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年提出的，又称缩小增量排序，是对直接插入排序的改进算法，其基本思想是分组的直接插入排序。</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gn="l">
              <a:lnSpc>
                <a:spcPct val="150000"/>
              </a:lnSpc>
            </a:pPr>
            <a:endParaRPr lang="zh-CN" altLang="en-US"/>
          </a:p>
          <a:p>
            <a:pPr algn="l">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由直接插入排序算法分析可知，数据序列越接近有序时间效率越高，当</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较小时时间效率也较高。希尔排序正是针对这两点对直接插入排序算法进行改进。</a:t>
            </a:r>
            <a:endParaRPr lang="zh-CN" altLang="en-US"/>
          </a:p>
        </p:txBody>
      </p:sp>
      <p:sp>
        <p:nvSpPr>
          <p:cNvPr id="6" name="内容占位符 5"/>
          <p:cNvSpPr>
            <a:spLocks noGrp="1"/>
          </p:cNvSpPr>
          <p:nvPr>
            <p:ph sz="quarter" idx="4"/>
          </p:nvPr>
        </p:nvSpPr>
        <p:spPr>
          <a:xfrm>
            <a:off x="7406640" y="1440180"/>
            <a:ext cx="4383405" cy="4536440"/>
          </a:xfrm>
        </p:spPr>
        <p:txBody>
          <a:bodyPr>
            <a:normAutofit fontScale="60000"/>
          </a:bodyPr>
          <a:lstStyle/>
          <a:p>
            <a:pPr>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将一个数据元素序列分组，每组由若干个相隔一段距离的元素组成，在一个组内采用直接插入算法进行排序。</a:t>
            </a:r>
            <a:endPar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endParaRPr>
          </a:p>
          <a:p>
            <a:pPr>
              <a:lnSpc>
                <a:spcPct val="150000"/>
              </a:lnSpc>
            </a:pP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nSpc>
                <a:spcPct val="150000"/>
              </a:lnSpc>
            </a:pPr>
            <a:endParaRPr lang="zh-CN" altLang="en-US"/>
          </a:p>
          <a:p>
            <a:pPr>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增量的初值通常为数据元素序列的一半，以后每趟增量减半，最后值为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。随着增量逐渐减小，组数也减少，组内元素的个数增加，数据元素序列接近有序。</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nSpc>
                <a:spcPct val="150000"/>
              </a:lnSpc>
            </a:pPr>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8" name="de1ffbe9-936a-4bc2-91a5-102e309e1217"/>
          <p:cNvGrpSpPr>
            <a:grpSpLocks noChangeAspect="1"/>
          </p:cNvGrpSpPr>
          <p:nvPr/>
        </p:nvGrpSpPr>
        <p:grpSpPr>
          <a:xfrm>
            <a:off x="2635250" y="1348105"/>
            <a:ext cx="6900545" cy="4050665"/>
            <a:chOff x="1932423" y="2060848"/>
            <a:chExt cx="8298068" cy="3811307"/>
          </a:xfrm>
        </p:grpSpPr>
        <p:sp>
          <p:nvSpPr>
            <p:cNvPr id="9" name="任意多边形: 形状 36"/>
            <p:cNvSpPr/>
            <p:nvPr/>
          </p:nvSpPr>
          <p:spPr>
            <a:xfrm flipV="1">
              <a:off x="1932423" y="3684203"/>
              <a:ext cx="3515258" cy="2187952"/>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cs typeface="+mn-ea"/>
                <a:sym typeface="+mn-lt"/>
              </a:endParaRPr>
            </a:p>
          </p:txBody>
        </p:sp>
        <p:sp>
          <p:nvSpPr>
            <p:cNvPr id="10" name="任意多边形: 形状 35"/>
            <p:cNvSpPr/>
            <p:nvPr/>
          </p:nvSpPr>
          <p:spPr>
            <a:xfrm flipH="1">
              <a:off x="7778506" y="2935815"/>
              <a:ext cx="1754659" cy="506627"/>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cs typeface="+mn-ea"/>
                <a:sym typeface="+mn-lt"/>
              </a:endParaRPr>
            </a:p>
          </p:txBody>
        </p:sp>
        <p:sp>
          <p:nvSpPr>
            <p:cNvPr id="12" name="任意多边形: 形状 34"/>
            <p:cNvSpPr/>
            <p:nvPr/>
          </p:nvSpPr>
          <p:spPr>
            <a:xfrm>
              <a:off x="2717423" y="2935816"/>
              <a:ext cx="1754659" cy="506627"/>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cs typeface="+mn-ea"/>
                <a:sym typeface="+mn-lt"/>
              </a:endParaRPr>
            </a:p>
          </p:txBody>
        </p:sp>
        <p:grpSp>
          <p:nvGrpSpPr>
            <p:cNvPr id="13" name="组合 12"/>
            <p:cNvGrpSpPr>
              <a:grpSpLocks noChangeAspect="1"/>
            </p:cNvGrpSpPr>
            <p:nvPr/>
          </p:nvGrpSpPr>
          <p:grpSpPr bwMode="auto">
            <a:xfrm>
              <a:off x="4294837" y="2060848"/>
              <a:ext cx="3609328" cy="3642193"/>
              <a:chOff x="1973" y="280"/>
              <a:chExt cx="3734" cy="3768"/>
            </a:xfrm>
          </p:grpSpPr>
          <p:sp>
            <p:nvSpPr>
              <p:cNvPr id="11" name="任意多边形: 形状 2"/>
              <p:cNvSpPr/>
              <p:nvPr/>
            </p:nvSpPr>
            <p:spPr bwMode="auto">
              <a:xfrm>
                <a:off x="3681" y="280"/>
                <a:ext cx="327" cy="423"/>
              </a:xfrm>
              <a:custGeom>
                <a:avLst/>
                <a:gdLst>
                  <a:gd name="T0" fmla="*/ 105 w 138"/>
                  <a:gd name="T1" fmla="*/ 117 h 179"/>
                  <a:gd name="T2" fmla="*/ 93 w 138"/>
                  <a:gd name="T3" fmla="*/ 117 h 179"/>
                  <a:gd name="T4" fmla="*/ 85 w 138"/>
                  <a:gd name="T5" fmla="*/ 25 h 179"/>
                  <a:gd name="T6" fmla="*/ 67 w 138"/>
                  <a:gd name="T7" fmla="*/ 0 h 179"/>
                  <a:gd name="T8" fmla="*/ 65 w 138"/>
                  <a:gd name="T9" fmla="*/ 0 h 179"/>
                  <a:gd name="T10" fmla="*/ 51 w 138"/>
                  <a:gd name="T11" fmla="*/ 25 h 179"/>
                  <a:gd name="T12" fmla="*/ 43 w 138"/>
                  <a:gd name="T13" fmla="*/ 117 h 179"/>
                  <a:gd name="T14" fmla="*/ 31 w 138"/>
                  <a:gd name="T15" fmla="*/ 117 h 179"/>
                  <a:gd name="T16" fmla="*/ 28 w 138"/>
                  <a:gd name="T17" fmla="*/ 117 h 179"/>
                  <a:gd name="T18" fmla="*/ 1 w 138"/>
                  <a:gd name="T19" fmla="*/ 150 h 179"/>
                  <a:gd name="T20" fmla="*/ 31 w 138"/>
                  <a:gd name="T21" fmla="*/ 179 h 179"/>
                  <a:gd name="T22" fmla="*/ 77 w 138"/>
                  <a:gd name="T23" fmla="*/ 179 h 179"/>
                  <a:gd name="T24" fmla="*/ 77 w 138"/>
                  <a:gd name="T25" fmla="*/ 179 h 179"/>
                  <a:gd name="T26" fmla="*/ 72 w 138"/>
                  <a:gd name="T27" fmla="*/ 172 h 179"/>
                  <a:gd name="T28" fmla="*/ 65 w 138"/>
                  <a:gd name="T29" fmla="*/ 154 h 179"/>
                  <a:gd name="T30" fmla="*/ 72 w 138"/>
                  <a:gd name="T31" fmla="*/ 134 h 179"/>
                  <a:gd name="T32" fmla="*/ 95 w 138"/>
                  <a:gd name="T33" fmla="*/ 124 h 179"/>
                  <a:gd name="T34" fmla="*/ 118 w 138"/>
                  <a:gd name="T35" fmla="*/ 134 h 179"/>
                  <a:gd name="T36" fmla="*/ 124 w 138"/>
                  <a:gd name="T37" fmla="*/ 154 h 179"/>
                  <a:gd name="T38" fmla="*/ 118 w 138"/>
                  <a:gd name="T39" fmla="*/ 171 h 179"/>
                  <a:gd name="T40" fmla="*/ 114 w 138"/>
                  <a:gd name="T41" fmla="*/ 177 h 179"/>
                  <a:gd name="T42" fmla="*/ 114 w 138"/>
                  <a:gd name="T43" fmla="*/ 178 h 179"/>
                  <a:gd name="T44" fmla="*/ 128 w 138"/>
                  <a:gd name="T45" fmla="*/ 171 h 179"/>
                  <a:gd name="T46" fmla="*/ 138 w 138"/>
                  <a:gd name="T47" fmla="*/ 148 h 179"/>
                  <a:gd name="T48" fmla="*/ 128 w 138"/>
                  <a:gd name="T49" fmla="*/ 126 h 179"/>
                  <a:gd name="T50" fmla="*/ 105 w 138"/>
                  <a:gd name="T51" fmla="*/ 11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79">
                    <a:moveTo>
                      <a:pt x="105" y="117"/>
                    </a:moveTo>
                    <a:cubicBezTo>
                      <a:pt x="93" y="117"/>
                      <a:pt x="93" y="117"/>
                      <a:pt x="93" y="117"/>
                    </a:cubicBezTo>
                    <a:cubicBezTo>
                      <a:pt x="85" y="25"/>
                      <a:pt x="85" y="25"/>
                      <a:pt x="85" y="25"/>
                    </a:cubicBezTo>
                    <a:cubicBezTo>
                      <a:pt x="85" y="12"/>
                      <a:pt x="81" y="0"/>
                      <a:pt x="67" y="0"/>
                    </a:cubicBezTo>
                    <a:cubicBezTo>
                      <a:pt x="67" y="0"/>
                      <a:pt x="66" y="0"/>
                      <a:pt x="65" y="0"/>
                    </a:cubicBezTo>
                    <a:cubicBezTo>
                      <a:pt x="53" y="1"/>
                      <a:pt x="51" y="13"/>
                      <a:pt x="51" y="25"/>
                    </a:cubicBezTo>
                    <a:cubicBezTo>
                      <a:pt x="43" y="117"/>
                      <a:pt x="43" y="117"/>
                      <a:pt x="43" y="117"/>
                    </a:cubicBezTo>
                    <a:cubicBezTo>
                      <a:pt x="31" y="117"/>
                      <a:pt x="31" y="117"/>
                      <a:pt x="31" y="117"/>
                    </a:cubicBezTo>
                    <a:cubicBezTo>
                      <a:pt x="30" y="117"/>
                      <a:pt x="29" y="117"/>
                      <a:pt x="28" y="117"/>
                    </a:cubicBezTo>
                    <a:cubicBezTo>
                      <a:pt x="12" y="119"/>
                      <a:pt x="0" y="134"/>
                      <a:pt x="1" y="150"/>
                    </a:cubicBezTo>
                    <a:cubicBezTo>
                      <a:pt x="1" y="165"/>
                      <a:pt x="15" y="179"/>
                      <a:pt x="31" y="179"/>
                    </a:cubicBezTo>
                    <a:cubicBezTo>
                      <a:pt x="77" y="179"/>
                      <a:pt x="77" y="179"/>
                      <a:pt x="77" y="179"/>
                    </a:cubicBezTo>
                    <a:cubicBezTo>
                      <a:pt x="77" y="179"/>
                      <a:pt x="77" y="179"/>
                      <a:pt x="77" y="179"/>
                    </a:cubicBezTo>
                    <a:cubicBezTo>
                      <a:pt x="77" y="177"/>
                      <a:pt x="76" y="177"/>
                      <a:pt x="72" y="172"/>
                    </a:cubicBezTo>
                    <a:cubicBezTo>
                      <a:pt x="69" y="168"/>
                      <a:pt x="65" y="162"/>
                      <a:pt x="65" y="154"/>
                    </a:cubicBezTo>
                    <a:cubicBezTo>
                      <a:pt x="65" y="147"/>
                      <a:pt x="67" y="140"/>
                      <a:pt x="72" y="134"/>
                    </a:cubicBezTo>
                    <a:cubicBezTo>
                      <a:pt x="76" y="128"/>
                      <a:pt x="85" y="124"/>
                      <a:pt x="95" y="124"/>
                    </a:cubicBezTo>
                    <a:cubicBezTo>
                      <a:pt x="104" y="124"/>
                      <a:pt x="113" y="128"/>
                      <a:pt x="118" y="134"/>
                    </a:cubicBezTo>
                    <a:cubicBezTo>
                      <a:pt x="123" y="140"/>
                      <a:pt x="124" y="147"/>
                      <a:pt x="124" y="154"/>
                    </a:cubicBezTo>
                    <a:cubicBezTo>
                      <a:pt x="124" y="162"/>
                      <a:pt x="121" y="168"/>
                      <a:pt x="118" y="171"/>
                    </a:cubicBezTo>
                    <a:cubicBezTo>
                      <a:pt x="114" y="176"/>
                      <a:pt x="114" y="176"/>
                      <a:pt x="114" y="177"/>
                    </a:cubicBezTo>
                    <a:cubicBezTo>
                      <a:pt x="114" y="178"/>
                      <a:pt x="114" y="178"/>
                      <a:pt x="114" y="178"/>
                    </a:cubicBezTo>
                    <a:cubicBezTo>
                      <a:pt x="119" y="177"/>
                      <a:pt x="124" y="175"/>
                      <a:pt x="128" y="171"/>
                    </a:cubicBezTo>
                    <a:cubicBezTo>
                      <a:pt x="135" y="165"/>
                      <a:pt x="138" y="157"/>
                      <a:pt x="138" y="148"/>
                    </a:cubicBezTo>
                    <a:cubicBezTo>
                      <a:pt x="138" y="140"/>
                      <a:pt x="135" y="131"/>
                      <a:pt x="128" y="126"/>
                    </a:cubicBezTo>
                    <a:cubicBezTo>
                      <a:pt x="122" y="120"/>
                      <a:pt x="113" y="117"/>
                      <a:pt x="105" y="117"/>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14" name="任意多边形: 形状 3"/>
              <p:cNvSpPr/>
              <p:nvPr/>
            </p:nvSpPr>
            <p:spPr bwMode="auto">
              <a:xfrm>
                <a:off x="2396" y="701"/>
                <a:ext cx="1274" cy="734"/>
              </a:xfrm>
              <a:custGeom>
                <a:avLst/>
                <a:gdLst>
                  <a:gd name="T0" fmla="*/ 522 w 538"/>
                  <a:gd name="T1" fmla="*/ 0 h 310"/>
                  <a:gd name="T2" fmla="*/ 522 w 538"/>
                  <a:gd name="T3" fmla="*/ 0 h 310"/>
                  <a:gd name="T4" fmla="*/ 521 w 538"/>
                  <a:gd name="T5" fmla="*/ 0 h 310"/>
                  <a:gd name="T6" fmla="*/ 0 w 538"/>
                  <a:gd name="T7" fmla="*/ 267 h 310"/>
                  <a:gd name="T8" fmla="*/ 108 w 538"/>
                  <a:gd name="T9" fmla="*/ 249 h 310"/>
                  <a:gd name="T10" fmla="*/ 141 w 538"/>
                  <a:gd name="T11" fmla="*/ 248 h 310"/>
                  <a:gd name="T12" fmla="*/ 149 w 538"/>
                  <a:gd name="T13" fmla="*/ 249 h 310"/>
                  <a:gd name="T14" fmla="*/ 149 w 538"/>
                  <a:gd name="T15" fmla="*/ 247 h 310"/>
                  <a:gd name="T16" fmla="*/ 147 w 538"/>
                  <a:gd name="T17" fmla="*/ 239 h 310"/>
                  <a:gd name="T18" fmla="*/ 146 w 538"/>
                  <a:gd name="T19" fmla="*/ 219 h 310"/>
                  <a:gd name="T20" fmla="*/ 158 w 538"/>
                  <a:gd name="T21" fmla="*/ 202 h 310"/>
                  <a:gd name="T22" fmla="*/ 182 w 538"/>
                  <a:gd name="T23" fmla="*/ 200 h 310"/>
                  <a:gd name="T24" fmla="*/ 202 w 538"/>
                  <a:gd name="T25" fmla="*/ 216 h 310"/>
                  <a:gd name="T26" fmla="*/ 202 w 538"/>
                  <a:gd name="T27" fmla="*/ 237 h 310"/>
                  <a:gd name="T28" fmla="*/ 190 w 538"/>
                  <a:gd name="T29" fmla="*/ 252 h 310"/>
                  <a:gd name="T30" fmla="*/ 189 w 538"/>
                  <a:gd name="T31" fmla="*/ 253 h 310"/>
                  <a:gd name="T32" fmla="*/ 318 w 538"/>
                  <a:gd name="T33" fmla="*/ 310 h 310"/>
                  <a:gd name="T34" fmla="*/ 385 w 538"/>
                  <a:gd name="T35" fmla="*/ 190 h 310"/>
                  <a:gd name="T36" fmla="*/ 384 w 538"/>
                  <a:gd name="T37" fmla="*/ 189 h 310"/>
                  <a:gd name="T38" fmla="*/ 376 w 538"/>
                  <a:gd name="T39" fmla="*/ 190 h 310"/>
                  <a:gd name="T40" fmla="*/ 357 w 538"/>
                  <a:gd name="T41" fmla="*/ 186 h 310"/>
                  <a:gd name="T42" fmla="*/ 343 w 538"/>
                  <a:gd name="T43" fmla="*/ 170 h 310"/>
                  <a:gd name="T44" fmla="*/ 347 w 538"/>
                  <a:gd name="T45" fmla="*/ 146 h 310"/>
                  <a:gd name="T46" fmla="*/ 368 w 538"/>
                  <a:gd name="T47" fmla="*/ 131 h 310"/>
                  <a:gd name="T48" fmla="*/ 388 w 538"/>
                  <a:gd name="T49" fmla="*/ 136 h 310"/>
                  <a:gd name="T50" fmla="*/ 399 w 538"/>
                  <a:gd name="T51" fmla="*/ 151 h 310"/>
                  <a:gd name="T52" fmla="*/ 403 w 538"/>
                  <a:gd name="T53" fmla="*/ 157 h 310"/>
                  <a:gd name="T54" fmla="*/ 406 w 538"/>
                  <a:gd name="T55" fmla="*/ 159 h 310"/>
                  <a:gd name="T56" fmla="*/ 531 w 538"/>
                  <a:gd name="T57" fmla="*/ 25 h 310"/>
                  <a:gd name="T58" fmla="*/ 536 w 538"/>
                  <a:gd name="T59" fmla="*/ 9 h 310"/>
                  <a:gd name="T60" fmla="*/ 522 w 538"/>
                  <a:gd name="T61"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38" h="310">
                    <a:moveTo>
                      <a:pt x="522" y="0"/>
                    </a:moveTo>
                    <a:cubicBezTo>
                      <a:pt x="522" y="0"/>
                      <a:pt x="522" y="0"/>
                      <a:pt x="522" y="0"/>
                    </a:cubicBezTo>
                    <a:cubicBezTo>
                      <a:pt x="521" y="0"/>
                      <a:pt x="521" y="0"/>
                      <a:pt x="521" y="0"/>
                    </a:cubicBezTo>
                    <a:cubicBezTo>
                      <a:pt x="302" y="23"/>
                      <a:pt x="128" y="131"/>
                      <a:pt x="0" y="267"/>
                    </a:cubicBezTo>
                    <a:cubicBezTo>
                      <a:pt x="35" y="257"/>
                      <a:pt x="71" y="250"/>
                      <a:pt x="108" y="249"/>
                    </a:cubicBezTo>
                    <a:cubicBezTo>
                      <a:pt x="119" y="248"/>
                      <a:pt x="130" y="248"/>
                      <a:pt x="141" y="248"/>
                    </a:cubicBezTo>
                    <a:cubicBezTo>
                      <a:pt x="143" y="248"/>
                      <a:pt x="146" y="248"/>
                      <a:pt x="149" y="249"/>
                    </a:cubicBezTo>
                    <a:cubicBezTo>
                      <a:pt x="149" y="247"/>
                      <a:pt x="149" y="247"/>
                      <a:pt x="149" y="247"/>
                    </a:cubicBezTo>
                    <a:cubicBezTo>
                      <a:pt x="150" y="245"/>
                      <a:pt x="149" y="244"/>
                      <a:pt x="147" y="239"/>
                    </a:cubicBezTo>
                    <a:cubicBezTo>
                      <a:pt x="145" y="234"/>
                      <a:pt x="143" y="227"/>
                      <a:pt x="146" y="219"/>
                    </a:cubicBezTo>
                    <a:cubicBezTo>
                      <a:pt x="148" y="213"/>
                      <a:pt x="151" y="206"/>
                      <a:pt x="158" y="202"/>
                    </a:cubicBezTo>
                    <a:cubicBezTo>
                      <a:pt x="164" y="198"/>
                      <a:pt x="173" y="197"/>
                      <a:pt x="182" y="200"/>
                    </a:cubicBezTo>
                    <a:cubicBezTo>
                      <a:pt x="192" y="202"/>
                      <a:pt x="199" y="209"/>
                      <a:pt x="202" y="216"/>
                    </a:cubicBezTo>
                    <a:cubicBezTo>
                      <a:pt x="205" y="223"/>
                      <a:pt x="204" y="230"/>
                      <a:pt x="202" y="237"/>
                    </a:cubicBezTo>
                    <a:cubicBezTo>
                      <a:pt x="200" y="244"/>
                      <a:pt x="194" y="249"/>
                      <a:pt x="190" y="252"/>
                    </a:cubicBezTo>
                    <a:cubicBezTo>
                      <a:pt x="189" y="252"/>
                      <a:pt x="189" y="253"/>
                      <a:pt x="189" y="253"/>
                    </a:cubicBezTo>
                    <a:cubicBezTo>
                      <a:pt x="236" y="261"/>
                      <a:pt x="281" y="279"/>
                      <a:pt x="318" y="310"/>
                    </a:cubicBezTo>
                    <a:cubicBezTo>
                      <a:pt x="338" y="266"/>
                      <a:pt x="360" y="226"/>
                      <a:pt x="385" y="190"/>
                    </a:cubicBezTo>
                    <a:cubicBezTo>
                      <a:pt x="384" y="189"/>
                      <a:pt x="384" y="189"/>
                      <a:pt x="384" y="189"/>
                    </a:cubicBezTo>
                    <a:cubicBezTo>
                      <a:pt x="383" y="189"/>
                      <a:pt x="382" y="189"/>
                      <a:pt x="376" y="190"/>
                    </a:cubicBezTo>
                    <a:cubicBezTo>
                      <a:pt x="371" y="190"/>
                      <a:pt x="364" y="190"/>
                      <a:pt x="357" y="186"/>
                    </a:cubicBezTo>
                    <a:cubicBezTo>
                      <a:pt x="351" y="183"/>
                      <a:pt x="346" y="178"/>
                      <a:pt x="343" y="170"/>
                    </a:cubicBezTo>
                    <a:cubicBezTo>
                      <a:pt x="341" y="164"/>
                      <a:pt x="342" y="154"/>
                      <a:pt x="347" y="146"/>
                    </a:cubicBezTo>
                    <a:cubicBezTo>
                      <a:pt x="352" y="137"/>
                      <a:pt x="360" y="132"/>
                      <a:pt x="368" y="131"/>
                    </a:cubicBezTo>
                    <a:cubicBezTo>
                      <a:pt x="375" y="130"/>
                      <a:pt x="382" y="133"/>
                      <a:pt x="388" y="136"/>
                    </a:cubicBezTo>
                    <a:cubicBezTo>
                      <a:pt x="395" y="140"/>
                      <a:pt x="398" y="146"/>
                      <a:pt x="399" y="151"/>
                    </a:cubicBezTo>
                    <a:cubicBezTo>
                      <a:pt x="402" y="156"/>
                      <a:pt x="402" y="157"/>
                      <a:pt x="403" y="157"/>
                    </a:cubicBezTo>
                    <a:cubicBezTo>
                      <a:pt x="406" y="159"/>
                      <a:pt x="406" y="159"/>
                      <a:pt x="406" y="159"/>
                    </a:cubicBezTo>
                    <a:cubicBezTo>
                      <a:pt x="443" y="108"/>
                      <a:pt x="485" y="64"/>
                      <a:pt x="531" y="25"/>
                    </a:cubicBezTo>
                    <a:cubicBezTo>
                      <a:pt x="536" y="21"/>
                      <a:pt x="538" y="14"/>
                      <a:pt x="536" y="9"/>
                    </a:cubicBezTo>
                    <a:cubicBezTo>
                      <a:pt x="533" y="3"/>
                      <a:pt x="527" y="0"/>
                      <a:pt x="52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15" name="任意多边形: 形状 4"/>
              <p:cNvSpPr/>
              <p:nvPr/>
            </p:nvSpPr>
            <p:spPr bwMode="auto">
              <a:xfrm>
                <a:off x="1973" y="1198"/>
                <a:ext cx="1152" cy="878"/>
              </a:xfrm>
              <a:custGeom>
                <a:avLst/>
                <a:gdLst>
                  <a:gd name="T0" fmla="*/ 353 w 487"/>
                  <a:gd name="T1" fmla="*/ 43 h 371"/>
                  <a:gd name="T2" fmla="*/ 362 w 487"/>
                  <a:gd name="T3" fmla="*/ 32 h 371"/>
                  <a:gd name="T4" fmla="*/ 370 w 487"/>
                  <a:gd name="T5" fmla="*/ 23 h 371"/>
                  <a:gd name="T6" fmla="*/ 370 w 487"/>
                  <a:gd name="T7" fmla="*/ 10 h 371"/>
                  <a:gd name="T8" fmla="*/ 358 w 487"/>
                  <a:gd name="T9" fmla="*/ 1 h 371"/>
                  <a:gd name="T10" fmla="*/ 351 w 487"/>
                  <a:gd name="T11" fmla="*/ 0 h 371"/>
                  <a:gd name="T12" fmla="*/ 343 w 487"/>
                  <a:gd name="T13" fmla="*/ 2 h 371"/>
                  <a:gd name="T14" fmla="*/ 336 w 487"/>
                  <a:gd name="T15" fmla="*/ 13 h 371"/>
                  <a:gd name="T16" fmla="*/ 337 w 487"/>
                  <a:gd name="T17" fmla="*/ 24 h 371"/>
                  <a:gd name="T18" fmla="*/ 340 w 487"/>
                  <a:gd name="T19" fmla="*/ 39 h 371"/>
                  <a:gd name="T20" fmla="*/ 340 w 487"/>
                  <a:gd name="T21" fmla="*/ 39 h 371"/>
                  <a:gd name="T22" fmla="*/ 332 w 487"/>
                  <a:gd name="T23" fmla="*/ 63 h 371"/>
                  <a:gd name="T24" fmla="*/ 303 w 487"/>
                  <a:gd name="T25" fmla="*/ 62 h 371"/>
                  <a:gd name="T26" fmla="*/ 288 w 487"/>
                  <a:gd name="T27" fmla="*/ 63 h 371"/>
                  <a:gd name="T28" fmla="*/ 147 w 487"/>
                  <a:gd name="T29" fmla="*/ 94 h 371"/>
                  <a:gd name="T30" fmla="*/ 9 w 487"/>
                  <a:gd name="T31" fmla="*/ 303 h 371"/>
                  <a:gd name="T32" fmla="*/ 9 w 487"/>
                  <a:gd name="T33" fmla="*/ 303 h 371"/>
                  <a:gd name="T34" fmla="*/ 18 w 487"/>
                  <a:gd name="T35" fmla="*/ 357 h 371"/>
                  <a:gd name="T36" fmla="*/ 72 w 487"/>
                  <a:gd name="T37" fmla="*/ 354 h 371"/>
                  <a:gd name="T38" fmla="*/ 73 w 487"/>
                  <a:gd name="T39" fmla="*/ 354 h 371"/>
                  <a:gd name="T40" fmla="*/ 73 w 487"/>
                  <a:gd name="T41" fmla="*/ 354 h 371"/>
                  <a:gd name="T42" fmla="*/ 394 w 487"/>
                  <a:gd name="T43" fmla="*/ 361 h 371"/>
                  <a:gd name="T44" fmla="*/ 407 w 487"/>
                  <a:gd name="T45" fmla="*/ 362 h 371"/>
                  <a:gd name="T46" fmla="*/ 416 w 487"/>
                  <a:gd name="T47" fmla="*/ 352 h 371"/>
                  <a:gd name="T48" fmla="*/ 442 w 487"/>
                  <a:gd name="T49" fmla="*/ 251 h 371"/>
                  <a:gd name="T50" fmla="*/ 434 w 487"/>
                  <a:gd name="T51" fmla="*/ 253 h 371"/>
                  <a:gd name="T52" fmla="*/ 415 w 487"/>
                  <a:gd name="T53" fmla="*/ 256 h 371"/>
                  <a:gd name="T54" fmla="*/ 397 w 487"/>
                  <a:gd name="T55" fmla="*/ 245 h 371"/>
                  <a:gd name="T56" fmla="*/ 393 w 487"/>
                  <a:gd name="T57" fmla="*/ 220 h 371"/>
                  <a:gd name="T58" fmla="*/ 408 w 487"/>
                  <a:gd name="T59" fmla="*/ 200 h 371"/>
                  <a:gd name="T60" fmla="*/ 430 w 487"/>
                  <a:gd name="T61" fmla="*/ 199 h 371"/>
                  <a:gd name="T62" fmla="*/ 445 w 487"/>
                  <a:gd name="T63" fmla="*/ 210 h 371"/>
                  <a:gd name="T64" fmla="*/ 450 w 487"/>
                  <a:gd name="T65" fmla="*/ 215 h 371"/>
                  <a:gd name="T66" fmla="*/ 453 w 487"/>
                  <a:gd name="T67" fmla="*/ 215 h 371"/>
                  <a:gd name="T68" fmla="*/ 487 w 487"/>
                  <a:gd name="T69" fmla="*/ 123 h 371"/>
                  <a:gd name="T70" fmla="*/ 346 w 487"/>
                  <a:gd name="T71" fmla="*/ 64 h 371"/>
                  <a:gd name="T72" fmla="*/ 353 w 487"/>
                  <a:gd name="T73" fmla="*/ 43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7" h="371">
                    <a:moveTo>
                      <a:pt x="353" y="43"/>
                    </a:moveTo>
                    <a:cubicBezTo>
                      <a:pt x="355" y="37"/>
                      <a:pt x="359" y="35"/>
                      <a:pt x="362" y="32"/>
                    </a:cubicBezTo>
                    <a:cubicBezTo>
                      <a:pt x="366" y="30"/>
                      <a:pt x="368" y="27"/>
                      <a:pt x="370" y="23"/>
                    </a:cubicBezTo>
                    <a:cubicBezTo>
                      <a:pt x="371" y="19"/>
                      <a:pt x="371" y="14"/>
                      <a:pt x="370" y="10"/>
                    </a:cubicBezTo>
                    <a:cubicBezTo>
                      <a:pt x="368" y="6"/>
                      <a:pt x="365" y="3"/>
                      <a:pt x="358" y="1"/>
                    </a:cubicBezTo>
                    <a:cubicBezTo>
                      <a:pt x="355" y="0"/>
                      <a:pt x="353" y="0"/>
                      <a:pt x="351" y="0"/>
                    </a:cubicBezTo>
                    <a:cubicBezTo>
                      <a:pt x="348" y="0"/>
                      <a:pt x="345" y="0"/>
                      <a:pt x="343" y="2"/>
                    </a:cubicBezTo>
                    <a:cubicBezTo>
                      <a:pt x="340" y="4"/>
                      <a:pt x="337" y="8"/>
                      <a:pt x="336" y="13"/>
                    </a:cubicBezTo>
                    <a:cubicBezTo>
                      <a:pt x="334" y="17"/>
                      <a:pt x="335" y="20"/>
                      <a:pt x="337" y="24"/>
                    </a:cubicBezTo>
                    <a:cubicBezTo>
                      <a:pt x="339" y="29"/>
                      <a:pt x="341" y="33"/>
                      <a:pt x="340" y="39"/>
                    </a:cubicBezTo>
                    <a:cubicBezTo>
                      <a:pt x="340" y="39"/>
                      <a:pt x="340" y="39"/>
                      <a:pt x="340" y="39"/>
                    </a:cubicBezTo>
                    <a:cubicBezTo>
                      <a:pt x="332" y="63"/>
                      <a:pt x="332" y="63"/>
                      <a:pt x="332" y="63"/>
                    </a:cubicBezTo>
                    <a:cubicBezTo>
                      <a:pt x="323" y="62"/>
                      <a:pt x="313" y="62"/>
                      <a:pt x="303" y="62"/>
                    </a:cubicBezTo>
                    <a:cubicBezTo>
                      <a:pt x="298" y="62"/>
                      <a:pt x="293" y="62"/>
                      <a:pt x="288" y="63"/>
                    </a:cubicBezTo>
                    <a:cubicBezTo>
                      <a:pt x="240" y="65"/>
                      <a:pt x="191" y="76"/>
                      <a:pt x="147" y="94"/>
                    </a:cubicBezTo>
                    <a:cubicBezTo>
                      <a:pt x="91" y="160"/>
                      <a:pt x="45" y="232"/>
                      <a:pt x="9" y="303"/>
                    </a:cubicBezTo>
                    <a:cubicBezTo>
                      <a:pt x="9" y="303"/>
                      <a:pt x="9" y="303"/>
                      <a:pt x="9" y="303"/>
                    </a:cubicBezTo>
                    <a:cubicBezTo>
                      <a:pt x="0" y="321"/>
                      <a:pt x="3" y="343"/>
                      <a:pt x="18" y="357"/>
                    </a:cubicBezTo>
                    <a:cubicBezTo>
                      <a:pt x="33" y="371"/>
                      <a:pt x="55" y="365"/>
                      <a:pt x="72" y="354"/>
                    </a:cubicBezTo>
                    <a:cubicBezTo>
                      <a:pt x="73" y="354"/>
                      <a:pt x="73" y="354"/>
                      <a:pt x="73" y="354"/>
                    </a:cubicBezTo>
                    <a:cubicBezTo>
                      <a:pt x="73" y="354"/>
                      <a:pt x="73" y="354"/>
                      <a:pt x="73" y="354"/>
                    </a:cubicBezTo>
                    <a:cubicBezTo>
                      <a:pt x="191" y="283"/>
                      <a:pt x="289" y="293"/>
                      <a:pt x="394" y="361"/>
                    </a:cubicBezTo>
                    <a:cubicBezTo>
                      <a:pt x="398" y="363"/>
                      <a:pt x="403" y="364"/>
                      <a:pt x="407" y="362"/>
                    </a:cubicBezTo>
                    <a:cubicBezTo>
                      <a:pt x="411" y="360"/>
                      <a:pt x="415" y="356"/>
                      <a:pt x="416" y="352"/>
                    </a:cubicBezTo>
                    <a:cubicBezTo>
                      <a:pt x="423" y="317"/>
                      <a:pt x="432" y="283"/>
                      <a:pt x="442" y="251"/>
                    </a:cubicBezTo>
                    <a:cubicBezTo>
                      <a:pt x="440" y="251"/>
                      <a:pt x="439" y="251"/>
                      <a:pt x="434" y="253"/>
                    </a:cubicBezTo>
                    <a:cubicBezTo>
                      <a:pt x="430" y="255"/>
                      <a:pt x="423" y="258"/>
                      <a:pt x="415" y="256"/>
                    </a:cubicBezTo>
                    <a:cubicBezTo>
                      <a:pt x="408" y="254"/>
                      <a:pt x="402" y="251"/>
                      <a:pt x="397" y="245"/>
                    </a:cubicBezTo>
                    <a:cubicBezTo>
                      <a:pt x="393" y="239"/>
                      <a:pt x="391" y="230"/>
                      <a:pt x="393" y="220"/>
                    </a:cubicBezTo>
                    <a:cubicBezTo>
                      <a:pt x="396" y="210"/>
                      <a:pt x="402" y="203"/>
                      <a:pt x="408" y="200"/>
                    </a:cubicBezTo>
                    <a:cubicBezTo>
                      <a:pt x="416" y="197"/>
                      <a:pt x="423" y="197"/>
                      <a:pt x="430" y="199"/>
                    </a:cubicBezTo>
                    <a:cubicBezTo>
                      <a:pt x="437" y="201"/>
                      <a:pt x="442" y="206"/>
                      <a:pt x="445" y="210"/>
                    </a:cubicBezTo>
                    <a:cubicBezTo>
                      <a:pt x="449" y="214"/>
                      <a:pt x="449" y="214"/>
                      <a:pt x="450" y="215"/>
                    </a:cubicBezTo>
                    <a:cubicBezTo>
                      <a:pt x="453" y="215"/>
                      <a:pt x="453" y="215"/>
                      <a:pt x="453" y="215"/>
                    </a:cubicBezTo>
                    <a:cubicBezTo>
                      <a:pt x="463" y="183"/>
                      <a:pt x="475" y="152"/>
                      <a:pt x="487" y="123"/>
                    </a:cubicBezTo>
                    <a:cubicBezTo>
                      <a:pt x="448" y="89"/>
                      <a:pt x="399" y="70"/>
                      <a:pt x="346" y="64"/>
                    </a:cubicBezTo>
                    <a:lnTo>
                      <a:pt x="353" y="4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16" name="任意多边形: 形状 5"/>
              <p:cNvSpPr/>
              <p:nvPr/>
            </p:nvSpPr>
            <p:spPr bwMode="auto">
              <a:xfrm>
                <a:off x="4013" y="701"/>
                <a:ext cx="1270" cy="736"/>
              </a:xfrm>
              <a:custGeom>
                <a:avLst/>
                <a:gdLst>
                  <a:gd name="T0" fmla="*/ 17 w 537"/>
                  <a:gd name="T1" fmla="*/ 0 h 311"/>
                  <a:gd name="T2" fmla="*/ 14 w 537"/>
                  <a:gd name="T3" fmla="*/ 0 h 311"/>
                  <a:gd name="T4" fmla="*/ 2 w 537"/>
                  <a:gd name="T5" fmla="*/ 10 h 311"/>
                  <a:gd name="T6" fmla="*/ 7 w 537"/>
                  <a:gd name="T7" fmla="*/ 25 h 311"/>
                  <a:gd name="T8" fmla="*/ 132 w 537"/>
                  <a:gd name="T9" fmla="*/ 160 h 311"/>
                  <a:gd name="T10" fmla="*/ 136 w 537"/>
                  <a:gd name="T11" fmla="*/ 157 h 311"/>
                  <a:gd name="T12" fmla="*/ 139 w 537"/>
                  <a:gd name="T13" fmla="*/ 151 h 311"/>
                  <a:gd name="T14" fmla="*/ 151 w 537"/>
                  <a:gd name="T15" fmla="*/ 136 h 311"/>
                  <a:gd name="T16" fmla="*/ 171 w 537"/>
                  <a:gd name="T17" fmla="*/ 131 h 311"/>
                  <a:gd name="T18" fmla="*/ 192 w 537"/>
                  <a:gd name="T19" fmla="*/ 146 h 311"/>
                  <a:gd name="T20" fmla="*/ 195 w 537"/>
                  <a:gd name="T21" fmla="*/ 170 h 311"/>
                  <a:gd name="T22" fmla="*/ 182 w 537"/>
                  <a:gd name="T23" fmla="*/ 186 h 311"/>
                  <a:gd name="T24" fmla="*/ 163 w 537"/>
                  <a:gd name="T25" fmla="*/ 190 h 311"/>
                  <a:gd name="T26" fmla="*/ 154 w 537"/>
                  <a:gd name="T27" fmla="*/ 189 h 311"/>
                  <a:gd name="T28" fmla="*/ 153 w 537"/>
                  <a:gd name="T29" fmla="*/ 190 h 311"/>
                  <a:gd name="T30" fmla="*/ 220 w 537"/>
                  <a:gd name="T31" fmla="*/ 311 h 311"/>
                  <a:gd name="T32" fmla="*/ 353 w 537"/>
                  <a:gd name="T33" fmla="*/ 253 h 311"/>
                  <a:gd name="T34" fmla="*/ 351 w 537"/>
                  <a:gd name="T35" fmla="*/ 252 h 311"/>
                  <a:gd name="T36" fmla="*/ 340 w 537"/>
                  <a:gd name="T37" fmla="*/ 237 h 311"/>
                  <a:gd name="T38" fmla="*/ 340 w 537"/>
                  <a:gd name="T39" fmla="*/ 216 h 311"/>
                  <a:gd name="T40" fmla="*/ 359 w 537"/>
                  <a:gd name="T41" fmla="*/ 200 h 311"/>
                  <a:gd name="T42" fmla="*/ 384 w 537"/>
                  <a:gd name="T43" fmla="*/ 202 h 311"/>
                  <a:gd name="T44" fmla="*/ 396 w 537"/>
                  <a:gd name="T45" fmla="*/ 219 h 311"/>
                  <a:gd name="T46" fmla="*/ 395 w 537"/>
                  <a:gd name="T47" fmla="*/ 239 h 311"/>
                  <a:gd name="T48" fmla="*/ 392 w 537"/>
                  <a:gd name="T49" fmla="*/ 247 h 311"/>
                  <a:gd name="T50" fmla="*/ 393 w 537"/>
                  <a:gd name="T51" fmla="*/ 248 h 311"/>
                  <a:gd name="T52" fmla="*/ 398 w 537"/>
                  <a:gd name="T53" fmla="*/ 248 h 311"/>
                  <a:gd name="T54" fmla="*/ 431 w 537"/>
                  <a:gd name="T55" fmla="*/ 249 h 311"/>
                  <a:gd name="T56" fmla="*/ 537 w 537"/>
                  <a:gd name="T57" fmla="*/ 267 h 311"/>
                  <a:gd name="T58" fmla="*/ 17 w 537"/>
                  <a:gd name="T5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7" h="311">
                    <a:moveTo>
                      <a:pt x="17" y="0"/>
                    </a:moveTo>
                    <a:cubicBezTo>
                      <a:pt x="16" y="0"/>
                      <a:pt x="15" y="0"/>
                      <a:pt x="14" y="0"/>
                    </a:cubicBezTo>
                    <a:cubicBezTo>
                      <a:pt x="9" y="0"/>
                      <a:pt x="4" y="4"/>
                      <a:pt x="2" y="10"/>
                    </a:cubicBezTo>
                    <a:cubicBezTo>
                      <a:pt x="0" y="15"/>
                      <a:pt x="2" y="21"/>
                      <a:pt x="7" y="25"/>
                    </a:cubicBezTo>
                    <a:cubicBezTo>
                      <a:pt x="53" y="64"/>
                      <a:pt x="95" y="109"/>
                      <a:pt x="132" y="160"/>
                    </a:cubicBezTo>
                    <a:cubicBezTo>
                      <a:pt x="136" y="157"/>
                      <a:pt x="136" y="157"/>
                      <a:pt x="136" y="157"/>
                    </a:cubicBezTo>
                    <a:cubicBezTo>
                      <a:pt x="137" y="157"/>
                      <a:pt x="137" y="156"/>
                      <a:pt x="139" y="151"/>
                    </a:cubicBezTo>
                    <a:cubicBezTo>
                      <a:pt x="141" y="146"/>
                      <a:pt x="144" y="140"/>
                      <a:pt x="151" y="136"/>
                    </a:cubicBezTo>
                    <a:cubicBezTo>
                      <a:pt x="156" y="133"/>
                      <a:pt x="163" y="130"/>
                      <a:pt x="171" y="131"/>
                    </a:cubicBezTo>
                    <a:cubicBezTo>
                      <a:pt x="178" y="132"/>
                      <a:pt x="187" y="137"/>
                      <a:pt x="192" y="146"/>
                    </a:cubicBezTo>
                    <a:cubicBezTo>
                      <a:pt x="197" y="154"/>
                      <a:pt x="198" y="164"/>
                      <a:pt x="195" y="170"/>
                    </a:cubicBezTo>
                    <a:cubicBezTo>
                      <a:pt x="193" y="178"/>
                      <a:pt x="188" y="183"/>
                      <a:pt x="182" y="186"/>
                    </a:cubicBezTo>
                    <a:cubicBezTo>
                      <a:pt x="175" y="190"/>
                      <a:pt x="168" y="190"/>
                      <a:pt x="163" y="190"/>
                    </a:cubicBezTo>
                    <a:cubicBezTo>
                      <a:pt x="157" y="189"/>
                      <a:pt x="155" y="189"/>
                      <a:pt x="154" y="189"/>
                    </a:cubicBezTo>
                    <a:cubicBezTo>
                      <a:pt x="153" y="190"/>
                      <a:pt x="153" y="190"/>
                      <a:pt x="153" y="190"/>
                    </a:cubicBezTo>
                    <a:cubicBezTo>
                      <a:pt x="178" y="227"/>
                      <a:pt x="200" y="267"/>
                      <a:pt x="220" y="311"/>
                    </a:cubicBezTo>
                    <a:cubicBezTo>
                      <a:pt x="258" y="279"/>
                      <a:pt x="304" y="260"/>
                      <a:pt x="353" y="253"/>
                    </a:cubicBezTo>
                    <a:cubicBezTo>
                      <a:pt x="352" y="252"/>
                      <a:pt x="352" y="252"/>
                      <a:pt x="351" y="252"/>
                    </a:cubicBezTo>
                    <a:cubicBezTo>
                      <a:pt x="348" y="249"/>
                      <a:pt x="342" y="244"/>
                      <a:pt x="340" y="237"/>
                    </a:cubicBezTo>
                    <a:cubicBezTo>
                      <a:pt x="338" y="230"/>
                      <a:pt x="337" y="223"/>
                      <a:pt x="340" y="216"/>
                    </a:cubicBezTo>
                    <a:cubicBezTo>
                      <a:pt x="343" y="209"/>
                      <a:pt x="350" y="202"/>
                      <a:pt x="359" y="200"/>
                    </a:cubicBezTo>
                    <a:cubicBezTo>
                      <a:pt x="369" y="197"/>
                      <a:pt x="378" y="198"/>
                      <a:pt x="384" y="202"/>
                    </a:cubicBezTo>
                    <a:cubicBezTo>
                      <a:pt x="391" y="206"/>
                      <a:pt x="394" y="213"/>
                      <a:pt x="396" y="219"/>
                    </a:cubicBezTo>
                    <a:cubicBezTo>
                      <a:pt x="399" y="227"/>
                      <a:pt x="397" y="234"/>
                      <a:pt x="395" y="239"/>
                    </a:cubicBezTo>
                    <a:cubicBezTo>
                      <a:pt x="393" y="244"/>
                      <a:pt x="392" y="245"/>
                      <a:pt x="392" y="247"/>
                    </a:cubicBezTo>
                    <a:cubicBezTo>
                      <a:pt x="393" y="248"/>
                      <a:pt x="393" y="248"/>
                      <a:pt x="393" y="248"/>
                    </a:cubicBezTo>
                    <a:cubicBezTo>
                      <a:pt x="395" y="248"/>
                      <a:pt x="396" y="248"/>
                      <a:pt x="398" y="248"/>
                    </a:cubicBezTo>
                    <a:cubicBezTo>
                      <a:pt x="409" y="248"/>
                      <a:pt x="420" y="248"/>
                      <a:pt x="431" y="249"/>
                    </a:cubicBezTo>
                    <a:cubicBezTo>
                      <a:pt x="467" y="250"/>
                      <a:pt x="502" y="257"/>
                      <a:pt x="537" y="267"/>
                    </a:cubicBezTo>
                    <a:cubicBezTo>
                      <a:pt x="409" y="130"/>
                      <a:pt x="236" y="23"/>
                      <a:pt x="17" y="0"/>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17" name="任意多边形: 形状 6"/>
              <p:cNvSpPr/>
              <p:nvPr/>
            </p:nvSpPr>
            <p:spPr bwMode="auto">
              <a:xfrm>
                <a:off x="4557" y="1198"/>
                <a:ext cx="1150" cy="876"/>
              </a:xfrm>
              <a:custGeom>
                <a:avLst/>
                <a:gdLst>
                  <a:gd name="T0" fmla="*/ 478 w 486"/>
                  <a:gd name="T1" fmla="*/ 303 h 370"/>
                  <a:gd name="T2" fmla="*/ 339 w 486"/>
                  <a:gd name="T3" fmla="*/ 93 h 370"/>
                  <a:gd name="T4" fmla="*/ 200 w 486"/>
                  <a:gd name="T5" fmla="*/ 63 h 370"/>
                  <a:gd name="T6" fmla="*/ 184 w 486"/>
                  <a:gd name="T7" fmla="*/ 62 h 370"/>
                  <a:gd name="T8" fmla="*/ 158 w 486"/>
                  <a:gd name="T9" fmla="*/ 63 h 370"/>
                  <a:gd name="T10" fmla="*/ 151 w 486"/>
                  <a:gd name="T11" fmla="*/ 39 h 370"/>
                  <a:gd name="T12" fmla="*/ 151 w 486"/>
                  <a:gd name="T13" fmla="*/ 39 h 370"/>
                  <a:gd name="T14" fmla="*/ 154 w 486"/>
                  <a:gd name="T15" fmla="*/ 24 h 370"/>
                  <a:gd name="T16" fmla="*/ 155 w 486"/>
                  <a:gd name="T17" fmla="*/ 13 h 370"/>
                  <a:gd name="T18" fmla="*/ 148 w 486"/>
                  <a:gd name="T19" fmla="*/ 2 h 370"/>
                  <a:gd name="T20" fmla="*/ 140 w 486"/>
                  <a:gd name="T21" fmla="*/ 0 h 370"/>
                  <a:gd name="T22" fmla="*/ 133 w 486"/>
                  <a:gd name="T23" fmla="*/ 1 h 370"/>
                  <a:gd name="T24" fmla="*/ 121 w 486"/>
                  <a:gd name="T25" fmla="*/ 10 h 370"/>
                  <a:gd name="T26" fmla="*/ 121 w 486"/>
                  <a:gd name="T27" fmla="*/ 23 h 370"/>
                  <a:gd name="T28" fmla="*/ 128 w 486"/>
                  <a:gd name="T29" fmla="*/ 32 h 370"/>
                  <a:gd name="T30" fmla="*/ 138 w 486"/>
                  <a:gd name="T31" fmla="*/ 43 h 370"/>
                  <a:gd name="T32" fmla="*/ 145 w 486"/>
                  <a:gd name="T33" fmla="*/ 64 h 370"/>
                  <a:gd name="T34" fmla="*/ 0 w 486"/>
                  <a:gd name="T35" fmla="*/ 124 h 370"/>
                  <a:gd name="T36" fmla="*/ 34 w 486"/>
                  <a:gd name="T37" fmla="*/ 213 h 370"/>
                  <a:gd name="T38" fmla="*/ 37 w 486"/>
                  <a:gd name="T39" fmla="*/ 210 h 370"/>
                  <a:gd name="T40" fmla="*/ 52 w 486"/>
                  <a:gd name="T41" fmla="*/ 199 h 370"/>
                  <a:gd name="T42" fmla="*/ 73 w 486"/>
                  <a:gd name="T43" fmla="*/ 200 h 370"/>
                  <a:gd name="T44" fmla="*/ 88 w 486"/>
                  <a:gd name="T45" fmla="*/ 220 h 370"/>
                  <a:gd name="T46" fmla="*/ 85 w 486"/>
                  <a:gd name="T47" fmla="*/ 245 h 370"/>
                  <a:gd name="T48" fmla="*/ 67 w 486"/>
                  <a:gd name="T49" fmla="*/ 256 h 370"/>
                  <a:gd name="T50" fmla="*/ 47 w 486"/>
                  <a:gd name="T51" fmla="*/ 253 h 370"/>
                  <a:gd name="T52" fmla="*/ 46 w 486"/>
                  <a:gd name="T53" fmla="*/ 253 h 370"/>
                  <a:gd name="T54" fmla="*/ 71 w 486"/>
                  <a:gd name="T55" fmla="*/ 352 h 370"/>
                  <a:gd name="T56" fmla="*/ 91 w 486"/>
                  <a:gd name="T57" fmla="*/ 362 h 370"/>
                  <a:gd name="T58" fmla="*/ 413 w 486"/>
                  <a:gd name="T59" fmla="*/ 353 h 370"/>
                  <a:gd name="T60" fmla="*/ 414 w 486"/>
                  <a:gd name="T61" fmla="*/ 353 h 370"/>
                  <a:gd name="T62" fmla="*/ 467 w 486"/>
                  <a:gd name="T63" fmla="*/ 356 h 370"/>
                  <a:gd name="T64" fmla="*/ 478 w 486"/>
                  <a:gd name="T65" fmla="*/ 304 h 370"/>
                  <a:gd name="T66" fmla="*/ 478 w 486"/>
                  <a:gd name="T67" fmla="*/ 303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6" h="370">
                    <a:moveTo>
                      <a:pt x="478" y="303"/>
                    </a:moveTo>
                    <a:cubicBezTo>
                      <a:pt x="442" y="232"/>
                      <a:pt x="396" y="160"/>
                      <a:pt x="339" y="93"/>
                    </a:cubicBezTo>
                    <a:cubicBezTo>
                      <a:pt x="295" y="76"/>
                      <a:pt x="247" y="65"/>
                      <a:pt x="200" y="63"/>
                    </a:cubicBezTo>
                    <a:cubicBezTo>
                      <a:pt x="195" y="62"/>
                      <a:pt x="190" y="62"/>
                      <a:pt x="184" y="62"/>
                    </a:cubicBezTo>
                    <a:cubicBezTo>
                      <a:pt x="176" y="62"/>
                      <a:pt x="167" y="62"/>
                      <a:pt x="158" y="63"/>
                    </a:cubicBezTo>
                    <a:cubicBezTo>
                      <a:pt x="151" y="39"/>
                      <a:pt x="151" y="39"/>
                      <a:pt x="151" y="39"/>
                    </a:cubicBezTo>
                    <a:cubicBezTo>
                      <a:pt x="151" y="39"/>
                      <a:pt x="151" y="39"/>
                      <a:pt x="151" y="39"/>
                    </a:cubicBezTo>
                    <a:cubicBezTo>
                      <a:pt x="150" y="33"/>
                      <a:pt x="152" y="29"/>
                      <a:pt x="154" y="24"/>
                    </a:cubicBezTo>
                    <a:cubicBezTo>
                      <a:pt x="155" y="20"/>
                      <a:pt x="156" y="17"/>
                      <a:pt x="155" y="13"/>
                    </a:cubicBezTo>
                    <a:cubicBezTo>
                      <a:pt x="154" y="8"/>
                      <a:pt x="151" y="4"/>
                      <a:pt x="148" y="2"/>
                    </a:cubicBezTo>
                    <a:cubicBezTo>
                      <a:pt x="146" y="0"/>
                      <a:pt x="143" y="0"/>
                      <a:pt x="140" y="0"/>
                    </a:cubicBezTo>
                    <a:cubicBezTo>
                      <a:pt x="138" y="0"/>
                      <a:pt x="135" y="0"/>
                      <a:pt x="133" y="1"/>
                    </a:cubicBezTo>
                    <a:cubicBezTo>
                      <a:pt x="125" y="3"/>
                      <a:pt x="122" y="6"/>
                      <a:pt x="121" y="10"/>
                    </a:cubicBezTo>
                    <a:cubicBezTo>
                      <a:pt x="119" y="14"/>
                      <a:pt x="120" y="19"/>
                      <a:pt x="121" y="23"/>
                    </a:cubicBezTo>
                    <a:cubicBezTo>
                      <a:pt x="122" y="27"/>
                      <a:pt x="125" y="30"/>
                      <a:pt x="128" y="32"/>
                    </a:cubicBezTo>
                    <a:cubicBezTo>
                      <a:pt x="132" y="35"/>
                      <a:pt x="136" y="37"/>
                      <a:pt x="138" y="43"/>
                    </a:cubicBezTo>
                    <a:cubicBezTo>
                      <a:pt x="145" y="64"/>
                      <a:pt x="145" y="64"/>
                      <a:pt x="145" y="64"/>
                    </a:cubicBezTo>
                    <a:cubicBezTo>
                      <a:pt x="90" y="69"/>
                      <a:pt x="40" y="88"/>
                      <a:pt x="0" y="124"/>
                    </a:cubicBezTo>
                    <a:cubicBezTo>
                      <a:pt x="12" y="152"/>
                      <a:pt x="23" y="182"/>
                      <a:pt x="34" y="213"/>
                    </a:cubicBezTo>
                    <a:cubicBezTo>
                      <a:pt x="34" y="212"/>
                      <a:pt x="35" y="212"/>
                      <a:pt x="37" y="210"/>
                    </a:cubicBezTo>
                    <a:cubicBezTo>
                      <a:pt x="40" y="206"/>
                      <a:pt x="45" y="201"/>
                      <a:pt x="52" y="199"/>
                    </a:cubicBezTo>
                    <a:cubicBezTo>
                      <a:pt x="59" y="197"/>
                      <a:pt x="66" y="197"/>
                      <a:pt x="73" y="200"/>
                    </a:cubicBezTo>
                    <a:cubicBezTo>
                      <a:pt x="80" y="203"/>
                      <a:pt x="86" y="210"/>
                      <a:pt x="88" y="220"/>
                    </a:cubicBezTo>
                    <a:cubicBezTo>
                      <a:pt x="91" y="230"/>
                      <a:pt x="89" y="239"/>
                      <a:pt x="85" y="245"/>
                    </a:cubicBezTo>
                    <a:cubicBezTo>
                      <a:pt x="80" y="251"/>
                      <a:pt x="73" y="254"/>
                      <a:pt x="67" y="256"/>
                    </a:cubicBezTo>
                    <a:cubicBezTo>
                      <a:pt x="59" y="258"/>
                      <a:pt x="52" y="255"/>
                      <a:pt x="47" y="253"/>
                    </a:cubicBezTo>
                    <a:cubicBezTo>
                      <a:pt x="47" y="253"/>
                      <a:pt x="46" y="253"/>
                      <a:pt x="46" y="253"/>
                    </a:cubicBezTo>
                    <a:cubicBezTo>
                      <a:pt x="55" y="284"/>
                      <a:pt x="64" y="317"/>
                      <a:pt x="71" y="352"/>
                    </a:cubicBezTo>
                    <a:cubicBezTo>
                      <a:pt x="73" y="360"/>
                      <a:pt x="84" y="365"/>
                      <a:pt x="91" y="362"/>
                    </a:cubicBezTo>
                    <a:cubicBezTo>
                      <a:pt x="210" y="301"/>
                      <a:pt x="311" y="287"/>
                      <a:pt x="413" y="353"/>
                    </a:cubicBezTo>
                    <a:cubicBezTo>
                      <a:pt x="414" y="353"/>
                      <a:pt x="414" y="353"/>
                      <a:pt x="414" y="353"/>
                    </a:cubicBezTo>
                    <a:cubicBezTo>
                      <a:pt x="431" y="363"/>
                      <a:pt x="452" y="370"/>
                      <a:pt x="467" y="356"/>
                    </a:cubicBezTo>
                    <a:cubicBezTo>
                      <a:pt x="482" y="343"/>
                      <a:pt x="486" y="322"/>
                      <a:pt x="478" y="304"/>
                    </a:cubicBezTo>
                    <a:cubicBezTo>
                      <a:pt x="478" y="303"/>
                      <a:pt x="478" y="303"/>
                      <a:pt x="478" y="303"/>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18" name="任意多边形: 形状 7"/>
              <p:cNvSpPr/>
              <p:nvPr/>
            </p:nvSpPr>
            <p:spPr bwMode="auto">
              <a:xfrm>
                <a:off x="3719" y="601"/>
                <a:ext cx="758" cy="853"/>
              </a:xfrm>
              <a:custGeom>
                <a:avLst/>
                <a:gdLst>
                  <a:gd name="T0" fmla="*/ 273 w 320"/>
                  <a:gd name="T1" fmla="*/ 221 h 360"/>
                  <a:gd name="T2" fmla="*/ 273 w 320"/>
                  <a:gd name="T3" fmla="*/ 221 h 360"/>
                  <a:gd name="T4" fmla="*/ 288 w 320"/>
                  <a:gd name="T5" fmla="*/ 220 h 360"/>
                  <a:gd name="T6" fmla="*/ 300 w 320"/>
                  <a:gd name="T7" fmla="*/ 218 h 360"/>
                  <a:gd name="T8" fmla="*/ 308 w 320"/>
                  <a:gd name="T9" fmla="*/ 209 h 360"/>
                  <a:gd name="T10" fmla="*/ 306 w 320"/>
                  <a:gd name="T11" fmla="*/ 194 h 360"/>
                  <a:gd name="T12" fmla="*/ 294 w 320"/>
                  <a:gd name="T13" fmla="*/ 185 h 360"/>
                  <a:gd name="T14" fmla="*/ 281 w 320"/>
                  <a:gd name="T15" fmla="*/ 188 h 360"/>
                  <a:gd name="T16" fmla="*/ 274 w 320"/>
                  <a:gd name="T17" fmla="*/ 197 h 360"/>
                  <a:gd name="T18" fmla="*/ 266 w 320"/>
                  <a:gd name="T19" fmla="*/ 209 h 360"/>
                  <a:gd name="T20" fmla="*/ 245 w 320"/>
                  <a:gd name="T21" fmla="*/ 222 h 360"/>
                  <a:gd name="T22" fmla="*/ 86 w 320"/>
                  <a:gd name="T23" fmla="*/ 59 h 360"/>
                  <a:gd name="T24" fmla="*/ 86 w 320"/>
                  <a:gd name="T25" fmla="*/ 41 h 360"/>
                  <a:gd name="T26" fmla="*/ 92 w 320"/>
                  <a:gd name="T27" fmla="*/ 29 h 360"/>
                  <a:gd name="T28" fmla="*/ 96 w 320"/>
                  <a:gd name="T29" fmla="*/ 18 h 360"/>
                  <a:gd name="T30" fmla="*/ 93 w 320"/>
                  <a:gd name="T31" fmla="*/ 5 h 360"/>
                  <a:gd name="T32" fmla="*/ 79 w 320"/>
                  <a:gd name="T33" fmla="*/ 0 h 360"/>
                  <a:gd name="T34" fmla="*/ 65 w 320"/>
                  <a:gd name="T35" fmla="*/ 5 h 360"/>
                  <a:gd name="T36" fmla="*/ 61 w 320"/>
                  <a:gd name="T37" fmla="*/ 18 h 360"/>
                  <a:gd name="T38" fmla="*/ 66 w 320"/>
                  <a:gd name="T39" fmla="*/ 29 h 360"/>
                  <a:gd name="T40" fmla="*/ 73 w 320"/>
                  <a:gd name="T41" fmla="*/ 42 h 360"/>
                  <a:gd name="T42" fmla="*/ 73 w 320"/>
                  <a:gd name="T43" fmla="*/ 42 h 360"/>
                  <a:gd name="T44" fmla="*/ 73 w 320"/>
                  <a:gd name="T45" fmla="*/ 55 h 360"/>
                  <a:gd name="T46" fmla="*/ 62 w 320"/>
                  <a:gd name="T47" fmla="*/ 68 h 360"/>
                  <a:gd name="T48" fmla="*/ 62 w 320"/>
                  <a:gd name="T49" fmla="*/ 219 h 360"/>
                  <a:gd name="T50" fmla="*/ 42 w 320"/>
                  <a:gd name="T51" fmla="*/ 219 h 360"/>
                  <a:gd name="T52" fmla="*/ 29 w 320"/>
                  <a:gd name="T53" fmla="*/ 213 h 360"/>
                  <a:gd name="T54" fmla="*/ 19 w 320"/>
                  <a:gd name="T55" fmla="*/ 209 h 360"/>
                  <a:gd name="T56" fmla="*/ 6 w 320"/>
                  <a:gd name="T57" fmla="*/ 213 h 360"/>
                  <a:gd name="T58" fmla="*/ 1 w 320"/>
                  <a:gd name="T59" fmla="*/ 227 h 360"/>
                  <a:gd name="T60" fmla="*/ 6 w 320"/>
                  <a:gd name="T61" fmla="*/ 241 h 360"/>
                  <a:gd name="T62" fmla="*/ 19 w 320"/>
                  <a:gd name="T63" fmla="*/ 245 h 360"/>
                  <a:gd name="T64" fmla="*/ 30 w 320"/>
                  <a:gd name="T65" fmla="*/ 240 h 360"/>
                  <a:gd name="T66" fmla="*/ 42 w 320"/>
                  <a:gd name="T67" fmla="*/ 233 h 360"/>
                  <a:gd name="T68" fmla="*/ 43 w 320"/>
                  <a:gd name="T69" fmla="*/ 233 h 360"/>
                  <a:gd name="T70" fmla="*/ 62 w 320"/>
                  <a:gd name="T71" fmla="*/ 233 h 360"/>
                  <a:gd name="T72" fmla="*/ 62 w 320"/>
                  <a:gd name="T73" fmla="*/ 360 h 360"/>
                  <a:gd name="T74" fmla="*/ 176 w 320"/>
                  <a:gd name="T75" fmla="*/ 324 h 360"/>
                  <a:gd name="T76" fmla="*/ 177 w 320"/>
                  <a:gd name="T77" fmla="*/ 324 h 360"/>
                  <a:gd name="T78" fmla="*/ 170 w 320"/>
                  <a:gd name="T79" fmla="*/ 309 h 360"/>
                  <a:gd name="T80" fmla="*/ 174 w 320"/>
                  <a:gd name="T81" fmla="*/ 289 h 360"/>
                  <a:gd name="T82" fmla="*/ 196 w 320"/>
                  <a:gd name="T83" fmla="*/ 276 h 360"/>
                  <a:gd name="T84" fmla="*/ 220 w 320"/>
                  <a:gd name="T85" fmla="*/ 283 h 360"/>
                  <a:gd name="T86" fmla="*/ 229 w 320"/>
                  <a:gd name="T87" fmla="*/ 303 h 360"/>
                  <a:gd name="T88" fmla="*/ 224 w 320"/>
                  <a:gd name="T89" fmla="*/ 321 h 360"/>
                  <a:gd name="T90" fmla="*/ 221 w 320"/>
                  <a:gd name="T91" fmla="*/ 326 h 360"/>
                  <a:gd name="T92" fmla="*/ 320 w 320"/>
                  <a:gd name="T93" fmla="*/ 351 h 360"/>
                  <a:gd name="T94" fmla="*/ 253 w 320"/>
                  <a:gd name="T95" fmla="*/ 233 h 360"/>
                  <a:gd name="T96" fmla="*/ 273 w 320"/>
                  <a:gd name="T97" fmla="*/ 221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360">
                    <a:moveTo>
                      <a:pt x="273" y="221"/>
                    </a:moveTo>
                    <a:cubicBezTo>
                      <a:pt x="273" y="221"/>
                      <a:pt x="273" y="221"/>
                      <a:pt x="273" y="221"/>
                    </a:cubicBezTo>
                    <a:cubicBezTo>
                      <a:pt x="279" y="218"/>
                      <a:pt x="284" y="220"/>
                      <a:pt x="288" y="220"/>
                    </a:cubicBezTo>
                    <a:cubicBezTo>
                      <a:pt x="292" y="221"/>
                      <a:pt x="296" y="221"/>
                      <a:pt x="300" y="218"/>
                    </a:cubicBezTo>
                    <a:cubicBezTo>
                      <a:pt x="304" y="216"/>
                      <a:pt x="307" y="213"/>
                      <a:pt x="308" y="209"/>
                    </a:cubicBezTo>
                    <a:cubicBezTo>
                      <a:pt x="310" y="205"/>
                      <a:pt x="310" y="200"/>
                      <a:pt x="306" y="194"/>
                    </a:cubicBezTo>
                    <a:cubicBezTo>
                      <a:pt x="302" y="187"/>
                      <a:pt x="298" y="185"/>
                      <a:pt x="294" y="185"/>
                    </a:cubicBezTo>
                    <a:cubicBezTo>
                      <a:pt x="290" y="184"/>
                      <a:pt x="285" y="186"/>
                      <a:pt x="281" y="188"/>
                    </a:cubicBezTo>
                    <a:cubicBezTo>
                      <a:pt x="277" y="190"/>
                      <a:pt x="276" y="194"/>
                      <a:pt x="274" y="197"/>
                    </a:cubicBezTo>
                    <a:cubicBezTo>
                      <a:pt x="272" y="201"/>
                      <a:pt x="271" y="206"/>
                      <a:pt x="266" y="209"/>
                    </a:cubicBezTo>
                    <a:cubicBezTo>
                      <a:pt x="245" y="222"/>
                      <a:pt x="245" y="222"/>
                      <a:pt x="245" y="222"/>
                    </a:cubicBezTo>
                    <a:cubicBezTo>
                      <a:pt x="200" y="158"/>
                      <a:pt x="147" y="104"/>
                      <a:pt x="86" y="59"/>
                    </a:cubicBezTo>
                    <a:cubicBezTo>
                      <a:pt x="86" y="41"/>
                      <a:pt x="86" y="41"/>
                      <a:pt x="86" y="41"/>
                    </a:cubicBezTo>
                    <a:cubicBezTo>
                      <a:pt x="86" y="36"/>
                      <a:pt x="90" y="32"/>
                      <a:pt x="92" y="29"/>
                    </a:cubicBezTo>
                    <a:cubicBezTo>
                      <a:pt x="95" y="25"/>
                      <a:pt x="96" y="22"/>
                      <a:pt x="96" y="18"/>
                    </a:cubicBezTo>
                    <a:cubicBezTo>
                      <a:pt x="96" y="13"/>
                      <a:pt x="95" y="8"/>
                      <a:pt x="93" y="5"/>
                    </a:cubicBezTo>
                    <a:cubicBezTo>
                      <a:pt x="90" y="2"/>
                      <a:pt x="86" y="0"/>
                      <a:pt x="79" y="0"/>
                    </a:cubicBezTo>
                    <a:cubicBezTo>
                      <a:pt x="71" y="0"/>
                      <a:pt x="67" y="2"/>
                      <a:pt x="65" y="5"/>
                    </a:cubicBezTo>
                    <a:cubicBezTo>
                      <a:pt x="62" y="8"/>
                      <a:pt x="61" y="13"/>
                      <a:pt x="61" y="18"/>
                    </a:cubicBezTo>
                    <a:cubicBezTo>
                      <a:pt x="61" y="22"/>
                      <a:pt x="63" y="25"/>
                      <a:pt x="66" y="29"/>
                    </a:cubicBezTo>
                    <a:cubicBezTo>
                      <a:pt x="68" y="32"/>
                      <a:pt x="72" y="36"/>
                      <a:pt x="73" y="42"/>
                    </a:cubicBezTo>
                    <a:cubicBezTo>
                      <a:pt x="73" y="42"/>
                      <a:pt x="73" y="42"/>
                      <a:pt x="73" y="42"/>
                    </a:cubicBezTo>
                    <a:cubicBezTo>
                      <a:pt x="73" y="55"/>
                      <a:pt x="73" y="55"/>
                      <a:pt x="73" y="55"/>
                    </a:cubicBezTo>
                    <a:cubicBezTo>
                      <a:pt x="67" y="56"/>
                      <a:pt x="62" y="62"/>
                      <a:pt x="62" y="68"/>
                    </a:cubicBezTo>
                    <a:cubicBezTo>
                      <a:pt x="62" y="219"/>
                      <a:pt x="62" y="219"/>
                      <a:pt x="62" y="219"/>
                    </a:cubicBezTo>
                    <a:cubicBezTo>
                      <a:pt x="42" y="219"/>
                      <a:pt x="42" y="219"/>
                      <a:pt x="42" y="219"/>
                    </a:cubicBezTo>
                    <a:cubicBezTo>
                      <a:pt x="36" y="219"/>
                      <a:pt x="33" y="216"/>
                      <a:pt x="29" y="213"/>
                    </a:cubicBezTo>
                    <a:cubicBezTo>
                      <a:pt x="26" y="211"/>
                      <a:pt x="23" y="209"/>
                      <a:pt x="19" y="209"/>
                    </a:cubicBezTo>
                    <a:cubicBezTo>
                      <a:pt x="14" y="209"/>
                      <a:pt x="9" y="210"/>
                      <a:pt x="6" y="213"/>
                    </a:cubicBezTo>
                    <a:cubicBezTo>
                      <a:pt x="3" y="216"/>
                      <a:pt x="0" y="219"/>
                      <a:pt x="1" y="227"/>
                    </a:cubicBezTo>
                    <a:cubicBezTo>
                      <a:pt x="1" y="235"/>
                      <a:pt x="3" y="239"/>
                      <a:pt x="6" y="241"/>
                    </a:cubicBezTo>
                    <a:cubicBezTo>
                      <a:pt x="9" y="244"/>
                      <a:pt x="14" y="245"/>
                      <a:pt x="19" y="245"/>
                    </a:cubicBezTo>
                    <a:cubicBezTo>
                      <a:pt x="23" y="245"/>
                      <a:pt x="26" y="243"/>
                      <a:pt x="30" y="240"/>
                    </a:cubicBezTo>
                    <a:cubicBezTo>
                      <a:pt x="33" y="237"/>
                      <a:pt x="37" y="233"/>
                      <a:pt x="42" y="233"/>
                    </a:cubicBezTo>
                    <a:cubicBezTo>
                      <a:pt x="43" y="233"/>
                      <a:pt x="43" y="233"/>
                      <a:pt x="43" y="233"/>
                    </a:cubicBezTo>
                    <a:cubicBezTo>
                      <a:pt x="62" y="233"/>
                      <a:pt x="62" y="233"/>
                      <a:pt x="62" y="233"/>
                    </a:cubicBezTo>
                    <a:cubicBezTo>
                      <a:pt x="62" y="360"/>
                      <a:pt x="62" y="360"/>
                      <a:pt x="62" y="360"/>
                    </a:cubicBezTo>
                    <a:cubicBezTo>
                      <a:pt x="94" y="337"/>
                      <a:pt x="134" y="326"/>
                      <a:pt x="176" y="324"/>
                    </a:cubicBezTo>
                    <a:cubicBezTo>
                      <a:pt x="176" y="324"/>
                      <a:pt x="177" y="324"/>
                      <a:pt x="177" y="324"/>
                    </a:cubicBezTo>
                    <a:cubicBezTo>
                      <a:pt x="174" y="321"/>
                      <a:pt x="171" y="316"/>
                      <a:pt x="170" y="309"/>
                    </a:cubicBezTo>
                    <a:cubicBezTo>
                      <a:pt x="169" y="303"/>
                      <a:pt x="170" y="295"/>
                      <a:pt x="174" y="289"/>
                    </a:cubicBezTo>
                    <a:cubicBezTo>
                      <a:pt x="178" y="282"/>
                      <a:pt x="187" y="277"/>
                      <a:pt x="196" y="276"/>
                    </a:cubicBezTo>
                    <a:cubicBezTo>
                      <a:pt x="206" y="275"/>
                      <a:pt x="215" y="278"/>
                      <a:pt x="220" y="283"/>
                    </a:cubicBezTo>
                    <a:cubicBezTo>
                      <a:pt x="226" y="289"/>
                      <a:pt x="228" y="296"/>
                      <a:pt x="229" y="303"/>
                    </a:cubicBezTo>
                    <a:cubicBezTo>
                      <a:pt x="230" y="311"/>
                      <a:pt x="226" y="317"/>
                      <a:pt x="224" y="321"/>
                    </a:cubicBezTo>
                    <a:cubicBezTo>
                      <a:pt x="222" y="324"/>
                      <a:pt x="222" y="325"/>
                      <a:pt x="221" y="326"/>
                    </a:cubicBezTo>
                    <a:cubicBezTo>
                      <a:pt x="255" y="329"/>
                      <a:pt x="288" y="338"/>
                      <a:pt x="320" y="351"/>
                    </a:cubicBezTo>
                    <a:cubicBezTo>
                      <a:pt x="300" y="308"/>
                      <a:pt x="277" y="269"/>
                      <a:pt x="253" y="233"/>
                    </a:cubicBezTo>
                    <a:lnTo>
                      <a:pt x="273" y="221"/>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33" name="任意多边形: 形状 8"/>
              <p:cNvSpPr/>
              <p:nvPr/>
            </p:nvSpPr>
            <p:spPr bwMode="auto">
              <a:xfrm>
                <a:off x="3866" y="1283"/>
                <a:ext cx="878" cy="767"/>
              </a:xfrm>
              <a:custGeom>
                <a:avLst/>
                <a:gdLst>
                  <a:gd name="T0" fmla="*/ 360 w 371"/>
                  <a:gd name="T1" fmla="*/ 175 h 324"/>
                  <a:gd name="T2" fmla="*/ 347 w 371"/>
                  <a:gd name="T3" fmla="*/ 174 h 324"/>
                  <a:gd name="T4" fmla="*/ 338 w 371"/>
                  <a:gd name="T5" fmla="*/ 181 h 324"/>
                  <a:gd name="T6" fmla="*/ 327 w 371"/>
                  <a:gd name="T7" fmla="*/ 190 h 324"/>
                  <a:gd name="T8" fmla="*/ 309 w 371"/>
                  <a:gd name="T9" fmla="*/ 195 h 324"/>
                  <a:gd name="T10" fmla="*/ 273 w 371"/>
                  <a:gd name="T11" fmla="*/ 97 h 324"/>
                  <a:gd name="T12" fmla="*/ 148 w 371"/>
                  <a:gd name="T13" fmla="*/ 61 h 324"/>
                  <a:gd name="T14" fmla="*/ 146 w 371"/>
                  <a:gd name="T15" fmla="*/ 41 h 324"/>
                  <a:gd name="T16" fmla="*/ 146 w 371"/>
                  <a:gd name="T17" fmla="*/ 41 h 324"/>
                  <a:gd name="T18" fmla="*/ 152 w 371"/>
                  <a:gd name="T19" fmla="*/ 27 h 324"/>
                  <a:gd name="T20" fmla="*/ 155 w 371"/>
                  <a:gd name="T21" fmla="*/ 16 h 324"/>
                  <a:gd name="T22" fmla="*/ 150 w 371"/>
                  <a:gd name="T23" fmla="*/ 4 h 324"/>
                  <a:gd name="T24" fmla="*/ 138 w 371"/>
                  <a:gd name="T25" fmla="*/ 0 h 324"/>
                  <a:gd name="T26" fmla="*/ 135 w 371"/>
                  <a:gd name="T27" fmla="*/ 0 h 324"/>
                  <a:gd name="T28" fmla="*/ 122 w 371"/>
                  <a:gd name="T29" fmla="*/ 7 h 324"/>
                  <a:gd name="T30" fmla="*/ 120 w 371"/>
                  <a:gd name="T31" fmla="*/ 20 h 324"/>
                  <a:gd name="T32" fmla="*/ 125 w 371"/>
                  <a:gd name="T33" fmla="*/ 30 h 324"/>
                  <a:gd name="T34" fmla="*/ 133 w 371"/>
                  <a:gd name="T35" fmla="*/ 42 h 324"/>
                  <a:gd name="T36" fmla="*/ 135 w 371"/>
                  <a:gd name="T37" fmla="*/ 60 h 324"/>
                  <a:gd name="T38" fmla="*/ 127 w 371"/>
                  <a:gd name="T39" fmla="*/ 60 h 324"/>
                  <a:gd name="T40" fmla="*/ 0 w 371"/>
                  <a:gd name="T41" fmla="*/ 103 h 324"/>
                  <a:gd name="T42" fmla="*/ 0 w 371"/>
                  <a:gd name="T43" fmla="*/ 175 h 324"/>
                  <a:gd name="T44" fmla="*/ 4 w 371"/>
                  <a:gd name="T45" fmla="*/ 172 h 324"/>
                  <a:gd name="T46" fmla="*/ 22 w 371"/>
                  <a:gd name="T47" fmla="*/ 165 h 324"/>
                  <a:gd name="T48" fmla="*/ 42 w 371"/>
                  <a:gd name="T49" fmla="*/ 172 h 324"/>
                  <a:gd name="T50" fmla="*/ 52 w 371"/>
                  <a:gd name="T51" fmla="*/ 195 h 324"/>
                  <a:gd name="T52" fmla="*/ 42 w 371"/>
                  <a:gd name="T53" fmla="*/ 218 h 324"/>
                  <a:gd name="T54" fmla="*/ 22 w 371"/>
                  <a:gd name="T55" fmla="*/ 224 h 324"/>
                  <a:gd name="T56" fmla="*/ 4 w 371"/>
                  <a:gd name="T57" fmla="*/ 217 h 324"/>
                  <a:gd name="T58" fmla="*/ 0 w 371"/>
                  <a:gd name="T59" fmla="*/ 214 h 324"/>
                  <a:gd name="T60" fmla="*/ 0 w 371"/>
                  <a:gd name="T61" fmla="*/ 309 h 324"/>
                  <a:gd name="T62" fmla="*/ 7 w 371"/>
                  <a:gd name="T63" fmla="*/ 321 h 324"/>
                  <a:gd name="T64" fmla="*/ 21 w 371"/>
                  <a:gd name="T65" fmla="*/ 321 h 324"/>
                  <a:gd name="T66" fmla="*/ 317 w 371"/>
                  <a:gd name="T67" fmla="*/ 316 h 324"/>
                  <a:gd name="T68" fmla="*/ 332 w 371"/>
                  <a:gd name="T69" fmla="*/ 314 h 324"/>
                  <a:gd name="T70" fmla="*/ 337 w 371"/>
                  <a:gd name="T71" fmla="*/ 300 h 324"/>
                  <a:gd name="T72" fmla="*/ 313 w 371"/>
                  <a:gd name="T73" fmla="*/ 208 h 324"/>
                  <a:gd name="T74" fmla="*/ 329 w 371"/>
                  <a:gd name="T75" fmla="*/ 203 h 324"/>
                  <a:gd name="T76" fmla="*/ 330 w 371"/>
                  <a:gd name="T77" fmla="*/ 203 h 324"/>
                  <a:gd name="T78" fmla="*/ 344 w 371"/>
                  <a:gd name="T79" fmla="*/ 207 h 324"/>
                  <a:gd name="T80" fmla="*/ 356 w 371"/>
                  <a:gd name="T81" fmla="*/ 209 h 324"/>
                  <a:gd name="T82" fmla="*/ 367 w 371"/>
                  <a:gd name="T83" fmla="*/ 202 h 324"/>
                  <a:gd name="T84" fmla="*/ 369 w 371"/>
                  <a:gd name="T85" fmla="*/ 187 h 324"/>
                  <a:gd name="T86" fmla="*/ 360 w 371"/>
                  <a:gd name="T87" fmla="*/ 175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1" h="324">
                    <a:moveTo>
                      <a:pt x="360" y="175"/>
                    </a:moveTo>
                    <a:cubicBezTo>
                      <a:pt x="357" y="173"/>
                      <a:pt x="352" y="173"/>
                      <a:pt x="347" y="174"/>
                    </a:cubicBezTo>
                    <a:cubicBezTo>
                      <a:pt x="343" y="175"/>
                      <a:pt x="340" y="178"/>
                      <a:pt x="338" y="181"/>
                    </a:cubicBezTo>
                    <a:cubicBezTo>
                      <a:pt x="335" y="184"/>
                      <a:pt x="332" y="189"/>
                      <a:pt x="327" y="190"/>
                    </a:cubicBezTo>
                    <a:cubicBezTo>
                      <a:pt x="309" y="195"/>
                      <a:pt x="309" y="195"/>
                      <a:pt x="309" y="195"/>
                    </a:cubicBezTo>
                    <a:cubicBezTo>
                      <a:pt x="298" y="160"/>
                      <a:pt x="286" y="127"/>
                      <a:pt x="273" y="97"/>
                    </a:cubicBezTo>
                    <a:cubicBezTo>
                      <a:pt x="235" y="77"/>
                      <a:pt x="191" y="64"/>
                      <a:pt x="148" y="61"/>
                    </a:cubicBezTo>
                    <a:cubicBezTo>
                      <a:pt x="146" y="41"/>
                      <a:pt x="146" y="41"/>
                      <a:pt x="146" y="41"/>
                    </a:cubicBezTo>
                    <a:cubicBezTo>
                      <a:pt x="146" y="41"/>
                      <a:pt x="146" y="41"/>
                      <a:pt x="146" y="41"/>
                    </a:cubicBezTo>
                    <a:cubicBezTo>
                      <a:pt x="146" y="35"/>
                      <a:pt x="150" y="31"/>
                      <a:pt x="152" y="27"/>
                    </a:cubicBezTo>
                    <a:cubicBezTo>
                      <a:pt x="154" y="24"/>
                      <a:pt x="156" y="20"/>
                      <a:pt x="155" y="16"/>
                    </a:cubicBezTo>
                    <a:cubicBezTo>
                      <a:pt x="155" y="11"/>
                      <a:pt x="153" y="7"/>
                      <a:pt x="150" y="4"/>
                    </a:cubicBezTo>
                    <a:cubicBezTo>
                      <a:pt x="148" y="1"/>
                      <a:pt x="144" y="0"/>
                      <a:pt x="138" y="0"/>
                    </a:cubicBezTo>
                    <a:cubicBezTo>
                      <a:pt x="137" y="0"/>
                      <a:pt x="136" y="0"/>
                      <a:pt x="135" y="0"/>
                    </a:cubicBezTo>
                    <a:cubicBezTo>
                      <a:pt x="128" y="1"/>
                      <a:pt x="124" y="3"/>
                      <a:pt x="122" y="7"/>
                    </a:cubicBezTo>
                    <a:cubicBezTo>
                      <a:pt x="120" y="10"/>
                      <a:pt x="119" y="15"/>
                      <a:pt x="120" y="20"/>
                    </a:cubicBezTo>
                    <a:cubicBezTo>
                      <a:pt x="120" y="24"/>
                      <a:pt x="123" y="27"/>
                      <a:pt x="125" y="30"/>
                    </a:cubicBezTo>
                    <a:cubicBezTo>
                      <a:pt x="128" y="33"/>
                      <a:pt x="132" y="37"/>
                      <a:pt x="133" y="42"/>
                    </a:cubicBezTo>
                    <a:cubicBezTo>
                      <a:pt x="135" y="60"/>
                      <a:pt x="135" y="60"/>
                      <a:pt x="135" y="60"/>
                    </a:cubicBezTo>
                    <a:cubicBezTo>
                      <a:pt x="132" y="60"/>
                      <a:pt x="130" y="60"/>
                      <a:pt x="127" y="60"/>
                    </a:cubicBezTo>
                    <a:cubicBezTo>
                      <a:pt x="77" y="60"/>
                      <a:pt x="32" y="73"/>
                      <a:pt x="0" y="103"/>
                    </a:cubicBezTo>
                    <a:cubicBezTo>
                      <a:pt x="0" y="175"/>
                      <a:pt x="0" y="175"/>
                      <a:pt x="0" y="175"/>
                    </a:cubicBezTo>
                    <a:cubicBezTo>
                      <a:pt x="1" y="174"/>
                      <a:pt x="2" y="174"/>
                      <a:pt x="4" y="172"/>
                    </a:cubicBezTo>
                    <a:cubicBezTo>
                      <a:pt x="8" y="169"/>
                      <a:pt x="14" y="165"/>
                      <a:pt x="22" y="165"/>
                    </a:cubicBezTo>
                    <a:cubicBezTo>
                      <a:pt x="28" y="165"/>
                      <a:pt x="36" y="167"/>
                      <a:pt x="42" y="172"/>
                    </a:cubicBezTo>
                    <a:cubicBezTo>
                      <a:pt x="48" y="176"/>
                      <a:pt x="52" y="185"/>
                      <a:pt x="52" y="195"/>
                    </a:cubicBezTo>
                    <a:cubicBezTo>
                      <a:pt x="51" y="205"/>
                      <a:pt x="47" y="213"/>
                      <a:pt x="42" y="218"/>
                    </a:cubicBezTo>
                    <a:cubicBezTo>
                      <a:pt x="36" y="223"/>
                      <a:pt x="29" y="224"/>
                      <a:pt x="22" y="224"/>
                    </a:cubicBezTo>
                    <a:cubicBezTo>
                      <a:pt x="14" y="224"/>
                      <a:pt x="8" y="220"/>
                      <a:pt x="4" y="217"/>
                    </a:cubicBezTo>
                    <a:cubicBezTo>
                      <a:pt x="2" y="216"/>
                      <a:pt x="1" y="215"/>
                      <a:pt x="0" y="214"/>
                    </a:cubicBezTo>
                    <a:cubicBezTo>
                      <a:pt x="0" y="309"/>
                      <a:pt x="0" y="309"/>
                      <a:pt x="0" y="309"/>
                    </a:cubicBezTo>
                    <a:cubicBezTo>
                      <a:pt x="0" y="314"/>
                      <a:pt x="3" y="319"/>
                      <a:pt x="7" y="321"/>
                    </a:cubicBezTo>
                    <a:cubicBezTo>
                      <a:pt x="12" y="324"/>
                      <a:pt x="17" y="324"/>
                      <a:pt x="21" y="321"/>
                    </a:cubicBezTo>
                    <a:cubicBezTo>
                      <a:pt x="134" y="253"/>
                      <a:pt x="222" y="264"/>
                      <a:pt x="317" y="316"/>
                    </a:cubicBezTo>
                    <a:cubicBezTo>
                      <a:pt x="322" y="318"/>
                      <a:pt x="328" y="318"/>
                      <a:pt x="332" y="314"/>
                    </a:cubicBezTo>
                    <a:cubicBezTo>
                      <a:pt x="337" y="311"/>
                      <a:pt x="339" y="305"/>
                      <a:pt x="337" y="300"/>
                    </a:cubicBezTo>
                    <a:cubicBezTo>
                      <a:pt x="330" y="268"/>
                      <a:pt x="322" y="237"/>
                      <a:pt x="313" y="208"/>
                    </a:cubicBezTo>
                    <a:cubicBezTo>
                      <a:pt x="329" y="203"/>
                      <a:pt x="329" y="203"/>
                      <a:pt x="329" y="203"/>
                    </a:cubicBezTo>
                    <a:cubicBezTo>
                      <a:pt x="330" y="203"/>
                      <a:pt x="330" y="203"/>
                      <a:pt x="330" y="203"/>
                    </a:cubicBezTo>
                    <a:cubicBezTo>
                      <a:pt x="336" y="202"/>
                      <a:pt x="340" y="205"/>
                      <a:pt x="344" y="207"/>
                    </a:cubicBezTo>
                    <a:cubicBezTo>
                      <a:pt x="348" y="209"/>
                      <a:pt x="352" y="210"/>
                      <a:pt x="356" y="209"/>
                    </a:cubicBezTo>
                    <a:cubicBezTo>
                      <a:pt x="361" y="207"/>
                      <a:pt x="365" y="205"/>
                      <a:pt x="367" y="202"/>
                    </a:cubicBezTo>
                    <a:cubicBezTo>
                      <a:pt x="369" y="199"/>
                      <a:pt x="371" y="194"/>
                      <a:pt x="369" y="187"/>
                    </a:cubicBezTo>
                    <a:cubicBezTo>
                      <a:pt x="367" y="180"/>
                      <a:pt x="364" y="176"/>
                      <a:pt x="360" y="17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19" name="任意多边形: 形状 9"/>
              <p:cNvSpPr/>
              <p:nvPr/>
            </p:nvSpPr>
            <p:spPr bwMode="auto">
              <a:xfrm>
                <a:off x="3211" y="732"/>
                <a:ext cx="605" cy="733"/>
              </a:xfrm>
              <a:custGeom>
                <a:avLst/>
                <a:gdLst>
                  <a:gd name="T0" fmla="*/ 242 w 256"/>
                  <a:gd name="T1" fmla="*/ 0 h 310"/>
                  <a:gd name="T2" fmla="*/ 234 w 256"/>
                  <a:gd name="T3" fmla="*/ 3 h 310"/>
                  <a:gd name="T4" fmla="*/ 73 w 256"/>
                  <a:gd name="T5" fmla="*/ 167 h 310"/>
                  <a:gd name="T6" fmla="*/ 52 w 256"/>
                  <a:gd name="T7" fmla="*/ 154 h 310"/>
                  <a:gd name="T8" fmla="*/ 45 w 256"/>
                  <a:gd name="T9" fmla="*/ 142 h 310"/>
                  <a:gd name="T10" fmla="*/ 38 w 256"/>
                  <a:gd name="T11" fmla="*/ 133 h 310"/>
                  <a:gd name="T12" fmla="*/ 25 w 256"/>
                  <a:gd name="T13" fmla="*/ 130 h 310"/>
                  <a:gd name="T14" fmla="*/ 13 w 256"/>
                  <a:gd name="T15" fmla="*/ 139 h 310"/>
                  <a:gd name="T16" fmla="*/ 10 w 256"/>
                  <a:gd name="T17" fmla="*/ 154 h 310"/>
                  <a:gd name="T18" fmla="*/ 19 w 256"/>
                  <a:gd name="T19" fmla="*/ 163 h 310"/>
                  <a:gd name="T20" fmla="*/ 31 w 256"/>
                  <a:gd name="T21" fmla="*/ 165 h 310"/>
                  <a:gd name="T22" fmla="*/ 46 w 256"/>
                  <a:gd name="T23" fmla="*/ 166 h 310"/>
                  <a:gd name="T24" fmla="*/ 46 w 256"/>
                  <a:gd name="T25" fmla="*/ 166 h 310"/>
                  <a:gd name="T26" fmla="*/ 66 w 256"/>
                  <a:gd name="T27" fmla="*/ 178 h 310"/>
                  <a:gd name="T28" fmla="*/ 0 w 256"/>
                  <a:gd name="T29" fmla="*/ 293 h 310"/>
                  <a:gd name="T30" fmla="*/ 100 w 256"/>
                  <a:gd name="T31" fmla="*/ 270 h 310"/>
                  <a:gd name="T32" fmla="*/ 98 w 256"/>
                  <a:gd name="T33" fmla="*/ 266 h 310"/>
                  <a:gd name="T34" fmla="*/ 93 w 256"/>
                  <a:gd name="T35" fmla="*/ 248 h 310"/>
                  <a:gd name="T36" fmla="*/ 102 w 256"/>
                  <a:gd name="T37" fmla="*/ 228 h 310"/>
                  <a:gd name="T38" fmla="*/ 125 w 256"/>
                  <a:gd name="T39" fmla="*/ 221 h 310"/>
                  <a:gd name="T40" fmla="*/ 148 w 256"/>
                  <a:gd name="T41" fmla="*/ 234 h 310"/>
                  <a:gd name="T42" fmla="*/ 151 w 256"/>
                  <a:gd name="T43" fmla="*/ 254 h 310"/>
                  <a:gd name="T44" fmla="*/ 144 w 256"/>
                  <a:gd name="T45" fmla="*/ 270 h 310"/>
                  <a:gd name="T46" fmla="*/ 256 w 256"/>
                  <a:gd name="T47" fmla="*/ 310 h 310"/>
                  <a:gd name="T48" fmla="*/ 256 w 256"/>
                  <a:gd name="T49" fmla="*/ 191 h 310"/>
                  <a:gd name="T50" fmla="*/ 252 w 256"/>
                  <a:gd name="T51" fmla="*/ 194 h 310"/>
                  <a:gd name="T52" fmla="*/ 234 w 256"/>
                  <a:gd name="T53" fmla="*/ 201 h 310"/>
                  <a:gd name="T54" fmla="*/ 214 w 256"/>
                  <a:gd name="T55" fmla="*/ 195 h 310"/>
                  <a:gd name="T56" fmla="*/ 204 w 256"/>
                  <a:gd name="T57" fmla="*/ 172 h 310"/>
                  <a:gd name="T58" fmla="*/ 214 w 256"/>
                  <a:gd name="T59" fmla="*/ 149 h 310"/>
                  <a:gd name="T60" fmla="*/ 234 w 256"/>
                  <a:gd name="T61" fmla="*/ 142 h 310"/>
                  <a:gd name="T62" fmla="*/ 251 w 256"/>
                  <a:gd name="T63" fmla="*/ 149 h 310"/>
                  <a:gd name="T64" fmla="*/ 256 w 256"/>
                  <a:gd name="T65" fmla="*/ 152 h 310"/>
                  <a:gd name="T66" fmla="*/ 256 w 256"/>
                  <a:gd name="T67" fmla="*/ 14 h 310"/>
                  <a:gd name="T68" fmla="*/ 242 w 256"/>
                  <a:gd name="T69"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310">
                    <a:moveTo>
                      <a:pt x="242" y="0"/>
                    </a:moveTo>
                    <a:cubicBezTo>
                      <a:pt x="239" y="1"/>
                      <a:pt x="236" y="2"/>
                      <a:pt x="234" y="3"/>
                    </a:cubicBezTo>
                    <a:cubicBezTo>
                      <a:pt x="173" y="49"/>
                      <a:pt x="119" y="103"/>
                      <a:pt x="73" y="167"/>
                    </a:cubicBezTo>
                    <a:cubicBezTo>
                      <a:pt x="52" y="154"/>
                      <a:pt x="52" y="154"/>
                      <a:pt x="52" y="154"/>
                    </a:cubicBezTo>
                    <a:cubicBezTo>
                      <a:pt x="47" y="151"/>
                      <a:pt x="46" y="146"/>
                      <a:pt x="45" y="142"/>
                    </a:cubicBezTo>
                    <a:cubicBezTo>
                      <a:pt x="43" y="139"/>
                      <a:pt x="41" y="135"/>
                      <a:pt x="38" y="133"/>
                    </a:cubicBezTo>
                    <a:cubicBezTo>
                      <a:pt x="34" y="131"/>
                      <a:pt x="29" y="129"/>
                      <a:pt x="25" y="130"/>
                    </a:cubicBezTo>
                    <a:cubicBezTo>
                      <a:pt x="21" y="130"/>
                      <a:pt x="17" y="132"/>
                      <a:pt x="13" y="139"/>
                    </a:cubicBezTo>
                    <a:cubicBezTo>
                      <a:pt x="9" y="145"/>
                      <a:pt x="9" y="150"/>
                      <a:pt x="10" y="154"/>
                    </a:cubicBezTo>
                    <a:cubicBezTo>
                      <a:pt x="12" y="158"/>
                      <a:pt x="15" y="161"/>
                      <a:pt x="19" y="163"/>
                    </a:cubicBezTo>
                    <a:cubicBezTo>
                      <a:pt x="23" y="166"/>
                      <a:pt x="26" y="166"/>
                      <a:pt x="31" y="165"/>
                    </a:cubicBezTo>
                    <a:cubicBezTo>
                      <a:pt x="35" y="165"/>
                      <a:pt x="40" y="163"/>
                      <a:pt x="46" y="166"/>
                    </a:cubicBezTo>
                    <a:cubicBezTo>
                      <a:pt x="46" y="166"/>
                      <a:pt x="46" y="166"/>
                      <a:pt x="46" y="166"/>
                    </a:cubicBezTo>
                    <a:cubicBezTo>
                      <a:pt x="66" y="178"/>
                      <a:pt x="66" y="178"/>
                      <a:pt x="66" y="178"/>
                    </a:cubicBezTo>
                    <a:cubicBezTo>
                      <a:pt x="42" y="213"/>
                      <a:pt x="20" y="251"/>
                      <a:pt x="0" y="293"/>
                    </a:cubicBezTo>
                    <a:cubicBezTo>
                      <a:pt x="32" y="281"/>
                      <a:pt x="66" y="273"/>
                      <a:pt x="100" y="270"/>
                    </a:cubicBezTo>
                    <a:cubicBezTo>
                      <a:pt x="100" y="269"/>
                      <a:pt x="99" y="268"/>
                      <a:pt x="98" y="266"/>
                    </a:cubicBezTo>
                    <a:cubicBezTo>
                      <a:pt x="95" y="262"/>
                      <a:pt x="92" y="256"/>
                      <a:pt x="93" y="248"/>
                    </a:cubicBezTo>
                    <a:cubicBezTo>
                      <a:pt x="94" y="241"/>
                      <a:pt x="96" y="234"/>
                      <a:pt x="102" y="228"/>
                    </a:cubicBezTo>
                    <a:cubicBezTo>
                      <a:pt x="107" y="223"/>
                      <a:pt x="116" y="220"/>
                      <a:pt x="125" y="221"/>
                    </a:cubicBezTo>
                    <a:cubicBezTo>
                      <a:pt x="135" y="222"/>
                      <a:pt x="144" y="227"/>
                      <a:pt x="148" y="234"/>
                    </a:cubicBezTo>
                    <a:cubicBezTo>
                      <a:pt x="152" y="240"/>
                      <a:pt x="152" y="248"/>
                      <a:pt x="151" y="254"/>
                    </a:cubicBezTo>
                    <a:cubicBezTo>
                      <a:pt x="151" y="261"/>
                      <a:pt x="147" y="266"/>
                      <a:pt x="144" y="270"/>
                    </a:cubicBezTo>
                    <a:cubicBezTo>
                      <a:pt x="186" y="273"/>
                      <a:pt x="225" y="286"/>
                      <a:pt x="256" y="310"/>
                    </a:cubicBezTo>
                    <a:cubicBezTo>
                      <a:pt x="256" y="191"/>
                      <a:pt x="256" y="191"/>
                      <a:pt x="256" y="191"/>
                    </a:cubicBezTo>
                    <a:cubicBezTo>
                      <a:pt x="255" y="192"/>
                      <a:pt x="254" y="193"/>
                      <a:pt x="252" y="194"/>
                    </a:cubicBezTo>
                    <a:cubicBezTo>
                      <a:pt x="248" y="197"/>
                      <a:pt x="242" y="201"/>
                      <a:pt x="234" y="201"/>
                    </a:cubicBezTo>
                    <a:cubicBezTo>
                      <a:pt x="227" y="201"/>
                      <a:pt x="220" y="200"/>
                      <a:pt x="214" y="195"/>
                    </a:cubicBezTo>
                    <a:cubicBezTo>
                      <a:pt x="208" y="190"/>
                      <a:pt x="204" y="182"/>
                      <a:pt x="204" y="172"/>
                    </a:cubicBezTo>
                    <a:cubicBezTo>
                      <a:pt x="204" y="162"/>
                      <a:pt x="208" y="153"/>
                      <a:pt x="214" y="149"/>
                    </a:cubicBezTo>
                    <a:cubicBezTo>
                      <a:pt x="220" y="144"/>
                      <a:pt x="227" y="142"/>
                      <a:pt x="234" y="142"/>
                    </a:cubicBezTo>
                    <a:cubicBezTo>
                      <a:pt x="241" y="142"/>
                      <a:pt x="247" y="146"/>
                      <a:pt x="251" y="149"/>
                    </a:cubicBezTo>
                    <a:cubicBezTo>
                      <a:pt x="254" y="151"/>
                      <a:pt x="255" y="152"/>
                      <a:pt x="256" y="152"/>
                    </a:cubicBezTo>
                    <a:cubicBezTo>
                      <a:pt x="256" y="14"/>
                      <a:pt x="256" y="14"/>
                      <a:pt x="256" y="14"/>
                    </a:cubicBezTo>
                    <a:cubicBezTo>
                      <a:pt x="256" y="7"/>
                      <a:pt x="249" y="0"/>
                      <a:pt x="24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35" name="任意多边形: 形状 10"/>
              <p:cNvSpPr/>
              <p:nvPr/>
            </p:nvSpPr>
            <p:spPr bwMode="auto">
              <a:xfrm>
                <a:off x="2927" y="1283"/>
                <a:ext cx="1034" cy="767"/>
              </a:xfrm>
              <a:custGeom>
                <a:avLst/>
                <a:gdLst>
                  <a:gd name="T0" fmla="*/ 432 w 437"/>
                  <a:gd name="T1" fmla="*/ 181 h 324"/>
                  <a:gd name="T2" fmla="*/ 419 w 437"/>
                  <a:gd name="T3" fmla="*/ 177 h 324"/>
                  <a:gd name="T4" fmla="*/ 408 w 437"/>
                  <a:gd name="T5" fmla="*/ 181 h 324"/>
                  <a:gd name="T6" fmla="*/ 395 w 437"/>
                  <a:gd name="T7" fmla="*/ 187 h 324"/>
                  <a:gd name="T8" fmla="*/ 376 w 437"/>
                  <a:gd name="T9" fmla="*/ 187 h 324"/>
                  <a:gd name="T10" fmla="*/ 376 w 437"/>
                  <a:gd name="T11" fmla="*/ 110 h 324"/>
                  <a:gd name="T12" fmla="*/ 245 w 437"/>
                  <a:gd name="T13" fmla="*/ 60 h 324"/>
                  <a:gd name="T14" fmla="*/ 247 w 437"/>
                  <a:gd name="T15" fmla="*/ 42 h 324"/>
                  <a:gd name="T16" fmla="*/ 254 w 437"/>
                  <a:gd name="T17" fmla="*/ 30 h 324"/>
                  <a:gd name="T18" fmla="*/ 260 w 437"/>
                  <a:gd name="T19" fmla="*/ 20 h 324"/>
                  <a:gd name="T20" fmla="*/ 258 w 437"/>
                  <a:gd name="T21" fmla="*/ 7 h 324"/>
                  <a:gd name="T22" fmla="*/ 244 w 437"/>
                  <a:gd name="T23" fmla="*/ 0 h 324"/>
                  <a:gd name="T24" fmla="*/ 242 w 437"/>
                  <a:gd name="T25" fmla="*/ 0 h 324"/>
                  <a:gd name="T26" fmla="*/ 230 w 437"/>
                  <a:gd name="T27" fmla="*/ 4 h 324"/>
                  <a:gd name="T28" fmla="*/ 225 w 437"/>
                  <a:gd name="T29" fmla="*/ 16 h 324"/>
                  <a:gd name="T30" fmla="*/ 228 w 437"/>
                  <a:gd name="T31" fmla="*/ 27 h 324"/>
                  <a:gd name="T32" fmla="*/ 234 w 437"/>
                  <a:gd name="T33" fmla="*/ 41 h 324"/>
                  <a:gd name="T34" fmla="*/ 234 w 437"/>
                  <a:gd name="T35" fmla="*/ 41 h 324"/>
                  <a:gd name="T36" fmla="*/ 231 w 437"/>
                  <a:gd name="T37" fmla="*/ 60 h 324"/>
                  <a:gd name="T38" fmla="*/ 230 w 437"/>
                  <a:gd name="T39" fmla="*/ 60 h 324"/>
                  <a:gd name="T40" fmla="*/ 105 w 437"/>
                  <a:gd name="T41" fmla="*/ 93 h 324"/>
                  <a:gd name="T42" fmla="*/ 67 w 437"/>
                  <a:gd name="T43" fmla="*/ 196 h 324"/>
                  <a:gd name="T44" fmla="*/ 44 w 437"/>
                  <a:gd name="T45" fmla="*/ 190 h 324"/>
                  <a:gd name="T46" fmla="*/ 33 w 437"/>
                  <a:gd name="T47" fmla="*/ 181 h 324"/>
                  <a:gd name="T48" fmla="*/ 24 w 437"/>
                  <a:gd name="T49" fmla="*/ 174 h 324"/>
                  <a:gd name="T50" fmla="*/ 10 w 437"/>
                  <a:gd name="T51" fmla="*/ 175 h 324"/>
                  <a:gd name="T52" fmla="*/ 2 w 437"/>
                  <a:gd name="T53" fmla="*/ 187 h 324"/>
                  <a:gd name="T54" fmla="*/ 3 w 437"/>
                  <a:gd name="T55" fmla="*/ 202 h 324"/>
                  <a:gd name="T56" fmla="*/ 15 w 437"/>
                  <a:gd name="T57" fmla="*/ 209 h 324"/>
                  <a:gd name="T58" fmla="*/ 26 w 437"/>
                  <a:gd name="T59" fmla="*/ 207 h 324"/>
                  <a:gd name="T60" fmla="*/ 41 w 437"/>
                  <a:gd name="T61" fmla="*/ 203 h 324"/>
                  <a:gd name="T62" fmla="*/ 41 w 437"/>
                  <a:gd name="T63" fmla="*/ 203 h 324"/>
                  <a:gd name="T64" fmla="*/ 63 w 437"/>
                  <a:gd name="T65" fmla="*/ 209 h 324"/>
                  <a:gd name="T66" fmla="*/ 38 w 437"/>
                  <a:gd name="T67" fmla="*/ 300 h 324"/>
                  <a:gd name="T68" fmla="*/ 43 w 437"/>
                  <a:gd name="T69" fmla="*/ 314 h 324"/>
                  <a:gd name="T70" fmla="*/ 58 w 437"/>
                  <a:gd name="T71" fmla="*/ 315 h 324"/>
                  <a:gd name="T72" fmla="*/ 355 w 437"/>
                  <a:gd name="T73" fmla="*/ 321 h 324"/>
                  <a:gd name="T74" fmla="*/ 369 w 437"/>
                  <a:gd name="T75" fmla="*/ 321 h 324"/>
                  <a:gd name="T76" fmla="*/ 376 w 437"/>
                  <a:gd name="T77" fmla="*/ 309 h 324"/>
                  <a:gd name="T78" fmla="*/ 376 w 437"/>
                  <a:gd name="T79" fmla="*/ 201 h 324"/>
                  <a:gd name="T80" fmla="*/ 395 w 437"/>
                  <a:gd name="T81" fmla="*/ 201 h 324"/>
                  <a:gd name="T82" fmla="*/ 395 w 437"/>
                  <a:gd name="T83" fmla="*/ 201 h 324"/>
                  <a:gd name="T84" fmla="*/ 408 w 437"/>
                  <a:gd name="T85" fmla="*/ 208 h 324"/>
                  <a:gd name="T86" fmla="*/ 419 w 437"/>
                  <a:gd name="T87" fmla="*/ 213 h 324"/>
                  <a:gd name="T88" fmla="*/ 431 w 437"/>
                  <a:gd name="T89" fmla="*/ 209 h 324"/>
                  <a:gd name="T90" fmla="*/ 437 w 437"/>
                  <a:gd name="T91" fmla="*/ 195 h 324"/>
                  <a:gd name="T92" fmla="*/ 432 w 437"/>
                  <a:gd name="T93" fmla="*/ 181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7" h="324">
                    <a:moveTo>
                      <a:pt x="432" y="181"/>
                    </a:moveTo>
                    <a:cubicBezTo>
                      <a:pt x="428" y="178"/>
                      <a:pt x="424" y="177"/>
                      <a:pt x="419" y="177"/>
                    </a:cubicBezTo>
                    <a:cubicBezTo>
                      <a:pt x="415" y="177"/>
                      <a:pt x="411" y="179"/>
                      <a:pt x="408" y="181"/>
                    </a:cubicBezTo>
                    <a:cubicBezTo>
                      <a:pt x="405" y="184"/>
                      <a:pt x="401" y="187"/>
                      <a:pt x="395" y="187"/>
                    </a:cubicBezTo>
                    <a:cubicBezTo>
                      <a:pt x="376" y="187"/>
                      <a:pt x="376" y="187"/>
                      <a:pt x="376" y="187"/>
                    </a:cubicBezTo>
                    <a:cubicBezTo>
                      <a:pt x="376" y="110"/>
                      <a:pt x="376" y="110"/>
                      <a:pt x="376" y="110"/>
                    </a:cubicBezTo>
                    <a:cubicBezTo>
                      <a:pt x="345" y="76"/>
                      <a:pt x="297" y="60"/>
                      <a:pt x="245" y="60"/>
                    </a:cubicBezTo>
                    <a:cubicBezTo>
                      <a:pt x="247" y="42"/>
                      <a:pt x="247" y="42"/>
                      <a:pt x="247" y="42"/>
                    </a:cubicBezTo>
                    <a:cubicBezTo>
                      <a:pt x="248" y="37"/>
                      <a:pt x="252" y="33"/>
                      <a:pt x="254" y="30"/>
                    </a:cubicBezTo>
                    <a:cubicBezTo>
                      <a:pt x="257" y="27"/>
                      <a:pt x="259" y="24"/>
                      <a:pt x="260" y="20"/>
                    </a:cubicBezTo>
                    <a:cubicBezTo>
                      <a:pt x="261" y="15"/>
                      <a:pt x="260" y="10"/>
                      <a:pt x="258" y="7"/>
                    </a:cubicBezTo>
                    <a:cubicBezTo>
                      <a:pt x="255" y="3"/>
                      <a:pt x="252" y="1"/>
                      <a:pt x="244" y="0"/>
                    </a:cubicBezTo>
                    <a:cubicBezTo>
                      <a:pt x="243" y="0"/>
                      <a:pt x="243" y="0"/>
                      <a:pt x="242" y="0"/>
                    </a:cubicBezTo>
                    <a:cubicBezTo>
                      <a:pt x="236" y="0"/>
                      <a:pt x="232" y="1"/>
                      <a:pt x="230" y="4"/>
                    </a:cubicBezTo>
                    <a:cubicBezTo>
                      <a:pt x="227" y="7"/>
                      <a:pt x="225" y="11"/>
                      <a:pt x="225" y="16"/>
                    </a:cubicBezTo>
                    <a:cubicBezTo>
                      <a:pt x="224" y="20"/>
                      <a:pt x="226" y="24"/>
                      <a:pt x="228" y="27"/>
                    </a:cubicBezTo>
                    <a:cubicBezTo>
                      <a:pt x="230" y="31"/>
                      <a:pt x="234" y="35"/>
                      <a:pt x="234" y="41"/>
                    </a:cubicBezTo>
                    <a:cubicBezTo>
                      <a:pt x="234" y="41"/>
                      <a:pt x="234" y="41"/>
                      <a:pt x="234" y="41"/>
                    </a:cubicBezTo>
                    <a:cubicBezTo>
                      <a:pt x="231" y="60"/>
                      <a:pt x="231" y="60"/>
                      <a:pt x="231" y="60"/>
                    </a:cubicBezTo>
                    <a:cubicBezTo>
                      <a:pt x="231" y="60"/>
                      <a:pt x="231" y="60"/>
                      <a:pt x="230" y="60"/>
                    </a:cubicBezTo>
                    <a:cubicBezTo>
                      <a:pt x="188" y="62"/>
                      <a:pt x="144" y="74"/>
                      <a:pt x="105" y="93"/>
                    </a:cubicBezTo>
                    <a:cubicBezTo>
                      <a:pt x="91" y="125"/>
                      <a:pt x="78" y="159"/>
                      <a:pt x="67" y="196"/>
                    </a:cubicBezTo>
                    <a:cubicBezTo>
                      <a:pt x="44" y="190"/>
                      <a:pt x="44" y="190"/>
                      <a:pt x="44" y="190"/>
                    </a:cubicBezTo>
                    <a:cubicBezTo>
                      <a:pt x="38" y="189"/>
                      <a:pt x="36" y="184"/>
                      <a:pt x="33" y="181"/>
                    </a:cubicBezTo>
                    <a:cubicBezTo>
                      <a:pt x="30" y="178"/>
                      <a:pt x="28" y="175"/>
                      <a:pt x="24" y="174"/>
                    </a:cubicBezTo>
                    <a:cubicBezTo>
                      <a:pt x="19" y="173"/>
                      <a:pt x="14" y="173"/>
                      <a:pt x="10" y="175"/>
                    </a:cubicBezTo>
                    <a:cubicBezTo>
                      <a:pt x="7" y="176"/>
                      <a:pt x="3" y="180"/>
                      <a:pt x="2" y="187"/>
                    </a:cubicBezTo>
                    <a:cubicBezTo>
                      <a:pt x="0" y="194"/>
                      <a:pt x="1" y="199"/>
                      <a:pt x="3" y="202"/>
                    </a:cubicBezTo>
                    <a:cubicBezTo>
                      <a:pt x="6" y="205"/>
                      <a:pt x="10" y="207"/>
                      <a:pt x="15" y="209"/>
                    </a:cubicBezTo>
                    <a:cubicBezTo>
                      <a:pt x="19" y="210"/>
                      <a:pt x="22" y="209"/>
                      <a:pt x="26" y="207"/>
                    </a:cubicBezTo>
                    <a:cubicBezTo>
                      <a:pt x="30" y="205"/>
                      <a:pt x="35" y="202"/>
                      <a:pt x="41" y="203"/>
                    </a:cubicBezTo>
                    <a:cubicBezTo>
                      <a:pt x="41" y="203"/>
                      <a:pt x="41" y="203"/>
                      <a:pt x="41" y="203"/>
                    </a:cubicBezTo>
                    <a:cubicBezTo>
                      <a:pt x="63" y="209"/>
                      <a:pt x="63" y="209"/>
                      <a:pt x="63" y="209"/>
                    </a:cubicBezTo>
                    <a:cubicBezTo>
                      <a:pt x="54" y="238"/>
                      <a:pt x="46" y="268"/>
                      <a:pt x="38" y="300"/>
                    </a:cubicBezTo>
                    <a:cubicBezTo>
                      <a:pt x="37" y="305"/>
                      <a:pt x="39" y="311"/>
                      <a:pt x="43" y="314"/>
                    </a:cubicBezTo>
                    <a:cubicBezTo>
                      <a:pt x="48" y="317"/>
                      <a:pt x="54" y="318"/>
                      <a:pt x="58" y="315"/>
                    </a:cubicBezTo>
                    <a:cubicBezTo>
                      <a:pt x="161" y="259"/>
                      <a:pt x="252" y="259"/>
                      <a:pt x="355" y="321"/>
                    </a:cubicBezTo>
                    <a:cubicBezTo>
                      <a:pt x="359" y="324"/>
                      <a:pt x="365" y="324"/>
                      <a:pt x="369" y="321"/>
                    </a:cubicBezTo>
                    <a:cubicBezTo>
                      <a:pt x="373" y="319"/>
                      <a:pt x="376" y="314"/>
                      <a:pt x="376" y="309"/>
                    </a:cubicBezTo>
                    <a:cubicBezTo>
                      <a:pt x="376" y="201"/>
                      <a:pt x="376" y="201"/>
                      <a:pt x="376" y="201"/>
                    </a:cubicBezTo>
                    <a:cubicBezTo>
                      <a:pt x="395" y="201"/>
                      <a:pt x="395" y="201"/>
                      <a:pt x="395" y="201"/>
                    </a:cubicBezTo>
                    <a:cubicBezTo>
                      <a:pt x="395" y="201"/>
                      <a:pt x="395" y="201"/>
                      <a:pt x="395" y="201"/>
                    </a:cubicBezTo>
                    <a:cubicBezTo>
                      <a:pt x="401" y="201"/>
                      <a:pt x="405" y="205"/>
                      <a:pt x="408" y="208"/>
                    </a:cubicBezTo>
                    <a:cubicBezTo>
                      <a:pt x="411" y="211"/>
                      <a:pt x="414" y="213"/>
                      <a:pt x="419" y="213"/>
                    </a:cubicBezTo>
                    <a:cubicBezTo>
                      <a:pt x="424" y="213"/>
                      <a:pt x="428" y="212"/>
                      <a:pt x="431" y="209"/>
                    </a:cubicBezTo>
                    <a:cubicBezTo>
                      <a:pt x="434" y="207"/>
                      <a:pt x="437" y="203"/>
                      <a:pt x="437" y="195"/>
                    </a:cubicBezTo>
                    <a:cubicBezTo>
                      <a:pt x="437" y="187"/>
                      <a:pt x="435" y="184"/>
                      <a:pt x="432" y="181"/>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20" name="任意多边形: 形状 11"/>
              <p:cNvSpPr/>
              <p:nvPr/>
            </p:nvSpPr>
            <p:spPr bwMode="auto">
              <a:xfrm>
                <a:off x="3757" y="2100"/>
                <a:ext cx="168" cy="563"/>
              </a:xfrm>
              <a:custGeom>
                <a:avLst/>
                <a:gdLst>
                  <a:gd name="T0" fmla="*/ 0 w 71"/>
                  <a:gd name="T1" fmla="*/ 238 h 238"/>
                  <a:gd name="T2" fmla="*/ 18 w 71"/>
                  <a:gd name="T3" fmla="*/ 238 h 238"/>
                  <a:gd name="T4" fmla="*/ 18 w 71"/>
                  <a:gd name="T5" fmla="*/ 233 h 238"/>
                  <a:gd name="T6" fmla="*/ 13 w 71"/>
                  <a:gd name="T7" fmla="*/ 226 h 238"/>
                  <a:gd name="T8" fmla="*/ 6 w 71"/>
                  <a:gd name="T9" fmla="*/ 208 h 238"/>
                  <a:gd name="T10" fmla="*/ 12 w 71"/>
                  <a:gd name="T11" fmla="*/ 188 h 238"/>
                  <a:gd name="T12" fmla="*/ 35 w 71"/>
                  <a:gd name="T13" fmla="*/ 178 h 238"/>
                  <a:gd name="T14" fmla="*/ 59 w 71"/>
                  <a:gd name="T15" fmla="*/ 188 h 238"/>
                  <a:gd name="T16" fmla="*/ 65 w 71"/>
                  <a:gd name="T17" fmla="*/ 208 h 238"/>
                  <a:gd name="T18" fmla="*/ 59 w 71"/>
                  <a:gd name="T19" fmla="*/ 225 h 238"/>
                  <a:gd name="T20" fmla="*/ 55 w 71"/>
                  <a:gd name="T21" fmla="*/ 231 h 238"/>
                  <a:gd name="T22" fmla="*/ 55 w 71"/>
                  <a:gd name="T23" fmla="*/ 238 h 238"/>
                  <a:gd name="T24" fmla="*/ 71 w 71"/>
                  <a:gd name="T25" fmla="*/ 238 h 238"/>
                  <a:gd name="T26" fmla="*/ 71 w 71"/>
                  <a:gd name="T27" fmla="*/ 0 h 238"/>
                  <a:gd name="T28" fmla="*/ 0 w 71"/>
                  <a:gd name="T29" fmla="*/ 0 h 238"/>
                  <a:gd name="T30" fmla="*/ 0 w 71"/>
                  <a:gd name="T31"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238">
                    <a:moveTo>
                      <a:pt x="0" y="238"/>
                    </a:moveTo>
                    <a:cubicBezTo>
                      <a:pt x="18" y="238"/>
                      <a:pt x="18" y="238"/>
                      <a:pt x="18" y="238"/>
                    </a:cubicBezTo>
                    <a:cubicBezTo>
                      <a:pt x="18" y="233"/>
                      <a:pt x="18" y="233"/>
                      <a:pt x="18" y="233"/>
                    </a:cubicBezTo>
                    <a:cubicBezTo>
                      <a:pt x="18" y="231"/>
                      <a:pt x="17" y="231"/>
                      <a:pt x="13" y="226"/>
                    </a:cubicBezTo>
                    <a:cubicBezTo>
                      <a:pt x="10" y="222"/>
                      <a:pt x="6" y="216"/>
                      <a:pt x="6" y="208"/>
                    </a:cubicBezTo>
                    <a:cubicBezTo>
                      <a:pt x="6" y="201"/>
                      <a:pt x="8" y="194"/>
                      <a:pt x="12" y="188"/>
                    </a:cubicBezTo>
                    <a:cubicBezTo>
                      <a:pt x="17" y="182"/>
                      <a:pt x="26" y="178"/>
                      <a:pt x="35" y="178"/>
                    </a:cubicBezTo>
                    <a:cubicBezTo>
                      <a:pt x="45" y="178"/>
                      <a:pt x="54" y="182"/>
                      <a:pt x="59" y="188"/>
                    </a:cubicBezTo>
                    <a:cubicBezTo>
                      <a:pt x="64" y="194"/>
                      <a:pt x="65" y="201"/>
                      <a:pt x="65" y="208"/>
                    </a:cubicBezTo>
                    <a:cubicBezTo>
                      <a:pt x="65" y="216"/>
                      <a:pt x="61" y="222"/>
                      <a:pt x="59" y="225"/>
                    </a:cubicBezTo>
                    <a:cubicBezTo>
                      <a:pt x="55" y="230"/>
                      <a:pt x="55" y="230"/>
                      <a:pt x="55" y="231"/>
                    </a:cubicBezTo>
                    <a:cubicBezTo>
                      <a:pt x="55" y="238"/>
                      <a:pt x="55" y="238"/>
                      <a:pt x="55" y="238"/>
                    </a:cubicBezTo>
                    <a:cubicBezTo>
                      <a:pt x="71" y="238"/>
                      <a:pt x="71" y="238"/>
                      <a:pt x="71" y="238"/>
                    </a:cubicBezTo>
                    <a:cubicBezTo>
                      <a:pt x="71" y="0"/>
                      <a:pt x="71" y="0"/>
                      <a:pt x="71" y="0"/>
                    </a:cubicBezTo>
                    <a:cubicBezTo>
                      <a:pt x="0" y="0"/>
                      <a:pt x="0" y="0"/>
                      <a:pt x="0" y="0"/>
                    </a:cubicBezTo>
                    <a:lnTo>
                      <a:pt x="0" y="238"/>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24" name="任意多边形: 形状 12"/>
              <p:cNvSpPr/>
              <p:nvPr/>
            </p:nvSpPr>
            <p:spPr bwMode="auto">
              <a:xfrm>
                <a:off x="3757" y="2549"/>
                <a:ext cx="168" cy="642"/>
              </a:xfrm>
              <a:custGeom>
                <a:avLst/>
                <a:gdLst>
                  <a:gd name="T0" fmla="*/ 71 w 71"/>
                  <a:gd name="T1" fmla="*/ 72 h 271"/>
                  <a:gd name="T2" fmla="*/ 43 w 71"/>
                  <a:gd name="T3" fmla="*/ 72 h 271"/>
                  <a:gd name="T4" fmla="*/ 43 w 71"/>
                  <a:gd name="T5" fmla="*/ 41 h 271"/>
                  <a:gd name="T6" fmla="*/ 49 w 71"/>
                  <a:gd name="T7" fmla="*/ 29 h 271"/>
                  <a:gd name="T8" fmla="*/ 53 w 71"/>
                  <a:gd name="T9" fmla="*/ 18 h 271"/>
                  <a:gd name="T10" fmla="*/ 50 w 71"/>
                  <a:gd name="T11" fmla="*/ 5 h 271"/>
                  <a:gd name="T12" fmla="*/ 36 w 71"/>
                  <a:gd name="T13" fmla="*/ 0 h 271"/>
                  <a:gd name="T14" fmla="*/ 21 w 71"/>
                  <a:gd name="T15" fmla="*/ 5 h 271"/>
                  <a:gd name="T16" fmla="*/ 18 w 71"/>
                  <a:gd name="T17" fmla="*/ 18 h 271"/>
                  <a:gd name="T18" fmla="*/ 22 w 71"/>
                  <a:gd name="T19" fmla="*/ 29 h 271"/>
                  <a:gd name="T20" fmla="*/ 30 w 71"/>
                  <a:gd name="T21" fmla="*/ 42 h 271"/>
                  <a:gd name="T22" fmla="*/ 30 w 71"/>
                  <a:gd name="T23" fmla="*/ 42 h 271"/>
                  <a:gd name="T24" fmla="*/ 30 w 71"/>
                  <a:gd name="T25" fmla="*/ 72 h 271"/>
                  <a:gd name="T26" fmla="*/ 0 w 71"/>
                  <a:gd name="T27" fmla="*/ 72 h 271"/>
                  <a:gd name="T28" fmla="*/ 0 w 71"/>
                  <a:gd name="T29" fmla="*/ 271 h 271"/>
                  <a:gd name="T30" fmla="*/ 71 w 71"/>
                  <a:gd name="T31" fmla="*/ 257 h 271"/>
                  <a:gd name="T32" fmla="*/ 71 w 71"/>
                  <a:gd name="T33" fmla="*/ 7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1" h="271">
                    <a:moveTo>
                      <a:pt x="71" y="72"/>
                    </a:moveTo>
                    <a:cubicBezTo>
                      <a:pt x="43" y="72"/>
                      <a:pt x="43" y="72"/>
                      <a:pt x="43" y="72"/>
                    </a:cubicBezTo>
                    <a:cubicBezTo>
                      <a:pt x="43" y="41"/>
                      <a:pt x="43" y="41"/>
                      <a:pt x="43" y="41"/>
                    </a:cubicBezTo>
                    <a:cubicBezTo>
                      <a:pt x="43" y="36"/>
                      <a:pt x="47" y="32"/>
                      <a:pt x="49" y="29"/>
                    </a:cubicBezTo>
                    <a:cubicBezTo>
                      <a:pt x="52" y="25"/>
                      <a:pt x="53" y="22"/>
                      <a:pt x="53" y="18"/>
                    </a:cubicBezTo>
                    <a:cubicBezTo>
                      <a:pt x="53" y="13"/>
                      <a:pt x="52" y="8"/>
                      <a:pt x="50" y="5"/>
                    </a:cubicBezTo>
                    <a:cubicBezTo>
                      <a:pt x="47" y="2"/>
                      <a:pt x="43" y="0"/>
                      <a:pt x="36" y="0"/>
                    </a:cubicBezTo>
                    <a:cubicBezTo>
                      <a:pt x="28" y="0"/>
                      <a:pt x="24" y="2"/>
                      <a:pt x="21" y="5"/>
                    </a:cubicBezTo>
                    <a:cubicBezTo>
                      <a:pt x="19" y="8"/>
                      <a:pt x="18" y="13"/>
                      <a:pt x="18" y="18"/>
                    </a:cubicBezTo>
                    <a:cubicBezTo>
                      <a:pt x="18" y="22"/>
                      <a:pt x="20" y="25"/>
                      <a:pt x="22" y="29"/>
                    </a:cubicBezTo>
                    <a:cubicBezTo>
                      <a:pt x="25" y="32"/>
                      <a:pt x="29" y="36"/>
                      <a:pt x="30" y="42"/>
                    </a:cubicBezTo>
                    <a:cubicBezTo>
                      <a:pt x="30" y="42"/>
                      <a:pt x="30" y="42"/>
                      <a:pt x="30" y="42"/>
                    </a:cubicBezTo>
                    <a:cubicBezTo>
                      <a:pt x="30" y="72"/>
                      <a:pt x="30" y="72"/>
                      <a:pt x="30" y="72"/>
                    </a:cubicBezTo>
                    <a:cubicBezTo>
                      <a:pt x="0" y="72"/>
                      <a:pt x="0" y="72"/>
                      <a:pt x="0" y="72"/>
                    </a:cubicBezTo>
                    <a:cubicBezTo>
                      <a:pt x="0" y="271"/>
                      <a:pt x="0" y="271"/>
                      <a:pt x="0" y="271"/>
                    </a:cubicBezTo>
                    <a:cubicBezTo>
                      <a:pt x="71" y="257"/>
                      <a:pt x="71" y="257"/>
                      <a:pt x="71" y="257"/>
                    </a:cubicBezTo>
                    <a:lnTo>
                      <a:pt x="71" y="72"/>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38" name="任意多边形: 形状 13"/>
              <p:cNvSpPr/>
              <p:nvPr/>
            </p:nvSpPr>
            <p:spPr bwMode="auto">
              <a:xfrm>
                <a:off x="3842" y="3676"/>
                <a:ext cx="112" cy="163"/>
              </a:xfrm>
              <a:custGeom>
                <a:avLst/>
                <a:gdLst>
                  <a:gd name="T0" fmla="*/ 35 w 47"/>
                  <a:gd name="T1" fmla="*/ 34 h 69"/>
                  <a:gd name="T2" fmla="*/ 24 w 47"/>
                  <a:gd name="T3" fmla="*/ 25 h 69"/>
                  <a:gd name="T4" fmla="*/ 23 w 47"/>
                  <a:gd name="T5" fmla="*/ 25 h 69"/>
                  <a:gd name="T6" fmla="*/ 13 w 47"/>
                  <a:gd name="T7" fmla="*/ 0 h 69"/>
                  <a:gd name="T8" fmla="*/ 0 w 47"/>
                  <a:gd name="T9" fmla="*/ 5 h 69"/>
                  <a:gd name="T10" fmla="*/ 11 w 47"/>
                  <a:gd name="T11" fmla="*/ 31 h 69"/>
                  <a:gd name="T12" fmla="*/ 11 w 47"/>
                  <a:gd name="T13" fmla="*/ 45 h 69"/>
                  <a:gd name="T14" fmla="*/ 11 w 47"/>
                  <a:gd name="T15" fmla="*/ 56 h 69"/>
                  <a:gd name="T16" fmla="*/ 20 w 47"/>
                  <a:gd name="T17" fmla="*/ 67 h 69"/>
                  <a:gd name="T18" fmla="*/ 35 w 47"/>
                  <a:gd name="T19" fmla="*/ 66 h 69"/>
                  <a:gd name="T20" fmla="*/ 46 w 47"/>
                  <a:gd name="T21" fmla="*/ 55 h 69"/>
                  <a:gd name="T22" fmla="*/ 44 w 47"/>
                  <a:gd name="T23" fmla="*/ 42 h 69"/>
                  <a:gd name="T24" fmla="*/ 35 w 47"/>
                  <a:gd name="T25"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69">
                    <a:moveTo>
                      <a:pt x="35" y="34"/>
                    </a:moveTo>
                    <a:cubicBezTo>
                      <a:pt x="32" y="32"/>
                      <a:pt x="26" y="30"/>
                      <a:pt x="24" y="25"/>
                    </a:cubicBezTo>
                    <a:cubicBezTo>
                      <a:pt x="24" y="25"/>
                      <a:pt x="24" y="25"/>
                      <a:pt x="23" y="25"/>
                    </a:cubicBezTo>
                    <a:cubicBezTo>
                      <a:pt x="13" y="0"/>
                      <a:pt x="13" y="0"/>
                      <a:pt x="13" y="0"/>
                    </a:cubicBezTo>
                    <a:cubicBezTo>
                      <a:pt x="0" y="5"/>
                      <a:pt x="0" y="5"/>
                      <a:pt x="0" y="5"/>
                    </a:cubicBezTo>
                    <a:cubicBezTo>
                      <a:pt x="11" y="31"/>
                      <a:pt x="11" y="31"/>
                      <a:pt x="11" y="31"/>
                    </a:cubicBezTo>
                    <a:cubicBezTo>
                      <a:pt x="14" y="36"/>
                      <a:pt x="12" y="41"/>
                      <a:pt x="11" y="45"/>
                    </a:cubicBezTo>
                    <a:cubicBezTo>
                      <a:pt x="10" y="49"/>
                      <a:pt x="10" y="52"/>
                      <a:pt x="11" y="56"/>
                    </a:cubicBezTo>
                    <a:cubicBezTo>
                      <a:pt x="13" y="61"/>
                      <a:pt x="16" y="65"/>
                      <a:pt x="20" y="67"/>
                    </a:cubicBezTo>
                    <a:cubicBezTo>
                      <a:pt x="24" y="69"/>
                      <a:pt x="28" y="69"/>
                      <a:pt x="35" y="66"/>
                    </a:cubicBezTo>
                    <a:cubicBezTo>
                      <a:pt x="42" y="63"/>
                      <a:pt x="45" y="59"/>
                      <a:pt x="46" y="55"/>
                    </a:cubicBezTo>
                    <a:cubicBezTo>
                      <a:pt x="47" y="51"/>
                      <a:pt x="46" y="47"/>
                      <a:pt x="44" y="42"/>
                    </a:cubicBezTo>
                    <a:cubicBezTo>
                      <a:pt x="42" y="38"/>
                      <a:pt x="39" y="36"/>
                      <a:pt x="35" y="34"/>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40" name="任意多边形: 形状 14"/>
              <p:cNvSpPr/>
              <p:nvPr/>
            </p:nvSpPr>
            <p:spPr bwMode="auto">
              <a:xfrm>
                <a:off x="3790" y="3479"/>
                <a:ext cx="795" cy="569"/>
              </a:xfrm>
              <a:custGeom>
                <a:avLst/>
                <a:gdLst>
                  <a:gd name="T0" fmla="*/ 300 w 336"/>
                  <a:gd name="T1" fmla="*/ 0 h 240"/>
                  <a:gd name="T2" fmla="*/ 274 w 336"/>
                  <a:gd name="T3" fmla="*/ 11 h 240"/>
                  <a:gd name="T4" fmla="*/ 264 w 336"/>
                  <a:gd name="T5" fmla="*/ 38 h 240"/>
                  <a:gd name="T6" fmla="*/ 231 w 336"/>
                  <a:gd name="T7" fmla="*/ 143 h 240"/>
                  <a:gd name="T8" fmla="*/ 164 w 336"/>
                  <a:gd name="T9" fmla="*/ 165 h 240"/>
                  <a:gd name="T10" fmla="*/ 70 w 336"/>
                  <a:gd name="T11" fmla="*/ 95 h 240"/>
                  <a:gd name="T12" fmla="*/ 54 w 336"/>
                  <a:gd name="T13" fmla="*/ 99 h 240"/>
                  <a:gd name="T14" fmla="*/ 56 w 336"/>
                  <a:gd name="T15" fmla="*/ 102 h 240"/>
                  <a:gd name="T16" fmla="*/ 63 w 336"/>
                  <a:gd name="T17" fmla="*/ 107 h 240"/>
                  <a:gd name="T18" fmla="*/ 77 w 336"/>
                  <a:gd name="T19" fmla="*/ 120 h 240"/>
                  <a:gd name="T20" fmla="*/ 79 w 336"/>
                  <a:gd name="T21" fmla="*/ 141 h 240"/>
                  <a:gd name="T22" fmla="*/ 62 w 336"/>
                  <a:gd name="T23" fmla="*/ 159 h 240"/>
                  <a:gd name="T24" fmla="*/ 37 w 336"/>
                  <a:gd name="T25" fmla="*/ 160 h 240"/>
                  <a:gd name="T26" fmla="*/ 23 w 336"/>
                  <a:gd name="T27" fmla="*/ 144 h 240"/>
                  <a:gd name="T28" fmla="*/ 22 w 336"/>
                  <a:gd name="T29" fmla="*/ 125 h 240"/>
                  <a:gd name="T30" fmla="*/ 23 w 336"/>
                  <a:gd name="T31" fmla="*/ 118 h 240"/>
                  <a:gd name="T32" fmla="*/ 18 w 336"/>
                  <a:gd name="T33" fmla="*/ 108 h 240"/>
                  <a:gd name="T34" fmla="*/ 0 w 336"/>
                  <a:gd name="T35" fmla="*/ 112 h 240"/>
                  <a:gd name="T36" fmla="*/ 156 w 336"/>
                  <a:gd name="T37" fmla="*/ 235 h 240"/>
                  <a:gd name="T38" fmla="*/ 281 w 336"/>
                  <a:gd name="T39" fmla="*/ 193 h 240"/>
                  <a:gd name="T40" fmla="*/ 335 w 336"/>
                  <a:gd name="T41" fmla="*/ 38 h 240"/>
                  <a:gd name="T42" fmla="*/ 326 w 336"/>
                  <a:gd name="T43" fmla="*/ 11 h 240"/>
                  <a:gd name="T44" fmla="*/ 300 w 336"/>
                  <a:gd name="T45"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6" h="240">
                    <a:moveTo>
                      <a:pt x="300" y="0"/>
                    </a:moveTo>
                    <a:cubicBezTo>
                      <a:pt x="290" y="0"/>
                      <a:pt x="280" y="4"/>
                      <a:pt x="274" y="11"/>
                    </a:cubicBezTo>
                    <a:cubicBezTo>
                      <a:pt x="267" y="18"/>
                      <a:pt x="264" y="28"/>
                      <a:pt x="264" y="38"/>
                    </a:cubicBezTo>
                    <a:cubicBezTo>
                      <a:pt x="264" y="93"/>
                      <a:pt x="249" y="125"/>
                      <a:pt x="231" y="143"/>
                    </a:cubicBezTo>
                    <a:cubicBezTo>
                      <a:pt x="213" y="161"/>
                      <a:pt x="190" y="167"/>
                      <a:pt x="164" y="165"/>
                    </a:cubicBezTo>
                    <a:cubicBezTo>
                      <a:pt x="128" y="161"/>
                      <a:pt x="89" y="136"/>
                      <a:pt x="70" y="95"/>
                    </a:cubicBezTo>
                    <a:cubicBezTo>
                      <a:pt x="54" y="99"/>
                      <a:pt x="54" y="99"/>
                      <a:pt x="54" y="99"/>
                    </a:cubicBezTo>
                    <a:cubicBezTo>
                      <a:pt x="56" y="102"/>
                      <a:pt x="56" y="102"/>
                      <a:pt x="56" y="102"/>
                    </a:cubicBezTo>
                    <a:cubicBezTo>
                      <a:pt x="56" y="104"/>
                      <a:pt x="58" y="104"/>
                      <a:pt x="63" y="107"/>
                    </a:cubicBezTo>
                    <a:cubicBezTo>
                      <a:pt x="67" y="109"/>
                      <a:pt x="74" y="113"/>
                      <a:pt x="77" y="120"/>
                    </a:cubicBezTo>
                    <a:cubicBezTo>
                      <a:pt x="79" y="127"/>
                      <a:pt x="81" y="134"/>
                      <a:pt x="79" y="141"/>
                    </a:cubicBezTo>
                    <a:cubicBezTo>
                      <a:pt x="77" y="148"/>
                      <a:pt x="71" y="155"/>
                      <a:pt x="62" y="159"/>
                    </a:cubicBezTo>
                    <a:cubicBezTo>
                      <a:pt x="53" y="164"/>
                      <a:pt x="43" y="163"/>
                      <a:pt x="37" y="160"/>
                    </a:cubicBezTo>
                    <a:cubicBezTo>
                      <a:pt x="30" y="156"/>
                      <a:pt x="25" y="150"/>
                      <a:pt x="23" y="144"/>
                    </a:cubicBezTo>
                    <a:cubicBezTo>
                      <a:pt x="20" y="137"/>
                      <a:pt x="21" y="130"/>
                      <a:pt x="22" y="125"/>
                    </a:cubicBezTo>
                    <a:cubicBezTo>
                      <a:pt x="23" y="120"/>
                      <a:pt x="23" y="119"/>
                      <a:pt x="23" y="118"/>
                    </a:cubicBezTo>
                    <a:cubicBezTo>
                      <a:pt x="18" y="108"/>
                      <a:pt x="18" y="108"/>
                      <a:pt x="18" y="108"/>
                    </a:cubicBezTo>
                    <a:cubicBezTo>
                      <a:pt x="0" y="112"/>
                      <a:pt x="0" y="112"/>
                      <a:pt x="0" y="112"/>
                    </a:cubicBezTo>
                    <a:cubicBezTo>
                      <a:pt x="27" y="182"/>
                      <a:pt x="90" y="228"/>
                      <a:pt x="156" y="235"/>
                    </a:cubicBezTo>
                    <a:cubicBezTo>
                      <a:pt x="200" y="240"/>
                      <a:pt x="247" y="227"/>
                      <a:pt x="281" y="193"/>
                    </a:cubicBezTo>
                    <a:cubicBezTo>
                      <a:pt x="315" y="159"/>
                      <a:pt x="335" y="106"/>
                      <a:pt x="335" y="38"/>
                    </a:cubicBezTo>
                    <a:cubicBezTo>
                      <a:pt x="336" y="28"/>
                      <a:pt x="332" y="18"/>
                      <a:pt x="326" y="11"/>
                    </a:cubicBezTo>
                    <a:cubicBezTo>
                      <a:pt x="319" y="4"/>
                      <a:pt x="309" y="0"/>
                      <a:pt x="300" y="0"/>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41" name="任意多边形: 形状 15"/>
              <p:cNvSpPr/>
              <p:nvPr/>
            </p:nvSpPr>
            <p:spPr bwMode="auto">
              <a:xfrm>
                <a:off x="3241" y="3027"/>
                <a:ext cx="864" cy="710"/>
              </a:xfrm>
              <a:custGeom>
                <a:avLst/>
                <a:gdLst>
                  <a:gd name="T0" fmla="*/ 300 w 365"/>
                  <a:gd name="T1" fmla="*/ 158 h 300"/>
                  <a:gd name="T2" fmla="*/ 345 w 365"/>
                  <a:gd name="T3" fmla="*/ 147 h 300"/>
                  <a:gd name="T4" fmla="*/ 361 w 365"/>
                  <a:gd name="T5" fmla="*/ 110 h 300"/>
                  <a:gd name="T6" fmla="*/ 343 w 365"/>
                  <a:gd name="T7" fmla="*/ 88 h 300"/>
                  <a:gd name="T8" fmla="*/ 293 w 365"/>
                  <a:gd name="T9" fmla="*/ 100 h 300"/>
                  <a:gd name="T10" fmla="*/ 286 w 365"/>
                  <a:gd name="T11" fmla="*/ 96 h 300"/>
                  <a:gd name="T12" fmla="*/ 290 w 365"/>
                  <a:gd name="T13" fmla="*/ 89 h 300"/>
                  <a:gd name="T14" fmla="*/ 317 w 365"/>
                  <a:gd name="T15" fmla="*/ 80 h 300"/>
                  <a:gd name="T16" fmla="*/ 334 w 365"/>
                  <a:gd name="T17" fmla="*/ 75 h 300"/>
                  <a:gd name="T18" fmla="*/ 353 w 365"/>
                  <a:gd name="T19" fmla="*/ 39 h 300"/>
                  <a:gd name="T20" fmla="*/ 316 w 365"/>
                  <a:gd name="T21" fmla="*/ 19 h 300"/>
                  <a:gd name="T22" fmla="*/ 209 w 365"/>
                  <a:gd name="T23" fmla="*/ 45 h 300"/>
                  <a:gd name="T24" fmla="*/ 201 w 365"/>
                  <a:gd name="T25" fmla="*/ 41 h 300"/>
                  <a:gd name="T26" fmla="*/ 206 w 365"/>
                  <a:gd name="T27" fmla="*/ 34 h 300"/>
                  <a:gd name="T28" fmla="*/ 218 w 365"/>
                  <a:gd name="T29" fmla="*/ 30 h 300"/>
                  <a:gd name="T30" fmla="*/ 218 w 365"/>
                  <a:gd name="T31" fmla="*/ 0 h 300"/>
                  <a:gd name="T32" fmla="*/ 199 w 365"/>
                  <a:gd name="T33" fmla="*/ 0 h 300"/>
                  <a:gd name="T34" fmla="*/ 143 w 365"/>
                  <a:gd name="T35" fmla="*/ 4 h 300"/>
                  <a:gd name="T36" fmla="*/ 68 w 365"/>
                  <a:gd name="T37" fmla="*/ 99 h 300"/>
                  <a:gd name="T38" fmla="*/ 48 w 365"/>
                  <a:gd name="T39" fmla="*/ 114 h 300"/>
                  <a:gd name="T40" fmla="*/ 0 w 365"/>
                  <a:gd name="T41" fmla="*/ 133 h 300"/>
                  <a:gd name="T42" fmla="*/ 41 w 365"/>
                  <a:gd name="T43" fmla="*/ 297 h 300"/>
                  <a:gd name="T44" fmla="*/ 113 w 365"/>
                  <a:gd name="T45" fmla="*/ 282 h 300"/>
                  <a:gd name="T46" fmla="*/ 267 w 365"/>
                  <a:gd name="T47" fmla="*/ 283 h 300"/>
                  <a:gd name="T48" fmla="*/ 267 w 365"/>
                  <a:gd name="T49" fmla="*/ 283 h 300"/>
                  <a:gd name="T50" fmla="*/ 323 w 365"/>
                  <a:gd name="T51" fmla="*/ 268 h 300"/>
                  <a:gd name="T52" fmla="*/ 339 w 365"/>
                  <a:gd name="T53" fmla="*/ 256 h 300"/>
                  <a:gd name="T54" fmla="*/ 341 w 365"/>
                  <a:gd name="T55" fmla="*/ 237 h 300"/>
                  <a:gd name="T56" fmla="*/ 335 w 365"/>
                  <a:gd name="T57" fmla="*/ 226 h 300"/>
                  <a:gd name="T58" fmla="*/ 293 w 365"/>
                  <a:gd name="T59" fmla="*/ 235 h 300"/>
                  <a:gd name="T60" fmla="*/ 286 w 365"/>
                  <a:gd name="T61" fmla="*/ 230 h 300"/>
                  <a:gd name="T62" fmla="*/ 291 w 365"/>
                  <a:gd name="T63" fmla="*/ 223 h 300"/>
                  <a:gd name="T64" fmla="*/ 339 w 365"/>
                  <a:gd name="T65" fmla="*/ 212 h 300"/>
                  <a:gd name="T66" fmla="*/ 357 w 365"/>
                  <a:gd name="T67" fmla="*/ 199 h 300"/>
                  <a:gd name="T68" fmla="*/ 361 w 365"/>
                  <a:gd name="T69" fmla="*/ 177 h 300"/>
                  <a:gd name="T70" fmla="*/ 347 w 365"/>
                  <a:gd name="T71" fmla="*/ 159 h 300"/>
                  <a:gd name="T72" fmla="*/ 344 w 365"/>
                  <a:gd name="T73" fmla="*/ 160 h 300"/>
                  <a:gd name="T74" fmla="*/ 303 w 365"/>
                  <a:gd name="T75" fmla="*/ 169 h 300"/>
                  <a:gd name="T76" fmla="*/ 296 w 365"/>
                  <a:gd name="T77" fmla="*/ 165 h 300"/>
                  <a:gd name="T78" fmla="*/ 300 w 365"/>
                  <a:gd name="T79" fmla="*/ 158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5" h="300">
                    <a:moveTo>
                      <a:pt x="300" y="158"/>
                    </a:moveTo>
                    <a:cubicBezTo>
                      <a:pt x="345" y="147"/>
                      <a:pt x="345" y="147"/>
                      <a:pt x="345" y="147"/>
                    </a:cubicBezTo>
                    <a:cubicBezTo>
                      <a:pt x="359" y="144"/>
                      <a:pt x="365" y="124"/>
                      <a:pt x="361" y="110"/>
                    </a:cubicBezTo>
                    <a:cubicBezTo>
                      <a:pt x="359" y="101"/>
                      <a:pt x="352" y="93"/>
                      <a:pt x="343" y="88"/>
                    </a:cubicBezTo>
                    <a:cubicBezTo>
                      <a:pt x="293" y="100"/>
                      <a:pt x="293" y="100"/>
                      <a:pt x="293" y="100"/>
                    </a:cubicBezTo>
                    <a:cubicBezTo>
                      <a:pt x="290" y="101"/>
                      <a:pt x="287" y="99"/>
                      <a:pt x="286" y="96"/>
                    </a:cubicBezTo>
                    <a:cubicBezTo>
                      <a:pt x="285" y="93"/>
                      <a:pt x="287" y="89"/>
                      <a:pt x="290" y="89"/>
                    </a:cubicBezTo>
                    <a:cubicBezTo>
                      <a:pt x="317" y="80"/>
                      <a:pt x="317" y="80"/>
                      <a:pt x="317" y="80"/>
                    </a:cubicBezTo>
                    <a:cubicBezTo>
                      <a:pt x="334" y="75"/>
                      <a:pt x="334" y="75"/>
                      <a:pt x="334" y="75"/>
                    </a:cubicBezTo>
                    <a:cubicBezTo>
                      <a:pt x="354" y="69"/>
                      <a:pt x="356" y="51"/>
                      <a:pt x="353" y="39"/>
                    </a:cubicBezTo>
                    <a:cubicBezTo>
                      <a:pt x="350" y="25"/>
                      <a:pt x="338" y="13"/>
                      <a:pt x="316" y="19"/>
                    </a:cubicBezTo>
                    <a:cubicBezTo>
                      <a:pt x="237" y="39"/>
                      <a:pt x="288" y="23"/>
                      <a:pt x="209" y="45"/>
                    </a:cubicBezTo>
                    <a:cubicBezTo>
                      <a:pt x="206" y="46"/>
                      <a:pt x="202" y="44"/>
                      <a:pt x="201" y="41"/>
                    </a:cubicBezTo>
                    <a:cubicBezTo>
                      <a:pt x="201" y="38"/>
                      <a:pt x="203" y="35"/>
                      <a:pt x="206" y="34"/>
                    </a:cubicBezTo>
                    <a:cubicBezTo>
                      <a:pt x="218" y="30"/>
                      <a:pt x="218" y="30"/>
                      <a:pt x="218" y="30"/>
                    </a:cubicBezTo>
                    <a:cubicBezTo>
                      <a:pt x="218" y="0"/>
                      <a:pt x="218" y="0"/>
                      <a:pt x="218" y="0"/>
                    </a:cubicBezTo>
                    <a:cubicBezTo>
                      <a:pt x="212" y="0"/>
                      <a:pt x="206" y="0"/>
                      <a:pt x="199" y="0"/>
                    </a:cubicBezTo>
                    <a:cubicBezTo>
                      <a:pt x="173" y="0"/>
                      <a:pt x="148" y="2"/>
                      <a:pt x="143" y="4"/>
                    </a:cubicBezTo>
                    <a:cubicBezTo>
                      <a:pt x="115" y="17"/>
                      <a:pt x="119" y="32"/>
                      <a:pt x="68" y="99"/>
                    </a:cubicBezTo>
                    <a:cubicBezTo>
                      <a:pt x="48" y="114"/>
                      <a:pt x="48" y="114"/>
                      <a:pt x="48" y="114"/>
                    </a:cubicBezTo>
                    <a:cubicBezTo>
                      <a:pt x="0" y="133"/>
                      <a:pt x="0" y="133"/>
                      <a:pt x="0" y="133"/>
                    </a:cubicBezTo>
                    <a:cubicBezTo>
                      <a:pt x="41" y="297"/>
                      <a:pt x="41" y="297"/>
                      <a:pt x="41" y="297"/>
                    </a:cubicBezTo>
                    <a:cubicBezTo>
                      <a:pt x="113" y="282"/>
                      <a:pt x="113" y="282"/>
                      <a:pt x="113" y="282"/>
                    </a:cubicBezTo>
                    <a:cubicBezTo>
                      <a:pt x="176" y="296"/>
                      <a:pt x="203" y="300"/>
                      <a:pt x="267" y="283"/>
                    </a:cubicBezTo>
                    <a:cubicBezTo>
                      <a:pt x="267" y="283"/>
                      <a:pt x="267" y="283"/>
                      <a:pt x="267" y="283"/>
                    </a:cubicBezTo>
                    <a:cubicBezTo>
                      <a:pt x="323" y="268"/>
                      <a:pt x="323" y="268"/>
                      <a:pt x="323" y="268"/>
                    </a:cubicBezTo>
                    <a:cubicBezTo>
                      <a:pt x="330" y="266"/>
                      <a:pt x="335" y="262"/>
                      <a:pt x="339" y="256"/>
                    </a:cubicBezTo>
                    <a:cubicBezTo>
                      <a:pt x="342" y="250"/>
                      <a:pt x="343" y="243"/>
                      <a:pt x="341" y="237"/>
                    </a:cubicBezTo>
                    <a:cubicBezTo>
                      <a:pt x="340" y="233"/>
                      <a:pt x="338" y="229"/>
                      <a:pt x="335" y="226"/>
                    </a:cubicBezTo>
                    <a:cubicBezTo>
                      <a:pt x="293" y="235"/>
                      <a:pt x="293" y="235"/>
                      <a:pt x="293" y="235"/>
                    </a:cubicBezTo>
                    <a:cubicBezTo>
                      <a:pt x="290" y="236"/>
                      <a:pt x="287" y="233"/>
                      <a:pt x="286" y="230"/>
                    </a:cubicBezTo>
                    <a:cubicBezTo>
                      <a:pt x="285" y="227"/>
                      <a:pt x="288" y="224"/>
                      <a:pt x="291" y="223"/>
                    </a:cubicBezTo>
                    <a:cubicBezTo>
                      <a:pt x="307" y="220"/>
                      <a:pt x="322" y="216"/>
                      <a:pt x="339" y="212"/>
                    </a:cubicBezTo>
                    <a:cubicBezTo>
                      <a:pt x="346" y="210"/>
                      <a:pt x="353" y="206"/>
                      <a:pt x="357" y="199"/>
                    </a:cubicBezTo>
                    <a:cubicBezTo>
                      <a:pt x="361" y="193"/>
                      <a:pt x="363" y="185"/>
                      <a:pt x="361" y="177"/>
                    </a:cubicBezTo>
                    <a:cubicBezTo>
                      <a:pt x="359" y="169"/>
                      <a:pt x="354" y="162"/>
                      <a:pt x="347" y="159"/>
                    </a:cubicBezTo>
                    <a:cubicBezTo>
                      <a:pt x="346" y="159"/>
                      <a:pt x="345" y="159"/>
                      <a:pt x="344" y="160"/>
                    </a:cubicBezTo>
                    <a:cubicBezTo>
                      <a:pt x="303" y="169"/>
                      <a:pt x="303" y="169"/>
                      <a:pt x="303" y="169"/>
                    </a:cubicBezTo>
                    <a:cubicBezTo>
                      <a:pt x="300" y="170"/>
                      <a:pt x="296" y="168"/>
                      <a:pt x="296" y="165"/>
                    </a:cubicBezTo>
                    <a:cubicBezTo>
                      <a:pt x="295" y="162"/>
                      <a:pt x="297" y="158"/>
                      <a:pt x="300" y="158"/>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sp>
            <p:nvSpPr>
              <p:cNvPr id="42" name="任意多边形: 形状 16"/>
              <p:cNvSpPr/>
              <p:nvPr/>
            </p:nvSpPr>
            <p:spPr bwMode="auto">
              <a:xfrm>
                <a:off x="2898" y="3283"/>
                <a:ext cx="445" cy="717"/>
              </a:xfrm>
              <a:custGeom>
                <a:avLst/>
                <a:gdLst>
                  <a:gd name="T0" fmla="*/ 125 w 188"/>
                  <a:gd name="T1" fmla="*/ 15 h 303"/>
                  <a:gd name="T2" fmla="*/ 111 w 188"/>
                  <a:gd name="T3" fmla="*/ 1 h 303"/>
                  <a:gd name="T4" fmla="*/ 101 w 188"/>
                  <a:gd name="T5" fmla="*/ 1 h 303"/>
                  <a:gd name="T6" fmla="*/ 17 w 188"/>
                  <a:gd name="T7" fmla="*/ 24 h 303"/>
                  <a:gd name="T8" fmla="*/ 3 w 188"/>
                  <a:gd name="T9" fmla="*/ 49 h 303"/>
                  <a:gd name="T10" fmla="*/ 64 w 188"/>
                  <a:gd name="T11" fmla="*/ 287 h 303"/>
                  <a:gd name="T12" fmla="*/ 89 w 188"/>
                  <a:gd name="T13" fmla="*/ 300 h 303"/>
                  <a:gd name="T14" fmla="*/ 171 w 188"/>
                  <a:gd name="T15" fmla="*/ 273 h 303"/>
                  <a:gd name="T16" fmla="*/ 185 w 188"/>
                  <a:gd name="T17" fmla="*/ 247 h 303"/>
                  <a:gd name="T18" fmla="*/ 125 w 188"/>
                  <a:gd name="T19" fmla="*/ 15 h 303"/>
                  <a:gd name="T20" fmla="*/ 158 w 188"/>
                  <a:gd name="T21" fmla="*/ 240 h 303"/>
                  <a:gd name="T22" fmla="*/ 120 w 188"/>
                  <a:gd name="T23" fmla="*/ 265 h 303"/>
                  <a:gd name="T24" fmla="*/ 94 w 188"/>
                  <a:gd name="T25" fmla="*/ 227 h 303"/>
                  <a:gd name="T26" fmla="*/ 133 w 188"/>
                  <a:gd name="T27" fmla="*/ 202 h 303"/>
                  <a:gd name="T28" fmla="*/ 158 w 188"/>
                  <a:gd name="T29" fmla="*/ 24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8" h="303">
                    <a:moveTo>
                      <a:pt x="125" y="15"/>
                    </a:moveTo>
                    <a:cubicBezTo>
                      <a:pt x="123" y="8"/>
                      <a:pt x="118" y="3"/>
                      <a:pt x="111" y="1"/>
                    </a:cubicBezTo>
                    <a:cubicBezTo>
                      <a:pt x="108" y="0"/>
                      <a:pt x="104" y="0"/>
                      <a:pt x="101" y="1"/>
                    </a:cubicBezTo>
                    <a:cubicBezTo>
                      <a:pt x="17" y="24"/>
                      <a:pt x="17" y="24"/>
                      <a:pt x="17" y="24"/>
                    </a:cubicBezTo>
                    <a:cubicBezTo>
                      <a:pt x="7" y="27"/>
                      <a:pt x="0" y="39"/>
                      <a:pt x="3" y="49"/>
                    </a:cubicBezTo>
                    <a:cubicBezTo>
                      <a:pt x="64" y="287"/>
                      <a:pt x="64" y="287"/>
                      <a:pt x="64" y="287"/>
                    </a:cubicBezTo>
                    <a:cubicBezTo>
                      <a:pt x="67" y="297"/>
                      <a:pt x="79" y="303"/>
                      <a:pt x="89" y="300"/>
                    </a:cubicBezTo>
                    <a:cubicBezTo>
                      <a:pt x="171" y="273"/>
                      <a:pt x="171" y="273"/>
                      <a:pt x="171" y="273"/>
                    </a:cubicBezTo>
                    <a:cubicBezTo>
                      <a:pt x="181" y="269"/>
                      <a:pt x="188" y="257"/>
                      <a:pt x="185" y="247"/>
                    </a:cubicBezTo>
                    <a:lnTo>
                      <a:pt x="125" y="15"/>
                    </a:lnTo>
                    <a:close/>
                    <a:moveTo>
                      <a:pt x="158" y="240"/>
                    </a:moveTo>
                    <a:cubicBezTo>
                      <a:pt x="154" y="258"/>
                      <a:pt x="137" y="269"/>
                      <a:pt x="120" y="265"/>
                    </a:cubicBezTo>
                    <a:cubicBezTo>
                      <a:pt x="102" y="262"/>
                      <a:pt x="91" y="245"/>
                      <a:pt x="94" y="227"/>
                    </a:cubicBezTo>
                    <a:cubicBezTo>
                      <a:pt x="98" y="210"/>
                      <a:pt x="115" y="198"/>
                      <a:pt x="133" y="202"/>
                    </a:cubicBezTo>
                    <a:cubicBezTo>
                      <a:pt x="150" y="205"/>
                      <a:pt x="161" y="222"/>
                      <a:pt x="158" y="240"/>
                    </a:cubicBez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endParaRPr>
                  <a:cs typeface="+mn-ea"/>
                  <a:sym typeface="+mn-lt"/>
                </a:endParaRPr>
              </a:p>
            </p:txBody>
          </p:sp>
        </p:grpSp>
        <p:sp>
          <p:nvSpPr>
            <p:cNvPr id="43" name="任意多边形: 形状 40"/>
            <p:cNvSpPr/>
            <p:nvPr/>
          </p:nvSpPr>
          <p:spPr>
            <a:xfrm flipH="1" flipV="1">
              <a:off x="6715233" y="3683580"/>
              <a:ext cx="3515258" cy="2187952"/>
            </a:xfrm>
            <a:custGeom>
              <a:avLst/>
              <a:gdLst>
                <a:gd name="connsiteX0" fmla="*/ 1754659 w 1754659"/>
                <a:gd name="connsiteY0" fmla="*/ 506627 h 506627"/>
                <a:gd name="connsiteX1" fmla="*/ 1346886 w 1754659"/>
                <a:gd name="connsiteY1" fmla="*/ 0 h 506627"/>
                <a:gd name="connsiteX2" fmla="*/ 0 w 1754659"/>
                <a:gd name="connsiteY2" fmla="*/ 0 h 506627"/>
              </a:gdLst>
              <a:ahLst/>
              <a:cxnLst>
                <a:cxn ang="0">
                  <a:pos x="connsiteX0" y="connsiteY0"/>
                </a:cxn>
                <a:cxn ang="0">
                  <a:pos x="connsiteX1" y="connsiteY1"/>
                </a:cxn>
                <a:cxn ang="0">
                  <a:pos x="connsiteX2" y="connsiteY2"/>
                </a:cxn>
              </a:cxnLst>
              <a:rect l="l" t="t" r="r" b="b"/>
              <a:pathLst>
                <a:path w="1754659" h="506627">
                  <a:moveTo>
                    <a:pt x="1754659" y="506627"/>
                  </a:moveTo>
                  <a:lnTo>
                    <a:pt x="1346886" y="0"/>
                  </a:ln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a:cs typeface="+mn-ea"/>
                <a:sym typeface="+mn-lt"/>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ltLang="zh-CN"/>
              <a:t>2.2 </a:t>
            </a:r>
            <a:r>
              <a:rPr lang="zh-CN" altLang="en-US"/>
              <a:t>希尔排序</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文本框 3"/>
          <p:cNvSpPr txBox="1"/>
          <p:nvPr/>
        </p:nvSpPr>
        <p:spPr>
          <a:xfrm>
            <a:off x="633095" y="1186815"/>
            <a:ext cx="5614670" cy="5169535"/>
          </a:xfrm>
          <a:prstGeom prst="rect">
            <a:avLst/>
          </a:prstGeom>
          <a:noFill/>
        </p:spPr>
        <p:txBody>
          <a:bodyPr wrap="square" rtlCol="0">
            <a:spAutoFit/>
          </a:bodyPr>
          <a:p>
            <a:pPr algn="just">
              <a:lnSpc>
                <a:spcPct val="150000"/>
              </a:lnSpc>
            </a:pPr>
            <a:r>
              <a:rPr lang="en-US" altLang="zh-CN" sz="2000"/>
              <a:t>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其主要步骤如下。 </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设定一个增量序列</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{d</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0</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,d</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根据当前增量</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d</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将间隔为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d</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的数据元素组成一个子表，共</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d</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个子表。</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(3)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对各子表中的数据元素进行直接插入排序。</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(4)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重复步骤</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，直到进行完</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d</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，此时序列已按关键字值排序。</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假设一组待排序的记录的关键字序列为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{2,18,23,56,78,70,45,36,72,34}</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，增量分别取</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5</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，则希尔排序的过程如图</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7.2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所示。</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gn="just">
              <a:lnSpc>
                <a:spcPct val="150000"/>
              </a:lnSpc>
            </a:pPr>
            <a:r>
              <a:rPr lang="en-US" altLang="zh-CN" sz="2000"/>
              <a:t> </a:t>
            </a:r>
            <a:endParaRPr lang="en-US" altLang="zh-CN" sz="200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90030" y="3175"/>
            <a:ext cx="5621655" cy="6851650"/>
          </a:xfrm>
          <a:prstGeom prst="rect">
            <a:avLst/>
          </a:prstGeom>
        </p:spPr>
      </p:pic>
      <p:pic>
        <p:nvPicPr>
          <p:cNvPr id="7" name="图片 6"/>
          <p:cNvPicPr>
            <a:picLocks noChangeAspect="1"/>
          </p:cNvPicPr>
          <p:nvPr/>
        </p:nvPicPr>
        <p:blipFill>
          <a:blip r:embed="rId2"/>
          <a:srcRect l="27475" t="693" r="27910" b="14375"/>
          <a:stretch>
            <a:fillRect/>
          </a:stretch>
        </p:blipFill>
        <p:spPr>
          <a:xfrm>
            <a:off x="6760845" y="1764030"/>
            <a:ext cx="5280025" cy="30156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7" name="图片 6"/>
          <p:cNvPicPr>
            <a:picLocks noChangeAspect="1"/>
          </p:cNvPicPr>
          <p:nvPr>
            <p:custDataLst>
              <p:tags r:id="rId1"/>
            </p:custDataLst>
          </p:nvPr>
        </p:nvPicPr>
        <p:blipFill>
          <a:blip r:embed="rId2"/>
          <a:srcRect t="7396" r="1704"/>
          <a:stretch>
            <a:fillRect/>
          </a:stretch>
        </p:blipFill>
        <p:spPr>
          <a:xfrm>
            <a:off x="964565" y="1061085"/>
            <a:ext cx="9705340" cy="58356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算法性能</a:t>
            </a:r>
            <a:r>
              <a:rPr lang="zh-CN" altLang="zh-CN" dirty="0">
                <a:solidFill>
                  <a:schemeClr val="accent2"/>
                </a:solidFill>
                <a:sym typeface="+mn-ea"/>
              </a:rPr>
              <a:t>分析</a:t>
            </a:r>
            <a:endParaRPr lang="zh-CN" altLang="zh-CN" dirty="0">
              <a:solidFill>
                <a:schemeClr val="accent2"/>
              </a:solidFill>
              <a:sym typeface="+mn-ea"/>
            </a:endParaRPr>
          </a:p>
        </p:txBody>
      </p:sp>
      <p:sp>
        <p:nvSpPr>
          <p:cNvPr id="4" name="灯片编号占位符 3"/>
          <p:cNvSpPr>
            <a:spLocks noGrp="1"/>
          </p:cNvSpPr>
          <p:nvPr>
            <p:ph type="sldNum" sz="quarter" idx="12"/>
          </p:nvPr>
        </p:nvSpPr>
        <p:spPr>
          <a:xfrm>
            <a:off x="9254125" y="5944234"/>
            <a:ext cx="2743200" cy="365125"/>
          </a:xfrm>
        </p:spPr>
        <p:txBody>
          <a:bodyPr/>
          <a:lstStyle/>
          <a:p>
            <a:fld id="{D96DE7E8-BD74-40B2-922D-194240FC5D5C}" type="slidenum">
              <a:rPr lang="zh-CN" altLang="en-US" smtClean="0"/>
            </a:fld>
            <a:endParaRPr lang="zh-CN" altLang="en-US"/>
          </a:p>
        </p:txBody>
      </p:sp>
      <p:sp>
        <p:nvSpPr>
          <p:cNvPr id="8" name="Shape 534"/>
          <p:cNvSpPr/>
          <p:nvPr/>
        </p:nvSpPr>
        <p:spPr>
          <a:xfrm>
            <a:off x="6990080" y="2588260"/>
            <a:ext cx="465455" cy="48323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9340"/>
                </a:lnTo>
                <a:lnTo>
                  <a:pt x="0" y="13486"/>
                </a:lnTo>
                <a:lnTo>
                  <a:pt x="21600" y="21600"/>
                </a:lnTo>
                <a:cubicBezTo>
                  <a:pt x="21600" y="21600"/>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0" name="Shape 536"/>
          <p:cNvSpPr/>
          <p:nvPr/>
        </p:nvSpPr>
        <p:spPr>
          <a:xfrm>
            <a:off x="4991735" y="2588260"/>
            <a:ext cx="434340" cy="4832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9340"/>
                </a:lnTo>
                <a:lnTo>
                  <a:pt x="21600" y="13486"/>
                </a:lnTo>
                <a:lnTo>
                  <a:pt x="0" y="21600"/>
                </a:lnTo>
                <a:cubicBezTo>
                  <a:pt x="0" y="21600"/>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3" name="Shape 539"/>
          <p:cNvSpPr/>
          <p:nvPr/>
        </p:nvSpPr>
        <p:spPr>
          <a:xfrm>
            <a:off x="7112635" y="1518285"/>
            <a:ext cx="4479290" cy="48323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4" name="Shape 540"/>
          <p:cNvSpPr/>
          <p:nvPr/>
        </p:nvSpPr>
        <p:spPr>
          <a:xfrm>
            <a:off x="6725285" y="1518285"/>
            <a:ext cx="695960" cy="6451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6" name="Shape 542"/>
          <p:cNvSpPr/>
          <p:nvPr/>
        </p:nvSpPr>
        <p:spPr>
          <a:xfrm>
            <a:off x="1107440" y="1518285"/>
            <a:ext cx="4206240" cy="4832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7" name="Shape 543"/>
          <p:cNvSpPr/>
          <p:nvPr/>
        </p:nvSpPr>
        <p:spPr>
          <a:xfrm>
            <a:off x="5046345" y="1518285"/>
            <a:ext cx="649605" cy="6451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9" name="Shape 545"/>
          <p:cNvSpPr/>
          <p:nvPr/>
        </p:nvSpPr>
        <p:spPr>
          <a:xfrm>
            <a:off x="7103110" y="3698875"/>
            <a:ext cx="4519295" cy="48323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0" name="Shape 546"/>
          <p:cNvSpPr/>
          <p:nvPr/>
        </p:nvSpPr>
        <p:spPr>
          <a:xfrm>
            <a:off x="6715760" y="3538220"/>
            <a:ext cx="695960" cy="6451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4" name="Shape 558"/>
          <p:cNvSpPr/>
          <p:nvPr/>
        </p:nvSpPr>
        <p:spPr>
          <a:xfrm>
            <a:off x="1111250" y="1689735"/>
            <a:ext cx="247650" cy="140335"/>
          </a:xfrm>
          <a:prstGeom prst="rect">
            <a:avLst/>
          </a:prstGeom>
          <a:solidFill>
            <a:schemeClr val="bg1"/>
          </a:solidFill>
          <a:ln w="12700" cap="flat">
            <a:solidFill>
              <a:schemeClr val="bg1"/>
            </a:solid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25" name="Shape 562"/>
          <p:cNvSpPr/>
          <p:nvPr/>
        </p:nvSpPr>
        <p:spPr>
          <a:xfrm>
            <a:off x="1111250" y="2760980"/>
            <a:ext cx="24765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26" name="Shape 566"/>
          <p:cNvSpPr/>
          <p:nvPr/>
        </p:nvSpPr>
        <p:spPr>
          <a:xfrm>
            <a:off x="1111250" y="3881120"/>
            <a:ext cx="24765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27" name="Shape 568"/>
          <p:cNvSpPr/>
          <p:nvPr/>
        </p:nvSpPr>
        <p:spPr>
          <a:xfrm>
            <a:off x="11326495" y="1708785"/>
            <a:ext cx="26543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28" name="Shape 572"/>
          <p:cNvSpPr/>
          <p:nvPr/>
        </p:nvSpPr>
        <p:spPr>
          <a:xfrm>
            <a:off x="9460230" y="2764155"/>
            <a:ext cx="26543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29" name="Shape 576"/>
          <p:cNvSpPr/>
          <p:nvPr/>
        </p:nvSpPr>
        <p:spPr>
          <a:xfrm>
            <a:off x="11356975" y="3881120"/>
            <a:ext cx="26543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30" name="Shape 551"/>
          <p:cNvSpPr/>
          <p:nvPr/>
        </p:nvSpPr>
        <p:spPr>
          <a:xfrm>
            <a:off x="5212932" y="1848832"/>
            <a:ext cx="1997728" cy="199772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38096" tIns="38096" rIns="38096" bIns="38096" anchor="ct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45" name="椭圆 44"/>
          <p:cNvSpPr/>
          <p:nvPr/>
        </p:nvSpPr>
        <p:spPr>
          <a:xfrm>
            <a:off x="5347279" y="2001508"/>
            <a:ext cx="1728600" cy="1728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spcBef>
                <a:spcPct val="0"/>
              </a:spcBef>
              <a:spcAft>
                <a:spcPct val="0"/>
              </a:spcAft>
            </a:pPr>
            <a:endParaRPr lang="zh-CN" altLang="en-US" sz="2700" b="1" dirty="0">
              <a:solidFill>
                <a:srgbClr val="FFFFFF"/>
              </a:solidFill>
              <a:cs typeface="+mn-ea"/>
              <a:sym typeface="+mn-lt"/>
            </a:endParaRPr>
          </a:p>
        </p:txBody>
      </p:sp>
      <p:sp>
        <p:nvSpPr>
          <p:cNvPr id="46" name="Text Placeholder 33"/>
          <p:cNvSpPr txBox="1"/>
          <p:nvPr/>
        </p:nvSpPr>
        <p:spPr>
          <a:xfrm>
            <a:off x="2034540" y="3826510"/>
            <a:ext cx="2378075" cy="306705"/>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r>
              <a:rPr lang="zh-CN" altLang="en-US" sz="1400" dirty="0">
                <a:solidFill>
                  <a:schemeClr val="bg1"/>
                </a:solidFill>
                <a:latin typeface="+mn-lt"/>
                <a:ea typeface="+mn-ea"/>
                <a:cs typeface="+mn-ea"/>
                <a:sym typeface="+mn-lt"/>
              </a:rPr>
              <a:t>商业策略</a:t>
            </a:r>
            <a:endParaRPr lang="en-AU" altLang="zh-CN" sz="1400" dirty="0">
              <a:solidFill>
                <a:schemeClr val="bg1"/>
              </a:solidFill>
              <a:latin typeface="+mn-lt"/>
              <a:ea typeface="+mn-ea"/>
              <a:cs typeface="+mn-ea"/>
              <a:sym typeface="+mn-lt"/>
            </a:endParaRPr>
          </a:p>
        </p:txBody>
      </p:sp>
      <p:sp>
        <p:nvSpPr>
          <p:cNvPr id="50" name="Text Placeholder 33"/>
          <p:cNvSpPr txBox="1"/>
          <p:nvPr/>
        </p:nvSpPr>
        <p:spPr>
          <a:xfrm>
            <a:off x="2034540" y="2695575"/>
            <a:ext cx="2378075" cy="306705"/>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r>
              <a:rPr lang="zh-CN" altLang="en-US" sz="1400" dirty="0">
                <a:solidFill>
                  <a:schemeClr val="bg1"/>
                </a:solidFill>
                <a:latin typeface="+mn-lt"/>
                <a:ea typeface="+mn-ea"/>
                <a:cs typeface="+mn-ea"/>
                <a:sym typeface="+mn-lt"/>
              </a:rPr>
              <a:t>商业策略</a:t>
            </a:r>
            <a:endParaRPr lang="en-AU" altLang="zh-CN" sz="1400" dirty="0">
              <a:solidFill>
                <a:schemeClr val="bg1"/>
              </a:solidFill>
              <a:latin typeface="+mn-lt"/>
              <a:ea typeface="+mn-ea"/>
              <a:cs typeface="+mn-ea"/>
              <a:sym typeface="+mn-lt"/>
            </a:endParaRPr>
          </a:p>
        </p:txBody>
      </p:sp>
      <p:sp>
        <p:nvSpPr>
          <p:cNvPr id="53" name="Text Placeholder 33"/>
          <p:cNvSpPr txBox="1"/>
          <p:nvPr/>
        </p:nvSpPr>
        <p:spPr>
          <a:xfrm>
            <a:off x="2034540" y="1579245"/>
            <a:ext cx="2378075" cy="398780"/>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pPr algn="ctr"/>
            <a:r>
              <a:rPr lang="zh-CN" altLang="en-US" sz="2000" dirty="0">
                <a:solidFill>
                  <a:schemeClr val="bg1"/>
                </a:solidFill>
                <a:latin typeface="+mn-lt"/>
                <a:ea typeface="+mn-ea"/>
                <a:cs typeface="+mn-ea"/>
                <a:sym typeface="+mn-lt"/>
              </a:rPr>
              <a:t>时间复杂度</a:t>
            </a:r>
            <a:endParaRPr lang="zh-CN" altLang="en-US" sz="2000" dirty="0">
              <a:solidFill>
                <a:schemeClr val="bg1"/>
              </a:solidFill>
              <a:latin typeface="+mn-lt"/>
              <a:ea typeface="+mn-ea"/>
              <a:cs typeface="+mn-ea"/>
              <a:sym typeface="+mn-lt"/>
            </a:endParaRPr>
          </a:p>
        </p:txBody>
      </p:sp>
      <p:sp>
        <p:nvSpPr>
          <p:cNvPr id="3" name="文本框 2"/>
          <p:cNvSpPr txBox="1"/>
          <p:nvPr/>
        </p:nvSpPr>
        <p:spPr>
          <a:xfrm>
            <a:off x="1107440" y="2063115"/>
            <a:ext cx="3877945" cy="4246245"/>
          </a:xfrm>
          <a:prstGeom prst="rect">
            <a:avLst/>
          </a:prstGeom>
          <a:noFill/>
        </p:spPr>
        <p:txBody>
          <a:bodyPr wrap="square" rtlCol="0" anchor="t">
            <a:spAutoFit/>
          </a:bodyPr>
          <a:lstStyle/>
          <a:p>
            <a:pPr indent="0" algn="just" fontAlgn="auto">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希尔排序的关键字比较次数和数据元素的移动次数取决于增量的选择，目前还没有更好的选取增量序列的方法。</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Hibbard</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提出了一种增量序列</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en-US" altLang="zh-CN" sz="2000" kern="100" baseline="30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k</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-1,2</a:t>
            </a:r>
            <a:r>
              <a:rPr lang="en-US" altLang="zh-CN" sz="2000" kern="100" baseline="30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k-1</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-1,…,7,3,1}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，可以使时间复杂度达到</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O(n</a:t>
            </a:r>
            <a:r>
              <a:rPr lang="en-US" altLang="zh-CN" sz="2000" kern="100" baseline="30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3/2</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。需要注意的是，在增量序列中应没有除</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以外的公因子，并且最后一个增量值必须为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ym typeface="+mn-ea"/>
            </a:endParaRPr>
          </a:p>
        </p:txBody>
      </p:sp>
      <p:sp>
        <p:nvSpPr>
          <p:cNvPr id="5" name="文本框 4"/>
          <p:cNvSpPr txBox="1"/>
          <p:nvPr/>
        </p:nvSpPr>
        <p:spPr>
          <a:xfrm>
            <a:off x="7609840" y="2056765"/>
            <a:ext cx="3965575" cy="1014730"/>
          </a:xfrm>
          <a:prstGeom prst="rect">
            <a:avLst/>
          </a:prstGeom>
          <a:noFill/>
        </p:spPr>
        <p:txBody>
          <a:bodyPr wrap="square" rtlCol="0" anchor="t">
            <a:spAutoFit/>
          </a:bodyPr>
          <a:lstStyle/>
          <a:p>
            <a:pPr>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希尔排序仍只使用了一个额外的存储空间</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，其空间复杂度为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ym typeface="+mn-ea"/>
            </a:endParaRPr>
          </a:p>
        </p:txBody>
      </p:sp>
      <p:sp>
        <p:nvSpPr>
          <p:cNvPr id="9" name="文本框 8"/>
          <p:cNvSpPr txBox="1"/>
          <p:nvPr/>
        </p:nvSpPr>
        <p:spPr>
          <a:xfrm>
            <a:off x="7465695" y="4371340"/>
            <a:ext cx="4109720" cy="1938020"/>
          </a:xfrm>
          <a:prstGeom prst="rect">
            <a:avLst/>
          </a:prstGeom>
          <a:noFill/>
        </p:spPr>
        <p:txBody>
          <a:bodyPr wrap="square" rtlCol="0" anchor="t">
            <a:spAutoFit/>
          </a:bodyPr>
          <a:lstStyle/>
          <a:p>
            <a:pPr indent="0" algn="just" fontAlgn="auto">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希尔排序算法在比较过程中会错过关键字相等的数据元素的比较，算法不能控制稳定，因此希尔排序是一种不稳定的排序算法。</a:t>
            </a:r>
            <a:endParaRPr lang="zh-CN" altLang="zh-CN" sz="2000" dirty="0">
              <a:sym typeface="+mn-ea"/>
            </a:endParaRPr>
          </a:p>
        </p:txBody>
      </p:sp>
      <p:sp>
        <p:nvSpPr>
          <p:cNvPr id="7" name="Text Placeholder 33"/>
          <p:cNvSpPr txBox="1"/>
          <p:nvPr/>
        </p:nvSpPr>
        <p:spPr>
          <a:xfrm>
            <a:off x="8162925" y="1570990"/>
            <a:ext cx="2378075" cy="398780"/>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pPr algn="ctr"/>
            <a:r>
              <a:rPr lang="zh-CN" altLang="en-US" sz="2000" dirty="0">
                <a:solidFill>
                  <a:schemeClr val="bg1"/>
                </a:solidFill>
                <a:latin typeface="+mn-lt"/>
                <a:ea typeface="+mn-ea"/>
                <a:cs typeface="+mn-ea"/>
                <a:sym typeface="+mn-lt"/>
              </a:rPr>
              <a:t>空间复杂度</a:t>
            </a:r>
            <a:endParaRPr lang="zh-CN" altLang="en-US" sz="2000" dirty="0">
              <a:solidFill>
                <a:schemeClr val="bg1"/>
              </a:solidFill>
              <a:latin typeface="+mn-lt"/>
              <a:ea typeface="+mn-ea"/>
              <a:cs typeface="+mn-ea"/>
              <a:sym typeface="+mn-lt"/>
            </a:endParaRPr>
          </a:p>
        </p:txBody>
      </p:sp>
      <p:sp>
        <p:nvSpPr>
          <p:cNvPr id="11" name="Text Placeholder 33"/>
          <p:cNvSpPr txBox="1"/>
          <p:nvPr/>
        </p:nvSpPr>
        <p:spPr>
          <a:xfrm>
            <a:off x="8152130" y="3729990"/>
            <a:ext cx="2378075" cy="398780"/>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pPr algn="ctr"/>
            <a:r>
              <a:rPr lang="zh-CN" altLang="en-US" sz="2000" dirty="0">
                <a:solidFill>
                  <a:schemeClr val="bg1"/>
                </a:solidFill>
                <a:latin typeface="+mn-lt"/>
                <a:ea typeface="+mn-ea"/>
                <a:cs typeface="+mn-ea"/>
                <a:sym typeface="+mn-lt"/>
              </a:rPr>
              <a:t>算法</a:t>
            </a:r>
            <a:r>
              <a:rPr lang="zh-CN" altLang="en-US" sz="2000" dirty="0">
                <a:solidFill>
                  <a:schemeClr val="bg1"/>
                </a:solidFill>
                <a:latin typeface="+mn-lt"/>
                <a:ea typeface="+mn-ea"/>
                <a:cs typeface="+mn-ea"/>
                <a:sym typeface="+mn-lt"/>
              </a:rPr>
              <a:t>稳定性</a:t>
            </a:r>
            <a:endParaRPr lang="zh-CN" altLang="en-US" sz="2000" dirty="0">
              <a:solidFill>
                <a:schemeClr val="bg1"/>
              </a:solidFill>
              <a:latin typeface="+mn-lt"/>
              <a:ea typeface="+mn-ea"/>
              <a:cs typeface="+mn-ea"/>
              <a:sym typeface="+mn-lt"/>
            </a:endParaRPr>
          </a:p>
        </p:txBody>
      </p:sp>
    </p:spTree>
  </p:cSld>
  <p:clrMapOvr>
    <a:masterClrMapping/>
  </p:clrMapOvr>
  <p:transition>
    <p:cover dir="d"/>
  </p:transition>
  <p:timing>
    <p:tnLst>
      <p:par>
        <p:cTn id="1" dur="indefinite" restart="never" nodeType="tmRoot"/>
      </p:par>
    </p:tnLst>
    <p:bldLst>
      <p:bldP spid="24" grpId="0" bldLvl="0" animBg="1"/>
      <p:bldP spid="25" grpId="0" bldLvl="0" animBg="1"/>
      <p:bldP spid="26" grpId="0" bldLvl="0" animBg="1"/>
      <p:bldP spid="27" grpId="0" bldLvl="0" animBg="1"/>
      <p:bldP spid="28" grpId="0" bldLvl="0" animBg="1"/>
      <p:bldP spid="29"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三节</a:t>
            </a:r>
            <a:endParaRPr lang="zh-CN" altLang="en-US"/>
          </a:p>
        </p:txBody>
      </p:sp>
      <p:sp>
        <p:nvSpPr>
          <p:cNvPr id="3" name="文本占位符 2"/>
          <p:cNvSpPr>
            <a:spLocks noGrp="1"/>
          </p:cNvSpPr>
          <p:nvPr>
            <p:ph type="body" sz="quarter" idx="11"/>
          </p:nvPr>
        </p:nvSpPr>
        <p:spPr/>
        <p:txBody>
          <a:bodyPr/>
          <a:lstStyle/>
          <a:p>
            <a:r>
              <a:rPr lang="zh-CN" altLang="en-US" dirty="0">
                <a:sym typeface="+mn-ea"/>
              </a:rPr>
              <a:t>交换排序</a:t>
            </a:r>
            <a:endParaRPr lang="zh-CN" altLang="en-US"/>
          </a:p>
        </p:txBody>
      </p:sp>
      <p:sp>
        <p:nvSpPr>
          <p:cNvPr id="4" name="文本占位符 3"/>
          <p:cNvSpPr>
            <a:spLocks noGrp="1"/>
          </p:cNvSpPr>
          <p:nvPr>
            <p:ph type="body" sz="quarter" idx="12"/>
          </p:nvPr>
        </p:nvSpPr>
        <p:spPr>
          <a:xfrm>
            <a:off x="5308600" y="3622675"/>
            <a:ext cx="4435472" cy="1854200"/>
          </a:xfrm>
        </p:spPr>
        <p:txBody>
          <a:bodyPr/>
          <a:lstStyle/>
          <a:p>
            <a:r>
              <a:rPr lang="zh-CN" altLang="en-US"/>
              <a:t>冒泡排序</a:t>
            </a:r>
            <a:endParaRPr lang="zh-CN" altLang="en-US"/>
          </a:p>
          <a:p>
            <a:r>
              <a:rPr lang="zh-CN" altLang="en-US"/>
              <a:t>快速排序</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dirty="0"/>
              <a:t>3.1 </a:t>
            </a:r>
            <a:r>
              <a:rPr lang="zh-CN" altLang="en-US" sz="4400" dirty="0"/>
              <a:t>冒泡排序</a:t>
            </a:r>
            <a:endParaRPr lang="zh-CN" altLang="en-US" sz="4400" dirty="0"/>
          </a:p>
        </p:txBody>
      </p:sp>
      <p:sp>
        <p:nvSpPr>
          <p:cNvPr id="3" name="内容占位符 2"/>
          <p:cNvSpPr>
            <a:spLocks noGrp="1"/>
          </p:cNvSpPr>
          <p:nvPr>
            <p:ph idx="1"/>
          </p:nvPr>
        </p:nvSpPr>
        <p:spPr>
          <a:xfrm>
            <a:off x="5751195" y="1455420"/>
            <a:ext cx="5605145" cy="4689475"/>
          </a:xfrm>
        </p:spPr>
        <p:txBody>
          <a:bodyPr>
            <a:normAutofit fontScale="70000"/>
          </a:bodyPr>
          <a:lstStyle/>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冒泡排序算法的实现</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冒泡排序是两两比较待排序记录的关键字，如果次序相反则交换两个记录的位置，直到序列中的所有记录有序。若按升序排序，每趟将数据元素序列中的最大元素交换到最后的位置，就像气泡从水里冒出一样。其主要步骤如下：</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nSpc>
                <a:spcPct val="150000"/>
              </a:lnSpc>
            </a:pP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16" name="组合 15"/>
          <p:cNvGrpSpPr/>
          <p:nvPr/>
        </p:nvGrpSpPr>
        <p:grpSpPr>
          <a:xfrm>
            <a:off x="1418839" y="1342141"/>
            <a:ext cx="4159251" cy="3989917"/>
            <a:chOff x="3011488" y="1708150"/>
            <a:chExt cx="3119438" cy="2992438"/>
          </a:xfrm>
        </p:grpSpPr>
        <p:sp>
          <p:nvSpPr>
            <p:cNvPr id="17" name="AutoShape 3"/>
            <p:cNvSpPr>
              <a:spLocks noChangeAspect="1" noChangeArrowheads="1" noTextEdit="1"/>
            </p:cNvSpPr>
            <p:nvPr/>
          </p:nvSpPr>
          <p:spPr bwMode="auto">
            <a:xfrm>
              <a:off x="3019425" y="1708150"/>
              <a:ext cx="3105150" cy="2990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19" name="Freeform 5"/>
            <p:cNvSpPr/>
            <p:nvPr/>
          </p:nvSpPr>
          <p:spPr bwMode="auto">
            <a:xfrm>
              <a:off x="4249738" y="4478338"/>
              <a:ext cx="677863" cy="222250"/>
            </a:xfrm>
            <a:custGeom>
              <a:avLst/>
              <a:gdLst>
                <a:gd name="T0" fmla="*/ 466 w 466"/>
                <a:gd name="T1" fmla="*/ 0 h 153"/>
                <a:gd name="T2" fmla="*/ 233 w 466"/>
                <a:gd name="T3" fmla="*/ 153 h 153"/>
                <a:gd name="T4" fmla="*/ 0 w 466"/>
                <a:gd name="T5" fmla="*/ 0 h 153"/>
                <a:gd name="T6" fmla="*/ 466 w 466"/>
                <a:gd name="T7" fmla="*/ 0 h 153"/>
              </a:gdLst>
              <a:ahLst/>
              <a:cxnLst>
                <a:cxn ang="0">
                  <a:pos x="T0" y="T1"/>
                </a:cxn>
                <a:cxn ang="0">
                  <a:pos x="T2" y="T3"/>
                </a:cxn>
                <a:cxn ang="0">
                  <a:pos x="T4" y="T5"/>
                </a:cxn>
                <a:cxn ang="0">
                  <a:pos x="T6" y="T7"/>
                </a:cxn>
              </a:cxnLst>
              <a:rect l="0" t="0" r="r" b="b"/>
              <a:pathLst>
                <a:path w="466" h="153">
                  <a:moveTo>
                    <a:pt x="466" y="0"/>
                  </a:moveTo>
                  <a:cubicBezTo>
                    <a:pt x="466" y="84"/>
                    <a:pt x="362" y="153"/>
                    <a:pt x="233" y="153"/>
                  </a:cubicBezTo>
                  <a:cubicBezTo>
                    <a:pt x="104" y="153"/>
                    <a:pt x="0" y="84"/>
                    <a:pt x="0" y="0"/>
                  </a:cubicBezTo>
                  <a:cubicBezTo>
                    <a:pt x="230" y="0"/>
                    <a:pt x="227" y="0"/>
                    <a:pt x="466" y="0"/>
                  </a:cubicBezTo>
                  <a:close/>
                </a:path>
              </a:pathLst>
            </a:custGeom>
            <a:gradFill>
              <a:gsLst>
                <a:gs pos="0">
                  <a:srgbClr val="2C344B"/>
                </a:gs>
                <a:gs pos="100000">
                  <a:srgbClr val="21273E"/>
                </a:gs>
              </a:gsLst>
              <a:lin ang="0" scaled="0"/>
            </a:gra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20" name="Freeform 6"/>
            <p:cNvSpPr/>
            <p:nvPr/>
          </p:nvSpPr>
          <p:spPr bwMode="auto">
            <a:xfrm>
              <a:off x="5419725" y="3686175"/>
              <a:ext cx="501650" cy="369888"/>
            </a:xfrm>
            <a:custGeom>
              <a:avLst/>
              <a:gdLst>
                <a:gd name="T0" fmla="*/ 283 w 344"/>
                <a:gd name="T1" fmla="*/ 254 h 254"/>
                <a:gd name="T2" fmla="*/ 255 w 344"/>
                <a:gd name="T3" fmla="*/ 246 h 254"/>
                <a:gd name="T4" fmla="*/ 33 w 344"/>
                <a:gd name="T5" fmla="*/ 106 h 254"/>
                <a:gd name="T6" fmla="*/ 16 w 344"/>
                <a:gd name="T7" fmla="*/ 32 h 254"/>
                <a:gd name="T8" fmla="*/ 89 w 344"/>
                <a:gd name="T9" fmla="*/ 16 h 254"/>
                <a:gd name="T10" fmla="*/ 312 w 344"/>
                <a:gd name="T11" fmla="*/ 156 h 254"/>
                <a:gd name="T12" fmla="*/ 328 w 344"/>
                <a:gd name="T13" fmla="*/ 229 h 254"/>
                <a:gd name="T14" fmla="*/ 283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283" y="254"/>
                  </a:moveTo>
                  <a:cubicBezTo>
                    <a:pt x="274" y="254"/>
                    <a:pt x="264" y="251"/>
                    <a:pt x="255" y="246"/>
                  </a:cubicBezTo>
                  <a:cubicBezTo>
                    <a:pt x="33" y="106"/>
                    <a:pt x="33" y="106"/>
                    <a:pt x="33" y="106"/>
                  </a:cubicBezTo>
                  <a:cubicBezTo>
                    <a:pt x="8" y="90"/>
                    <a:pt x="0" y="57"/>
                    <a:pt x="16" y="32"/>
                  </a:cubicBezTo>
                  <a:cubicBezTo>
                    <a:pt x="31" y="8"/>
                    <a:pt x="64" y="0"/>
                    <a:pt x="89" y="16"/>
                  </a:cubicBezTo>
                  <a:cubicBezTo>
                    <a:pt x="312" y="156"/>
                    <a:pt x="312" y="156"/>
                    <a:pt x="312" y="156"/>
                  </a:cubicBezTo>
                  <a:cubicBezTo>
                    <a:pt x="337" y="171"/>
                    <a:pt x="344" y="204"/>
                    <a:pt x="328" y="229"/>
                  </a:cubicBezTo>
                  <a:cubicBezTo>
                    <a:pt x="318" y="245"/>
                    <a:pt x="301" y="254"/>
                    <a:pt x="283" y="25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1" name="Freeform 7"/>
            <p:cNvSpPr/>
            <p:nvPr/>
          </p:nvSpPr>
          <p:spPr bwMode="auto">
            <a:xfrm>
              <a:off x="5586413" y="2901950"/>
              <a:ext cx="544513" cy="238125"/>
            </a:xfrm>
            <a:custGeom>
              <a:avLst/>
              <a:gdLst>
                <a:gd name="T0" fmla="*/ 58 w 374"/>
                <a:gd name="T1" fmla="*/ 164 h 164"/>
                <a:gd name="T2" fmla="*/ 6 w 374"/>
                <a:gd name="T3" fmla="*/ 121 h 164"/>
                <a:gd name="T4" fmla="*/ 48 w 374"/>
                <a:gd name="T5" fmla="*/ 58 h 164"/>
                <a:gd name="T6" fmla="*/ 305 w 374"/>
                <a:gd name="T7" fmla="*/ 6 h 164"/>
                <a:gd name="T8" fmla="*/ 368 w 374"/>
                <a:gd name="T9" fmla="*/ 48 h 164"/>
                <a:gd name="T10" fmla="*/ 326 w 374"/>
                <a:gd name="T11" fmla="*/ 110 h 164"/>
                <a:gd name="T12" fmla="*/ 69 w 374"/>
                <a:gd name="T13" fmla="*/ 163 h 164"/>
                <a:gd name="T14" fmla="*/ 58 w 374"/>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4">
                  <a:moveTo>
                    <a:pt x="58" y="164"/>
                  </a:moveTo>
                  <a:cubicBezTo>
                    <a:pt x="33" y="164"/>
                    <a:pt x="11" y="146"/>
                    <a:pt x="6" y="121"/>
                  </a:cubicBezTo>
                  <a:cubicBezTo>
                    <a:pt x="0" y="92"/>
                    <a:pt x="19" y="64"/>
                    <a:pt x="48" y="58"/>
                  </a:cubicBezTo>
                  <a:cubicBezTo>
                    <a:pt x="305" y="6"/>
                    <a:pt x="305" y="6"/>
                    <a:pt x="305" y="6"/>
                  </a:cubicBezTo>
                  <a:cubicBezTo>
                    <a:pt x="334" y="0"/>
                    <a:pt x="362" y="19"/>
                    <a:pt x="368" y="48"/>
                  </a:cubicBezTo>
                  <a:cubicBezTo>
                    <a:pt x="374" y="76"/>
                    <a:pt x="355" y="105"/>
                    <a:pt x="326" y="110"/>
                  </a:cubicBezTo>
                  <a:cubicBezTo>
                    <a:pt x="69" y="163"/>
                    <a:pt x="69" y="163"/>
                    <a:pt x="69" y="163"/>
                  </a:cubicBezTo>
                  <a:cubicBezTo>
                    <a:pt x="65" y="163"/>
                    <a:pt x="62" y="164"/>
                    <a:pt x="58" y="16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2" name="Freeform 8"/>
            <p:cNvSpPr/>
            <p:nvPr/>
          </p:nvSpPr>
          <p:spPr bwMode="auto">
            <a:xfrm>
              <a:off x="5202238" y="1987550"/>
              <a:ext cx="387350" cy="484188"/>
            </a:xfrm>
            <a:custGeom>
              <a:avLst/>
              <a:gdLst>
                <a:gd name="T0" fmla="*/ 60 w 266"/>
                <a:gd name="T1" fmla="*/ 333 h 333"/>
                <a:gd name="T2" fmla="*/ 31 w 266"/>
                <a:gd name="T3" fmla="*/ 324 h 333"/>
                <a:gd name="T4" fmla="*/ 16 w 266"/>
                <a:gd name="T5" fmla="*/ 250 h 333"/>
                <a:gd name="T6" fmla="*/ 161 w 266"/>
                <a:gd name="T7" fmla="*/ 31 h 333"/>
                <a:gd name="T8" fmla="*/ 235 w 266"/>
                <a:gd name="T9" fmla="*/ 16 h 333"/>
                <a:gd name="T10" fmla="*/ 250 w 266"/>
                <a:gd name="T11" fmla="*/ 90 h 333"/>
                <a:gd name="T12" fmla="*/ 105 w 266"/>
                <a:gd name="T13" fmla="*/ 309 h 333"/>
                <a:gd name="T14" fmla="*/ 60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60" y="333"/>
                  </a:moveTo>
                  <a:cubicBezTo>
                    <a:pt x="50" y="333"/>
                    <a:pt x="40" y="330"/>
                    <a:pt x="31" y="324"/>
                  </a:cubicBezTo>
                  <a:cubicBezTo>
                    <a:pt x="6" y="307"/>
                    <a:pt x="0" y="274"/>
                    <a:pt x="16" y="250"/>
                  </a:cubicBezTo>
                  <a:cubicBezTo>
                    <a:pt x="161" y="31"/>
                    <a:pt x="161" y="31"/>
                    <a:pt x="161" y="31"/>
                  </a:cubicBezTo>
                  <a:cubicBezTo>
                    <a:pt x="178" y="6"/>
                    <a:pt x="211" y="0"/>
                    <a:pt x="235" y="16"/>
                  </a:cubicBezTo>
                  <a:cubicBezTo>
                    <a:pt x="260" y="32"/>
                    <a:pt x="266" y="65"/>
                    <a:pt x="250" y="90"/>
                  </a:cubicBezTo>
                  <a:cubicBezTo>
                    <a:pt x="105" y="309"/>
                    <a:pt x="105" y="309"/>
                    <a:pt x="105" y="309"/>
                  </a:cubicBezTo>
                  <a:cubicBezTo>
                    <a:pt x="94" y="324"/>
                    <a:pt x="77" y="333"/>
                    <a:pt x="60" y="33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3" name="Freeform 9"/>
            <p:cNvSpPr/>
            <p:nvPr/>
          </p:nvSpPr>
          <p:spPr bwMode="auto">
            <a:xfrm>
              <a:off x="4508500" y="1708150"/>
              <a:ext cx="158750" cy="538163"/>
            </a:xfrm>
            <a:custGeom>
              <a:avLst/>
              <a:gdLst>
                <a:gd name="T0" fmla="*/ 56 w 109"/>
                <a:gd name="T1" fmla="*/ 370 h 370"/>
                <a:gd name="T2" fmla="*/ 2 w 109"/>
                <a:gd name="T3" fmla="*/ 317 h 370"/>
                <a:gd name="T4" fmla="*/ 0 w 109"/>
                <a:gd name="T5" fmla="*/ 54 h 370"/>
                <a:gd name="T6" fmla="*/ 53 w 109"/>
                <a:gd name="T7" fmla="*/ 1 h 370"/>
                <a:gd name="T8" fmla="*/ 106 w 109"/>
                <a:gd name="T9" fmla="*/ 53 h 370"/>
                <a:gd name="T10" fmla="*/ 109 w 109"/>
                <a:gd name="T11" fmla="*/ 316 h 370"/>
                <a:gd name="T12" fmla="*/ 56 w 109"/>
                <a:gd name="T13" fmla="*/ 370 h 370"/>
                <a:gd name="T14" fmla="*/ 56 w 109"/>
                <a:gd name="T15" fmla="*/ 37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370">
                  <a:moveTo>
                    <a:pt x="56" y="370"/>
                  </a:moveTo>
                  <a:cubicBezTo>
                    <a:pt x="26" y="370"/>
                    <a:pt x="3" y="346"/>
                    <a:pt x="2" y="317"/>
                  </a:cubicBezTo>
                  <a:cubicBezTo>
                    <a:pt x="0" y="54"/>
                    <a:pt x="0" y="54"/>
                    <a:pt x="0" y="54"/>
                  </a:cubicBezTo>
                  <a:cubicBezTo>
                    <a:pt x="0" y="25"/>
                    <a:pt x="23" y="1"/>
                    <a:pt x="53" y="1"/>
                  </a:cubicBezTo>
                  <a:cubicBezTo>
                    <a:pt x="82" y="0"/>
                    <a:pt x="106" y="24"/>
                    <a:pt x="106" y="53"/>
                  </a:cubicBezTo>
                  <a:cubicBezTo>
                    <a:pt x="109" y="316"/>
                    <a:pt x="109" y="316"/>
                    <a:pt x="109" y="316"/>
                  </a:cubicBezTo>
                  <a:cubicBezTo>
                    <a:pt x="109" y="345"/>
                    <a:pt x="85" y="369"/>
                    <a:pt x="56" y="370"/>
                  </a:cubicBezTo>
                  <a:cubicBezTo>
                    <a:pt x="56" y="370"/>
                    <a:pt x="56" y="370"/>
                    <a:pt x="56" y="370"/>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4" name="Freeform 10"/>
            <p:cNvSpPr/>
            <p:nvPr/>
          </p:nvSpPr>
          <p:spPr bwMode="auto">
            <a:xfrm>
              <a:off x="3221038" y="3683000"/>
              <a:ext cx="500063" cy="369888"/>
            </a:xfrm>
            <a:custGeom>
              <a:avLst/>
              <a:gdLst>
                <a:gd name="T0" fmla="*/ 61 w 344"/>
                <a:gd name="T1" fmla="*/ 254 h 254"/>
                <a:gd name="T2" fmla="*/ 16 w 344"/>
                <a:gd name="T3" fmla="*/ 229 h 254"/>
                <a:gd name="T4" fmla="*/ 32 w 344"/>
                <a:gd name="T5" fmla="*/ 156 h 254"/>
                <a:gd name="T6" fmla="*/ 255 w 344"/>
                <a:gd name="T7" fmla="*/ 16 h 254"/>
                <a:gd name="T8" fmla="*/ 328 w 344"/>
                <a:gd name="T9" fmla="*/ 33 h 254"/>
                <a:gd name="T10" fmla="*/ 311 w 344"/>
                <a:gd name="T11" fmla="*/ 106 h 254"/>
                <a:gd name="T12" fmla="*/ 89 w 344"/>
                <a:gd name="T13" fmla="*/ 246 h 254"/>
                <a:gd name="T14" fmla="*/ 61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61" y="254"/>
                  </a:moveTo>
                  <a:cubicBezTo>
                    <a:pt x="43" y="254"/>
                    <a:pt x="26" y="245"/>
                    <a:pt x="16" y="229"/>
                  </a:cubicBezTo>
                  <a:cubicBezTo>
                    <a:pt x="0" y="205"/>
                    <a:pt x="7" y="172"/>
                    <a:pt x="32" y="156"/>
                  </a:cubicBezTo>
                  <a:cubicBezTo>
                    <a:pt x="255" y="16"/>
                    <a:pt x="255" y="16"/>
                    <a:pt x="255" y="16"/>
                  </a:cubicBezTo>
                  <a:cubicBezTo>
                    <a:pt x="280" y="0"/>
                    <a:pt x="312" y="8"/>
                    <a:pt x="328" y="33"/>
                  </a:cubicBezTo>
                  <a:cubicBezTo>
                    <a:pt x="344" y="58"/>
                    <a:pt x="336" y="90"/>
                    <a:pt x="311" y="106"/>
                  </a:cubicBezTo>
                  <a:cubicBezTo>
                    <a:pt x="89" y="246"/>
                    <a:pt x="89" y="246"/>
                    <a:pt x="89" y="246"/>
                  </a:cubicBezTo>
                  <a:cubicBezTo>
                    <a:pt x="80" y="252"/>
                    <a:pt x="70" y="254"/>
                    <a:pt x="61" y="25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5" name="Freeform 11"/>
            <p:cNvSpPr/>
            <p:nvPr/>
          </p:nvSpPr>
          <p:spPr bwMode="auto">
            <a:xfrm>
              <a:off x="3011488" y="2900363"/>
              <a:ext cx="544513" cy="236538"/>
            </a:xfrm>
            <a:custGeom>
              <a:avLst/>
              <a:gdLst>
                <a:gd name="T0" fmla="*/ 316 w 374"/>
                <a:gd name="T1" fmla="*/ 163 h 163"/>
                <a:gd name="T2" fmla="*/ 305 w 374"/>
                <a:gd name="T3" fmla="*/ 162 h 163"/>
                <a:gd name="T4" fmla="*/ 48 w 374"/>
                <a:gd name="T5" fmla="*/ 110 h 163"/>
                <a:gd name="T6" fmla="*/ 6 w 374"/>
                <a:gd name="T7" fmla="*/ 47 h 163"/>
                <a:gd name="T8" fmla="*/ 69 w 374"/>
                <a:gd name="T9" fmla="*/ 5 h 163"/>
                <a:gd name="T10" fmla="*/ 326 w 374"/>
                <a:gd name="T11" fmla="*/ 58 h 163"/>
                <a:gd name="T12" fmla="*/ 368 w 374"/>
                <a:gd name="T13" fmla="*/ 120 h 163"/>
                <a:gd name="T14" fmla="*/ 316 w 374"/>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3">
                  <a:moveTo>
                    <a:pt x="316" y="163"/>
                  </a:moveTo>
                  <a:cubicBezTo>
                    <a:pt x="312" y="163"/>
                    <a:pt x="309" y="163"/>
                    <a:pt x="305" y="162"/>
                  </a:cubicBezTo>
                  <a:cubicBezTo>
                    <a:pt x="48" y="110"/>
                    <a:pt x="48" y="110"/>
                    <a:pt x="48" y="110"/>
                  </a:cubicBezTo>
                  <a:cubicBezTo>
                    <a:pt x="19" y="104"/>
                    <a:pt x="0" y="76"/>
                    <a:pt x="6" y="47"/>
                  </a:cubicBezTo>
                  <a:cubicBezTo>
                    <a:pt x="12" y="18"/>
                    <a:pt x="40" y="0"/>
                    <a:pt x="69" y="5"/>
                  </a:cubicBezTo>
                  <a:cubicBezTo>
                    <a:pt x="326" y="58"/>
                    <a:pt x="326" y="58"/>
                    <a:pt x="326" y="58"/>
                  </a:cubicBezTo>
                  <a:cubicBezTo>
                    <a:pt x="355" y="64"/>
                    <a:pt x="374" y="92"/>
                    <a:pt x="368" y="120"/>
                  </a:cubicBezTo>
                  <a:cubicBezTo>
                    <a:pt x="363" y="146"/>
                    <a:pt x="341" y="163"/>
                    <a:pt x="316" y="16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6" name="Freeform 12"/>
            <p:cNvSpPr/>
            <p:nvPr/>
          </p:nvSpPr>
          <p:spPr bwMode="auto">
            <a:xfrm>
              <a:off x="3552825" y="1984375"/>
              <a:ext cx="387350" cy="485775"/>
            </a:xfrm>
            <a:custGeom>
              <a:avLst/>
              <a:gdLst>
                <a:gd name="T0" fmla="*/ 206 w 266"/>
                <a:gd name="T1" fmla="*/ 333 h 333"/>
                <a:gd name="T2" fmla="*/ 161 w 266"/>
                <a:gd name="T3" fmla="*/ 309 h 333"/>
                <a:gd name="T4" fmla="*/ 16 w 266"/>
                <a:gd name="T5" fmla="*/ 90 h 333"/>
                <a:gd name="T6" fmla="*/ 31 w 266"/>
                <a:gd name="T7" fmla="*/ 16 h 333"/>
                <a:gd name="T8" fmla="*/ 105 w 266"/>
                <a:gd name="T9" fmla="*/ 31 h 333"/>
                <a:gd name="T10" fmla="*/ 250 w 266"/>
                <a:gd name="T11" fmla="*/ 250 h 333"/>
                <a:gd name="T12" fmla="*/ 235 w 266"/>
                <a:gd name="T13" fmla="*/ 324 h 333"/>
                <a:gd name="T14" fmla="*/ 206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206" y="333"/>
                  </a:moveTo>
                  <a:cubicBezTo>
                    <a:pt x="188" y="333"/>
                    <a:pt x="172" y="325"/>
                    <a:pt x="161" y="309"/>
                  </a:cubicBezTo>
                  <a:cubicBezTo>
                    <a:pt x="16" y="90"/>
                    <a:pt x="16" y="90"/>
                    <a:pt x="16" y="90"/>
                  </a:cubicBezTo>
                  <a:cubicBezTo>
                    <a:pt x="0" y="66"/>
                    <a:pt x="6" y="33"/>
                    <a:pt x="31" y="16"/>
                  </a:cubicBezTo>
                  <a:cubicBezTo>
                    <a:pt x="55" y="0"/>
                    <a:pt x="88" y="7"/>
                    <a:pt x="105" y="31"/>
                  </a:cubicBezTo>
                  <a:cubicBezTo>
                    <a:pt x="250" y="250"/>
                    <a:pt x="250" y="250"/>
                    <a:pt x="250" y="250"/>
                  </a:cubicBezTo>
                  <a:cubicBezTo>
                    <a:pt x="266" y="275"/>
                    <a:pt x="260" y="308"/>
                    <a:pt x="235" y="324"/>
                  </a:cubicBezTo>
                  <a:cubicBezTo>
                    <a:pt x="226" y="330"/>
                    <a:pt x="216" y="333"/>
                    <a:pt x="206" y="33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7" name="Freeform 13"/>
            <p:cNvSpPr>
              <a:spLocks noEditPoints="1"/>
            </p:cNvSpPr>
            <p:nvPr/>
          </p:nvSpPr>
          <p:spPr bwMode="auto">
            <a:xfrm>
              <a:off x="3700463" y="2392363"/>
              <a:ext cx="1755775" cy="2144713"/>
            </a:xfrm>
            <a:custGeom>
              <a:avLst/>
              <a:gdLst>
                <a:gd name="T0" fmla="*/ 603 w 1206"/>
                <a:gd name="T1" fmla="*/ 0 h 1474"/>
                <a:gd name="T2" fmla="*/ 0 w 1206"/>
                <a:gd name="T3" fmla="*/ 603 h 1474"/>
                <a:gd name="T4" fmla="*/ 95 w 1206"/>
                <a:gd name="T5" fmla="*/ 928 h 1474"/>
                <a:gd name="T6" fmla="*/ 308 w 1206"/>
                <a:gd name="T7" fmla="*/ 1129 h 1474"/>
                <a:gd name="T8" fmla="*/ 308 w 1206"/>
                <a:gd name="T9" fmla="*/ 1329 h 1474"/>
                <a:gd name="T10" fmla="*/ 453 w 1206"/>
                <a:gd name="T11" fmla="*/ 1474 h 1474"/>
                <a:gd name="T12" fmla="*/ 769 w 1206"/>
                <a:gd name="T13" fmla="*/ 1474 h 1474"/>
                <a:gd name="T14" fmla="*/ 914 w 1206"/>
                <a:gd name="T15" fmla="*/ 1329 h 1474"/>
                <a:gd name="T16" fmla="*/ 914 w 1206"/>
                <a:gd name="T17" fmla="*/ 1120 h 1474"/>
                <a:gd name="T18" fmla="*/ 1206 w 1206"/>
                <a:gd name="T19" fmla="*/ 603 h 1474"/>
                <a:gd name="T20" fmla="*/ 603 w 1206"/>
                <a:gd name="T21" fmla="*/ 0 h 1474"/>
                <a:gd name="T22" fmla="*/ 827 w 1206"/>
                <a:gd name="T23" fmla="*/ 1032 h 1474"/>
                <a:gd name="T24" fmla="*/ 795 w 1206"/>
                <a:gd name="T25" fmla="*/ 1085 h 1474"/>
                <a:gd name="T26" fmla="*/ 795 w 1206"/>
                <a:gd name="T27" fmla="*/ 1133 h 1474"/>
                <a:gd name="T28" fmla="*/ 427 w 1206"/>
                <a:gd name="T29" fmla="*/ 1133 h 1474"/>
                <a:gd name="T30" fmla="*/ 427 w 1206"/>
                <a:gd name="T31" fmla="*/ 1093 h 1474"/>
                <a:gd name="T32" fmla="*/ 393 w 1206"/>
                <a:gd name="T33" fmla="*/ 1039 h 1474"/>
                <a:gd name="T34" fmla="*/ 119 w 1206"/>
                <a:gd name="T35" fmla="*/ 603 h 1474"/>
                <a:gd name="T36" fmla="*/ 603 w 1206"/>
                <a:gd name="T37" fmla="*/ 119 h 1474"/>
                <a:gd name="T38" fmla="*/ 1087 w 1206"/>
                <a:gd name="T39" fmla="*/ 603 h 1474"/>
                <a:gd name="T40" fmla="*/ 827 w 1206"/>
                <a:gd name="T41" fmla="*/ 1032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6" h="1474">
                  <a:moveTo>
                    <a:pt x="603" y="0"/>
                  </a:moveTo>
                  <a:cubicBezTo>
                    <a:pt x="271" y="0"/>
                    <a:pt x="0" y="271"/>
                    <a:pt x="0" y="603"/>
                  </a:cubicBezTo>
                  <a:cubicBezTo>
                    <a:pt x="0" y="719"/>
                    <a:pt x="33" y="831"/>
                    <a:pt x="95" y="928"/>
                  </a:cubicBezTo>
                  <a:cubicBezTo>
                    <a:pt x="149" y="1012"/>
                    <a:pt x="222" y="1081"/>
                    <a:pt x="308" y="1129"/>
                  </a:cubicBezTo>
                  <a:cubicBezTo>
                    <a:pt x="308" y="1329"/>
                    <a:pt x="308" y="1329"/>
                    <a:pt x="308" y="1329"/>
                  </a:cubicBezTo>
                  <a:cubicBezTo>
                    <a:pt x="308" y="1409"/>
                    <a:pt x="373" y="1474"/>
                    <a:pt x="453" y="1474"/>
                  </a:cubicBezTo>
                  <a:cubicBezTo>
                    <a:pt x="769" y="1474"/>
                    <a:pt x="769" y="1474"/>
                    <a:pt x="769" y="1474"/>
                  </a:cubicBezTo>
                  <a:cubicBezTo>
                    <a:pt x="849" y="1474"/>
                    <a:pt x="914" y="1409"/>
                    <a:pt x="914" y="1329"/>
                  </a:cubicBezTo>
                  <a:cubicBezTo>
                    <a:pt x="914" y="1120"/>
                    <a:pt x="914" y="1120"/>
                    <a:pt x="914" y="1120"/>
                  </a:cubicBezTo>
                  <a:cubicBezTo>
                    <a:pt x="1095" y="1011"/>
                    <a:pt x="1206" y="816"/>
                    <a:pt x="1206" y="603"/>
                  </a:cubicBezTo>
                  <a:cubicBezTo>
                    <a:pt x="1206" y="271"/>
                    <a:pt x="936" y="0"/>
                    <a:pt x="603" y="0"/>
                  </a:cubicBezTo>
                  <a:close/>
                  <a:moveTo>
                    <a:pt x="827" y="1032"/>
                  </a:moveTo>
                  <a:cubicBezTo>
                    <a:pt x="807" y="1042"/>
                    <a:pt x="795" y="1063"/>
                    <a:pt x="795" y="1085"/>
                  </a:cubicBezTo>
                  <a:cubicBezTo>
                    <a:pt x="795" y="1133"/>
                    <a:pt x="795" y="1133"/>
                    <a:pt x="795" y="1133"/>
                  </a:cubicBezTo>
                  <a:cubicBezTo>
                    <a:pt x="427" y="1133"/>
                    <a:pt x="427" y="1133"/>
                    <a:pt x="427" y="1133"/>
                  </a:cubicBezTo>
                  <a:cubicBezTo>
                    <a:pt x="427" y="1093"/>
                    <a:pt x="427" y="1093"/>
                    <a:pt x="427" y="1093"/>
                  </a:cubicBezTo>
                  <a:cubicBezTo>
                    <a:pt x="427" y="1070"/>
                    <a:pt x="414" y="1049"/>
                    <a:pt x="393" y="1039"/>
                  </a:cubicBezTo>
                  <a:cubicBezTo>
                    <a:pt x="227" y="959"/>
                    <a:pt x="119" y="788"/>
                    <a:pt x="119" y="603"/>
                  </a:cubicBezTo>
                  <a:cubicBezTo>
                    <a:pt x="119" y="336"/>
                    <a:pt x="336" y="119"/>
                    <a:pt x="603" y="119"/>
                  </a:cubicBezTo>
                  <a:cubicBezTo>
                    <a:pt x="870" y="119"/>
                    <a:pt x="1087" y="336"/>
                    <a:pt x="1087" y="603"/>
                  </a:cubicBezTo>
                  <a:cubicBezTo>
                    <a:pt x="1087" y="784"/>
                    <a:pt x="987" y="948"/>
                    <a:pt x="827" y="1032"/>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8" name="Oval 14"/>
            <p:cNvSpPr>
              <a:spLocks noChangeArrowheads="1"/>
            </p:cNvSpPr>
            <p:nvPr/>
          </p:nvSpPr>
          <p:spPr bwMode="auto">
            <a:xfrm>
              <a:off x="4041775" y="2713038"/>
              <a:ext cx="1122363" cy="1120775"/>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29" name="Oval 15"/>
            <p:cNvSpPr>
              <a:spLocks noChangeArrowheads="1"/>
            </p:cNvSpPr>
            <p:nvPr/>
          </p:nvSpPr>
          <p:spPr bwMode="auto">
            <a:xfrm>
              <a:off x="4152900" y="2824163"/>
              <a:ext cx="900113" cy="8985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30" name="Oval 16"/>
            <p:cNvSpPr>
              <a:spLocks noChangeArrowheads="1"/>
            </p:cNvSpPr>
            <p:nvPr/>
          </p:nvSpPr>
          <p:spPr bwMode="auto">
            <a:xfrm>
              <a:off x="4249738" y="2921000"/>
              <a:ext cx="708025" cy="706438"/>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74" name="Oval 17"/>
            <p:cNvSpPr>
              <a:spLocks noChangeArrowheads="1"/>
            </p:cNvSpPr>
            <p:nvPr/>
          </p:nvSpPr>
          <p:spPr bwMode="auto">
            <a:xfrm>
              <a:off x="4354513" y="3024188"/>
              <a:ext cx="498475" cy="49847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75" name="Oval 18"/>
            <p:cNvSpPr>
              <a:spLocks noChangeArrowheads="1"/>
            </p:cNvSpPr>
            <p:nvPr/>
          </p:nvSpPr>
          <p:spPr bwMode="auto">
            <a:xfrm>
              <a:off x="4448175" y="3116263"/>
              <a:ext cx="311150" cy="314325"/>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76" name="Oval 19"/>
            <p:cNvSpPr>
              <a:spLocks noChangeArrowheads="1"/>
            </p:cNvSpPr>
            <p:nvPr/>
          </p:nvSpPr>
          <p:spPr bwMode="auto">
            <a:xfrm>
              <a:off x="4545013" y="3216275"/>
              <a:ext cx="117475" cy="1158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77" name="Freeform 20"/>
            <p:cNvSpPr/>
            <p:nvPr/>
          </p:nvSpPr>
          <p:spPr bwMode="auto">
            <a:xfrm>
              <a:off x="4603750" y="2617788"/>
              <a:ext cx="661988" cy="663575"/>
            </a:xfrm>
            <a:custGeom>
              <a:avLst/>
              <a:gdLst>
                <a:gd name="T0" fmla="*/ 286 w 417"/>
                <a:gd name="T1" fmla="*/ 149 h 418"/>
                <a:gd name="T2" fmla="*/ 330 w 417"/>
                <a:gd name="T3" fmla="*/ 149 h 418"/>
                <a:gd name="T4" fmla="*/ 417 w 417"/>
                <a:gd name="T5" fmla="*/ 61 h 418"/>
                <a:gd name="T6" fmla="*/ 357 w 417"/>
                <a:gd name="T7" fmla="*/ 61 h 418"/>
                <a:gd name="T8" fmla="*/ 355 w 417"/>
                <a:gd name="T9" fmla="*/ 0 h 418"/>
                <a:gd name="T10" fmla="*/ 267 w 417"/>
                <a:gd name="T11" fmla="*/ 87 h 418"/>
                <a:gd name="T12" fmla="*/ 269 w 417"/>
                <a:gd name="T13" fmla="*/ 134 h 418"/>
                <a:gd name="T14" fmla="*/ 0 w 417"/>
                <a:gd name="T15" fmla="*/ 397 h 418"/>
                <a:gd name="T16" fmla="*/ 0 w 417"/>
                <a:gd name="T17" fmla="*/ 418 h 418"/>
                <a:gd name="T18" fmla="*/ 23 w 417"/>
                <a:gd name="T19" fmla="*/ 418 h 418"/>
                <a:gd name="T20" fmla="*/ 286 w 417"/>
                <a:gd name="T21" fmla="*/ 149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8">
                  <a:moveTo>
                    <a:pt x="286" y="149"/>
                  </a:moveTo>
                  <a:lnTo>
                    <a:pt x="330" y="149"/>
                  </a:lnTo>
                  <a:lnTo>
                    <a:pt x="417" y="61"/>
                  </a:lnTo>
                  <a:lnTo>
                    <a:pt x="357" y="61"/>
                  </a:lnTo>
                  <a:lnTo>
                    <a:pt x="355" y="0"/>
                  </a:lnTo>
                  <a:lnTo>
                    <a:pt x="267" y="87"/>
                  </a:lnTo>
                  <a:lnTo>
                    <a:pt x="269" y="134"/>
                  </a:lnTo>
                  <a:lnTo>
                    <a:pt x="0" y="397"/>
                  </a:lnTo>
                  <a:lnTo>
                    <a:pt x="0" y="418"/>
                  </a:lnTo>
                  <a:lnTo>
                    <a:pt x="23" y="418"/>
                  </a:lnTo>
                  <a:lnTo>
                    <a:pt x="286" y="149"/>
                  </a:lnTo>
                  <a:close/>
                </a:path>
              </a:pathLst>
            </a:cu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78" name="Freeform 21"/>
            <p:cNvSpPr/>
            <p:nvPr/>
          </p:nvSpPr>
          <p:spPr bwMode="auto">
            <a:xfrm>
              <a:off x="4603750" y="2617788"/>
              <a:ext cx="661988" cy="663575"/>
            </a:xfrm>
            <a:custGeom>
              <a:avLst/>
              <a:gdLst>
                <a:gd name="T0" fmla="*/ 286 w 417"/>
                <a:gd name="T1" fmla="*/ 149 h 418"/>
                <a:gd name="T2" fmla="*/ 330 w 417"/>
                <a:gd name="T3" fmla="*/ 149 h 418"/>
                <a:gd name="T4" fmla="*/ 417 w 417"/>
                <a:gd name="T5" fmla="*/ 61 h 418"/>
                <a:gd name="T6" fmla="*/ 357 w 417"/>
                <a:gd name="T7" fmla="*/ 61 h 418"/>
                <a:gd name="T8" fmla="*/ 355 w 417"/>
                <a:gd name="T9" fmla="*/ 0 h 418"/>
                <a:gd name="T10" fmla="*/ 267 w 417"/>
                <a:gd name="T11" fmla="*/ 87 h 418"/>
                <a:gd name="T12" fmla="*/ 269 w 417"/>
                <a:gd name="T13" fmla="*/ 134 h 418"/>
                <a:gd name="T14" fmla="*/ 0 w 417"/>
                <a:gd name="T15" fmla="*/ 397 h 418"/>
                <a:gd name="T16" fmla="*/ 0 w 417"/>
                <a:gd name="T17" fmla="*/ 418 h 418"/>
                <a:gd name="T18" fmla="*/ 23 w 417"/>
                <a:gd name="T19" fmla="*/ 418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8">
                  <a:moveTo>
                    <a:pt x="286" y="149"/>
                  </a:moveTo>
                  <a:lnTo>
                    <a:pt x="330" y="149"/>
                  </a:lnTo>
                  <a:lnTo>
                    <a:pt x="417" y="61"/>
                  </a:lnTo>
                  <a:lnTo>
                    <a:pt x="357" y="61"/>
                  </a:lnTo>
                  <a:lnTo>
                    <a:pt x="355" y="0"/>
                  </a:lnTo>
                  <a:lnTo>
                    <a:pt x="267" y="87"/>
                  </a:lnTo>
                  <a:lnTo>
                    <a:pt x="269" y="134"/>
                  </a:lnTo>
                  <a:lnTo>
                    <a:pt x="0" y="397"/>
                  </a:lnTo>
                  <a:lnTo>
                    <a:pt x="0" y="418"/>
                  </a:lnTo>
                  <a:lnTo>
                    <a:pt x="23" y="4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t>3.1 </a:t>
            </a:r>
            <a:r>
              <a:rPr lang="zh-CN" altLang="en-US"/>
              <a:t>冒泡排序</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文本框 3"/>
          <p:cNvSpPr txBox="1"/>
          <p:nvPr/>
        </p:nvSpPr>
        <p:spPr>
          <a:xfrm>
            <a:off x="633095" y="1186815"/>
            <a:ext cx="5614670" cy="4707890"/>
          </a:xfrm>
          <a:prstGeom prst="rect">
            <a:avLst/>
          </a:prstGeom>
          <a:noFill/>
        </p:spPr>
        <p:txBody>
          <a:bodyPr wrap="square" rtlCol="0">
            <a:spAutoFit/>
          </a:bodyPr>
          <a:p>
            <a:pPr indent="0" algn="l" fontAlgn="auto">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其主要步骤如下。</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l" fontAlgn="auto">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设交换次数</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k=1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marL="266700" indent="0" algn="l" fontAlgn="auto">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在常数为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的序列</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{a[0],a[1],…,a[n-1]}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中从头到尾比较</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a:t>
            </a:r>
            <a:r>
              <a:rPr lang="en-US" altLang="zh-CN" sz="2000"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和</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a[i+1]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，若</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a:t>
            </a:r>
            <a:r>
              <a:rPr lang="en-US" altLang="zh-CN" sz="2000"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].key&gt;a[i+1].key</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，则交换两个元素的位置，其中，</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0≤i&lt;n-</a:t>
            </a:r>
            <a:r>
              <a:rPr lang="en-US" altLang="zh-CN" sz="2000"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l" fontAlgn="auto">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(3) k</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增加</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l" fontAlgn="auto">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(4)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重复步骤</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，直到</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k=n-1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或者步骤</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中未发生交换为止。</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0" algn="l" fontAlgn="auto">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假设一组待排序的记录的关键字序列为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{2,23,18,56,78,70,45,36,72,34}</a:t>
            </a:r>
            <a:r>
              <a:rPr lang="en-US" altLang="zh-CN" sz="2000"/>
              <a:t> </a:t>
            </a:r>
            <a:endParaRPr lang="en-US" altLang="zh-CN" sz="200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90030" y="3175"/>
            <a:ext cx="5621655" cy="6851650"/>
          </a:xfrm>
          <a:prstGeom prst="rect">
            <a:avLst/>
          </a:prstGeom>
        </p:spPr>
      </p:pic>
      <p:pic>
        <p:nvPicPr>
          <p:cNvPr id="5" name="图片 4"/>
          <p:cNvPicPr>
            <a:picLocks noChangeAspect="1"/>
          </p:cNvPicPr>
          <p:nvPr/>
        </p:nvPicPr>
        <p:blipFill>
          <a:blip r:embed="rId2"/>
          <a:srcRect l="28748" t="2414" r="29766" b="15044"/>
          <a:stretch>
            <a:fillRect/>
          </a:stretch>
        </p:blipFill>
        <p:spPr>
          <a:xfrm>
            <a:off x="6902450" y="1186815"/>
            <a:ext cx="4953000" cy="37077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8" name="图片 7"/>
          <p:cNvPicPr>
            <a:picLocks noChangeAspect="1"/>
          </p:cNvPicPr>
          <p:nvPr/>
        </p:nvPicPr>
        <p:blipFill>
          <a:blip r:embed="rId1"/>
          <a:srcRect t="8174" r="757"/>
          <a:stretch>
            <a:fillRect/>
          </a:stretch>
        </p:blipFill>
        <p:spPr>
          <a:xfrm>
            <a:off x="1019810" y="1266825"/>
            <a:ext cx="10993120" cy="53549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50503"/>
            <a:ext cx="11833200" cy="700405"/>
          </a:xfrm>
        </p:spPr>
        <p:txBody>
          <a:bodyPr>
            <a:scene3d>
              <a:camera prst="orthographicFront"/>
              <a:lightRig rig="threePt" dir="t"/>
            </a:scene3d>
          </a:bodyPr>
          <a:lstStyle/>
          <a:p>
            <a:r>
              <a:rPr lang="en-US" altLang="zh-CN" dirty="0">
                <a:solidFill>
                  <a:srgbClr val="F88562"/>
                </a:solidFill>
                <a:effectLst>
                  <a:outerShdw blurRad="38100" dist="19050" dir="2700000" algn="tl" rotWithShape="0">
                    <a:schemeClr val="dk1">
                      <a:alpha val="40000"/>
                    </a:schemeClr>
                  </a:outerShdw>
                </a:effectLst>
                <a:sym typeface="+mn-ea"/>
              </a:rPr>
              <a:t>3.2 </a:t>
            </a:r>
            <a:r>
              <a:rPr lang="zh-CN" altLang="en-US" dirty="0">
                <a:solidFill>
                  <a:srgbClr val="F88562"/>
                </a:solidFill>
                <a:effectLst>
                  <a:outerShdw blurRad="38100" dist="19050" dir="2700000" algn="tl" rotWithShape="0">
                    <a:schemeClr val="dk1">
                      <a:alpha val="40000"/>
                    </a:schemeClr>
                  </a:outerShdw>
                </a:effectLst>
                <a:sym typeface="+mn-ea"/>
              </a:rPr>
              <a:t>快速排序</a:t>
            </a:r>
            <a:endParaRPr lang="zh-CN" altLang="en-US" dirty="0">
              <a:solidFill>
                <a:srgbClr val="F88562"/>
              </a:solidFill>
              <a:effectLst>
                <a:outerShdw blurRad="38100" dist="19050" dir="2700000" algn="tl" rotWithShape="0">
                  <a:schemeClr val="dk1">
                    <a:alpha val="40000"/>
                  </a:schemeClr>
                </a:outerShdw>
              </a:effectLst>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3" name="文本框 46"/>
          <p:cNvSpPr txBox="1"/>
          <p:nvPr/>
        </p:nvSpPr>
        <p:spPr>
          <a:xfrm>
            <a:off x="9052469" y="751643"/>
            <a:ext cx="1705263" cy="874508"/>
          </a:xfrm>
          <a:prstGeom prst="rect">
            <a:avLst/>
          </a:prstGeom>
          <a:noFill/>
          <a:ln w="6350">
            <a:noFill/>
          </a:ln>
        </p:spPr>
        <p:txBody>
          <a:bodyPr rot="0" spcFirstLastPara="0" vert="horz" wrap="square" lIns="91440" tIns="45720" rIns="91440" bIns="45720" numCol="1" spcCol="0" rtlCol="0" fromWordArt="0" anchor="ctr" anchorCtr="0" forceAA="0" compatLnSpc="1">
            <a:noAutofit/>
          </a:bodyPr>
          <a:lstStyle/>
          <a:p>
            <a:pPr indent="127000" algn="just">
              <a:spcAft>
                <a:spcPts val="0"/>
              </a:spcAft>
            </a:pPr>
            <a:r>
              <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rPr>
              <a:t>R</a:t>
            </a:r>
            <a:endPar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endParaRPr>
          </a:p>
        </p:txBody>
      </p:sp>
      <p:grpSp>
        <p:nvGrpSpPr>
          <p:cNvPr id="29" name="Group 1"/>
          <p:cNvGrpSpPr/>
          <p:nvPr/>
        </p:nvGrpSpPr>
        <p:grpSpPr>
          <a:xfrm>
            <a:off x="4471670" y="-80010"/>
            <a:ext cx="3512185" cy="5231130"/>
            <a:chOff x="7785346" y="-336252"/>
            <a:chExt cx="2935287" cy="6223000"/>
          </a:xfrm>
        </p:grpSpPr>
        <p:sp>
          <p:nvSpPr>
            <p:cNvPr id="30" name="Freeform: Shape 2"/>
            <p:cNvSpPr/>
            <p:nvPr/>
          </p:nvSpPr>
          <p:spPr bwMode="auto">
            <a:xfrm rot="10800000">
              <a:off x="8223495" y="2781597"/>
              <a:ext cx="1174751" cy="1339851"/>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lstStyle/>
            <a:p>
              <a:pPr algn="ctr"/>
            </a:p>
          </p:txBody>
        </p:sp>
        <p:sp>
          <p:nvSpPr>
            <p:cNvPr id="31" name="TextBox 3"/>
            <p:cNvSpPr txBox="1"/>
            <p:nvPr/>
          </p:nvSpPr>
          <p:spPr>
            <a:xfrm>
              <a:off x="8660481" y="3406425"/>
              <a:ext cx="441146" cy="369332"/>
            </a:xfrm>
            <a:prstGeom prst="rect">
              <a:avLst/>
            </a:prstGeom>
            <a:noFill/>
          </p:spPr>
          <p:txBody>
            <a:bodyPr wrap="none"/>
            <a:lstStyle/>
            <a:p>
              <a:pPr algn="ctr"/>
              <a:r>
                <a:rPr lang="id-ID" sz="2800" b="1">
                  <a:solidFill>
                    <a:schemeClr val="bg1"/>
                  </a:solidFill>
                </a:rPr>
                <a:t>01</a:t>
              </a:r>
              <a:endParaRPr lang="id-ID" sz="2800" b="1">
                <a:solidFill>
                  <a:schemeClr val="bg1"/>
                </a:solidFill>
              </a:endParaRPr>
            </a:p>
          </p:txBody>
        </p:sp>
        <p:sp>
          <p:nvSpPr>
            <p:cNvPr id="32" name="Freeform: Shape 4"/>
            <p:cNvSpPr/>
            <p:nvPr/>
          </p:nvSpPr>
          <p:spPr bwMode="auto">
            <a:xfrm rot="10800000">
              <a:off x="9269658" y="2781599"/>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lstStyle/>
            <a:p>
              <a:pPr algn="ctr"/>
            </a:p>
          </p:txBody>
        </p:sp>
        <p:sp>
          <p:nvSpPr>
            <p:cNvPr id="33" name="TextBox 5"/>
            <p:cNvSpPr txBox="1"/>
            <p:nvPr/>
          </p:nvSpPr>
          <p:spPr>
            <a:xfrm>
              <a:off x="9481017" y="3406427"/>
              <a:ext cx="441146" cy="369332"/>
            </a:xfrm>
            <a:prstGeom prst="rect">
              <a:avLst/>
            </a:prstGeom>
            <a:noFill/>
          </p:spPr>
          <p:txBody>
            <a:bodyPr wrap="none"/>
            <a:lstStyle/>
            <a:p>
              <a:pPr algn="ctr"/>
              <a:r>
                <a:rPr lang="id-ID" sz="2800" b="1">
                  <a:solidFill>
                    <a:schemeClr val="bg1"/>
                  </a:solidFill>
                </a:rPr>
                <a:t>02</a:t>
              </a:r>
              <a:endParaRPr lang="id-ID" sz="2800" b="1">
                <a:solidFill>
                  <a:schemeClr val="bg1"/>
                </a:solidFill>
              </a:endParaRPr>
            </a:p>
          </p:txBody>
        </p:sp>
        <p:sp>
          <p:nvSpPr>
            <p:cNvPr id="34" name="Freeform: Shape 6"/>
            <p:cNvSpPr/>
            <p:nvPr/>
          </p:nvSpPr>
          <p:spPr bwMode="auto">
            <a:xfrm rot="10800000">
              <a:off x="8152058" y="3992862"/>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rgbClr val="98B7BB"/>
            </a:solidFill>
            <a:ln>
              <a:noFill/>
            </a:ln>
          </p:spPr>
          <p:txBody>
            <a:bodyPr anchor="ctr"/>
            <a:lstStyle/>
            <a:p>
              <a:pPr algn="ctr"/>
            </a:p>
          </p:txBody>
        </p:sp>
        <p:sp>
          <p:nvSpPr>
            <p:cNvPr id="36" name="Freeform: Shape 8"/>
            <p:cNvSpPr/>
            <p:nvPr/>
          </p:nvSpPr>
          <p:spPr bwMode="auto">
            <a:xfrm rot="10800000">
              <a:off x="9095033" y="4165897"/>
              <a:ext cx="1260475" cy="1354139"/>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lstStyle/>
            <a:p>
              <a:pPr algn="ctr"/>
            </a:p>
          </p:txBody>
        </p:sp>
        <p:sp>
          <p:nvSpPr>
            <p:cNvPr id="37" name="TextBox 9"/>
            <p:cNvSpPr txBox="1"/>
            <p:nvPr/>
          </p:nvSpPr>
          <p:spPr>
            <a:xfrm>
              <a:off x="9040091" y="4658755"/>
              <a:ext cx="441146" cy="369332"/>
            </a:xfrm>
            <a:prstGeom prst="rect">
              <a:avLst/>
            </a:prstGeom>
            <a:noFill/>
          </p:spPr>
          <p:txBody>
            <a:bodyPr wrap="none"/>
            <a:lstStyle/>
            <a:p>
              <a:pPr algn="ctr"/>
              <a:r>
                <a:rPr lang="id-ID" sz="3200" b="1">
                  <a:solidFill>
                    <a:schemeClr val="bg1"/>
                  </a:solidFill>
                </a:rPr>
                <a:t>03</a:t>
              </a:r>
              <a:endParaRPr lang="id-ID" sz="3200" b="1">
                <a:solidFill>
                  <a:schemeClr val="bg1"/>
                </a:solidFill>
              </a:endParaRPr>
            </a:p>
          </p:txBody>
        </p:sp>
        <p:grpSp>
          <p:nvGrpSpPr>
            <p:cNvPr id="38" name="Group 10"/>
            <p:cNvGrpSpPr/>
            <p:nvPr/>
          </p:nvGrpSpPr>
          <p:grpSpPr>
            <a:xfrm>
              <a:off x="7785346" y="-336252"/>
              <a:ext cx="2935287" cy="6223000"/>
              <a:chOff x="7785345" y="-336252"/>
              <a:chExt cx="2935287" cy="6223000"/>
            </a:xfrm>
          </p:grpSpPr>
          <p:grpSp>
            <p:nvGrpSpPr>
              <p:cNvPr id="39" name="Group 11"/>
              <p:cNvGrpSpPr/>
              <p:nvPr/>
            </p:nvGrpSpPr>
            <p:grpSpPr>
              <a:xfrm>
                <a:off x="7785345" y="1117898"/>
                <a:ext cx="2935287" cy="4768850"/>
                <a:chOff x="4649788" y="967712"/>
                <a:chExt cx="2935287" cy="4768850"/>
              </a:xfrm>
              <a:solidFill>
                <a:schemeClr val="tx2"/>
              </a:solidFill>
            </p:grpSpPr>
            <p:sp>
              <p:nvSpPr>
                <p:cNvPr id="40" name="Freeform: Shape 13"/>
                <p:cNvSpPr/>
                <p:nvPr/>
              </p:nvSpPr>
              <p:spPr bwMode="auto">
                <a:xfrm rot="10800000">
                  <a:off x="4649788" y="2266287"/>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noFill/>
                </a:ln>
              </p:spPr>
              <p:txBody>
                <a:bodyPr anchor="ctr"/>
                <a:lstStyle/>
                <a:p>
                  <a:pPr algn="ctr"/>
                </a:p>
              </p:txBody>
            </p:sp>
            <p:sp>
              <p:nvSpPr>
                <p:cNvPr id="41" name="Freeform: Shape 14"/>
                <p:cNvSpPr/>
                <p:nvPr/>
              </p:nvSpPr>
              <p:spPr bwMode="auto">
                <a:xfrm rot="10800000">
                  <a:off x="5346701" y="967712"/>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noFill/>
                </a:ln>
              </p:spPr>
              <p:txBody>
                <a:bodyPr anchor="ctr"/>
                <a:lstStyle/>
                <a:p>
                  <a:pPr algn="ctr"/>
                </a:p>
              </p:txBody>
            </p:sp>
          </p:grpSp>
          <p:cxnSp>
            <p:nvCxnSpPr>
              <p:cNvPr id="42" name="Straight Connector 12"/>
              <p:cNvCxnSpPr/>
              <p:nvPr/>
            </p:nvCxnSpPr>
            <p:spPr>
              <a:xfrm>
                <a:off x="9214889" y="-336252"/>
                <a:ext cx="0" cy="166621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43" name="文本框 42"/>
          <p:cNvSpPr txBox="1"/>
          <p:nvPr/>
        </p:nvSpPr>
        <p:spPr>
          <a:xfrm>
            <a:off x="447675" y="1320800"/>
            <a:ext cx="4548505" cy="2168525"/>
          </a:xfrm>
          <a:prstGeom prst="rect">
            <a:avLst/>
          </a:prstGeom>
          <a:noFill/>
        </p:spPr>
        <p:txBody>
          <a:bodyPr wrap="square" rtlCol="0" anchor="t">
            <a:spAutoFit/>
          </a:bodyPr>
          <a:lstStyle/>
          <a:p>
            <a:pPr fontAlgn="auto">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快速排序是一种分区交换排序算法，是冒泡排序的改进，其采用了分治策略，将问题划分成若干个规模更小但和原问题相似的子问题，然后用递归方法解决这些子问题，最终将它们组合成原问题的解。</a:t>
            </a:r>
            <a:endParaRPr lang="zh-CN" altLang="en-US" dirty="0">
              <a:sym typeface="+mn-ea"/>
            </a:endParaRPr>
          </a:p>
        </p:txBody>
      </p:sp>
      <p:sp>
        <p:nvSpPr>
          <p:cNvPr id="44" name="文本框 43"/>
          <p:cNvSpPr txBox="1"/>
          <p:nvPr/>
        </p:nvSpPr>
        <p:spPr>
          <a:xfrm>
            <a:off x="7700010" y="1207770"/>
            <a:ext cx="4178935" cy="2168525"/>
          </a:xfrm>
          <a:prstGeom prst="rect">
            <a:avLst/>
          </a:prstGeom>
          <a:noFill/>
        </p:spPr>
        <p:txBody>
          <a:bodyPr wrap="square" rtlCol="0" anchor="t">
            <a:spAutoFit/>
          </a:bodyPr>
          <a:lstStyle/>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快速排序将要排序的序列分成独立的两个部分，其中一部分的关键字值都比另一部分的关键字值大，然后分别对这两个部分进行快速排序，排序过程递归进行，整个序列最终达到有序。</a:t>
            </a:r>
            <a:endParaRPr lang="zh-CN" altLang="zh-CN" dirty="0">
              <a:sym typeface="+mn-ea"/>
            </a:endParaRPr>
          </a:p>
        </p:txBody>
      </p:sp>
      <p:sp>
        <p:nvSpPr>
          <p:cNvPr id="45" name="文本框 44"/>
          <p:cNvSpPr txBox="1"/>
          <p:nvPr/>
        </p:nvSpPr>
        <p:spPr>
          <a:xfrm>
            <a:off x="1150620" y="5413375"/>
            <a:ext cx="9951720" cy="922020"/>
          </a:xfrm>
          <a:prstGeom prst="rect">
            <a:avLst/>
          </a:prstGeom>
          <a:noFill/>
        </p:spPr>
        <p:txBody>
          <a:bodyPr wrap="square" rtlCol="0" anchor="t">
            <a:spAutoFit/>
          </a:bodyPr>
          <a:lstStyle/>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独立的两个部分的划分方法为在序列中任意选取一条记录，然后将所有关键字值比它大的记录放到它的后面，将所有关键字值比它小的记录放到它的前面。这条记录叫支点。</a:t>
            </a:r>
            <a:endParaRPr lang="zh-CN" altLang="zh-CN" dirty="0">
              <a:sym typeface="+mn-ea"/>
            </a:endParaRPr>
          </a:p>
        </p:txBody>
      </p:sp>
      <p:grpSp>
        <p:nvGrpSpPr>
          <p:cNvPr id="108" name="组合 107"/>
          <p:cNvGrpSpPr/>
          <p:nvPr/>
        </p:nvGrpSpPr>
        <p:grpSpPr>
          <a:xfrm flipH="1">
            <a:off x="7030085" y="4396105"/>
            <a:ext cx="5080635" cy="800100"/>
            <a:chOff x="1355" y="4249"/>
            <a:chExt cx="9567" cy="2030"/>
          </a:xfrm>
        </p:grpSpPr>
        <p:grpSp>
          <p:nvGrpSpPr>
            <p:cNvPr id="46" name="Group 3"/>
            <p:cNvGrpSpPr/>
            <p:nvPr/>
          </p:nvGrpSpPr>
          <p:grpSpPr bwMode="auto">
            <a:xfrm rot="6300000">
              <a:off x="1641" y="4239"/>
              <a:ext cx="846" cy="1418"/>
              <a:chOff x="2761515" y="2286000"/>
              <a:chExt cx="1645174" cy="2760228"/>
            </a:xfrm>
            <a:solidFill>
              <a:schemeClr val="accent1"/>
            </a:solidFill>
          </p:grpSpPr>
          <p:sp>
            <p:nvSpPr>
              <p:cNvPr id="70" name="Oval 4"/>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Oval 5"/>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Oval 6"/>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Oval 7"/>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Oval 8"/>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Freeform: Shape 9"/>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47" name="Group 10"/>
            <p:cNvGrpSpPr/>
            <p:nvPr/>
          </p:nvGrpSpPr>
          <p:grpSpPr bwMode="auto">
            <a:xfrm rot="15300000" flipV="1">
              <a:off x="2343" y="4863"/>
              <a:ext cx="846" cy="1418"/>
              <a:chOff x="2761515" y="2286000"/>
              <a:chExt cx="1645174" cy="2760228"/>
            </a:xfrm>
            <a:solidFill>
              <a:schemeClr val="accent1">
                <a:lumMod val="75000"/>
              </a:schemeClr>
            </a:solidFill>
          </p:grpSpPr>
          <p:sp>
            <p:nvSpPr>
              <p:cNvPr id="64" name="Oval 11"/>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Oval 12"/>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Oval 13"/>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Oval 14"/>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Oval 15"/>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Freeform: Shape 16"/>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48" name="Group 17"/>
            <p:cNvGrpSpPr/>
            <p:nvPr/>
          </p:nvGrpSpPr>
          <p:grpSpPr bwMode="auto">
            <a:xfrm rot="6300000">
              <a:off x="3878" y="4212"/>
              <a:ext cx="922" cy="1547"/>
              <a:chOff x="2761515" y="2286000"/>
              <a:chExt cx="1645174" cy="2760228"/>
            </a:xfrm>
            <a:solidFill>
              <a:schemeClr val="accent2"/>
            </a:solidFill>
          </p:grpSpPr>
          <p:sp>
            <p:nvSpPr>
              <p:cNvPr id="58" name="Oval 18"/>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Oval 19"/>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Oval 20"/>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Oval 21"/>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Oval 22"/>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Freeform: Shape 23"/>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p>
            </p:txBody>
          </p:sp>
        </p:grpSp>
        <p:grpSp>
          <p:nvGrpSpPr>
            <p:cNvPr id="53" name="Group 24"/>
            <p:cNvGrpSpPr/>
            <p:nvPr/>
          </p:nvGrpSpPr>
          <p:grpSpPr bwMode="auto">
            <a:xfrm rot="15300000" flipV="1">
              <a:off x="4613" y="4773"/>
              <a:ext cx="922" cy="1547"/>
              <a:chOff x="2761515" y="2286000"/>
              <a:chExt cx="1645174" cy="2760228"/>
            </a:xfrm>
            <a:solidFill>
              <a:schemeClr val="accent2">
                <a:lumMod val="75000"/>
              </a:schemeClr>
            </a:solidFill>
          </p:grpSpPr>
          <p:sp>
            <p:nvSpPr>
              <p:cNvPr id="54" name="Oval 25"/>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Oval 26"/>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Oval 27"/>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Oval 28"/>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Oval 29"/>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Freeform: Shape 30"/>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80" name="Group 31"/>
            <p:cNvGrpSpPr/>
            <p:nvPr/>
          </p:nvGrpSpPr>
          <p:grpSpPr bwMode="auto">
            <a:xfrm rot="6300000">
              <a:off x="5951" y="3986"/>
              <a:ext cx="1031" cy="1730"/>
              <a:chOff x="2761515" y="2286000"/>
              <a:chExt cx="1645174" cy="2760228"/>
            </a:xfrm>
            <a:solidFill>
              <a:schemeClr val="accent3"/>
            </a:solidFill>
          </p:grpSpPr>
          <p:sp>
            <p:nvSpPr>
              <p:cNvPr id="81" name="Oval 32"/>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Oval 33"/>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Oval 34"/>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Oval 35"/>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Oval 36"/>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Freeform: Shape 37"/>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87" name="Group 38"/>
            <p:cNvGrpSpPr/>
            <p:nvPr/>
          </p:nvGrpSpPr>
          <p:grpSpPr bwMode="auto">
            <a:xfrm rot="15300000" flipV="1">
              <a:off x="6808" y="4747"/>
              <a:ext cx="1031" cy="1730"/>
              <a:chOff x="2761515" y="2286000"/>
              <a:chExt cx="1645174" cy="2760228"/>
            </a:xfrm>
            <a:solidFill>
              <a:schemeClr val="accent3">
                <a:lumMod val="75000"/>
              </a:schemeClr>
            </a:solidFill>
          </p:grpSpPr>
          <p:sp>
            <p:nvSpPr>
              <p:cNvPr id="88" name="Oval 39"/>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Oval 40"/>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Oval 41"/>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Oval 42"/>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Oval 43"/>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Freeform: Shape 44"/>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94" name="Group 45"/>
            <p:cNvGrpSpPr/>
            <p:nvPr/>
          </p:nvGrpSpPr>
          <p:grpSpPr bwMode="auto">
            <a:xfrm rot="6300000">
              <a:off x="8389" y="3854"/>
              <a:ext cx="1168" cy="1959"/>
              <a:chOff x="2761515" y="2286000"/>
              <a:chExt cx="1645174" cy="2760228"/>
            </a:xfrm>
            <a:solidFill>
              <a:schemeClr val="accent4"/>
            </a:solidFill>
          </p:grpSpPr>
          <p:sp>
            <p:nvSpPr>
              <p:cNvPr id="95" name="Oval 46"/>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Oval 47"/>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Oval 48"/>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Oval 49"/>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Oval 50"/>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Freeform: Shape 51"/>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01" name="Group 52"/>
            <p:cNvGrpSpPr/>
            <p:nvPr/>
          </p:nvGrpSpPr>
          <p:grpSpPr bwMode="auto">
            <a:xfrm rot="15300000" flipV="1">
              <a:off x="9359" y="4716"/>
              <a:ext cx="1168" cy="1959"/>
              <a:chOff x="2761515" y="2286000"/>
              <a:chExt cx="1645174" cy="2760228"/>
            </a:xfrm>
            <a:solidFill>
              <a:schemeClr val="accent4">
                <a:lumMod val="75000"/>
              </a:schemeClr>
            </a:solidFill>
          </p:grpSpPr>
          <p:sp>
            <p:nvSpPr>
              <p:cNvPr id="102" name="Oval 53"/>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Oval 54"/>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Oval 55"/>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Oval 56"/>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Oval 57"/>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Freeform: Shape 58"/>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grpSp>
        <p:nvGrpSpPr>
          <p:cNvPr id="49" name="组合 48"/>
          <p:cNvGrpSpPr/>
          <p:nvPr/>
        </p:nvGrpSpPr>
        <p:grpSpPr>
          <a:xfrm>
            <a:off x="201295" y="4330065"/>
            <a:ext cx="5431155" cy="913130"/>
            <a:chOff x="1355" y="4249"/>
            <a:chExt cx="9567" cy="2030"/>
          </a:xfrm>
        </p:grpSpPr>
        <p:grpSp>
          <p:nvGrpSpPr>
            <p:cNvPr id="50" name="Group 3"/>
            <p:cNvGrpSpPr/>
            <p:nvPr/>
          </p:nvGrpSpPr>
          <p:grpSpPr bwMode="auto">
            <a:xfrm rot="6300000">
              <a:off x="1641" y="4239"/>
              <a:ext cx="846" cy="1418"/>
              <a:chOff x="2761515" y="2286000"/>
              <a:chExt cx="1645174" cy="2760228"/>
            </a:xfrm>
            <a:solidFill>
              <a:schemeClr val="accent1"/>
            </a:solidFill>
          </p:grpSpPr>
          <p:sp>
            <p:nvSpPr>
              <p:cNvPr id="51" name="Oval 4"/>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Oval 5"/>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Oval 6"/>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Oval 7"/>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Oval 8"/>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Freeform: Shape 9"/>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11" name="Group 10"/>
            <p:cNvGrpSpPr/>
            <p:nvPr/>
          </p:nvGrpSpPr>
          <p:grpSpPr bwMode="auto">
            <a:xfrm rot="15300000" flipV="1">
              <a:off x="2343" y="4863"/>
              <a:ext cx="846" cy="1418"/>
              <a:chOff x="2761515" y="2286000"/>
              <a:chExt cx="1645174" cy="2760228"/>
            </a:xfrm>
            <a:solidFill>
              <a:schemeClr val="accent1">
                <a:lumMod val="75000"/>
              </a:schemeClr>
            </a:solidFill>
          </p:grpSpPr>
          <p:sp>
            <p:nvSpPr>
              <p:cNvPr id="112" name="Oval 11"/>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Oval 12"/>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Oval 13"/>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Oval 14"/>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Oval 15"/>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16"/>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18" name="Group 17"/>
            <p:cNvGrpSpPr/>
            <p:nvPr/>
          </p:nvGrpSpPr>
          <p:grpSpPr bwMode="auto">
            <a:xfrm rot="6300000">
              <a:off x="3878" y="4212"/>
              <a:ext cx="922" cy="1547"/>
              <a:chOff x="2761515" y="2286000"/>
              <a:chExt cx="1645174" cy="2760228"/>
            </a:xfrm>
            <a:solidFill>
              <a:schemeClr val="accent2"/>
            </a:solidFill>
          </p:grpSpPr>
          <p:sp>
            <p:nvSpPr>
              <p:cNvPr id="119" name="Oval 18"/>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Oval 19"/>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Oval 20"/>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Oval 21"/>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Oval 22"/>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Freeform: Shape 23"/>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p>
            </p:txBody>
          </p:sp>
        </p:grpSp>
        <p:grpSp>
          <p:nvGrpSpPr>
            <p:cNvPr id="125" name="Group 24"/>
            <p:cNvGrpSpPr/>
            <p:nvPr/>
          </p:nvGrpSpPr>
          <p:grpSpPr bwMode="auto">
            <a:xfrm rot="15300000" flipV="1">
              <a:off x="4613" y="4773"/>
              <a:ext cx="922" cy="1547"/>
              <a:chOff x="2761515" y="2286000"/>
              <a:chExt cx="1645174" cy="2760228"/>
            </a:xfrm>
            <a:solidFill>
              <a:schemeClr val="accent2">
                <a:lumMod val="75000"/>
              </a:schemeClr>
            </a:solidFill>
          </p:grpSpPr>
          <p:sp>
            <p:nvSpPr>
              <p:cNvPr id="126" name="Oval 25"/>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Oval 26"/>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Oval 27"/>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Oval 28"/>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Oval 29"/>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Freeform: Shape 30"/>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32" name="Group 31"/>
            <p:cNvGrpSpPr/>
            <p:nvPr/>
          </p:nvGrpSpPr>
          <p:grpSpPr bwMode="auto">
            <a:xfrm rot="6300000">
              <a:off x="5951" y="3986"/>
              <a:ext cx="1031" cy="1730"/>
              <a:chOff x="2761515" y="2286000"/>
              <a:chExt cx="1645174" cy="2760228"/>
            </a:xfrm>
            <a:solidFill>
              <a:schemeClr val="accent3"/>
            </a:solidFill>
          </p:grpSpPr>
          <p:sp>
            <p:nvSpPr>
              <p:cNvPr id="133" name="Oval 32"/>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Oval 33"/>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Oval 34"/>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Oval 35"/>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Oval 36"/>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Freeform: Shape 37"/>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39" name="Group 38"/>
            <p:cNvGrpSpPr/>
            <p:nvPr/>
          </p:nvGrpSpPr>
          <p:grpSpPr bwMode="auto">
            <a:xfrm rot="15300000" flipV="1">
              <a:off x="6808" y="4747"/>
              <a:ext cx="1031" cy="1730"/>
              <a:chOff x="2761515" y="2286000"/>
              <a:chExt cx="1645174" cy="2760228"/>
            </a:xfrm>
            <a:solidFill>
              <a:schemeClr val="accent3">
                <a:lumMod val="75000"/>
              </a:schemeClr>
            </a:solidFill>
          </p:grpSpPr>
          <p:sp>
            <p:nvSpPr>
              <p:cNvPr id="140" name="Oval 39"/>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Oval 40"/>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Oval 41"/>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Oval 42"/>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Oval 43"/>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44"/>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46" name="Group 45"/>
            <p:cNvGrpSpPr/>
            <p:nvPr/>
          </p:nvGrpSpPr>
          <p:grpSpPr bwMode="auto">
            <a:xfrm rot="6300000">
              <a:off x="8389" y="3854"/>
              <a:ext cx="1168" cy="1959"/>
              <a:chOff x="2761515" y="2286000"/>
              <a:chExt cx="1645174" cy="2760228"/>
            </a:xfrm>
            <a:solidFill>
              <a:schemeClr val="accent4"/>
            </a:solidFill>
          </p:grpSpPr>
          <p:sp>
            <p:nvSpPr>
              <p:cNvPr id="147" name="Oval 46"/>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Oval 47"/>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Oval 48"/>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Oval 49"/>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Oval 50"/>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Freeform: Shape 51"/>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53" name="Group 52"/>
            <p:cNvGrpSpPr/>
            <p:nvPr/>
          </p:nvGrpSpPr>
          <p:grpSpPr bwMode="auto">
            <a:xfrm rot="15300000" flipV="1">
              <a:off x="9359" y="4716"/>
              <a:ext cx="1168" cy="1959"/>
              <a:chOff x="2761515" y="2286000"/>
              <a:chExt cx="1645174" cy="2760228"/>
            </a:xfrm>
            <a:solidFill>
              <a:schemeClr val="accent4">
                <a:lumMod val="75000"/>
              </a:schemeClr>
            </a:solidFill>
          </p:grpSpPr>
          <p:sp>
            <p:nvSpPr>
              <p:cNvPr id="154" name="Oval 53"/>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Oval 54"/>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Oval 55"/>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Oval 56"/>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Oval 57"/>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Freeform: Shape 58"/>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spTree>
  </p:cSld>
  <p:clrMapOvr>
    <a:masterClrMapping/>
  </p:clrMapOvr>
  <p:transition>
    <p:cover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t>3.2 </a:t>
            </a:r>
            <a:r>
              <a:rPr lang="zh-CN" altLang="en-US"/>
              <a:t>快速排序</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文本框 3"/>
          <p:cNvSpPr txBox="1"/>
          <p:nvPr/>
        </p:nvSpPr>
        <p:spPr>
          <a:xfrm>
            <a:off x="310515" y="946785"/>
            <a:ext cx="5905500" cy="5908040"/>
          </a:xfrm>
          <a:prstGeom prst="rect">
            <a:avLst/>
          </a:prstGeom>
          <a:noFill/>
        </p:spPr>
        <p:txBody>
          <a:bodyPr wrap="square" rtlCol="0">
            <a:spAutoFit/>
          </a:bodyPr>
          <a:p>
            <a:pPr indent="0" algn="l" fontAlgn="auto">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其主要步骤如下。</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a:t>
            </a: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设置两个变量</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low</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high</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，分别表示待排序序列的起始下标和终止下标。</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设置变量</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p=list[low]</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(3)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从下标为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high</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的位置从后向前依次搜索，当找到第</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个比</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的关键字值小的记录时将该数据移动到下标为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low</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的位置上，</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low</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加</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(4)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从下标为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low</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的位置从前向后依次搜索，当找到第</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个比</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的关键字值大的记录时将该数据移动到下标为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high</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的位置上，</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high</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减</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(5)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重复步骤</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和</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(4)</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，直到</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high=low</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为止。</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(6) list[low]=p</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假设一组待排序的记录的关键字序列为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{45,53,18,36,72,30,48,93,15,36}</a:t>
            </a:r>
            <a:endParaRPr lang="en-US" altLang="zh-CN"/>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90030" y="3175"/>
            <a:ext cx="5621655" cy="6851650"/>
          </a:xfrm>
          <a:prstGeom prst="rect">
            <a:avLst/>
          </a:prstGeom>
        </p:spPr>
      </p:pic>
      <p:pic>
        <p:nvPicPr>
          <p:cNvPr id="8" name="图片 7"/>
          <p:cNvPicPr>
            <a:picLocks noChangeAspect="1"/>
          </p:cNvPicPr>
          <p:nvPr/>
        </p:nvPicPr>
        <p:blipFill>
          <a:blip r:embed="rId2"/>
          <a:stretch>
            <a:fillRect/>
          </a:stretch>
        </p:blipFill>
        <p:spPr>
          <a:xfrm>
            <a:off x="5859145" y="1061402"/>
            <a:ext cx="7084292" cy="505777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10" name="图片 9"/>
          <p:cNvPicPr>
            <a:picLocks noChangeAspect="1"/>
          </p:cNvPicPr>
          <p:nvPr/>
        </p:nvPicPr>
        <p:blipFill>
          <a:blip r:embed="rId1"/>
          <a:srcRect t="6400" r="1070"/>
          <a:stretch>
            <a:fillRect/>
          </a:stretch>
        </p:blipFill>
        <p:spPr>
          <a:xfrm>
            <a:off x="1837690" y="1172845"/>
            <a:ext cx="6315710" cy="53867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solidFill>
                  <a:schemeClr val="accent2"/>
                </a:solidFill>
                <a:sym typeface="+mn-ea"/>
              </a:rPr>
              <a:t>3.2 </a:t>
            </a:r>
            <a:r>
              <a:rPr lang="zh-CN" altLang="en-US">
                <a:solidFill>
                  <a:schemeClr val="accent2"/>
                </a:solidFill>
                <a:sym typeface="+mn-ea"/>
              </a:rPr>
              <a:t>算法性能分析</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2924175" y="1241425"/>
                <a:ext cx="9088755" cy="5114925"/>
              </a:xfrm>
            </p:spPr>
            <p:txBody>
              <a:bodyPr>
                <a:noAutofit/>
              </a:bodyPr>
              <a:p>
                <a:pPr indent="266700" algn="just">
                  <a:lnSpc>
                    <a:spcPct val="100000"/>
                  </a:lnSpc>
                </a:pP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快速排序的执行时间与数据元素序列的初始排列以及基准值的选取有关。在最坏情况下待排序序列基本有序，每次划分只能得到一个子序列，等同于冒泡排序，时间复杂度为</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O(n</a:t>
                </a:r>
                <a:r>
                  <a:rPr lang="en-US" altLang="zh-CN" sz="1700" kern="100" baseline="30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 在一般情况下，对于具有</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条记录的序列来说，一次划分需要进行</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次关键字的比较，其时间复杂度为</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O(n)</a:t>
                </a: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，设</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T(n)</a:t>
                </a: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为对其进行快速排序所需要的时间，可得： </a:t>
                </a:r>
                <a:endParaRPr lang="zh-CN" altLang="zh-CN" sz="17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gn="just">
                  <a:lnSpc>
                    <a:spcPct val="100000"/>
                  </a:lnSpc>
                </a:pPr>
                <a14:m>
                  <m:oMath xmlns:m="http://schemas.openxmlformats.org/officeDocument/2006/math">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T</m:t>
                    </m:r>
                    <m:d>
                      <m:d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n</m:t>
                        </m:r>
                      </m:e>
                    </m:d>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T</m:t>
                    </m:r>
                    <m:d>
                      <m:d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n</m:t>
                            </m:r>
                          </m:num>
                          <m:den>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den>
                        </m:f>
                      </m:e>
                    </m:d>
                  </m:oMath>
                </a14:m>
                <a:endParaRPr lang="zh-CN" altLang="zh-CN" sz="17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gn="just">
                  <a:lnSpc>
                    <a:spcPct val="100000"/>
                  </a:lnSpc>
                </a:pPr>
                <a14:m>
                  <m:oMath xmlns:m="http://schemas.openxmlformats.org/officeDocument/2006/math">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d>
                      <m:d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num>
                          <m:den>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den>
                        </m:f>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T</m:t>
                        </m:r>
                        <m:d>
                          <m:d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n</m:t>
                                </m:r>
                              </m:num>
                              <m:den>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4</m:t>
                                </m:r>
                              </m:den>
                            </m:f>
                          </m:e>
                        </m:d>
                      </m:e>
                    </m:d>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4</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f>
                      <m:f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n</m:t>
                        </m:r>
                      </m:num>
                      <m:den>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4</m:t>
                        </m:r>
                      </m:den>
                    </m:f>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oMath>
                </a14:m>
                <a:endParaRPr lang="zh-CN" altLang="zh-CN" sz="17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gn="just">
                  <a:lnSpc>
                    <a:spcPct val="100000"/>
                  </a:lnSpc>
                </a:pPr>
                <a14:m>
                  <m:oMath xmlns:m="http://schemas.openxmlformats.org/officeDocument/2006/math">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4</m:t>
                    </m:r>
                    <m:d>
                      <m:d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num>
                          <m:den>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4</m:t>
                            </m:r>
                          </m:den>
                        </m:f>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T</m:t>
                        </m:r>
                        <m:d>
                          <m:d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n</m:t>
                                </m:r>
                              </m:num>
                              <m:den>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8</m:t>
                                </m:r>
                              </m:den>
                            </m:f>
                          </m:e>
                        </m:d>
                      </m:e>
                    </m:d>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3</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8</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T</m:t>
                    </m:r>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f>
                      <m:f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n</m:t>
                        </m:r>
                      </m:num>
                      <m:den>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8</m:t>
                        </m:r>
                      </m:den>
                    </m:f>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oMath>
                </a14:m>
                <a:endParaRPr lang="zh-CN" altLang="zh-CN" sz="17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gn="just">
                  <a:lnSpc>
                    <a:spcPct val="100000"/>
                  </a:lnSpc>
                </a:pPr>
                <a14:m>
                  <m:oMath xmlns:m="http://schemas.openxmlformats.org/officeDocument/2006/math">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oMath>
                </a14:m>
                <a:endParaRPr lang="zh-CN" altLang="zh-CN" sz="17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gn="just">
                  <a:lnSpc>
                    <a:spcPct val="100000"/>
                  </a:lnSpc>
                </a:pPr>
                <a14:m>
                  <m:oMath xmlns:m="http://schemas.openxmlformats.org/officeDocument/2006/math">
                    <m: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cn</m:t>
                    </m:r>
                    <m:func>
                      <m:func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log</m:t>
                            </m:r>
                          </m:e>
                          <m:sub>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sub>
                        </m:sSub>
                      </m:fName>
                      <m:e>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e>
                    </m:func>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𝑛𝑇</m:t>
                    </m:r>
                    <m:d>
                      <m:d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e>
                    </m:d>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𝑂</m:t>
                    </m:r>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func>
                      <m:func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log</m:t>
                            </m:r>
                          </m:e>
                          <m:sub>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sub>
                        </m:sSub>
                      </m:fName>
                      <m:e>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e>
                    </m:func>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oMath>
                </a14:m>
                <a:endParaRPr lang="zh-CN" altLang="zh-CN" sz="17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00000"/>
                  </a:lnSpc>
                </a:pP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所以快速排序是内部排序中速度最快的，其时间复杂度为</a:t>
                </a:r>
                <a14:m>
                  <m:oMath xmlns:m="http://schemas.openxmlformats.org/officeDocument/2006/math">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𝑂</m:t>
                    </m:r>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func>
                      <m:func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700"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700"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log</m:t>
                            </m:r>
                          </m:e>
                          <m:sub>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sub>
                        </m:sSub>
                      </m:fName>
                      <m:e>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e>
                    </m:func>
                    <m:r>
                      <a:rPr lang="en-US" altLang="zh-CN" sz="1700"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oMath>
                </a14:m>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17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00000"/>
                  </a:lnSpc>
                </a:pP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快速排序的基准值的选择有许多方法，可以选取序列的中间值等，但由于数据元素序列的初始排列是随机的，不管如何选择基准值总会存在最坏情况。总之，当</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较大并且数据元素序列随机排列时快速排序是快速的； 当</a:t>
                </a:r>
                <a:r>
                  <a:rPr lang="en-US"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sz="17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很小或者基准值选取不合适时，快速排序较慢。</a:t>
                </a:r>
                <a:endParaRPr lang="zh-CN" altLang="en-US" sz="1700"/>
              </a:p>
              <a:p>
                <a:pPr>
                  <a:lnSpc>
                    <a:spcPct val="100000"/>
                  </a:lnSpc>
                </a:pPr>
                <a:endParaRPr lang="zh-CN" altLang="en-US" sz="50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2924175" y="1241425"/>
                <a:ext cx="9088755" cy="5114925"/>
              </a:xfrm>
              <a:blipFill rotWithShape="1">
                <a:blip r:embed="rId1"/>
                <a:stretch>
                  <a:fillRect/>
                </a:stretch>
              </a:blipFill>
            </p:spPr>
            <p:txBody>
              <a:bodyPr/>
              <a:lstStyle/>
              <a:p>
                <a:r>
                  <a:rPr lang="zh-CN" altLang="en-US">
                    <a:noFill/>
                  </a:rPr>
                  <a:t> </a:t>
                </a:r>
              </a:p>
            </p:txBody>
          </p:sp>
        </mc:Fallback>
      </mc:AlternateContent>
      <p:sp>
        <p:nvSpPr>
          <p:cNvPr id="4" name="内容占位符 3"/>
          <p:cNvSpPr>
            <a:spLocks noGrp="1"/>
          </p:cNvSpPr>
          <p:nvPr>
            <p:ph sz="half" idx="2"/>
          </p:nvPr>
        </p:nvSpPr>
        <p:spPr>
          <a:xfrm>
            <a:off x="533400" y="1241425"/>
            <a:ext cx="2884170" cy="3167380"/>
          </a:xfrm>
        </p:spPr>
        <p:txBody>
          <a:bodyPr/>
          <a:p>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时间复杂度</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9" name="组合 8"/>
          <p:cNvGrpSpPr/>
          <p:nvPr/>
        </p:nvGrpSpPr>
        <p:grpSpPr>
          <a:xfrm>
            <a:off x="1151890" y="5170805"/>
            <a:ext cx="991870" cy="887095"/>
            <a:chOff x="1020" y="7927"/>
            <a:chExt cx="1196" cy="1118"/>
          </a:xfrm>
        </p:grpSpPr>
        <p:grpSp>
          <p:nvGrpSpPr>
            <p:cNvPr id="28" name="组合 2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7927"/>
              <a:ext cx="1196" cy="1118"/>
              <a:chOff x="7242071" y="5103361"/>
              <a:chExt cx="688368" cy="688368"/>
            </a:xfrm>
          </p:grpSpPr>
          <p:sp>
            <p:nvSpPr>
              <p:cNvPr id="29" name="椭圆 28"/>
              <p:cNvSpPr/>
              <p:nvPr/>
            </p:nvSpPr>
            <p:spPr>
              <a:xfrm>
                <a:off x="7242071" y="510336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30" name="椭圆 29"/>
              <p:cNvSpPr/>
              <p:nvPr/>
            </p:nvSpPr>
            <p:spPr>
              <a:xfrm>
                <a:off x="7286625" y="5148946"/>
                <a:ext cx="608738" cy="608738"/>
              </a:xfrm>
              <a:prstGeom prst="ellipse">
                <a:avLst/>
              </a:prstGeom>
              <a:gradFill>
                <a:gsLst>
                  <a:gs pos="0">
                    <a:srgbClr val="2C344B"/>
                  </a:gs>
                  <a:gs pos="100000">
                    <a:srgbClr val="21273E"/>
                  </a:gs>
                </a:gsLst>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40" name="组合 3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321" y="8188"/>
              <a:ext cx="639" cy="595"/>
              <a:chOff x="5287964" y="2994026"/>
              <a:chExt cx="879475" cy="876300"/>
            </a:xfrm>
            <a:solidFill>
              <a:schemeClr val="bg1"/>
            </a:solidFill>
          </p:grpSpPr>
          <p:sp>
            <p:nvSpPr>
              <p:cNvPr id="41" name="Freeform 75"/>
              <p:cNvSpPr>
                <a:spLocks noEditPoints="1"/>
              </p:cNvSpPr>
              <p:nvPr/>
            </p:nvSpPr>
            <p:spPr bwMode="auto">
              <a:xfrm>
                <a:off x="5287964" y="3076576"/>
                <a:ext cx="796925" cy="793750"/>
              </a:xfrm>
              <a:custGeom>
                <a:avLst/>
                <a:gdLst>
                  <a:gd name="T0" fmla="*/ 105 w 211"/>
                  <a:gd name="T1" fmla="*/ 211 h 211"/>
                  <a:gd name="T2" fmla="*/ 211 w 211"/>
                  <a:gd name="T3" fmla="*/ 106 h 211"/>
                  <a:gd name="T4" fmla="*/ 198 w 211"/>
                  <a:gd name="T5" fmla="*/ 56 h 211"/>
                  <a:gd name="T6" fmla="*/ 196 w 211"/>
                  <a:gd name="T7" fmla="*/ 56 h 211"/>
                  <a:gd name="T8" fmla="*/ 194 w 211"/>
                  <a:gd name="T9" fmla="*/ 56 h 211"/>
                  <a:gd name="T10" fmla="*/ 181 w 211"/>
                  <a:gd name="T11" fmla="*/ 55 h 211"/>
                  <a:gd name="T12" fmla="*/ 171 w 211"/>
                  <a:gd name="T13" fmla="*/ 65 h 211"/>
                  <a:gd name="T14" fmla="*/ 183 w 211"/>
                  <a:gd name="T15" fmla="*/ 106 h 211"/>
                  <a:gd name="T16" fmla="*/ 105 w 211"/>
                  <a:gd name="T17" fmla="*/ 183 h 211"/>
                  <a:gd name="T18" fmla="*/ 28 w 211"/>
                  <a:gd name="T19" fmla="*/ 106 h 211"/>
                  <a:gd name="T20" fmla="*/ 105 w 211"/>
                  <a:gd name="T21" fmla="*/ 28 h 211"/>
                  <a:gd name="T22" fmla="*/ 146 w 211"/>
                  <a:gd name="T23" fmla="*/ 40 h 211"/>
                  <a:gd name="T24" fmla="*/ 155 w 211"/>
                  <a:gd name="T25" fmla="*/ 31 h 211"/>
                  <a:gd name="T26" fmla="*/ 154 w 211"/>
                  <a:gd name="T27" fmla="*/ 16 h 211"/>
                  <a:gd name="T28" fmla="*/ 154 w 211"/>
                  <a:gd name="T29" fmla="*/ 12 h 211"/>
                  <a:gd name="T30" fmla="*/ 105 w 211"/>
                  <a:gd name="T31" fmla="*/ 0 h 211"/>
                  <a:gd name="T32" fmla="*/ 0 w 211"/>
                  <a:gd name="T33" fmla="*/ 106 h 211"/>
                  <a:gd name="T34" fmla="*/ 105 w 211"/>
                  <a:gd name="T35" fmla="*/ 211 h 211"/>
                  <a:gd name="T36" fmla="*/ 105 w 211"/>
                  <a:gd name="T37" fmla="*/ 211 h 211"/>
                  <a:gd name="T38" fmla="*/ 105 w 211"/>
                  <a:gd name="T39"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1" h="211">
                    <a:moveTo>
                      <a:pt x="105" y="211"/>
                    </a:moveTo>
                    <a:cubicBezTo>
                      <a:pt x="164" y="211"/>
                      <a:pt x="211" y="164"/>
                      <a:pt x="211" y="106"/>
                    </a:cubicBezTo>
                    <a:cubicBezTo>
                      <a:pt x="211" y="88"/>
                      <a:pt x="206" y="71"/>
                      <a:pt x="198" y="56"/>
                    </a:cubicBezTo>
                    <a:cubicBezTo>
                      <a:pt x="198" y="56"/>
                      <a:pt x="197" y="56"/>
                      <a:pt x="196" y="56"/>
                    </a:cubicBezTo>
                    <a:cubicBezTo>
                      <a:pt x="195" y="56"/>
                      <a:pt x="195" y="56"/>
                      <a:pt x="194" y="56"/>
                    </a:cubicBezTo>
                    <a:cubicBezTo>
                      <a:pt x="181" y="55"/>
                      <a:pt x="181" y="55"/>
                      <a:pt x="181" y="55"/>
                    </a:cubicBezTo>
                    <a:cubicBezTo>
                      <a:pt x="171" y="65"/>
                      <a:pt x="171" y="65"/>
                      <a:pt x="171" y="65"/>
                    </a:cubicBezTo>
                    <a:cubicBezTo>
                      <a:pt x="179" y="77"/>
                      <a:pt x="183" y="91"/>
                      <a:pt x="183" y="106"/>
                    </a:cubicBezTo>
                    <a:cubicBezTo>
                      <a:pt x="183" y="149"/>
                      <a:pt x="148" y="183"/>
                      <a:pt x="105" y="183"/>
                    </a:cubicBezTo>
                    <a:cubicBezTo>
                      <a:pt x="62" y="183"/>
                      <a:pt x="28" y="149"/>
                      <a:pt x="28" y="106"/>
                    </a:cubicBezTo>
                    <a:cubicBezTo>
                      <a:pt x="28" y="63"/>
                      <a:pt x="62" y="28"/>
                      <a:pt x="105" y="28"/>
                    </a:cubicBezTo>
                    <a:cubicBezTo>
                      <a:pt x="120" y="28"/>
                      <a:pt x="134" y="32"/>
                      <a:pt x="146" y="40"/>
                    </a:cubicBezTo>
                    <a:cubicBezTo>
                      <a:pt x="155" y="31"/>
                      <a:pt x="155" y="31"/>
                      <a:pt x="155" y="31"/>
                    </a:cubicBezTo>
                    <a:cubicBezTo>
                      <a:pt x="154" y="16"/>
                      <a:pt x="154" y="16"/>
                      <a:pt x="154" y="16"/>
                    </a:cubicBezTo>
                    <a:cubicBezTo>
                      <a:pt x="154" y="14"/>
                      <a:pt x="154" y="13"/>
                      <a:pt x="154" y="12"/>
                    </a:cubicBezTo>
                    <a:cubicBezTo>
                      <a:pt x="139" y="5"/>
                      <a:pt x="123" y="0"/>
                      <a:pt x="105" y="0"/>
                    </a:cubicBezTo>
                    <a:cubicBezTo>
                      <a:pt x="47" y="0"/>
                      <a:pt x="0" y="48"/>
                      <a:pt x="0" y="106"/>
                    </a:cubicBezTo>
                    <a:cubicBezTo>
                      <a:pt x="0" y="164"/>
                      <a:pt x="47" y="211"/>
                      <a:pt x="105" y="211"/>
                    </a:cubicBezTo>
                    <a:close/>
                    <a:moveTo>
                      <a:pt x="105" y="211"/>
                    </a:moveTo>
                    <a:cubicBezTo>
                      <a:pt x="105" y="211"/>
                      <a:pt x="105" y="211"/>
                      <a:pt x="105" y="2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42" name="Freeform 76"/>
              <p:cNvSpPr>
                <a:spLocks noEditPoints="1"/>
              </p:cNvSpPr>
              <p:nvPr/>
            </p:nvSpPr>
            <p:spPr bwMode="auto">
              <a:xfrm>
                <a:off x="5487989" y="3279776"/>
                <a:ext cx="392113" cy="392113"/>
              </a:xfrm>
              <a:custGeom>
                <a:avLst/>
                <a:gdLst>
                  <a:gd name="T0" fmla="*/ 52 w 104"/>
                  <a:gd name="T1" fmla="*/ 25 h 104"/>
                  <a:gd name="T2" fmla="*/ 54 w 104"/>
                  <a:gd name="T3" fmla="*/ 25 h 104"/>
                  <a:gd name="T4" fmla="*/ 74 w 104"/>
                  <a:gd name="T5" fmla="*/ 5 h 104"/>
                  <a:gd name="T6" fmla="*/ 74 w 104"/>
                  <a:gd name="T7" fmla="*/ 5 h 104"/>
                  <a:gd name="T8" fmla="*/ 52 w 104"/>
                  <a:gd name="T9" fmla="*/ 0 h 104"/>
                  <a:gd name="T10" fmla="*/ 0 w 104"/>
                  <a:gd name="T11" fmla="*/ 52 h 104"/>
                  <a:gd name="T12" fmla="*/ 52 w 104"/>
                  <a:gd name="T13" fmla="*/ 104 h 104"/>
                  <a:gd name="T14" fmla="*/ 104 w 104"/>
                  <a:gd name="T15" fmla="*/ 52 h 104"/>
                  <a:gd name="T16" fmla="*/ 99 w 104"/>
                  <a:gd name="T17" fmla="*/ 30 h 104"/>
                  <a:gd name="T18" fmla="*/ 99 w 104"/>
                  <a:gd name="T19" fmla="*/ 30 h 104"/>
                  <a:gd name="T20" fmla="*/ 79 w 104"/>
                  <a:gd name="T21" fmla="*/ 50 h 104"/>
                  <a:gd name="T22" fmla="*/ 79 w 104"/>
                  <a:gd name="T23" fmla="*/ 52 h 104"/>
                  <a:gd name="T24" fmla="*/ 52 w 104"/>
                  <a:gd name="T25" fmla="*/ 79 h 104"/>
                  <a:gd name="T26" fmla="*/ 25 w 104"/>
                  <a:gd name="T27" fmla="*/ 52 h 104"/>
                  <a:gd name="T28" fmla="*/ 52 w 104"/>
                  <a:gd name="T29" fmla="*/ 25 h 104"/>
                  <a:gd name="T30" fmla="*/ 52 w 104"/>
                  <a:gd name="T31" fmla="*/ 25 h 104"/>
                  <a:gd name="T32" fmla="*/ 52 w 104"/>
                  <a:gd name="T33" fmla="*/ 2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4">
                    <a:moveTo>
                      <a:pt x="52" y="25"/>
                    </a:moveTo>
                    <a:cubicBezTo>
                      <a:pt x="53" y="25"/>
                      <a:pt x="54" y="25"/>
                      <a:pt x="54" y="25"/>
                    </a:cubicBezTo>
                    <a:cubicBezTo>
                      <a:pt x="74" y="5"/>
                      <a:pt x="74" y="5"/>
                      <a:pt x="74" y="5"/>
                    </a:cubicBezTo>
                    <a:cubicBezTo>
                      <a:pt x="74" y="5"/>
                      <a:pt x="74" y="5"/>
                      <a:pt x="74" y="5"/>
                    </a:cubicBezTo>
                    <a:cubicBezTo>
                      <a:pt x="68" y="2"/>
                      <a:pt x="60" y="0"/>
                      <a:pt x="52" y="0"/>
                    </a:cubicBezTo>
                    <a:cubicBezTo>
                      <a:pt x="24" y="0"/>
                      <a:pt x="0" y="23"/>
                      <a:pt x="0" y="52"/>
                    </a:cubicBezTo>
                    <a:cubicBezTo>
                      <a:pt x="0" y="81"/>
                      <a:pt x="24" y="104"/>
                      <a:pt x="52" y="104"/>
                    </a:cubicBezTo>
                    <a:cubicBezTo>
                      <a:pt x="81" y="104"/>
                      <a:pt x="104" y="81"/>
                      <a:pt x="104" y="52"/>
                    </a:cubicBezTo>
                    <a:cubicBezTo>
                      <a:pt x="104" y="44"/>
                      <a:pt x="102" y="37"/>
                      <a:pt x="99" y="30"/>
                    </a:cubicBezTo>
                    <a:cubicBezTo>
                      <a:pt x="99" y="30"/>
                      <a:pt x="99" y="30"/>
                      <a:pt x="99" y="30"/>
                    </a:cubicBezTo>
                    <a:cubicBezTo>
                      <a:pt x="79" y="50"/>
                      <a:pt x="79" y="50"/>
                      <a:pt x="79" y="50"/>
                    </a:cubicBezTo>
                    <a:cubicBezTo>
                      <a:pt x="79" y="50"/>
                      <a:pt x="79" y="51"/>
                      <a:pt x="79" y="52"/>
                    </a:cubicBezTo>
                    <a:cubicBezTo>
                      <a:pt x="79" y="67"/>
                      <a:pt x="67" y="79"/>
                      <a:pt x="52" y="79"/>
                    </a:cubicBezTo>
                    <a:cubicBezTo>
                      <a:pt x="37" y="79"/>
                      <a:pt x="25" y="67"/>
                      <a:pt x="25" y="52"/>
                    </a:cubicBezTo>
                    <a:cubicBezTo>
                      <a:pt x="25" y="37"/>
                      <a:pt x="37" y="25"/>
                      <a:pt x="52" y="25"/>
                    </a:cubicBezTo>
                    <a:close/>
                    <a:moveTo>
                      <a:pt x="52" y="25"/>
                    </a:moveTo>
                    <a:cubicBezTo>
                      <a:pt x="52" y="25"/>
                      <a:pt x="52" y="25"/>
                      <a:pt x="52"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43" name="Freeform 77"/>
              <p:cNvSpPr>
                <a:spLocks noEditPoints="1"/>
              </p:cNvSpPr>
              <p:nvPr/>
            </p:nvSpPr>
            <p:spPr bwMode="auto">
              <a:xfrm>
                <a:off x="5722939" y="2994026"/>
                <a:ext cx="444500" cy="441325"/>
              </a:xfrm>
              <a:custGeom>
                <a:avLst/>
                <a:gdLst>
                  <a:gd name="T0" fmla="*/ 99 w 118"/>
                  <a:gd name="T1" fmla="*/ 32 h 117"/>
                  <a:gd name="T2" fmla="*/ 105 w 118"/>
                  <a:gd name="T3" fmla="*/ 26 h 117"/>
                  <a:gd name="T4" fmla="*/ 105 w 118"/>
                  <a:gd name="T5" fmla="*/ 17 h 117"/>
                  <a:gd name="T6" fmla="*/ 101 w 118"/>
                  <a:gd name="T7" fmla="*/ 13 h 117"/>
                  <a:gd name="T8" fmla="*/ 96 w 118"/>
                  <a:gd name="T9" fmla="*/ 11 h 117"/>
                  <a:gd name="T10" fmla="*/ 92 w 118"/>
                  <a:gd name="T11" fmla="*/ 13 h 117"/>
                  <a:gd name="T12" fmla="*/ 85 w 118"/>
                  <a:gd name="T13" fmla="*/ 19 h 117"/>
                  <a:gd name="T14" fmla="*/ 84 w 118"/>
                  <a:gd name="T15" fmla="*/ 2 h 117"/>
                  <a:gd name="T16" fmla="*/ 82 w 118"/>
                  <a:gd name="T17" fmla="*/ 0 h 117"/>
                  <a:gd name="T18" fmla="*/ 80 w 118"/>
                  <a:gd name="T19" fmla="*/ 1 h 117"/>
                  <a:gd name="T20" fmla="*/ 54 w 118"/>
                  <a:gd name="T21" fmla="*/ 26 h 117"/>
                  <a:gd name="T22" fmla="*/ 51 w 118"/>
                  <a:gd name="T23" fmla="*/ 35 h 117"/>
                  <a:gd name="T24" fmla="*/ 51 w 118"/>
                  <a:gd name="T25" fmla="*/ 36 h 117"/>
                  <a:gd name="T26" fmla="*/ 52 w 118"/>
                  <a:gd name="T27" fmla="*/ 52 h 117"/>
                  <a:gd name="T28" fmla="*/ 43 w 118"/>
                  <a:gd name="T29" fmla="*/ 62 h 117"/>
                  <a:gd name="T30" fmla="*/ 26 w 118"/>
                  <a:gd name="T31" fmla="*/ 78 h 117"/>
                  <a:gd name="T32" fmla="*/ 26 w 118"/>
                  <a:gd name="T33" fmla="*/ 79 h 117"/>
                  <a:gd name="T34" fmla="*/ 10 w 118"/>
                  <a:gd name="T35" fmla="*/ 95 h 117"/>
                  <a:gd name="T36" fmla="*/ 2 w 118"/>
                  <a:gd name="T37" fmla="*/ 102 h 117"/>
                  <a:gd name="T38" fmla="*/ 1 w 118"/>
                  <a:gd name="T39" fmla="*/ 106 h 117"/>
                  <a:gd name="T40" fmla="*/ 0 w 118"/>
                  <a:gd name="T41" fmla="*/ 111 h 117"/>
                  <a:gd name="T42" fmla="*/ 6 w 118"/>
                  <a:gd name="T43" fmla="*/ 117 h 117"/>
                  <a:gd name="T44" fmla="*/ 6 w 118"/>
                  <a:gd name="T45" fmla="*/ 117 h 117"/>
                  <a:gd name="T46" fmla="*/ 12 w 118"/>
                  <a:gd name="T47" fmla="*/ 117 h 117"/>
                  <a:gd name="T48" fmla="*/ 16 w 118"/>
                  <a:gd name="T49" fmla="*/ 115 h 117"/>
                  <a:gd name="T50" fmla="*/ 66 w 118"/>
                  <a:gd name="T51" fmla="*/ 65 h 117"/>
                  <a:gd name="T52" fmla="*/ 81 w 118"/>
                  <a:gd name="T53" fmla="*/ 66 h 117"/>
                  <a:gd name="T54" fmla="*/ 82 w 118"/>
                  <a:gd name="T55" fmla="*/ 66 h 117"/>
                  <a:gd name="T56" fmla="*/ 83 w 118"/>
                  <a:gd name="T57" fmla="*/ 66 h 117"/>
                  <a:gd name="T58" fmla="*/ 91 w 118"/>
                  <a:gd name="T59" fmla="*/ 63 h 117"/>
                  <a:gd name="T60" fmla="*/ 116 w 118"/>
                  <a:gd name="T61" fmla="*/ 37 h 117"/>
                  <a:gd name="T62" fmla="*/ 115 w 118"/>
                  <a:gd name="T63" fmla="*/ 33 h 117"/>
                  <a:gd name="T64" fmla="*/ 99 w 118"/>
                  <a:gd name="T65" fmla="*/ 32 h 117"/>
                  <a:gd name="T66" fmla="*/ 99 w 118"/>
                  <a:gd name="T67" fmla="*/ 32 h 117"/>
                  <a:gd name="T68" fmla="*/ 99 w 118"/>
                  <a:gd name="T69" fmla="*/ 3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 h="117">
                    <a:moveTo>
                      <a:pt x="99" y="32"/>
                    </a:moveTo>
                    <a:cubicBezTo>
                      <a:pt x="105" y="26"/>
                      <a:pt x="105" y="26"/>
                      <a:pt x="105" y="26"/>
                    </a:cubicBezTo>
                    <a:cubicBezTo>
                      <a:pt x="108" y="24"/>
                      <a:pt x="108" y="20"/>
                      <a:pt x="105" y="17"/>
                    </a:cubicBezTo>
                    <a:cubicBezTo>
                      <a:pt x="101" y="13"/>
                      <a:pt x="101" y="13"/>
                      <a:pt x="101" y="13"/>
                    </a:cubicBezTo>
                    <a:cubicBezTo>
                      <a:pt x="100" y="12"/>
                      <a:pt x="98" y="11"/>
                      <a:pt x="96" y="11"/>
                    </a:cubicBezTo>
                    <a:cubicBezTo>
                      <a:pt x="95" y="11"/>
                      <a:pt x="93" y="12"/>
                      <a:pt x="92" y="13"/>
                    </a:cubicBezTo>
                    <a:cubicBezTo>
                      <a:pt x="85" y="19"/>
                      <a:pt x="85" y="19"/>
                      <a:pt x="85" y="19"/>
                    </a:cubicBezTo>
                    <a:cubicBezTo>
                      <a:pt x="84" y="2"/>
                      <a:pt x="84" y="2"/>
                      <a:pt x="84" y="2"/>
                    </a:cubicBezTo>
                    <a:cubicBezTo>
                      <a:pt x="84" y="1"/>
                      <a:pt x="83" y="0"/>
                      <a:pt x="82" y="0"/>
                    </a:cubicBezTo>
                    <a:cubicBezTo>
                      <a:pt x="81" y="0"/>
                      <a:pt x="80" y="0"/>
                      <a:pt x="80" y="1"/>
                    </a:cubicBezTo>
                    <a:cubicBezTo>
                      <a:pt x="54" y="26"/>
                      <a:pt x="54" y="26"/>
                      <a:pt x="54" y="26"/>
                    </a:cubicBezTo>
                    <a:cubicBezTo>
                      <a:pt x="52" y="29"/>
                      <a:pt x="51" y="32"/>
                      <a:pt x="51" y="35"/>
                    </a:cubicBezTo>
                    <a:cubicBezTo>
                      <a:pt x="51" y="36"/>
                      <a:pt x="51" y="36"/>
                      <a:pt x="51" y="36"/>
                    </a:cubicBezTo>
                    <a:cubicBezTo>
                      <a:pt x="52" y="52"/>
                      <a:pt x="52" y="52"/>
                      <a:pt x="52" y="52"/>
                    </a:cubicBezTo>
                    <a:cubicBezTo>
                      <a:pt x="43" y="62"/>
                      <a:pt x="43" y="62"/>
                      <a:pt x="43" y="62"/>
                    </a:cubicBezTo>
                    <a:cubicBezTo>
                      <a:pt x="26" y="78"/>
                      <a:pt x="26" y="78"/>
                      <a:pt x="26" y="78"/>
                    </a:cubicBezTo>
                    <a:cubicBezTo>
                      <a:pt x="26" y="79"/>
                      <a:pt x="26" y="79"/>
                      <a:pt x="26" y="79"/>
                    </a:cubicBezTo>
                    <a:cubicBezTo>
                      <a:pt x="10" y="95"/>
                      <a:pt x="10" y="95"/>
                      <a:pt x="10" y="95"/>
                    </a:cubicBezTo>
                    <a:cubicBezTo>
                      <a:pt x="2" y="102"/>
                      <a:pt x="2" y="102"/>
                      <a:pt x="2" y="102"/>
                    </a:cubicBezTo>
                    <a:cubicBezTo>
                      <a:pt x="1" y="103"/>
                      <a:pt x="1" y="104"/>
                      <a:pt x="1" y="106"/>
                    </a:cubicBezTo>
                    <a:cubicBezTo>
                      <a:pt x="0" y="111"/>
                      <a:pt x="0" y="111"/>
                      <a:pt x="0" y="111"/>
                    </a:cubicBezTo>
                    <a:cubicBezTo>
                      <a:pt x="0" y="115"/>
                      <a:pt x="3" y="117"/>
                      <a:pt x="6" y="117"/>
                    </a:cubicBezTo>
                    <a:cubicBezTo>
                      <a:pt x="6" y="117"/>
                      <a:pt x="6" y="117"/>
                      <a:pt x="6" y="117"/>
                    </a:cubicBezTo>
                    <a:cubicBezTo>
                      <a:pt x="12" y="117"/>
                      <a:pt x="12" y="117"/>
                      <a:pt x="12" y="117"/>
                    </a:cubicBezTo>
                    <a:cubicBezTo>
                      <a:pt x="14" y="117"/>
                      <a:pt x="15" y="116"/>
                      <a:pt x="16" y="115"/>
                    </a:cubicBezTo>
                    <a:cubicBezTo>
                      <a:pt x="66" y="65"/>
                      <a:pt x="66" y="65"/>
                      <a:pt x="66" y="65"/>
                    </a:cubicBezTo>
                    <a:cubicBezTo>
                      <a:pt x="81" y="66"/>
                      <a:pt x="81" y="66"/>
                      <a:pt x="81" y="66"/>
                    </a:cubicBezTo>
                    <a:cubicBezTo>
                      <a:pt x="82" y="66"/>
                      <a:pt x="82" y="66"/>
                      <a:pt x="82" y="66"/>
                    </a:cubicBezTo>
                    <a:cubicBezTo>
                      <a:pt x="82" y="66"/>
                      <a:pt x="82" y="66"/>
                      <a:pt x="83" y="66"/>
                    </a:cubicBezTo>
                    <a:cubicBezTo>
                      <a:pt x="86" y="66"/>
                      <a:pt x="89" y="65"/>
                      <a:pt x="91" y="63"/>
                    </a:cubicBezTo>
                    <a:cubicBezTo>
                      <a:pt x="116" y="37"/>
                      <a:pt x="116" y="37"/>
                      <a:pt x="116" y="37"/>
                    </a:cubicBezTo>
                    <a:cubicBezTo>
                      <a:pt x="118" y="36"/>
                      <a:pt x="117" y="33"/>
                      <a:pt x="115" y="33"/>
                    </a:cubicBezTo>
                    <a:lnTo>
                      <a:pt x="99" y="32"/>
                    </a:lnTo>
                    <a:close/>
                    <a:moveTo>
                      <a:pt x="99" y="32"/>
                    </a:moveTo>
                    <a:cubicBezTo>
                      <a:pt x="99" y="32"/>
                      <a:pt x="99" y="32"/>
                      <a:pt x="99"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grpSp>
        <p:nvGrpSpPr>
          <p:cNvPr id="6" name="组合 5"/>
          <p:cNvGrpSpPr/>
          <p:nvPr/>
        </p:nvGrpSpPr>
        <p:grpSpPr>
          <a:xfrm>
            <a:off x="1135380" y="1784350"/>
            <a:ext cx="1008380" cy="922655"/>
            <a:chOff x="1020" y="2594"/>
            <a:chExt cx="1196" cy="1118"/>
          </a:xfrm>
        </p:grpSpPr>
        <p:grpSp>
          <p:nvGrpSpPr>
            <p:cNvPr id="8" name="组合 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2594"/>
              <a:ext cx="1196" cy="1118"/>
              <a:chOff x="7242071" y="1820434"/>
              <a:chExt cx="688368" cy="688368"/>
            </a:xfrm>
          </p:grpSpPr>
          <p:sp>
            <p:nvSpPr>
              <p:cNvPr id="10" name="椭圆 9"/>
              <p:cNvSpPr/>
              <p:nvPr/>
            </p:nvSpPr>
            <p:spPr>
              <a:xfrm>
                <a:off x="7242071" y="1820434"/>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11" name="椭圆 10"/>
              <p:cNvSpPr/>
              <p:nvPr/>
            </p:nvSpPr>
            <p:spPr>
              <a:xfrm>
                <a:off x="7286625" y="1866019"/>
                <a:ext cx="608738" cy="608738"/>
              </a:xfrm>
              <a:prstGeom prst="ellipse">
                <a:avLst/>
              </a:prstGeom>
              <a:gradFill>
                <a:gsLst>
                  <a:gs pos="0">
                    <a:srgbClr val="2C344B"/>
                  </a:gs>
                  <a:gs pos="100000">
                    <a:srgbClr val="21273E"/>
                  </a:gs>
                </a:gsLst>
                <a:lin ang="5400000" scaled="1"/>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12" name="组合 11"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313" y="2858"/>
              <a:ext cx="642" cy="605"/>
              <a:chOff x="5216526" y="1358901"/>
              <a:chExt cx="566738" cy="571500"/>
            </a:xfrm>
            <a:solidFill>
              <a:schemeClr val="bg1"/>
            </a:solidFill>
          </p:grpSpPr>
          <p:sp>
            <p:nvSpPr>
              <p:cNvPr id="13" name="Freeform 78"/>
              <p:cNvSpPr/>
              <p:nvPr/>
            </p:nvSpPr>
            <p:spPr bwMode="auto">
              <a:xfrm>
                <a:off x="5416551" y="1562101"/>
                <a:ext cx="366713" cy="368300"/>
              </a:xfrm>
              <a:custGeom>
                <a:avLst/>
                <a:gdLst>
                  <a:gd name="T0" fmla="*/ 27 w 97"/>
                  <a:gd name="T1" fmla="*/ 26 h 98"/>
                  <a:gd name="T2" fmla="*/ 26 w 97"/>
                  <a:gd name="T3" fmla="*/ 27 h 98"/>
                  <a:gd name="T4" fmla="*/ 0 w 97"/>
                  <a:gd name="T5" fmla="*/ 90 h 98"/>
                  <a:gd name="T6" fmla="*/ 0 w 97"/>
                  <a:gd name="T7" fmla="*/ 91 h 98"/>
                  <a:gd name="T8" fmla="*/ 1 w 97"/>
                  <a:gd name="T9" fmla="*/ 93 h 98"/>
                  <a:gd name="T10" fmla="*/ 53 w 97"/>
                  <a:gd name="T11" fmla="*/ 89 h 98"/>
                  <a:gd name="T12" fmla="*/ 89 w 97"/>
                  <a:gd name="T13" fmla="*/ 51 h 98"/>
                  <a:gd name="T14" fmla="*/ 92 w 97"/>
                  <a:gd name="T15" fmla="*/ 2 h 98"/>
                  <a:gd name="T16" fmla="*/ 91 w 97"/>
                  <a:gd name="T17" fmla="*/ 1 h 98"/>
                  <a:gd name="T18" fmla="*/ 89 w 97"/>
                  <a:gd name="T19" fmla="*/ 1 h 98"/>
                  <a:gd name="T20" fmla="*/ 27 w 97"/>
                  <a:gd name="T21" fmla="*/ 2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98">
                    <a:moveTo>
                      <a:pt x="27" y="26"/>
                    </a:moveTo>
                    <a:cubicBezTo>
                      <a:pt x="26" y="26"/>
                      <a:pt x="26" y="27"/>
                      <a:pt x="26" y="27"/>
                    </a:cubicBezTo>
                    <a:cubicBezTo>
                      <a:pt x="0" y="90"/>
                      <a:pt x="0" y="90"/>
                      <a:pt x="0" y="90"/>
                    </a:cubicBezTo>
                    <a:cubicBezTo>
                      <a:pt x="0" y="90"/>
                      <a:pt x="0" y="91"/>
                      <a:pt x="0" y="91"/>
                    </a:cubicBezTo>
                    <a:cubicBezTo>
                      <a:pt x="0" y="92"/>
                      <a:pt x="1" y="92"/>
                      <a:pt x="1" y="93"/>
                    </a:cubicBezTo>
                    <a:cubicBezTo>
                      <a:pt x="19" y="98"/>
                      <a:pt x="37" y="96"/>
                      <a:pt x="53" y="89"/>
                    </a:cubicBezTo>
                    <a:cubicBezTo>
                      <a:pt x="70" y="81"/>
                      <a:pt x="82" y="67"/>
                      <a:pt x="89" y="51"/>
                    </a:cubicBezTo>
                    <a:cubicBezTo>
                      <a:pt x="96" y="35"/>
                      <a:pt x="97" y="18"/>
                      <a:pt x="92" y="2"/>
                    </a:cubicBezTo>
                    <a:cubicBezTo>
                      <a:pt x="92" y="2"/>
                      <a:pt x="92" y="1"/>
                      <a:pt x="91" y="1"/>
                    </a:cubicBezTo>
                    <a:cubicBezTo>
                      <a:pt x="90" y="0"/>
                      <a:pt x="90" y="0"/>
                      <a:pt x="89" y="1"/>
                    </a:cubicBezTo>
                    <a:lnTo>
                      <a:pt x="27"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15" name="Freeform 79"/>
              <p:cNvSpPr>
                <a:spLocks noEditPoints="1"/>
              </p:cNvSpPr>
              <p:nvPr/>
            </p:nvSpPr>
            <p:spPr bwMode="auto">
              <a:xfrm>
                <a:off x="5359401" y="1358901"/>
                <a:ext cx="385763" cy="263525"/>
              </a:xfrm>
              <a:custGeom>
                <a:avLst/>
                <a:gdLst>
                  <a:gd name="T0" fmla="*/ 41 w 102"/>
                  <a:gd name="T1" fmla="*/ 69 h 70"/>
                  <a:gd name="T2" fmla="*/ 100 w 102"/>
                  <a:gd name="T3" fmla="*/ 45 h 70"/>
                  <a:gd name="T4" fmla="*/ 101 w 102"/>
                  <a:gd name="T5" fmla="*/ 43 h 70"/>
                  <a:gd name="T6" fmla="*/ 101 w 102"/>
                  <a:gd name="T7" fmla="*/ 42 h 70"/>
                  <a:gd name="T8" fmla="*/ 65 w 102"/>
                  <a:gd name="T9" fmla="*/ 9 h 70"/>
                  <a:gd name="T10" fmla="*/ 1 w 102"/>
                  <a:gd name="T11" fmla="*/ 13 h 70"/>
                  <a:gd name="T12" fmla="*/ 0 w 102"/>
                  <a:gd name="T13" fmla="*/ 14 h 70"/>
                  <a:gd name="T14" fmla="*/ 0 w 102"/>
                  <a:gd name="T15" fmla="*/ 14 h 70"/>
                  <a:gd name="T16" fmla="*/ 0 w 102"/>
                  <a:gd name="T17" fmla="*/ 16 h 70"/>
                  <a:gd name="T18" fmla="*/ 38 w 102"/>
                  <a:gd name="T19" fmla="*/ 68 h 70"/>
                  <a:gd name="T20" fmla="*/ 41 w 102"/>
                  <a:gd name="T21" fmla="*/ 69 h 70"/>
                  <a:gd name="T22" fmla="*/ 43 w 102"/>
                  <a:gd name="T23" fmla="*/ 56 h 70"/>
                  <a:gd name="T24" fmla="*/ 16 w 102"/>
                  <a:gd name="T25" fmla="*/ 19 h 70"/>
                  <a:gd name="T26" fmla="*/ 32 w 102"/>
                  <a:gd name="T27" fmla="*/ 15 h 70"/>
                  <a:gd name="T28" fmla="*/ 61 w 102"/>
                  <a:gd name="T29" fmla="*/ 20 h 70"/>
                  <a:gd name="T30" fmla="*/ 79 w 102"/>
                  <a:gd name="T31" fmla="*/ 31 h 70"/>
                  <a:gd name="T32" fmla="*/ 85 w 102"/>
                  <a:gd name="T33" fmla="*/ 38 h 70"/>
                  <a:gd name="T34" fmla="*/ 43 w 102"/>
                  <a:gd name="T35" fmla="*/ 56 h 70"/>
                  <a:gd name="T36" fmla="*/ 43 w 102"/>
                  <a:gd name="T37" fmla="*/ 56 h 70"/>
                  <a:gd name="T38" fmla="*/ 43 w 102"/>
                  <a:gd name="T39" fmla="*/ 5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70">
                    <a:moveTo>
                      <a:pt x="41" y="69"/>
                    </a:moveTo>
                    <a:cubicBezTo>
                      <a:pt x="100" y="45"/>
                      <a:pt x="100" y="45"/>
                      <a:pt x="100" y="45"/>
                    </a:cubicBezTo>
                    <a:cubicBezTo>
                      <a:pt x="101" y="44"/>
                      <a:pt x="101" y="44"/>
                      <a:pt x="101" y="43"/>
                    </a:cubicBezTo>
                    <a:cubicBezTo>
                      <a:pt x="102" y="43"/>
                      <a:pt x="102" y="42"/>
                      <a:pt x="101" y="42"/>
                    </a:cubicBezTo>
                    <a:cubicBezTo>
                      <a:pt x="93" y="27"/>
                      <a:pt x="81" y="15"/>
                      <a:pt x="65" y="9"/>
                    </a:cubicBezTo>
                    <a:cubicBezTo>
                      <a:pt x="44" y="0"/>
                      <a:pt x="21" y="2"/>
                      <a:pt x="1" y="13"/>
                    </a:cubicBezTo>
                    <a:cubicBezTo>
                      <a:pt x="1" y="13"/>
                      <a:pt x="0" y="13"/>
                      <a:pt x="0" y="14"/>
                    </a:cubicBezTo>
                    <a:cubicBezTo>
                      <a:pt x="0" y="14"/>
                      <a:pt x="0" y="14"/>
                      <a:pt x="0" y="14"/>
                    </a:cubicBezTo>
                    <a:cubicBezTo>
                      <a:pt x="0" y="15"/>
                      <a:pt x="0" y="16"/>
                      <a:pt x="0" y="16"/>
                    </a:cubicBezTo>
                    <a:cubicBezTo>
                      <a:pt x="38" y="68"/>
                      <a:pt x="38" y="68"/>
                      <a:pt x="38" y="68"/>
                    </a:cubicBezTo>
                    <a:cubicBezTo>
                      <a:pt x="38" y="69"/>
                      <a:pt x="40" y="70"/>
                      <a:pt x="41" y="69"/>
                    </a:cubicBezTo>
                    <a:close/>
                    <a:moveTo>
                      <a:pt x="43" y="56"/>
                    </a:moveTo>
                    <a:cubicBezTo>
                      <a:pt x="16" y="19"/>
                      <a:pt x="16" y="19"/>
                      <a:pt x="16" y="19"/>
                    </a:cubicBezTo>
                    <a:cubicBezTo>
                      <a:pt x="22" y="17"/>
                      <a:pt x="27" y="16"/>
                      <a:pt x="32" y="15"/>
                    </a:cubicBezTo>
                    <a:cubicBezTo>
                      <a:pt x="42" y="14"/>
                      <a:pt x="52" y="16"/>
                      <a:pt x="61" y="20"/>
                    </a:cubicBezTo>
                    <a:cubicBezTo>
                      <a:pt x="67" y="23"/>
                      <a:pt x="74" y="26"/>
                      <a:pt x="79" y="31"/>
                    </a:cubicBezTo>
                    <a:cubicBezTo>
                      <a:pt x="81" y="34"/>
                      <a:pt x="83" y="36"/>
                      <a:pt x="85" y="38"/>
                    </a:cubicBezTo>
                    <a:lnTo>
                      <a:pt x="43" y="56"/>
                    </a:lnTo>
                    <a:close/>
                    <a:moveTo>
                      <a:pt x="43" y="56"/>
                    </a:moveTo>
                    <a:cubicBezTo>
                      <a:pt x="43" y="56"/>
                      <a:pt x="43" y="56"/>
                      <a:pt x="43" y="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16" name="Freeform 80"/>
              <p:cNvSpPr>
                <a:spLocks noEditPoints="1"/>
              </p:cNvSpPr>
              <p:nvPr/>
            </p:nvSpPr>
            <p:spPr bwMode="auto">
              <a:xfrm>
                <a:off x="5216526" y="1438276"/>
                <a:ext cx="260350" cy="450850"/>
              </a:xfrm>
              <a:custGeom>
                <a:avLst/>
                <a:gdLst>
                  <a:gd name="T0" fmla="*/ 43 w 69"/>
                  <a:gd name="T1" fmla="*/ 118 h 120"/>
                  <a:gd name="T2" fmla="*/ 68 w 69"/>
                  <a:gd name="T3" fmla="*/ 57 h 120"/>
                  <a:gd name="T4" fmla="*/ 68 w 69"/>
                  <a:gd name="T5" fmla="*/ 55 h 120"/>
                  <a:gd name="T6" fmla="*/ 29 w 69"/>
                  <a:gd name="T7" fmla="*/ 1 h 120"/>
                  <a:gd name="T8" fmla="*/ 28 w 69"/>
                  <a:gd name="T9" fmla="*/ 0 h 120"/>
                  <a:gd name="T10" fmla="*/ 26 w 69"/>
                  <a:gd name="T11" fmla="*/ 1 h 120"/>
                  <a:gd name="T12" fmla="*/ 8 w 69"/>
                  <a:gd name="T13" fmla="*/ 27 h 120"/>
                  <a:gd name="T14" fmla="*/ 6 w 69"/>
                  <a:gd name="T15" fmla="*/ 80 h 120"/>
                  <a:gd name="T16" fmla="*/ 40 w 69"/>
                  <a:gd name="T17" fmla="*/ 119 h 120"/>
                  <a:gd name="T18" fmla="*/ 42 w 69"/>
                  <a:gd name="T19" fmla="*/ 120 h 120"/>
                  <a:gd name="T20" fmla="*/ 43 w 69"/>
                  <a:gd name="T21" fmla="*/ 118 h 120"/>
                  <a:gd name="T22" fmla="*/ 43 w 69"/>
                  <a:gd name="T23" fmla="*/ 118 h 120"/>
                  <a:gd name="T24" fmla="*/ 43 w 69"/>
                  <a:gd name="T25" fmla="*/ 11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120">
                    <a:moveTo>
                      <a:pt x="43" y="118"/>
                    </a:moveTo>
                    <a:cubicBezTo>
                      <a:pt x="68" y="57"/>
                      <a:pt x="68" y="57"/>
                      <a:pt x="68" y="57"/>
                    </a:cubicBezTo>
                    <a:cubicBezTo>
                      <a:pt x="69" y="57"/>
                      <a:pt x="69" y="56"/>
                      <a:pt x="68" y="55"/>
                    </a:cubicBezTo>
                    <a:cubicBezTo>
                      <a:pt x="29" y="1"/>
                      <a:pt x="29" y="1"/>
                      <a:pt x="29" y="1"/>
                    </a:cubicBezTo>
                    <a:cubicBezTo>
                      <a:pt x="29" y="1"/>
                      <a:pt x="29" y="1"/>
                      <a:pt x="28" y="0"/>
                    </a:cubicBezTo>
                    <a:cubicBezTo>
                      <a:pt x="27" y="0"/>
                      <a:pt x="27" y="1"/>
                      <a:pt x="26" y="1"/>
                    </a:cubicBezTo>
                    <a:cubicBezTo>
                      <a:pt x="18" y="8"/>
                      <a:pt x="12" y="17"/>
                      <a:pt x="8" y="27"/>
                    </a:cubicBezTo>
                    <a:cubicBezTo>
                      <a:pt x="1" y="44"/>
                      <a:pt x="0" y="63"/>
                      <a:pt x="6" y="80"/>
                    </a:cubicBezTo>
                    <a:cubicBezTo>
                      <a:pt x="12" y="97"/>
                      <a:pt x="24" y="111"/>
                      <a:pt x="40" y="119"/>
                    </a:cubicBezTo>
                    <a:cubicBezTo>
                      <a:pt x="40" y="120"/>
                      <a:pt x="41" y="120"/>
                      <a:pt x="42" y="120"/>
                    </a:cubicBezTo>
                    <a:cubicBezTo>
                      <a:pt x="42" y="119"/>
                      <a:pt x="43" y="119"/>
                      <a:pt x="43" y="118"/>
                    </a:cubicBezTo>
                    <a:close/>
                    <a:moveTo>
                      <a:pt x="43" y="118"/>
                    </a:moveTo>
                    <a:cubicBezTo>
                      <a:pt x="43" y="118"/>
                      <a:pt x="43" y="118"/>
                      <a:pt x="43" y="1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grpSp>
        <p:nvGrpSpPr>
          <p:cNvPr id="17" name="组合 16"/>
          <p:cNvGrpSpPr/>
          <p:nvPr/>
        </p:nvGrpSpPr>
        <p:grpSpPr>
          <a:xfrm>
            <a:off x="1135380" y="3504565"/>
            <a:ext cx="1008380" cy="869315"/>
            <a:chOff x="1020" y="5303"/>
            <a:chExt cx="1196" cy="1118"/>
          </a:xfrm>
        </p:grpSpPr>
        <p:grpSp>
          <p:nvGrpSpPr>
            <p:cNvPr id="21" name="组合 20"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5303"/>
              <a:ext cx="1196" cy="1118"/>
              <a:chOff x="7242071" y="3488471"/>
              <a:chExt cx="688368" cy="688368"/>
            </a:xfrm>
          </p:grpSpPr>
          <p:sp>
            <p:nvSpPr>
              <p:cNvPr id="22" name="椭圆 21"/>
              <p:cNvSpPr/>
              <p:nvPr/>
            </p:nvSpPr>
            <p:spPr>
              <a:xfrm>
                <a:off x="7242071" y="348847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23" name="椭圆 22"/>
              <p:cNvSpPr/>
              <p:nvPr/>
            </p:nvSpPr>
            <p:spPr>
              <a:xfrm>
                <a:off x="7286625" y="3534056"/>
                <a:ext cx="608738" cy="608738"/>
              </a:xfrm>
              <a:prstGeom prst="ellipse">
                <a:avLst/>
              </a:prstGeom>
              <a:gradFill>
                <a:gsLst>
                  <a:gs pos="0">
                    <a:srgbClr val="2C344B"/>
                  </a:gs>
                  <a:gs pos="100000">
                    <a:srgbClr val="21273E"/>
                  </a:gs>
                </a:gsLst>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48" name="组合 4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238" y="5549"/>
              <a:ext cx="739" cy="657"/>
              <a:chOff x="6323014" y="4870451"/>
              <a:chExt cx="652463" cy="620713"/>
            </a:xfrm>
            <a:solidFill>
              <a:schemeClr val="bg1"/>
            </a:solidFill>
          </p:grpSpPr>
          <p:sp>
            <p:nvSpPr>
              <p:cNvPr id="49" name="Freeform 81"/>
              <p:cNvSpPr/>
              <p:nvPr/>
            </p:nvSpPr>
            <p:spPr bwMode="auto">
              <a:xfrm>
                <a:off x="6789739" y="4870451"/>
                <a:ext cx="185738" cy="185738"/>
              </a:xfrm>
              <a:custGeom>
                <a:avLst/>
                <a:gdLst>
                  <a:gd name="T0" fmla="*/ 38 w 49"/>
                  <a:gd name="T1" fmla="*/ 11 h 49"/>
                  <a:gd name="T2" fmla="*/ 3 w 49"/>
                  <a:gd name="T3" fmla="*/ 7 h 49"/>
                  <a:gd name="T4" fmla="*/ 2 w 49"/>
                  <a:gd name="T5" fmla="*/ 15 h 49"/>
                  <a:gd name="T6" fmla="*/ 34 w 49"/>
                  <a:gd name="T7" fmla="*/ 47 h 49"/>
                  <a:gd name="T8" fmla="*/ 42 w 49"/>
                  <a:gd name="T9" fmla="*/ 46 h 49"/>
                  <a:gd name="T10" fmla="*/ 38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38" y="11"/>
                    </a:moveTo>
                    <a:cubicBezTo>
                      <a:pt x="28" y="2"/>
                      <a:pt x="14" y="0"/>
                      <a:pt x="3" y="7"/>
                    </a:cubicBezTo>
                    <a:cubicBezTo>
                      <a:pt x="0" y="9"/>
                      <a:pt x="0" y="13"/>
                      <a:pt x="2" y="15"/>
                    </a:cubicBezTo>
                    <a:cubicBezTo>
                      <a:pt x="34" y="47"/>
                      <a:pt x="34" y="47"/>
                      <a:pt x="34" y="47"/>
                    </a:cubicBezTo>
                    <a:cubicBezTo>
                      <a:pt x="36" y="49"/>
                      <a:pt x="40" y="49"/>
                      <a:pt x="42" y="46"/>
                    </a:cubicBezTo>
                    <a:cubicBezTo>
                      <a:pt x="49" y="35"/>
                      <a:pt x="47" y="21"/>
                      <a:pt x="3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0" name="Freeform 82"/>
              <p:cNvSpPr>
                <a:spLocks noEditPoints="1"/>
              </p:cNvSpPr>
              <p:nvPr/>
            </p:nvSpPr>
            <p:spPr bwMode="auto">
              <a:xfrm>
                <a:off x="6364289" y="4924426"/>
                <a:ext cx="554038" cy="566738"/>
              </a:xfrm>
              <a:custGeom>
                <a:avLst/>
                <a:gdLst>
                  <a:gd name="T0" fmla="*/ 134 w 147"/>
                  <a:gd name="T1" fmla="*/ 115 h 151"/>
                  <a:gd name="T2" fmla="*/ 147 w 147"/>
                  <a:gd name="T3" fmla="*/ 72 h 151"/>
                  <a:gd name="T4" fmla="*/ 75 w 147"/>
                  <a:gd name="T5" fmla="*/ 0 h 151"/>
                  <a:gd name="T6" fmla="*/ 74 w 147"/>
                  <a:gd name="T7" fmla="*/ 0 h 151"/>
                  <a:gd name="T8" fmla="*/ 3 w 147"/>
                  <a:gd name="T9" fmla="*/ 72 h 151"/>
                  <a:gd name="T10" fmla="*/ 15 w 147"/>
                  <a:gd name="T11" fmla="*/ 112 h 151"/>
                  <a:gd name="T12" fmla="*/ 2 w 147"/>
                  <a:gd name="T13" fmla="*/ 137 h 151"/>
                  <a:gd name="T14" fmla="*/ 6 w 147"/>
                  <a:gd name="T15" fmla="*/ 150 h 151"/>
                  <a:gd name="T16" fmla="*/ 11 w 147"/>
                  <a:gd name="T17" fmla="*/ 151 h 151"/>
                  <a:gd name="T18" fmla="*/ 20 w 147"/>
                  <a:gd name="T19" fmla="*/ 146 h 151"/>
                  <a:gd name="T20" fmla="*/ 29 w 147"/>
                  <a:gd name="T21" fmla="*/ 128 h 151"/>
                  <a:gd name="T22" fmla="*/ 74 w 147"/>
                  <a:gd name="T23" fmla="*/ 145 h 151"/>
                  <a:gd name="T24" fmla="*/ 75 w 147"/>
                  <a:gd name="T25" fmla="*/ 145 h 151"/>
                  <a:gd name="T26" fmla="*/ 119 w 147"/>
                  <a:gd name="T27" fmla="*/ 129 h 151"/>
                  <a:gd name="T28" fmla="*/ 127 w 147"/>
                  <a:gd name="T29" fmla="*/ 146 h 151"/>
                  <a:gd name="T30" fmla="*/ 136 w 147"/>
                  <a:gd name="T31" fmla="*/ 151 h 151"/>
                  <a:gd name="T32" fmla="*/ 141 w 147"/>
                  <a:gd name="T33" fmla="*/ 150 h 151"/>
                  <a:gd name="T34" fmla="*/ 145 w 147"/>
                  <a:gd name="T35" fmla="*/ 137 h 151"/>
                  <a:gd name="T36" fmla="*/ 134 w 147"/>
                  <a:gd name="T37" fmla="*/ 115 h 151"/>
                  <a:gd name="T38" fmla="*/ 75 w 147"/>
                  <a:gd name="T39" fmla="*/ 125 h 151"/>
                  <a:gd name="T40" fmla="*/ 74 w 147"/>
                  <a:gd name="T41" fmla="*/ 125 h 151"/>
                  <a:gd name="T42" fmla="*/ 22 w 147"/>
                  <a:gd name="T43" fmla="*/ 72 h 151"/>
                  <a:gd name="T44" fmla="*/ 74 w 147"/>
                  <a:gd name="T45" fmla="*/ 20 h 151"/>
                  <a:gd name="T46" fmla="*/ 75 w 147"/>
                  <a:gd name="T47" fmla="*/ 19 h 151"/>
                  <a:gd name="T48" fmla="*/ 128 w 147"/>
                  <a:gd name="T49" fmla="*/ 72 h 151"/>
                  <a:gd name="T50" fmla="*/ 75 w 147"/>
                  <a:gd name="T51"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7" h="151">
                    <a:moveTo>
                      <a:pt x="134" y="115"/>
                    </a:moveTo>
                    <a:cubicBezTo>
                      <a:pt x="142" y="103"/>
                      <a:pt x="147" y="88"/>
                      <a:pt x="147" y="72"/>
                    </a:cubicBezTo>
                    <a:cubicBezTo>
                      <a:pt x="147" y="32"/>
                      <a:pt x="115" y="0"/>
                      <a:pt x="75" y="0"/>
                    </a:cubicBezTo>
                    <a:cubicBezTo>
                      <a:pt x="75" y="0"/>
                      <a:pt x="74" y="0"/>
                      <a:pt x="74" y="0"/>
                    </a:cubicBezTo>
                    <a:cubicBezTo>
                      <a:pt x="35" y="0"/>
                      <a:pt x="3" y="33"/>
                      <a:pt x="3" y="72"/>
                    </a:cubicBezTo>
                    <a:cubicBezTo>
                      <a:pt x="3" y="87"/>
                      <a:pt x="7" y="101"/>
                      <a:pt x="15" y="112"/>
                    </a:cubicBezTo>
                    <a:cubicBezTo>
                      <a:pt x="2" y="137"/>
                      <a:pt x="2" y="137"/>
                      <a:pt x="2" y="137"/>
                    </a:cubicBezTo>
                    <a:cubicBezTo>
                      <a:pt x="0" y="142"/>
                      <a:pt x="2" y="148"/>
                      <a:pt x="6" y="150"/>
                    </a:cubicBezTo>
                    <a:cubicBezTo>
                      <a:pt x="8" y="151"/>
                      <a:pt x="9" y="151"/>
                      <a:pt x="11" y="151"/>
                    </a:cubicBezTo>
                    <a:cubicBezTo>
                      <a:pt x="14" y="151"/>
                      <a:pt x="18" y="149"/>
                      <a:pt x="20" y="146"/>
                    </a:cubicBezTo>
                    <a:cubicBezTo>
                      <a:pt x="29" y="128"/>
                      <a:pt x="29" y="128"/>
                      <a:pt x="29" y="128"/>
                    </a:cubicBezTo>
                    <a:cubicBezTo>
                      <a:pt x="41" y="138"/>
                      <a:pt x="57" y="145"/>
                      <a:pt x="74" y="145"/>
                    </a:cubicBezTo>
                    <a:cubicBezTo>
                      <a:pt x="74" y="145"/>
                      <a:pt x="75" y="145"/>
                      <a:pt x="75" y="145"/>
                    </a:cubicBezTo>
                    <a:cubicBezTo>
                      <a:pt x="92" y="145"/>
                      <a:pt x="107" y="139"/>
                      <a:pt x="119" y="129"/>
                    </a:cubicBezTo>
                    <a:cubicBezTo>
                      <a:pt x="127" y="146"/>
                      <a:pt x="127" y="146"/>
                      <a:pt x="127" y="146"/>
                    </a:cubicBezTo>
                    <a:cubicBezTo>
                      <a:pt x="129" y="149"/>
                      <a:pt x="133" y="151"/>
                      <a:pt x="136" y="151"/>
                    </a:cubicBezTo>
                    <a:cubicBezTo>
                      <a:pt x="138" y="151"/>
                      <a:pt x="139" y="151"/>
                      <a:pt x="141" y="150"/>
                    </a:cubicBezTo>
                    <a:cubicBezTo>
                      <a:pt x="145" y="148"/>
                      <a:pt x="147" y="142"/>
                      <a:pt x="145" y="137"/>
                    </a:cubicBezTo>
                    <a:lnTo>
                      <a:pt x="134" y="115"/>
                    </a:lnTo>
                    <a:close/>
                    <a:moveTo>
                      <a:pt x="75" y="125"/>
                    </a:moveTo>
                    <a:cubicBezTo>
                      <a:pt x="75" y="125"/>
                      <a:pt x="74" y="125"/>
                      <a:pt x="74" y="125"/>
                    </a:cubicBezTo>
                    <a:cubicBezTo>
                      <a:pt x="45" y="125"/>
                      <a:pt x="22" y="101"/>
                      <a:pt x="22" y="72"/>
                    </a:cubicBezTo>
                    <a:cubicBezTo>
                      <a:pt x="22" y="43"/>
                      <a:pt x="45" y="20"/>
                      <a:pt x="74" y="20"/>
                    </a:cubicBezTo>
                    <a:cubicBezTo>
                      <a:pt x="74" y="20"/>
                      <a:pt x="75" y="19"/>
                      <a:pt x="75" y="19"/>
                    </a:cubicBezTo>
                    <a:cubicBezTo>
                      <a:pt x="104" y="19"/>
                      <a:pt x="128" y="43"/>
                      <a:pt x="128" y="72"/>
                    </a:cubicBezTo>
                    <a:cubicBezTo>
                      <a:pt x="128" y="102"/>
                      <a:pt x="104" y="125"/>
                      <a:pt x="75"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1" name="Freeform 83"/>
              <p:cNvSpPr/>
              <p:nvPr/>
            </p:nvSpPr>
            <p:spPr bwMode="auto">
              <a:xfrm>
                <a:off x="6534151" y="5092701"/>
                <a:ext cx="131763" cy="236538"/>
              </a:xfrm>
              <a:custGeom>
                <a:avLst/>
                <a:gdLst>
                  <a:gd name="T0" fmla="*/ 30 w 35"/>
                  <a:gd name="T1" fmla="*/ 0 h 63"/>
                  <a:gd name="T2" fmla="*/ 29 w 35"/>
                  <a:gd name="T3" fmla="*/ 0 h 63"/>
                  <a:gd name="T4" fmla="*/ 24 w 35"/>
                  <a:gd name="T5" fmla="*/ 6 h 63"/>
                  <a:gd name="T6" fmla="*/ 24 w 35"/>
                  <a:gd name="T7" fmla="*/ 27 h 63"/>
                  <a:gd name="T8" fmla="*/ 2 w 35"/>
                  <a:gd name="T9" fmla="*/ 54 h 63"/>
                  <a:gd name="T10" fmla="*/ 3 w 35"/>
                  <a:gd name="T11" fmla="*/ 61 h 63"/>
                  <a:gd name="T12" fmla="*/ 6 w 35"/>
                  <a:gd name="T13" fmla="*/ 63 h 63"/>
                  <a:gd name="T14" fmla="*/ 10 w 35"/>
                  <a:gd name="T15" fmla="*/ 61 h 63"/>
                  <a:gd name="T16" fmla="*/ 29 w 35"/>
                  <a:gd name="T17" fmla="*/ 39 h 63"/>
                  <a:gd name="T18" fmla="*/ 33 w 35"/>
                  <a:gd name="T19" fmla="*/ 34 h 63"/>
                  <a:gd name="T20" fmla="*/ 35 w 35"/>
                  <a:gd name="T21" fmla="*/ 29 h 63"/>
                  <a:gd name="T22" fmla="*/ 35 w 35"/>
                  <a:gd name="T23" fmla="*/ 6 h 63"/>
                  <a:gd name="T24" fmla="*/ 30 w 35"/>
                  <a:gd name="T25"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63">
                    <a:moveTo>
                      <a:pt x="30" y="0"/>
                    </a:moveTo>
                    <a:cubicBezTo>
                      <a:pt x="30" y="0"/>
                      <a:pt x="29" y="0"/>
                      <a:pt x="29" y="0"/>
                    </a:cubicBezTo>
                    <a:cubicBezTo>
                      <a:pt x="26" y="1"/>
                      <a:pt x="24" y="3"/>
                      <a:pt x="24" y="6"/>
                    </a:cubicBezTo>
                    <a:cubicBezTo>
                      <a:pt x="24" y="27"/>
                      <a:pt x="24" y="27"/>
                      <a:pt x="24" y="27"/>
                    </a:cubicBezTo>
                    <a:cubicBezTo>
                      <a:pt x="2" y="54"/>
                      <a:pt x="2" y="54"/>
                      <a:pt x="2" y="54"/>
                    </a:cubicBezTo>
                    <a:cubicBezTo>
                      <a:pt x="0" y="56"/>
                      <a:pt x="0" y="59"/>
                      <a:pt x="3" y="61"/>
                    </a:cubicBezTo>
                    <a:cubicBezTo>
                      <a:pt x="4" y="62"/>
                      <a:pt x="5" y="63"/>
                      <a:pt x="6" y="63"/>
                    </a:cubicBezTo>
                    <a:cubicBezTo>
                      <a:pt x="8" y="63"/>
                      <a:pt x="9" y="62"/>
                      <a:pt x="10" y="61"/>
                    </a:cubicBezTo>
                    <a:cubicBezTo>
                      <a:pt x="29" y="39"/>
                      <a:pt x="29" y="39"/>
                      <a:pt x="29" y="39"/>
                    </a:cubicBezTo>
                    <a:cubicBezTo>
                      <a:pt x="33" y="34"/>
                      <a:pt x="33" y="34"/>
                      <a:pt x="33" y="34"/>
                    </a:cubicBezTo>
                    <a:cubicBezTo>
                      <a:pt x="35" y="33"/>
                      <a:pt x="35" y="31"/>
                      <a:pt x="35" y="29"/>
                    </a:cubicBezTo>
                    <a:cubicBezTo>
                      <a:pt x="35" y="6"/>
                      <a:pt x="35" y="6"/>
                      <a:pt x="35" y="6"/>
                    </a:cubicBezTo>
                    <a:cubicBezTo>
                      <a:pt x="35" y="3"/>
                      <a:pt x="33" y="0"/>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2" name="Freeform 84"/>
              <p:cNvSpPr/>
              <p:nvPr/>
            </p:nvSpPr>
            <p:spPr bwMode="auto">
              <a:xfrm>
                <a:off x="6323014" y="4870451"/>
                <a:ext cx="184150" cy="185738"/>
              </a:xfrm>
              <a:custGeom>
                <a:avLst/>
                <a:gdLst>
                  <a:gd name="T0" fmla="*/ 11 w 49"/>
                  <a:gd name="T1" fmla="*/ 11 h 49"/>
                  <a:gd name="T2" fmla="*/ 7 w 49"/>
                  <a:gd name="T3" fmla="*/ 46 h 49"/>
                  <a:gd name="T4" fmla="*/ 14 w 49"/>
                  <a:gd name="T5" fmla="*/ 47 h 49"/>
                  <a:gd name="T6" fmla="*/ 46 w 49"/>
                  <a:gd name="T7" fmla="*/ 15 h 49"/>
                  <a:gd name="T8" fmla="*/ 45 w 49"/>
                  <a:gd name="T9" fmla="*/ 7 h 49"/>
                  <a:gd name="T10" fmla="*/ 11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11" y="11"/>
                    </a:moveTo>
                    <a:cubicBezTo>
                      <a:pt x="1" y="21"/>
                      <a:pt x="0" y="35"/>
                      <a:pt x="7" y="46"/>
                    </a:cubicBezTo>
                    <a:cubicBezTo>
                      <a:pt x="9" y="49"/>
                      <a:pt x="12" y="49"/>
                      <a:pt x="14" y="47"/>
                    </a:cubicBezTo>
                    <a:cubicBezTo>
                      <a:pt x="46" y="15"/>
                      <a:pt x="46" y="15"/>
                      <a:pt x="46" y="15"/>
                    </a:cubicBezTo>
                    <a:cubicBezTo>
                      <a:pt x="49" y="13"/>
                      <a:pt x="48" y="9"/>
                      <a:pt x="45" y="7"/>
                    </a:cubicBezTo>
                    <a:cubicBezTo>
                      <a:pt x="35" y="0"/>
                      <a:pt x="20" y="2"/>
                      <a:pt x="1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5"/>
          <p:cNvSpPr>
            <a:spLocks noChangeArrowheads="1"/>
          </p:cNvSpPr>
          <p:nvPr/>
        </p:nvSpPr>
        <p:spPr bwMode="auto">
          <a:xfrm>
            <a:off x="6200040" y="2041625"/>
            <a:ext cx="3089921" cy="3084977"/>
          </a:xfrm>
          <a:prstGeom prst="ellipse">
            <a:avLst/>
          </a:prstGeom>
          <a:gradFill>
            <a:gsLst>
              <a:gs pos="0">
                <a:srgbClr val="2C344B"/>
              </a:gs>
              <a:gs pos="100000">
                <a:srgbClr val="21273E"/>
              </a:gs>
            </a:gsLst>
          </a:gra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3" name="组合 2"/>
          <p:cNvGrpSpPr/>
          <p:nvPr/>
        </p:nvGrpSpPr>
        <p:grpSpPr>
          <a:xfrm>
            <a:off x="6328581" y="2015668"/>
            <a:ext cx="2931717" cy="2836547"/>
            <a:chOff x="4544865" y="2176322"/>
            <a:chExt cx="2931717" cy="2836547"/>
          </a:xfrm>
        </p:grpSpPr>
        <p:sp>
          <p:nvSpPr>
            <p:cNvPr id="12" name="Freeform 6"/>
            <p:cNvSpPr/>
            <p:nvPr/>
          </p:nvSpPr>
          <p:spPr bwMode="auto">
            <a:xfrm>
              <a:off x="6364211" y="2275200"/>
              <a:ext cx="61798" cy="46967"/>
            </a:xfrm>
            <a:custGeom>
              <a:avLst/>
              <a:gdLst>
                <a:gd name="T0" fmla="*/ 4 w 21"/>
                <a:gd name="T1" fmla="*/ 16 h 16"/>
                <a:gd name="T2" fmla="*/ 1 w 21"/>
                <a:gd name="T3" fmla="*/ 14 h 16"/>
                <a:gd name="T4" fmla="*/ 0 w 21"/>
                <a:gd name="T5" fmla="*/ 11 h 16"/>
                <a:gd name="T6" fmla="*/ 0 w 21"/>
                <a:gd name="T7" fmla="*/ 10 h 16"/>
                <a:gd name="T8" fmla="*/ 0 w 21"/>
                <a:gd name="T9" fmla="*/ 0 h 16"/>
                <a:gd name="T10" fmla="*/ 16 w 21"/>
                <a:gd name="T11" fmla="*/ 0 h 16"/>
                <a:gd name="T12" fmla="*/ 16 w 21"/>
                <a:gd name="T13" fmla="*/ 3 h 16"/>
                <a:gd name="T14" fmla="*/ 16 w 21"/>
                <a:gd name="T15" fmla="*/ 5 h 16"/>
                <a:gd name="T16" fmla="*/ 18 w 21"/>
                <a:gd name="T17" fmla="*/ 7 h 16"/>
                <a:gd name="T18" fmla="*/ 20 w 21"/>
                <a:gd name="T19" fmla="*/ 11 h 16"/>
                <a:gd name="T20" fmla="*/ 20 w 21"/>
                <a:gd name="T21" fmla="*/ 12 h 16"/>
                <a:gd name="T22" fmla="*/ 21 w 21"/>
                <a:gd name="T23" fmla="*/ 16 h 16"/>
                <a:gd name="T24" fmla="*/ 17 w 21"/>
                <a:gd name="T25" fmla="*/ 16 h 16"/>
                <a:gd name="T26" fmla="*/ 4 w 21"/>
                <a:gd name="T2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 h="16">
                  <a:moveTo>
                    <a:pt x="4" y="16"/>
                  </a:moveTo>
                  <a:cubicBezTo>
                    <a:pt x="4" y="16"/>
                    <a:pt x="2" y="16"/>
                    <a:pt x="1" y="14"/>
                  </a:cubicBezTo>
                  <a:cubicBezTo>
                    <a:pt x="0" y="13"/>
                    <a:pt x="0" y="12"/>
                    <a:pt x="0" y="11"/>
                  </a:cubicBezTo>
                  <a:cubicBezTo>
                    <a:pt x="0" y="11"/>
                    <a:pt x="0" y="11"/>
                    <a:pt x="0" y="10"/>
                  </a:cubicBezTo>
                  <a:cubicBezTo>
                    <a:pt x="0" y="0"/>
                    <a:pt x="0" y="0"/>
                    <a:pt x="0" y="0"/>
                  </a:cubicBezTo>
                  <a:cubicBezTo>
                    <a:pt x="16" y="0"/>
                    <a:pt x="16" y="0"/>
                    <a:pt x="16" y="0"/>
                  </a:cubicBezTo>
                  <a:cubicBezTo>
                    <a:pt x="16" y="3"/>
                    <a:pt x="16" y="3"/>
                    <a:pt x="16" y="3"/>
                  </a:cubicBezTo>
                  <a:cubicBezTo>
                    <a:pt x="16" y="4"/>
                    <a:pt x="16" y="5"/>
                    <a:pt x="16" y="5"/>
                  </a:cubicBezTo>
                  <a:cubicBezTo>
                    <a:pt x="17" y="6"/>
                    <a:pt x="17" y="6"/>
                    <a:pt x="18" y="7"/>
                  </a:cubicBezTo>
                  <a:cubicBezTo>
                    <a:pt x="18" y="8"/>
                    <a:pt x="19" y="9"/>
                    <a:pt x="20" y="11"/>
                  </a:cubicBezTo>
                  <a:cubicBezTo>
                    <a:pt x="20" y="11"/>
                    <a:pt x="20" y="11"/>
                    <a:pt x="20" y="12"/>
                  </a:cubicBezTo>
                  <a:cubicBezTo>
                    <a:pt x="21" y="16"/>
                    <a:pt x="21" y="16"/>
                    <a:pt x="21" y="16"/>
                  </a:cubicBezTo>
                  <a:cubicBezTo>
                    <a:pt x="17" y="16"/>
                    <a:pt x="17" y="16"/>
                    <a:pt x="17" y="16"/>
                  </a:cubicBezTo>
                  <a:lnTo>
                    <a:pt x="4" y="1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3" name="Freeform 7"/>
            <p:cNvSpPr/>
            <p:nvPr/>
          </p:nvSpPr>
          <p:spPr bwMode="auto">
            <a:xfrm>
              <a:off x="6364211" y="2301155"/>
              <a:ext cx="132249" cy="132249"/>
            </a:xfrm>
            <a:custGeom>
              <a:avLst/>
              <a:gdLst>
                <a:gd name="T0" fmla="*/ 23 w 45"/>
                <a:gd name="T1" fmla="*/ 45 h 45"/>
                <a:gd name="T2" fmla="*/ 20 w 45"/>
                <a:gd name="T3" fmla="*/ 45 h 45"/>
                <a:gd name="T4" fmla="*/ 17 w 45"/>
                <a:gd name="T5" fmla="*/ 45 h 45"/>
                <a:gd name="T6" fmla="*/ 11 w 45"/>
                <a:gd name="T7" fmla="*/ 42 h 45"/>
                <a:gd name="T8" fmla="*/ 10 w 45"/>
                <a:gd name="T9" fmla="*/ 36 h 45"/>
                <a:gd name="T10" fmla="*/ 10 w 45"/>
                <a:gd name="T11" fmla="*/ 35 h 45"/>
                <a:gd name="T12" fmla="*/ 10 w 45"/>
                <a:gd name="T13" fmla="*/ 35 h 45"/>
                <a:gd name="T14" fmla="*/ 8 w 45"/>
                <a:gd name="T15" fmla="*/ 35 h 45"/>
                <a:gd name="T16" fmla="*/ 4 w 45"/>
                <a:gd name="T17" fmla="*/ 35 h 45"/>
                <a:gd name="T18" fmla="*/ 5 w 45"/>
                <a:gd name="T19" fmla="*/ 31 h 45"/>
                <a:gd name="T20" fmla="*/ 5 w 45"/>
                <a:gd name="T21" fmla="*/ 31 h 45"/>
                <a:gd name="T22" fmla="*/ 5 w 45"/>
                <a:gd name="T23" fmla="*/ 31 h 45"/>
                <a:gd name="T24" fmla="*/ 3 w 45"/>
                <a:gd name="T25" fmla="*/ 30 h 45"/>
                <a:gd name="T26" fmla="*/ 0 w 45"/>
                <a:gd name="T27" fmla="*/ 30 h 45"/>
                <a:gd name="T28" fmla="*/ 0 w 45"/>
                <a:gd name="T29" fmla="*/ 20 h 45"/>
                <a:gd name="T30" fmla="*/ 0 w 45"/>
                <a:gd name="T31" fmla="*/ 20 h 45"/>
                <a:gd name="T32" fmla="*/ 1 w 45"/>
                <a:gd name="T33" fmla="*/ 16 h 45"/>
                <a:gd name="T34" fmla="*/ 4 w 45"/>
                <a:gd name="T35" fmla="*/ 15 h 45"/>
                <a:gd name="T36" fmla="*/ 8 w 45"/>
                <a:gd name="T37" fmla="*/ 15 h 45"/>
                <a:gd name="T38" fmla="*/ 9 w 45"/>
                <a:gd name="T39" fmla="*/ 15 h 45"/>
                <a:gd name="T40" fmla="*/ 9 w 45"/>
                <a:gd name="T41" fmla="*/ 15 h 45"/>
                <a:gd name="T42" fmla="*/ 9 w 45"/>
                <a:gd name="T43" fmla="*/ 15 h 45"/>
                <a:gd name="T44" fmla="*/ 10 w 45"/>
                <a:gd name="T45" fmla="*/ 13 h 45"/>
                <a:gd name="T46" fmla="*/ 10 w 45"/>
                <a:gd name="T47" fmla="*/ 10 h 45"/>
                <a:gd name="T48" fmla="*/ 13 w 45"/>
                <a:gd name="T49" fmla="*/ 10 h 45"/>
                <a:gd name="T50" fmla="*/ 14 w 45"/>
                <a:gd name="T51" fmla="*/ 10 h 45"/>
                <a:gd name="T52" fmla="*/ 16 w 45"/>
                <a:gd name="T53" fmla="*/ 10 h 45"/>
                <a:gd name="T54" fmla="*/ 18 w 45"/>
                <a:gd name="T55" fmla="*/ 9 h 45"/>
                <a:gd name="T56" fmla="*/ 19 w 45"/>
                <a:gd name="T57" fmla="*/ 7 h 45"/>
                <a:gd name="T58" fmla="*/ 19 w 45"/>
                <a:gd name="T59" fmla="*/ 6 h 45"/>
                <a:gd name="T60" fmla="*/ 19 w 45"/>
                <a:gd name="T61" fmla="*/ 4 h 45"/>
                <a:gd name="T62" fmla="*/ 23 w 45"/>
                <a:gd name="T63" fmla="*/ 0 h 45"/>
                <a:gd name="T64" fmla="*/ 24 w 45"/>
                <a:gd name="T65" fmla="*/ 1 h 45"/>
                <a:gd name="T66" fmla="*/ 25 w 45"/>
                <a:gd name="T67" fmla="*/ 1 h 45"/>
                <a:gd name="T68" fmla="*/ 26 w 45"/>
                <a:gd name="T69" fmla="*/ 1 h 45"/>
                <a:gd name="T70" fmla="*/ 28 w 45"/>
                <a:gd name="T71" fmla="*/ 1 h 45"/>
                <a:gd name="T72" fmla="*/ 37 w 45"/>
                <a:gd name="T73" fmla="*/ 3 h 45"/>
                <a:gd name="T74" fmla="*/ 40 w 45"/>
                <a:gd name="T75" fmla="*/ 5 h 45"/>
                <a:gd name="T76" fmla="*/ 41 w 45"/>
                <a:gd name="T77" fmla="*/ 5 h 45"/>
                <a:gd name="T78" fmla="*/ 44 w 45"/>
                <a:gd name="T79" fmla="*/ 5 h 45"/>
                <a:gd name="T80" fmla="*/ 44 w 45"/>
                <a:gd name="T81" fmla="*/ 8 h 45"/>
                <a:gd name="T82" fmla="*/ 44 w 45"/>
                <a:gd name="T83" fmla="*/ 12 h 45"/>
                <a:gd name="T84" fmla="*/ 41 w 45"/>
                <a:gd name="T85" fmla="*/ 17 h 45"/>
                <a:gd name="T86" fmla="*/ 40 w 45"/>
                <a:gd name="T87" fmla="*/ 17 h 45"/>
                <a:gd name="T88" fmla="*/ 40 w 45"/>
                <a:gd name="T89" fmla="*/ 17 h 45"/>
                <a:gd name="T90" fmla="*/ 41 w 45"/>
                <a:gd name="T91" fmla="*/ 23 h 45"/>
                <a:gd name="T92" fmla="*/ 43 w 45"/>
                <a:gd name="T93" fmla="*/ 25 h 45"/>
                <a:gd name="T94" fmla="*/ 39 w 45"/>
                <a:gd name="T95" fmla="*/ 39 h 45"/>
                <a:gd name="T96" fmla="*/ 35 w 45"/>
                <a:gd name="T97" fmla="*/ 40 h 45"/>
                <a:gd name="T98" fmla="*/ 34 w 45"/>
                <a:gd name="T99" fmla="*/ 40 h 45"/>
                <a:gd name="T100" fmla="*/ 33 w 45"/>
                <a:gd name="T101" fmla="*/ 42 h 45"/>
                <a:gd name="T102" fmla="*/ 31 w 45"/>
                <a:gd name="T103" fmla="*/ 43 h 45"/>
                <a:gd name="T104" fmla="*/ 23 w 45"/>
                <a:gd name="T10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 h="45">
                  <a:moveTo>
                    <a:pt x="23" y="45"/>
                  </a:moveTo>
                  <a:cubicBezTo>
                    <a:pt x="22" y="45"/>
                    <a:pt x="21" y="45"/>
                    <a:pt x="20" y="45"/>
                  </a:cubicBezTo>
                  <a:cubicBezTo>
                    <a:pt x="19" y="45"/>
                    <a:pt x="18" y="45"/>
                    <a:pt x="17" y="45"/>
                  </a:cubicBezTo>
                  <a:cubicBezTo>
                    <a:pt x="15" y="44"/>
                    <a:pt x="12" y="44"/>
                    <a:pt x="11" y="42"/>
                  </a:cubicBezTo>
                  <a:cubicBezTo>
                    <a:pt x="10" y="41"/>
                    <a:pt x="9" y="39"/>
                    <a:pt x="10" y="36"/>
                  </a:cubicBezTo>
                  <a:cubicBezTo>
                    <a:pt x="10" y="36"/>
                    <a:pt x="10" y="36"/>
                    <a:pt x="10" y="35"/>
                  </a:cubicBezTo>
                  <a:cubicBezTo>
                    <a:pt x="10" y="35"/>
                    <a:pt x="10" y="35"/>
                    <a:pt x="10" y="35"/>
                  </a:cubicBezTo>
                  <a:cubicBezTo>
                    <a:pt x="10" y="35"/>
                    <a:pt x="9" y="35"/>
                    <a:pt x="8" y="35"/>
                  </a:cubicBezTo>
                  <a:cubicBezTo>
                    <a:pt x="4" y="35"/>
                    <a:pt x="4" y="35"/>
                    <a:pt x="4" y="35"/>
                  </a:cubicBezTo>
                  <a:cubicBezTo>
                    <a:pt x="5" y="31"/>
                    <a:pt x="5" y="31"/>
                    <a:pt x="5" y="31"/>
                  </a:cubicBezTo>
                  <a:cubicBezTo>
                    <a:pt x="5" y="31"/>
                    <a:pt x="5" y="31"/>
                    <a:pt x="5" y="31"/>
                  </a:cubicBezTo>
                  <a:cubicBezTo>
                    <a:pt x="5" y="31"/>
                    <a:pt x="5" y="31"/>
                    <a:pt x="5" y="31"/>
                  </a:cubicBezTo>
                  <a:cubicBezTo>
                    <a:pt x="5" y="31"/>
                    <a:pt x="4" y="30"/>
                    <a:pt x="3" y="30"/>
                  </a:cubicBezTo>
                  <a:cubicBezTo>
                    <a:pt x="0" y="30"/>
                    <a:pt x="0" y="30"/>
                    <a:pt x="0" y="30"/>
                  </a:cubicBezTo>
                  <a:cubicBezTo>
                    <a:pt x="0" y="20"/>
                    <a:pt x="0" y="20"/>
                    <a:pt x="0" y="20"/>
                  </a:cubicBezTo>
                  <a:cubicBezTo>
                    <a:pt x="0" y="20"/>
                    <a:pt x="0" y="20"/>
                    <a:pt x="0" y="20"/>
                  </a:cubicBezTo>
                  <a:cubicBezTo>
                    <a:pt x="0" y="19"/>
                    <a:pt x="0" y="17"/>
                    <a:pt x="1" y="16"/>
                  </a:cubicBezTo>
                  <a:cubicBezTo>
                    <a:pt x="2" y="15"/>
                    <a:pt x="4" y="15"/>
                    <a:pt x="4" y="15"/>
                  </a:cubicBezTo>
                  <a:cubicBezTo>
                    <a:pt x="8" y="15"/>
                    <a:pt x="8" y="15"/>
                    <a:pt x="8" y="15"/>
                  </a:cubicBezTo>
                  <a:cubicBezTo>
                    <a:pt x="9" y="15"/>
                    <a:pt x="9" y="15"/>
                    <a:pt x="9" y="15"/>
                  </a:cubicBezTo>
                  <a:cubicBezTo>
                    <a:pt x="9" y="15"/>
                    <a:pt x="9" y="15"/>
                    <a:pt x="9" y="15"/>
                  </a:cubicBezTo>
                  <a:cubicBezTo>
                    <a:pt x="9" y="15"/>
                    <a:pt x="9" y="15"/>
                    <a:pt x="9" y="15"/>
                  </a:cubicBezTo>
                  <a:cubicBezTo>
                    <a:pt x="9" y="15"/>
                    <a:pt x="10" y="14"/>
                    <a:pt x="10" y="13"/>
                  </a:cubicBezTo>
                  <a:cubicBezTo>
                    <a:pt x="10" y="10"/>
                    <a:pt x="10" y="10"/>
                    <a:pt x="10" y="10"/>
                  </a:cubicBezTo>
                  <a:cubicBezTo>
                    <a:pt x="13" y="10"/>
                    <a:pt x="13" y="10"/>
                    <a:pt x="13" y="10"/>
                  </a:cubicBezTo>
                  <a:cubicBezTo>
                    <a:pt x="13" y="10"/>
                    <a:pt x="14" y="10"/>
                    <a:pt x="14" y="10"/>
                  </a:cubicBezTo>
                  <a:cubicBezTo>
                    <a:pt x="15" y="10"/>
                    <a:pt x="15" y="10"/>
                    <a:pt x="16" y="10"/>
                  </a:cubicBezTo>
                  <a:cubicBezTo>
                    <a:pt x="18" y="10"/>
                    <a:pt x="18" y="10"/>
                    <a:pt x="18" y="9"/>
                  </a:cubicBezTo>
                  <a:cubicBezTo>
                    <a:pt x="18" y="9"/>
                    <a:pt x="18" y="8"/>
                    <a:pt x="19" y="7"/>
                  </a:cubicBezTo>
                  <a:cubicBezTo>
                    <a:pt x="19" y="6"/>
                    <a:pt x="19" y="6"/>
                    <a:pt x="19" y="6"/>
                  </a:cubicBezTo>
                  <a:cubicBezTo>
                    <a:pt x="19" y="5"/>
                    <a:pt x="19" y="4"/>
                    <a:pt x="19" y="4"/>
                  </a:cubicBezTo>
                  <a:cubicBezTo>
                    <a:pt x="19" y="2"/>
                    <a:pt x="21" y="0"/>
                    <a:pt x="23" y="0"/>
                  </a:cubicBezTo>
                  <a:cubicBezTo>
                    <a:pt x="23" y="0"/>
                    <a:pt x="24" y="0"/>
                    <a:pt x="24" y="1"/>
                  </a:cubicBezTo>
                  <a:cubicBezTo>
                    <a:pt x="24" y="1"/>
                    <a:pt x="24" y="1"/>
                    <a:pt x="25" y="1"/>
                  </a:cubicBezTo>
                  <a:cubicBezTo>
                    <a:pt x="25" y="1"/>
                    <a:pt x="26" y="1"/>
                    <a:pt x="26" y="1"/>
                  </a:cubicBezTo>
                  <a:cubicBezTo>
                    <a:pt x="27" y="1"/>
                    <a:pt x="28" y="1"/>
                    <a:pt x="28" y="1"/>
                  </a:cubicBezTo>
                  <a:cubicBezTo>
                    <a:pt x="31" y="1"/>
                    <a:pt x="34" y="1"/>
                    <a:pt x="37" y="3"/>
                  </a:cubicBezTo>
                  <a:cubicBezTo>
                    <a:pt x="38" y="4"/>
                    <a:pt x="39" y="5"/>
                    <a:pt x="40" y="5"/>
                  </a:cubicBezTo>
                  <a:cubicBezTo>
                    <a:pt x="40" y="5"/>
                    <a:pt x="41" y="5"/>
                    <a:pt x="41" y="5"/>
                  </a:cubicBezTo>
                  <a:cubicBezTo>
                    <a:pt x="44" y="5"/>
                    <a:pt x="44" y="5"/>
                    <a:pt x="44" y="5"/>
                  </a:cubicBezTo>
                  <a:cubicBezTo>
                    <a:pt x="44" y="8"/>
                    <a:pt x="44" y="8"/>
                    <a:pt x="44" y="8"/>
                  </a:cubicBezTo>
                  <a:cubicBezTo>
                    <a:pt x="44" y="12"/>
                    <a:pt x="44" y="12"/>
                    <a:pt x="44" y="12"/>
                  </a:cubicBezTo>
                  <a:cubicBezTo>
                    <a:pt x="44" y="15"/>
                    <a:pt x="42" y="16"/>
                    <a:pt x="41" y="17"/>
                  </a:cubicBezTo>
                  <a:cubicBezTo>
                    <a:pt x="41" y="17"/>
                    <a:pt x="40" y="17"/>
                    <a:pt x="40" y="17"/>
                  </a:cubicBezTo>
                  <a:cubicBezTo>
                    <a:pt x="40" y="17"/>
                    <a:pt x="40" y="17"/>
                    <a:pt x="40" y="17"/>
                  </a:cubicBezTo>
                  <a:cubicBezTo>
                    <a:pt x="39" y="18"/>
                    <a:pt x="41" y="21"/>
                    <a:pt x="41" y="23"/>
                  </a:cubicBezTo>
                  <a:cubicBezTo>
                    <a:pt x="42" y="23"/>
                    <a:pt x="42" y="24"/>
                    <a:pt x="43" y="25"/>
                  </a:cubicBezTo>
                  <a:cubicBezTo>
                    <a:pt x="45" y="31"/>
                    <a:pt x="44" y="36"/>
                    <a:pt x="39" y="39"/>
                  </a:cubicBezTo>
                  <a:cubicBezTo>
                    <a:pt x="37" y="40"/>
                    <a:pt x="36" y="40"/>
                    <a:pt x="35" y="40"/>
                  </a:cubicBezTo>
                  <a:cubicBezTo>
                    <a:pt x="35" y="40"/>
                    <a:pt x="34" y="40"/>
                    <a:pt x="34" y="40"/>
                  </a:cubicBezTo>
                  <a:cubicBezTo>
                    <a:pt x="34" y="41"/>
                    <a:pt x="33" y="41"/>
                    <a:pt x="33" y="42"/>
                  </a:cubicBezTo>
                  <a:cubicBezTo>
                    <a:pt x="32" y="42"/>
                    <a:pt x="32" y="42"/>
                    <a:pt x="31" y="43"/>
                  </a:cubicBezTo>
                  <a:cubicBezTo>
                    <a:pt x="29" y="45"/>
                    <a:pt x="26" y="45"/>
                    <a:pt x="23" y="45"/>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4" name="Freeform 8"/>
            <p:cNvSpPr/>
            <p:nvPr/>
          </p:nvSpPr>
          <p:spPr bwMode="auto">
            <a:xfrm>
              <a:off x="6490279" y="2328346"/>
              <a:ext cx="87754" cy="75394"/>
            </a:xfrm>
            <a:custGeom>
              <a:avLst/>
              <a:gdLst>
                <a:gd name="T0" fmla="*/ 14 w 30"/>
                <a:gd name="T1" fmla="*/ 26 h 26"/>
                <a:gd name="T2" fmla="*/ 14 w 30"/>
                <a:gd name="T3" fmla="*/ 23 h 26"/>
                <a:gd name="T4" fmla="*/ 13 w 30"/>
                <a:gd name="T5" fmla="*/ 21 h 26"/>
                <a:gd name="T6" fmla="*/ 13 w 30"/>
                <a:gd name="T7" fmla="*/ 21 h 26"/>
                <a:gd name="T8" fmla="*/ 10 w 30"/>
                <a:gd name="T9" fmla="*/ 22 h 26"/>
                <a:gd name="T10" fmla="*/ 9 w 30"/>
                <a:gd name="T11" fmla="*/ 19 h 26"/>
                <a:gd name="T12" fmla="*/ 5 w 30"/>
                <a:gd name="T13" fmla="*/ 14 h 26"/>
                <a:gd name="T14" fmla="*/ 2 w 30"/>
                <a:gd name="T15" fmla="*/ 12 h 26"/>
                <a:gd name="T16" fmla="*/ 0 w 30"/>
                <a:gd name="T17" fmla="*/ 9 h 26"/>
                <a:gd name="T18" fmla="*/ 1 w 30"/>
                <a:gd name="T19" fmla="*/ 4 h 26"/>
                <a:gd name="T20" fmla="*/ 12 w 30"/>
                <a:gd name="T21" fmla="*/ 0 h 26"/>
                <a:gd name="T22" fmla="*/ 18 w 30"/>
                <a:gd name="T23" fmla="*/ 1 h 26"/>
                <a:gd name="T24" fmla="*/ 22 w 30"/>
                <a:gd name="T25" fmla="*/ 1 h 26"/>
                <a:gd name="T26" fmla="*/ 25 w 30"/>
                <a:gd name="T27" fmla="*/ 1 h 26"/>
                <a:gd name="T28" fmla="*/ 25 w 30"/>
                <a:gd name="T29" fmla="*/ 5 h 26"/>
                <a:gd name="T30" fmla="*/ 25 w 30"/>
                <a:gd name="T31" fmla="*/ 5 h 26"/>
                <a:gd name="T32" fmla="*/ 25 w 30"/>
                <a:gd name="T33" fmla="*/ 5 h 26"/>
                <a:gd name="T34" fmla="*/ 27 w 30"/>
                <a:gd name="T35" fmla="*/ 6 h 26"/>
                <a:gd name="T36" fmla="*/ 29 w 30"/>
                <a:gd name="T37" fmla="*/ 6 h 26"/>
                <a:gd name="T38" fmla="*/ 29 w 30"/>
                <a:gd name="T39" fmla="*/ 9 h 26"/>
                <a:gd name="T40" fmla="*/ 30 w 30"/>
                <a:gd name="T41" fmla="*/ 11 h 26"/>
                <a:gd name="T42" fmla="*/ 28 w 30"/>
                <a:gd name="T43" fmla="*/ 21 h 26"/>
                <a:gd name="T44" fmla="*/ 19 w 30"/>
                <a:gd name="T45" fmla="*/ 26 h 26"/>
                <a:gd name="T46" fmla="*/ 14 w 30"/>
                <a:gd name="T4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26">
                  <a:moveTo>
                    <a:pt x="14" y="26"/>
                  </a:moveTo>
                  <a:cubicBezTo>
                    <a:pt x="14" y="23"/>
                    <a:pt x="14" y="23"/>
                    <a:pt x="14" y="23"/>
                  </a:cubicBezTo>
                  <a:cubicBezTo>
                    <a:pt x="14" y="22"/>
                    <a:pt x="13" y="21"/>
                    <a:pt x="13" y="21"/>
                  </a:cubicBezTo>
                  <a:cubicBezTo>
                    <a:pt x="13" y="21"/>
                    <a:pt x="13" y="21"/>
                    <a:pt x="13" y="21"/>
                  </a:cubicBezTo>
                  <a:cubicBezTo>
                    <a:pt x="10" y="22"/>
                    <a:pt x="10" y="22"/>
                    <a:pt x="10" y="22"/>
                  </a:cubicBezTo>
                  <a:cubicBezTo>
                    <a:pt x="9" y="19"/>
                    <a:pt x="9" y="19"/>
                    <a:pt x="9" y="19"/>
                  </a:cubicBezTo>
                  <a:cubicBezTo>
                    <a:pt x="9" y="17"/>
                    <a:pt x="8" y="15"/>
                    <a:pt x="5" y="14"/>
                  </a:cubicBezTo>
                  <a:cubicBezTo>
                    <a:pt x="4" y="13"/>
                    <a:pt x="3" y="13"/>
                    <a:pt x="2" y="12"/>
                  </a:cubicBezTo>
                  <a:cubicBezTo>
                    <a:pt x="1" y="11"/>
                    <a:pt x="0" y="10"/>
                    <a:pt x="0" y="9"/>
                  </a:cubicBezTo>
                  <a:cubicBezTo>
                    <a:pt x="0" y="8"/>
                    <a:pt x="0" y="6"/>
                    <a:pt x="1" y="4"/>
                  </a:cubicBezTo>
                  <a:cubicBezTo>
                    <a:pt x="4" y="1"/>
                    <a:pt x="9" y="0"/>
                    <a:pt x="12" y="0"/>
                  </a:cubicBezTo>
                  <a:cubicBezTo>
                    <a:pt x="14" y="0"/>
                    <a:pt x="16" y="1"/>
                    <a:pt x="18" y="1"/>
                  </a:cubicBezTo>
                  <a:cubicBezTo>
                    <a:pt x="19" y="1"/>
                    <a:pt x="21" y="1"/>
                    <a:pt x="22" y="1"/>
                  </a:cubicBezTo>
                  <a:cubicBezTo>
                    <a:pt x="25" y="1"/>
                    <a:pt x="25" y="1"/>
                    <a:pt x="25" y="1"/>
                  </a:cubicBezTo>
                  <a:cubicBezTo>
                    <a:pt x="25" y="5"/>
                    <a:pt x="25" y="5"/>
                    <a:pt x="25" y="5"/>
                  </a:cubicBezTo>
                  <a:cubicBezTo>
                    <a:pt x="25" y="5"/>
                    <a:pt x="25" y="5"/>
                    <a:pt x="25" y="5"/>
                  </a:cubicBezTo>
                  <a:cubicBezTo>
                    <a:pt x="25" y="5"/>
                    <a:pt x="25" y="5"/>
                    <a:pt x="25" y="5"/>
                  </a:cubicBezTo>
                  <a:cubicBezTo>
                    <a:pt x="25" y="5"/>
                    <a:pt x="25" y="6"/>
                    <a:pt x="27" y="6"/>
                  </a:cubicBezTo>
                  <a:cubicBezTo>
                    <a:pt x="29" y="6"/>
                    <a:pt x="29" y="6"/>
                    <a:pt x="29" y="6"/>
                  </a:cubicBezTo>
                  <a:cubicBezTo>
                    <a:pt x="29" y="9"/>
                    <a:pt x="29" y="9"/>
                    <a:pt x="29" y="9"/>
                  </a:cubicBezTo>
                  <a:cubicBezTo>
                    <a:pt x="29" y="10"/>
                    <a:pt x="30" y="11"/>
                    <a:pt x="30" y="11"/>
                  </a:cubicBezTo>
                  <a:cubicBezTo>
                    <a:pt x="30" y="15"/>
                    <a:pt x="30" y="18"/>
                    <a:pt x="28" y="21"/>
                  </a:cubicBezTo>
                  <a:cubicBezTo>
                    <a:pt x="26" y="26"/>
                    <a:pt x="21" y="26"/>
                    <a:pt x="19" y="26"/>
                  </a:cubicBezTo>
                  <a:lnTo>
                    <a:pt x="14" y="2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 name="Freeform 9"/>
            <p:cNvSpPr/>
            <p:nvPr/>
          </p:nvSpPr>
          <p:spPr bwMode="auto">
            <a:xfrm>
              <a:off x="6487807" y="2401268"/>
              <a:ext cx="90226" cy="58091"/>
            </a:xfrm>
            <a:custGeom>
              <a:avLst/>
              <a:gdLst>
                <a:gd name="T0" fmla="*/ 27 w 31"/>
                <a:gd name="T1" fmla="*/ 20 h 20"/>
                <a:gd name="T2" fmla="*/ 26 w 31"/>
                <a:gd name="T3" fmla="*/ 20 h 20"/>
                <a:gd name="T4" fmla="*/ 10 w 31"/>
                <a:gd name="T5" fmla="*/ 20 h 20"/>
                <a:gd name="T6" fmla="*/ 10 w 31"/>
                <a:gd name="T7" fmla="*/ 15 h 20"/>
                <a:gd name="T8" fmla="*/ 1 w 31"/>
                <a:gd name="T9" fmla="*/ 15 h 20"/>
                <a:gd name="T10" fmla="*/ 1 w 31"/>
                <a:gd name="T11" fmla="*/ 5 h 20"/>
                <a:gd name="T12" fmla="*/ 1 w 31"/>
                <a:gd name="T13" fmla="*/ 4 h 20"/>
                <a:gd name="T14" fmla="*/ 1 w 31"/>
                <a:gd name="T15" fmla="*/ 1 h 20"/>
                <a:gd name="T16" fmla="*/ 5 w 31"/>
                <a:gd name="T17" fmla="*/ 0 h 20"/>
                <a:gd name="T18" fmla="*/ 21 w 31"/>
                <a:gd name="T19" fmla="*/ 0 h 20"/>
                <a:gd name="T20" fmla="*/ 21 w 31"/>
                <a:gd name="T21" fmla="*/ 2 h 20"/>
                <a:gd name="T22" fmla="*/ 21 w 31"/>
                <a:gd name="T23" fmla="*/ 4 h 20"/>
                <a:gd name="T24" fmla="*/ 23 w 31"/>
                <a:gd name="T25" fmla="*/ 4 h 20"/>
                <a:gd name="T26" fmla="*/ 23 w 31"/>
                <a:gd name="T27" fmla="*/ 4 h 20"/>
                <a:gd name="T28" fmla="*/ 24 w 31"/>
                <a:gd name="T29" fmla="*/ 4 h 20"/>
                <a:gd name="T30" fmla="*/ 30 w 31"/>
                <a:gd name="T31" fmla="*/ 10 h 20"/>
                <a:gd name="T32" fmla="*/ 30 w 31"/>
                <a:gd name="T33" fmla="*/ 15 h 20"/>
                <a:gd name="T34" fmla="*/ 30 w 31"/>
                <a:gd name="T35" fmla="*/ 15 h 20"/>
                <a:gd name="T36" fmla="*/ 30 w 31"/>
                <a:gd name="T37" fmla="*/ 19 h 20"/>
                <a:gd name="T38" fmla="*/ 27 w 31"/>
                <a:gd name="T39"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20">
                  <a:moveTo>
                    <a:pt x="27" y="20"/>
                  </a:moveTo>
                  <a:cubicBezTo>
                    <a:pt x="27" y="20"/>
                    <a:pt x="26" y="20"/>
                    <a:pt x="26" y="20"/>
                  </a:cubicBezTo>
                  <a:cubicBezTo>
                    <a:pt x="10" y="20"/>
                    <a:pt x="10" y="20"/>
                    <a:pt x="10" y="20"/>
                  </a:cubicBezTo>
                  <a:cubicBezTo>
                    <a:pt x="10" y="15"/>
                    <a:pt x="10" y="15"/>
                    <a:pt x="10" y="15"/>
                  </a:cubicBezTo>
                  <a:cubicBezTo>
                    <a:pt x="1" y="15"/>
                    <a:pt x="1" y="15"/>
                    <a:pt x="1" y="15"/>
                  </a:cubicBezTo>
                  <a:cubicBezTo>
                    <a:pt x="1" y="5"/>
                    <a:pt x="1" y="5"/>
                    <a:pt x="1" y="5"/>
                  </a:cubicBezTo>
                  <a:cubicBezTo>
                    <a:pt x="1" y="5"/>
                    <a:pt x="1" y="5"/>
                    <a:pt x="1" y="4"/>
                  </a:cubicBezTo>
                  <a:cubicBezTo>
                    <a:pt x="1" y="4"/>
                    <a:pt x="0" y="2"/>
                    <a:pt x="1" y="1"/>
                  </a:cubicBezTo>
                  <a:cubicBezTo>
                    <a:pt x="3" y="0"/>
                    <a:pt x="4" y="0"/>
                    <a:pt x="5" y="0"/>
                  </a:cubicBezTo>
                  <a:cubicBezTo>
                    <a:pt x="21" y="0"/>
                    <a:pt x="21" y="0"/>
                    <a:pt x="21" y="0"/>
                  </a:cubicBezTo>
                  <a:cubicBezTo>
                    <a:pt x="21" y="2"/>
                    <a:pt x="21" y="2"/>
                    <a:pt x="21" y="2"/>
                  </a:cubicBezTo>
                  <a:cubicBezTo>
                    <a:pt x="21" y="3"/>
                    <a:pt x="21" y="4"/>
                    <a:pt x="21" y="4"/>
                  </a:cubicBezTo>
                  <a:cubicBezTo>
                    <a:pt x="22" y="4"/>
                    <a:pt x="22" y="4"/>
                    <a:pt x="23" y="4"/>
                  </a:cubicBezTo>
                  <a:cubicBezTo>
                    <a:pt x="23" y="4"/>
                    <a:pt x="23" y="4"/>
                    <a:pt x="23" y="4"/>
                  </a:cubicBezTo>
                  <a:cubicBezTo>
                    <a:pt x="24" y="4"/>
                    <a:pt x="24" y="4"/>
                    <a:pt x="24" y="4"/>
                  </a:cubicBezTo>
                  <a:cubicBezTo>
                    <a:pt x="27" y="4"/>
                    <a:pt x="30" y="6"/>
                    <a:pt x="30" y="10"/>
                  </a:cubicBezTo>
                  <a:cubicBezTo>
                    <a:pt x="30" y="12"/>
                    <a:pt x="30" y="13"/>
                    <a:pt x="30" y="15"/>
                  </a:cubicBezTo>
                  <a:cubicBezTo>
                    <a:pt x="30" y="15"/>
                    <a:pt x="30" y="15"/>
                    <a:pt x="30" y="15"/>
                  </a:cubicBezTo>
                  <a:cubicBezTo>
                    <a:pt x="31" y="17"/>
                    <a:pt x="31" y="18"/>
                    <a:pt x="30" y="19"/>
                  </a:cubicBezTo>
                  <a:cubicBezTo>
                    <a:pt x="29" y="20"/>
                    <a:pt x="28" y="20"/>
                    <a:pt x="27" y="2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0" name="Freeform 10"/>
            <p:cNvSpPr/>
            <p:nvPr/>
          </p:nvSpPr>
          <p:spPr bwMode="auto">
            <a:xfrm>
              <a:off x="5704203" y="2176322"/>
              <a:ext cx="321352" cy="227418"/>
            </a:xfrm>
            <a:custGeom>
              <a:avLst/>
              <a:gdLst>
                <a:gd name="T0" fmla="*/ 34 w 110"/>
                <a:gd name="T1" fmla="*/ 78 h 78"/>
                <a:gd name="T2" fmla="*/ 16 w 110"/>
                <a:gd name="T3" fmla="*/ 78 h 78"/>
                <a:gd name="T4" fmla="*/ 5 w 110"/>
                <a:gd name="T5" fmla="*/ 67 h 78"/>
                <a:gd name="T6" fmla="*/ 0 w 110"/>
                <a:gd name="T7" fmla="*/ 59 h 78"/>
                <a:gd name="T8" fmla="*/ 0 w 110"/>
                <a:gd name="T9" fmla="*/ 49 h 78"/>
                <a:gd name="T10" fmla="*/ 8 w 110"/>
                <a:gd name="T11" fmla="*/ 44 h 78"/>
                <a:gd name="T12" fmla="*/ 13 w 110"/>
                <a:gd name="T13" fmla="*/ 39 h 78"/>
                <a:gd name="T14" fmla="*/ 14 w 110"/>
                <a:gd name="T15" fmla="*/ 31 h 78"/>
                <a:gd name="T16" fmla="*/ 11 w 110"/>
                <a:gd name="T17" fmla="*/ 19 h 78"/>
                <a:gd name="T18" fmla="*/ 7 w 110"/>
                <a:gd name="T19" fmla="*/ 17 h 78"/>
                <a:gd name="T20" fmla="*/ 5 w 110"/>
                <a:gd name="T21" fmla="*/ 6 h 78"/>
                <a:gd name="T22" fmla="*/ 46 w 110"/>
                <a:gd name="T23" fmla="*/ 3 h 78"/>
                <a:gd name="T24" fmla="*/ 100 w 110"/>
                <a:gd name="T25" fmla="*/ 1 h 78"/>
                <a:gd name="T26" fmla="*/ 109 w 110"/>
                <a:gd name="T27" fmla="*/ 3 h 78"/>
                <a:gd name="T28" fmla="*/ 110 w 110"/>
                <a:gd name="T29" fmla="*/ 7 h 78"/>
                <a:gd name="T30" fmla="*/ 110 w 110"/>
                <a:gd name="T31" fmla="*/ 10 h 78"/>
                <a:gd name="T32" fmla="*/ 104 w 110"/>
                <a:gd name="T33" fmla="*/ 18 h 78"/>
                <a:gd name="T34" fmla="*/ 101 w 110"/>
                <a:gd name="T35" fmla="*/ 29 h 78"/>
                <a:gd name="T36" fmla="*/ 103 w 110"/>
                <a:gd name="T37" fmla="*/ 33 h 78"/>
                <a:gd name="T38" fmla="*/ 97 w 110"/>
                <a:gd name="T39" fmla="*/ 40 h 78"/>
                <a:gd name="T40" fmla="*/ 96 w 110"/>
                <a:gd name="T41" fmla="*/ 40 h 78"/>
                <a:gd name="T42" fmla="*/ 92 w 110"/>
                <a:gd name="T43" fmla="*/ 45 h 78"/>
                <a:gd name="T44" fmla="*/ 85 w 110"/>
                <a:gd name="T45" fmla="*/ 45 h 78"/>
                <a:gd name="T46" fmla="*/ 77 w 110"/>
                <a:gd name="T47" fmla="*/ 51 h 78"/>
                <a:gd name="T48" fmla="*/ 71 w 110"/>
                <a:gd name="T49" fmla="*/ 55 h 78"/>
                <a:gd name="T50" fmla="*/ 68 w 110"/>
                <a:gd name="T51" fmla="*/ 54 h 78"/>
                <a:gd name="T52" fmla="*/ 63 w 110"/>
                <a:gd name="T53" fmla="*/ 59 h 78"/>
                <a:gd name="T54" fmla="*/ 54 w 110"/>
                <a:gd name="T55" fmla="*/ 59 h 78"/>
                <a:gd name="T56" fmla="*/ 49 w 110"/>
                <a:gd name="T57" fmla="*/ 59 h 78"/>
                <a:gd name="T58" fmla="*/ 45 w 110"/>
                <a:gd name="T59" fmla="*/ 64 h 78"/>
                <a:gd name="T60" fmla="*/ 44 w 110"/>
                <a:gd name="T61" fmla="*/ 69 h 78"/>
                <a:gd name="T62" fmla="*/ 36 w 110"/>
                <a:gd name="T63"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0" h="78">
                  <a:moveTo>
                    <a:pt x="36" y="78"/>
                  </a:moveTo>
                  <a:cubicBezTo>
                    <a:pt x="36" y="78"/>
                    <a:pt x="35" y="78"/>
                    <a:pt x="34" y="78"/>
                  </a:cubicBezTo>
                  <a:cubicBezTo>
                    <a:pt x="34" y="78"/>
                    <a:pt x="33" y="78"/>
                    <a:pt x="32" y="78"/>
                  </a:cubicBezTo>
                  <a:cubicBezTo>
                    <a:pt x="16" y="78"/>
                    <a:pt x="16" y="78"/>
                    <a:pt x="16" y="78"/>
                  </a:cubicBezTo>
                  <a:cubicBezTo>
                    <a:pt x="15" y="77"/>
                    <a:pt x="15" y="77"/>
                    <a:pt x="15" y="77"/>
                  </a:cubicBezTo>
                  <a:cubicBezTo>
                    <a:pt x="12" y="74"/>
                    <a:pt x="8" y="70"/>
                    <a:pt x="5" y="67"/>
                  </a:cubicBezTo>
                  <a:cubicBezTo>
                    <a:pt x="4" y="66"/>
                    <a:pt x="3" y="65"/>
                    <a:pt x="2" y="64"/>
                  </a:cubicBezTo>
                  <a:cubicBezTo>
                    <a:pt x="0" y="62"/>
                    <a:pt x="0" y="61"/>
                    <a:pt x="0" y="59"/>
                  </a:cubicBezTo>
                  <a:cubicBezTo>
                    <a:pt x="0" y="58"/>
                    <a:pt x="0" y="58"/>
                    <a:pt x="0" y="58"/>
                  </a:cubicBezTo>
                  <a:cubicBezTo>
                    <a:pt x="0" y="49"/>
                    <a:pt x="0" y="49"/>
                    <a:pt x="0" y="49"/>
                  </a:cubicBezTo>
                  <a:cubicBezTo>
                    <a:pt x="2" y="48"/>
                    <a:pt x="2" y="48"/>
                    <a:pt x="2" y="48"/>
                  </a:cubicBezTo>
                  <a:cubicBezTo>
                    <a:pt x="5" y="48"/>
                    <a:pt x="6" y="47"/>
                    <a:pt x="8" y="44"/>
                  </a:cubicBezTo>
                  <a:cubicBezTo>
                    <a:pt x="8" y="43"/>
                    <a:pt x="9" y="42"/>
                    <a:pt x="9" y="41"/>
                  </a:cubicBezTo>
                  <a:cubicBezTo>
                    <a:pt x="10" y="39"/>
                    <a:pt x="12" y="39"/>
                    <a:pt x="13" y="39"/>
                  </a:cubicBezTo>
                  <a:cubicBezTo>
                    <a:pt x="13" y="39"/>
                    <a:pt x="13" y="39"/>
                    <a:pt x="14" y="39"/>
                  </a:cubicBezTo>
                  <a:cubicBezTo>
                    <a:pt x="14" y="37"/>
                    <a:pt x="14" y="34"/>
                    <a:pt x="14" y="31"/>
                  </a:cubicBezTo>
                  <a:cubicBezTo>
                    <a:pt x="14" y="30"/>
                    <a:pt x="14" y="29"/>
                    <a:pt x="14" y="28"/>
                  </a:cubicBezTo>
                  <a:cubicBezTo>
                    <a:pt x="14" y="23"/>
                    <a:pt x="14" y="21"/>
                    <a:pt x="11" y="19"/>
                  </a:cubicBezTo>
                  <a:cubicBezTo>
                    <a:pt x="10" y="19"/>
                    <a:pt x="9" y="18"/>
                    <a:pt x="8" y="17"/>
                  </a:cubicBezTo>
                  <a:cubicBezTo>
                    <a:pt x="7" y="17"/>
                    <a:pt x="7" y="17"/>
                    <a:pt x="7" y="17"/>
                  </a:cubicBezTo>
                  <a:cubicBezTo>
                    <a:pt x="5" y="16"/>
                    <a:pt x="5" y="14"/>
                    <a:pt x="5" y="13"/>
                  </a:cubicBezTo>
                  <a:cubicBezTo>
                    <a:pt x="5" y="6"/>
                    <a:pt x="5" y="6"/>
                    <a:pt x="5" y="6"/>
                  </a:cubicBezTo>
                  <a:cubicBezTo>
                    <a:pt x="8" y="6"/>
                    <a:pt x="8" y="6"/>
                    <a:pt x="8" y="6"/>
                  </a:cubicBezTo>
                  <a:cubicBezTo>
                    <a:pt x="20" y="6"/>
                    <a:pt x="33" y="4"/>
                    <a:pt x="46" y="3"/>
                  </a:cubicBezTo>
                  <a:cubicBezTo>
                    <a:pt x="59" y="2"/>
                    <a:pt x="74" y="0"/>
                    <a:pt x="88" y="0"/>
                  </a:cubicBezTo>
                  <a:cubicBezTo>
                    <a:pt x="92" y="0"/>
                    <a:pt x="96" y="0"/>
                    <a:pt x="100" y="1"/>
                  </a:cubicBezTo>
                  <a:cubicBezTo>
                    <a:pt x="102" y="1"/>
                    <a:pt x="104" y="1"/>
                    <a:pt x="106" y="1"/>
                  </a:cubicBezTo>
                  <a:cubicBezTo>
                    <a:pt x="106" y="1"/>
                    <a:pt x="108" y="1"/>
                    <a:pt x="109" y="3"/>
                  </a:cubicBezTo>
                  <a:cubicBezTo>
                    <a:pt x="110" y="4"/>
                    <a:pt x="110" y="5"/>
                    <a:pt x="110" y="6"/>
                  </a:cubicBezTo>
                  <a:cubicBezTo>
                    <a:pt x="110" y="6"/>
                    <a:pt x="110" y="6"/>
                    <a:pt x="110" y="7"/>
                  </a:cubicBezTo>
                  <a:cubicBezTo>
                    <a:pt x="110" y="9"/>
                    <a:pt x="110" y="9"/>
                    <a:pt x="110" y="9"/>
                  </a:cubicBezTo>
                  <a:cubicBezTo>
                    <a:pt x="110" y="9"/>
                    <a:pt x="110" y="10"/>
                    <a:pt x="110" y="10"/>
                  </a:cubicBezTo>
                  <a:cubicBezTo>
                    <a:pt x="110" y="12"/>
                    <a:pt x="110" y="16"/>
                    <a:pt x="107" y="17"/>
                  </a:cubicBezTo>
                  <a:cubicBezTo>
                    <a:pt x="106" y="17"/>
                    <a:pt x="105" y="18"/>
                    <a:pt x="104" y="18"/>
                  </a:cubicBezTo>
                  <a:cubicBezTo>
                    <a:pt x="103" y="19"/>
                    <a:pt x="102" y="21"/>
                    <a:pt x="101" y="23"/>
                  </a:cubicBezTo>
                  <a:cubicBezTo>
                    <a:pt x="100" y="25"/>
                    <a:pt x="100" y="28"/>
                    <a:pt x="101" y="29"/>
                  </a:cubicBezTo>
                  <a:cubicBezTo>
                    <a:pt x="101" y="30"/>
                    <a:pt x="101" y="30"/>
                    <a:pt x="101" y="31"/>
                  </a:cubicBezTo>
                  <a:cubicBezTo>
                    <a:pt x="102" y="31"/>
                    <a:pt x="103" y="32"/>
                    <a:pt x="103" y="33"/>
                  </a:cubicBezTo>
                  <a:cubicBezTo>
                    <a:pt x="104" y="35"/>
                    <a:pt x="103" y="36"/>
                    <a:pt x="103" y="38"/>
                  </a:cubicBezTo>
                  <a:cubicBezTo>
                    <a:pt x="101" y="40"/>
                    <a:pt x="97" y="40"/>
                    <a:pt x="97" y="40"/>
                  </a:cubicBezTo>
                  <a:cubicBezTo>
                    <a:pt x="96" y="40"/>
                    <a:pt x="96" y="40"/>
                    <a:pt x="96" y="40"/>
                  </a:cubicBezTo>
                  <a:cubicBezTo>
                    <a:pt x="96" y="40"/>
                    <a:pt x="96" y="40"/>
                    <a:pt x="96" y="40"/>
                  </a:cubicBezTo>
                  <a:cubicBezTo>
                    <a:pt x="96" y="40"/>
                    <a:pt x="96" y="40"/>
                    <a:pt x="96" y="41"/>
                  </a:cubicBezTo>
                  <a:cubicBezTo>
                    <a:pt x="95" y="44"/>
                    <a:pt x="93" y="45"/>
                    <a:pt x="92" y="45"/>
                  </a:cubicBezTo>
                  <a:cubicBezTo>
                    <a:pt x="91" y="45"/>
                    <a:pt x="90" y="45"/>
                    <a:pt x="90" y="45"/>
                  </a:cubicBezTo>
                  <a:cubicBezTo>
                    <a:pt x="85" y="45"/>
                    <a:pt x="85" y="45"/>
                    <a:pt x="85" y="45"/>
                  </a:cubicBezTo>
                  <a:cubicBezTo>
                    <a:pt x="84" y="45"/>
                    <a:pt x="83" y="45"/>
                    <a:pt x="82" y="46"/>
                  </a:cubicBezTo>
                  <a:cubicBezTo>
                    <a:pt x="80" y="47"/>
                    <a:pt x="79" y="49"/>
                    <a:pt x="77" y="51"/>
                  </a:cubicBezTo>
                  <a:cubicBezTo>
                    <a:pt x="76" y="53"/>
                    <a:pt x="75" y="55"/>
                    <a:pt x="72" y="55"/>
                  </a:cubicBezTo>
                  <a:cubicBezTo>
                    <a:pt x="71" y="55"/>
                    <a:pt x="71" y="55"/>
                    <a:pt x="71" y="55"/>
                  </a:cubicBezTo>
                  <a:cubicBezTo>
                    <a:pt x="70" y="55"/>
                    <a:pt x="69" y="54"/>
                    <a:pt x="68" y="54"/>
                  </a:cubicBezTo>
                  <a:cubicBezTo>
                    <a:pt x="68" y="54"/>
                    <a:pt x="68" y="54"/>
                    <a:pt x="68" y="54"/>
                  </a:cubicBezTo>
                  <a:cubicBezTo>
                    <a:pt x="68" y="54"/>
                    <a:pt x="68" y="55"/>
                    <a:pt x="68" y="55"/>
                  </a:cubicBezTo>
                  <a:cubicBezTo>
                    <a:pt x="67" y="58"/>
                    <a:pt x="65" y="59"/>
                    <a:pt x="63" y="59"/>
                  </a:cubicBezTo>
                  <a:cubicBezTo>
                    <a:pt x="56" y="59"/>
                    <a:pt x="56" y="59"/>
                    <a:pt x="56" y="59"/>
                  </a:cubicBezTo>
                  <a:cubicBezTo>
                    <a:pt x="55" y="59"/>
                    <a:pt x="54" y="59"/>
                    <a:pt x="54" y="59"/>
                  </a:cubicBezTo>
                  <a:cubicBezTo>
                    <a:pt x="53" y="59"/>
                    <a:pt x="52" y="59"/>
                    <a:pt x="51" y="59"/>
                  </a:cubicBezTo>
                  <a:cubicBezTo>
                    <a:pt x="49" y="59"/>
                    <a:pt x="49" y="59"/>
                    <a:pt x="49" y="59"/>
                  </a:cubicBezTo>
                  <a:cubicBezTo>
                    <a:pt x="49" y="60"/>
                    <a:pt x="49" y="60"/>
                    <a:pt x="49" y="60"/>
                  </a:cubicBezTo>
                  <a:cubicBezTo>
                    <a:pt x="48" y="63"/>
                    <a:pt x="47" y="64"/>
                    <a:pt x="45" y="64"/>
                  </a:cubicBezTo>
                  <a:cubicBezTo>
                    <a:pt x="45" y="64"/>
                    <a:pt x="45" y="64"/>
                    <a:pt x="45" y="65"/>
                  </a:cubicBezTo>
                  <a:cubicBezTo>
                    <a:pt x="44" y="66"/>
                    <a:pt x="44" y="67"/>
                    <a:pt x="44" y="69"/>
                  </a:cubicBezTo>
                  <a:cubicBezTo>
                    <a:pt x="44" y="70"/>
                    <a:pt x="44" y="72"/>
                    <a:pt x="43" y="73"/>
                  </a:cubicBezTo>
                  <a:cubicBezTo>
                    <a:pt x="43" y="75"/>
                    <a:pt x="41" y="78"/>
                    <a:pt x="36" y="78"/>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1" name="Freeform 11"/>
            <p:cNvSpPr>
              <a:spLocks noEditPoints="1"/>
            </p:cNvSpPr>
            <p:nvPr/>
          </p:nvSpPr>
          <p:spPr bwMode="auto">
            <a:xfrm>
              <a:off x="6254209" y="2296211"/>
              <a:ext cx="1222373" cy="2356992"/>
            </a:xfrm>
            <a:custGeom>
              <a:avLst/>
              <a:gdLst>
                <a:gd name="T0" fmla="*/ 232 w 418"/>
                <a:gd name="T1" fmla="*/ 714 h 806"/>
                <a:gd name="T2" fmla="*/ 232 w 418"/>
                <a:gd name="T3" fmla="*/ 693 h 806"/>
                <a:gd name="T4" fmla="*/ 241 w 418"/>
                <a:gd name="T5" fmla="*/ 635 h 806"/>
                <a:gd name="T6" fmla="*/ 250 w 418"/>
                <a:gd name="T7" fmla="*/ 577 h 806"/>
                <a:gd name="T8" fmla="*/ 251 w 418"/>
                <a:gd name="T9" fmla="*/ 542 h 806"/>
                <a:gd name="T10" fmla="*/ 225 w 418"/>
                <a:gd name="T11" fmla="*/ 499 h 806"/>
                <a:gd name="T12" fmla="*/ 213 w 418"/>
                <a:gd name="T13" fmla="*/ 453 h 806"/>
                <a:gd name="T14" fmla="*/ 170 w 418"/>
                <a:gd name="T15" fmla="*/ 438 h 806"/>
                <a:gd name="T16" fmla="*/ 141 w 418"/>
                <a:gd name="T17" fmla="*/ 457 h 806"/>
                <a:gd name="T18" fmla="*/ 101 w 418"/>
                <a:gd name="T19" fmla="*/ 452 h 806"/>
                <a:gd name="T20" fmla="*/ 69 w 418"/>
                <a:gd name="T21" fmla="*/ 433 h 806"/>
                <a:gd name="T22" fmla="*/ 26 w 418"/>
                <a:gd name="T23" fmla="*/ 389 h 806"/>
                <a:gd name="T24" fmla="*/ 10 w 418"/>
                <a:gd name="T25" fmla="*/ 351 h 806"/>
                <a:gd name="T26" fmla="*/ 3 w 418"/>
                <a:gd name="T27" fmla="*/ 313 h 806"/>
                <a:gd name="T28" fmla="*/ 24 w 418"/>
                <a:gd name="T29" fmla="*/ 258 h 806"/>
                <a:gd name="T30" fmla="*/ 51 w 418"/>
                <a:gd name="T31" fmla="*/ 234 h 806"/>
                <a:gd name="T32" fmla="*/ 80 w 418"/>
                <a:gd name="T33" fmla="*/ 190 h 806"/>
                <a:gd name="T34" fmla="*/ 112 w 418"/>
                <a:gd name="T35" fmla="*/ 177 h 806"/>
                <a:gd name="T36" fmla="*/ 169 w 418"/>
                <a:gd name="T37" fmla="*/ 168 h 806"/>
                <a:gd name="T38" fmla="*/ 188 w 418"/>
                <a:gd name="T39" fmla="*/ 191 h 806"/>
                <a:gd name="T40" fmla="*/ 218 w 418"/>
                <a:gd name="T41" fmla="*/ 205 h 806"/>
                <a:gd name="T42" fmla="*/ 238 w 418"/>
                <a:gd name="T43" fmla="*/ 215 h 806"/>
                <a:gd name="T44" fmla="*/ 266 w 418"/>
                <a:gd name="T45" fmla="*/ 215 h 806"/>
                <a:gd name="T46" fmla="*/ 296 w 418"/>
                <a:gd name="T47" fmla="*/ 207 h 806"/>
                <a:gd name="T48" fmla="*/ 283 w 418"/>
                <a:gd name="T49" fmla="*/ 180 h 806"/>
                <a:gd name="T50" fmla="*/ 259 w 418"/>
                <a:gd name="T51" fmla="*/ 178 h 806"/>
                <a:gd name="T52" fmla="*/ 245 w 418"/>
                <a:gd name="T53" fmla="*/ 144 h 806"/>
                <a:gd name="T54" fmla="*/ 224 w 418"/>
                <a:gd name="T55" fmla="*/ 112 h 806"/>
                <a:gd name="T56" fmla="*/ 217 w 418"/>
                <a:gd name="T57" fmla="*/ 161 h 806"/>
                <a:gd name="T58" fmla="*/ 193 w 418"/>
                <a:gd name="T59" fmla="*/ 141 h 806"/>
                <a:gd name="T60" fmla="*/ 195 w 418"/>
                <a:gd name="T61" fmla="*/ 175 h 806"/>
                <a:gd name="T62" fmla="*/ 162 w 418"/>
                <a:gd name="T63" fmla="*/ 146 h 806"/>
                <a:gd name="T64" fmla="*/ 129 w 418"/>
                <a:gd name="T65" fmla="*/ 136 h 806"/>
                <a:gd name="T66" fmla="*/ 74 w 418"/>
                <a:gd name="T67" fmla="*/ 84 h 806"/>
                <a:gd name="T68" fmla="*/ 114 w 418"/>
                <a:gd name="T69" fmla="*/ 59 h 806"/>
                <a:gd name="T70" fmla="*/ 118 w 418"/>
                <a:gd name="T71" fmla="*/ 30 h 806"/>
                <a:gd name="T72" fmla="*/ 114 w 418"/>
                <a:gd name="T73" fmla="*/ 9 h 806"/>
                <a:gd name="T74" fmla="*/ 211 w 418"/>
                <a:gd name="T75" fmla="*/ 61 h 806"/>
                <a:gd name="T76" fmla="*/ 282 w 418"/>
                <a:gd name="T77" fmla="*/ 122 h 806"/>
                <a:gd name="T78" fmla="*/ 330 w 418"/>
                <a:gd name="T79" fmla="*/ 173 h 806"/>
                <a:gd name="T80" fmla="*/ 355 w 418"/>
                <a:gd name="T81" fmla="*/ 209 h 806"/>
                <a:gd name="T82" fmla="*/ 370 w 418"/>
                <a:gd name="T83" fmla="*/ 237 h 806"/>
                <a:gd name="T84" fmla="*/ 381 w 418"/>
                <a:gd name="T85" fmla="*/ 257 h 806"/>
                <a:gd name="T86" fmla="*/ 393 w 418"/>
                <a:gd name="T87" fmla="*/ 282 h 806"/>
                <a:gd name="T88" fmla="*/ 382 w 418"/>
                <a:gd name="T89" fmla="*/ 334 h 806"/>
                <a:gd name="T90" fmla="*/ 363 w 418"/>
                <a:gd name="T91" fmla="*/ 301 h 806"/>
                <a:gd name="T92" fmla="*/ 338 w 418"/>
                <a:gd name="T93" fmla="*/ 268 h 806"/>
                <a:gd name="T94" fmla="*/ 322 w 418"/>
                <a:gd name="T95" fmla="*/ 245 h 806"/>
                <a:gd name="T96" fmla="*/ 351 w 418"/>
                <a:gd name="T97" fmla="*/ 299 h 806"/>
                <a:gd name="T98" fmla="*/ 384 w 418"/>
                <a:gd name="T99" fmla="*/ 356 h 806"/>
                <a:gd name="T100" fmla="*/ 415 w 418"/>
                <a:gd name="T101" fmla="*/ 408 h 806"/>
                <a:gd name="T102" fmla="*/ 407 w 418"/>
                <a:gd name="T103" fmla="*/ 481 h 806"/>
                <a:gd name="T104" fmla="*/ 403 w 418"/>
                <a:gd name="T105" fmla="*/ 521 h 806"/>
                <a:gd name="T106" fmla="*/ 388 w 418"/>
                <a:gd name="T107" fmla="*/ 607 h 806"/>
                <a:gd name="T108" fmla="*/ 351 w 418"/>
                <a:gd name="T109" fmla="*/ 684 h 806"/>
                <a:gd name="T110" fmla="*/ 328 w 418"/>
                <a:gd name="T111" fmla="*/ 725 h 806"/>
                <a:gd name="T112" fmla="*/ 313 w 418"/>
                <a:gd name="T113" fmla="*/ 763 h 806"/>
                <a:gd name="T114" fmla="*/ 249 w 418"/>
                <a:gd name="T115" fmla="*/ 800 h 806"/>
                <a:gd name="T116" fmla="*/ 156 w 418"/>
                <a:gd name="T117" fmla="*/ 113 h 806"/>
                <a:gd name="T118" fmla="*/ 172 w 418"/>
                <a:gd name="T119" fmla="*/ 129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18" h="806">
                  <a:moveTo>
                    <a:pt x="229" y="806"/>
                  </a:moveTo>
                  <a:cubicBezTo>
                    <a:pt x="228" y="806"/>
                    <a:pt x="227" y="805"/>
                    <a:pt x="226" y="804"/>
                  </a:cubicBezTo>
                  <a:cubicBezTo>
                    <a:pt x="223" y="802"/>
                    <a:pt x="223" y="799"/>
                    <a:pt x="223" y="797"/>
                  </a:cubicBezTo>
                  <a:cubicBezTo>
                    <a:pt x="223" y="796"/>
                    <a:pt x="223" y="795"/>
                    <a:pt x="222" y="795"/>
                  </a:cubicBezTo>
                  <a:cubicBezTo>
                    <a:pt x="222" y="792"/>
                    <a:pt x="221" y="788"/>
                    <a:pt x="224" y="786"/>
                  </a:cubicBezTo>
                  <a:cubicBezTo>
                    <a:pt x="225" y="785"/>
                    <a:pt x="226" y="784"/>
                    <a:pt x="228" y="783"/>
                  </a:cubicBezTo>
                  <a:cubicBezTo>
                    <a:pt x="229" y="783"/>
                    <a:pt x="230" y="782"/>
                    <a:pt x="232" y="782"/>
                  </a:cubicBezTo>
                  <a:cubicBezTo>
                    <a:pt x="233" y="781"/>
                    <a:pt x="234" y="781"/>
                    <a:pt x="236" y="780"/>
                  </a:cubicBezTo>
                  <a:cubicBezTo>
                    <a:pt x="238" y="779"/>
                    <a:pt x="240" y="778"/>
                    <a:pt x="240" y="776"/>
                  </a:cubicBezTo>
                  <a:cubicBezTo>
                    <a:pt x="241" y="774"/>
                    <a:pt x="241" y="770"/>
                    <a:pt x="240" y="768"/>
                  </a:cubicBezTo>
                  <a:cubicBezTo>
                    <a:pt x="239" y="765"/>
                    <a:pt x="238" y="762"/>
                    <a:pt x="236" y="760"/>
                  </a:cubicBezTo>
                  <a:cubicBezTo>
                    <a:pt x="235" y="759"/>
                    <a:pt x="234" y="759"/>
                    <a:pt x="233" y="758"/>
                  </a:cubicBezTo>
                  <a:cubicBezTo>
                    <a:pt x="232" y="757"/>
                    <a:pt x="232" y="757"/>
                    <a:pt x="232" y="757"/>
                  </a:cubicBezTo>
                  <a:cubicBezTo>
                    <a:pt x="232" y="714"/>
                    <a:pt x="232" y="714"/>
                    <a:pt x="232" y="714"/>
                  </a:cubicBezTo>
                  <a:cubicBezTo>
                    <a:pt x="235" y="715"/>
                    <a:pt x="235" y="715"/>
                    <a:pt x="235" y="715"/>
                  </a:cubicBezTo>
                  <a:cubicBezTo>
                    <a:pt x="236" y="715"/>
                    <a:pt x="236" y="715"/>
                    <a:pt x="236" y="715"/>
                  </a:cubicBezTo>
                  <a:cubicBezTo>
                    <a:pt x="237" y="714"/>
                    <a:pt x="237" y="711"/>
                    <a:pt x="236" y="706"/>
                  </a:cubicBezTo>
                  <a:cubicBezTo>
                    <a:pt x="236" y="705"/>
                    <a:pt x="236" y="704"/>
                    <a:pt x="236" y="704"/>
                  </a:cubicBezTo>
                  <a:cubicBezTo>
                    <a:pt x="236" y="703"/>
                    <a:pt x="236" y="703"/>
                    <a:pt x="236" y="703"/>
                  </a:cubicBezTo>
                  <a:cubicBezTo>
                    <a:pt x="236" y="703"/>
                    <a:pt x="236" y="703"/>
                    <a:pt x="236" y="703"/>
                  </a:cubicBezTo>
                  <a:cubicBezTo>
                    <a:pt x="236" y="703"/>
                    <a:pt x="236" y="702"/>
                    <a:pt x="236" y="702"/>
                  </a:cubicBezTo>
                  <a:cubicBezTo>
                    <a:pt x="236" y="702"/>
                    <a:pt x="236" y="702"/>
                    <a:pt x="236" y="702"/>
                  </a:cubicBezTo>
                  <a:cubicBezTo>
                    <a:pt x="236" y="702"/>
                    <a:pt x="236" y="702"/>
                    <a:pt x="236" y="702"/>
                  </a:cubicBezTo>
                  <a:cubicBezTo>
                    <a:pt x="235" y="702"/>
                    <a:pt x="235" y="702"/>
                    <a:pt x="235" y="702"/>
                  </a:cubicBezTo>
                  <a:cubicBezTo>
                    <a:pt x="233" y="702"/>
                    <a:pt x="232" y="701"/>
                    <a:pt x="232" y="698"/>
                  </a:cubicBezTo>
                  <a:cubicBezTo>
                    <a:pt x="232" y="695"/>
                    <a:pt x="232" y="695"/>
                    <a:pt x="232" y="695"/>
                  </a:cubicBezTo>
                  <a:cubicBezTo>
                    <a:pt x="232" y="695"/>
                    <a:pt x="232" y="694"/>
                    <a:pt x="232" y="694"/>
                  </a:cubicBezTo>
                  <a:cubicBezTo>
                    <a:pt x="232" y="694"/>
                    <a:pt x="232" y="693"/>
                    <a:pt x="232" y="693"/>
                  </a:cubicBezTo>
                  <a:cubicBezTo>
                    <a:pt x="232" y="693"/>
                    <a:pt x="232" y="693"/>
                    <a:pt x="231" y="693"/>
                  </a:cubicBezTo>
                  <a:cubicBezTo>
                    <a:pt x="231" y="693"/>
                    <a:pt x="230" y="693"/>
                    <a:pt x="230" y="693"/>
                  </a:cubicBezTo>
                  <a:cubicBezTo>
                    <a:pt x="227" y="692"/>
                    <a:pt x="227" y="692"/>
                    <a:pt x="227" y="692"/>
                  </a:cubicBezTo>
                  <a:cubicBezTo>
                    <a:pt x="227" y="648"/>
                    <a:pt x="227" y="648"/>
                    <a:pt x="227" y="648"/>
                  </a:cubicBezTo>
                  <a:cubicBezTo>
                    <a:pt x="231" y="649"/>
                    <a:pt x="231" y="649"/>
                    <a:pt x="231" y="649"/>
                  </a:cubicBezTo>
                  <a:cubicBezTo>
                    <a:pt x="231" y="649"/>
                    <a:pt x="231" y="649"/>
                    <a:pt x="231" y="649"/>
                  </a:cubicBezTo>
                  <a:cubicBezTo>
                    <a:pt x="231" y="648"/>
                    <a:pt x="231" y="648"/>
                    <a:pt x="231" y="648"/>
                  </a:cubicBezTo>
                  <a:cubicBezTo>
                    <a:pt x="232" y="647"/>
                    <a:pt x="232" y="645"/>
                    <a:pt x="232" y="644"/>
                  </a:cubicBezTo>
                  <a:cubicBezTo>
                    <a:pt x="233" y="643"/>
                    <a:pt x="234" y="642"/>
                    <a:pt x="235" y="641"/>
                  </a:cubicBezTo>
                  <a:cubicBezTo>
                    <a:pt x="236" y="640"/>
                    <a:pt x="236" y="639"/>
                    <a:pt x="236" y="638"/>
                  </a:cubicBezTo>
                  <a:cubicBezTo>
                    <a:pt x="236" y="634"/>
                    <a:pt x="236" y="634"/>
                    <a:pt x="236" y="634"/>
                  </a:cubicBezTo>
                  <a:cubicBezTo>
                    <a:pt x="240" y="635"/>
                    <a:pt x="240" y="635"/>
                    <a:pt x="240" y="635"/>
                  </a:cubicBezTo>
                  <a:cubicBezTo>
                    <a:pt x="240" y="635"/>
                    <a:pt x="240" y="635"/>
                    <a:pt x="241" y="635"/>
                  </a:cubicBezTo>
                  <a:cubicBezTo>
                    <a:pt x="241" y="635"/>
                    <a:pt x="241" y="635"/>
                    <a:pt x="241" y="635"/>
                  </a:cubicBezTo>
                  <a:cubicBezTo>
                    <a:pt x="241" y="635"/>
                    <a:pt x="241" y="634"/>
                    <a:pt x="241" y="633"/>
                  </a:cubicBezTo>
                  <a:cubicBezTo>
                    <a:pt x="241" y="615"/>
                    <a:pt x="241" y="615"/>
                    <a:pt x="241" y="615"/>
                  </a:cubicBezTo>
                  <a:cubicBezTo>
                    <a:pt x="245" y="616"/>
                    <a:pt x="245" y="616"/>
                    <a:pt x="245" y="616"/>
                  </a:cubicBezTo>
                  <a:cubicBezTo>
                    <a:pt x="245" y="616"/>
                    <a:pt x="245" y="616"/>
                    <a:pt x="245" y="616"/>
                  </a:cubicBezTo>
                  <a:cubicBezTo>
                    <a:pt x="245" y="616"/>
                    <a:pt x="246" y="614"/>
                    <a:pt x="246" y="613"/>
                  </a:cubicBezTo>
                  <a:cubicBezTo>
                    <a:pt x="246" y="612"/>
                    <a:pt x="247" y="610"/>
                    <a:pt x="248" y="609"/>
                  </a:cubicBezTo>
                  <a:cubicBezTo>
                    <a:pt x="249" y="607"/>
                    <a:pt x="250" y="606"/>
                    <a:pt x="251" y="605"/>
                  </a:cubicBezTo>
                  <a:cubicBezTo>
                    <a:pt x="253" y="604"/>
                    <a:pt x="254" y="602"/>
                    <a:pt x="255" y="600"/>
                  </a:cubicBezTo>
                  <a:cubicBezTo>
                    <a:pt x="255" y="600"/>
                    <a:pt x="255" y="600"/>
                    <a:pt x="255" y="600"/>
                  </a:cubicBezTo>
                  <a:cubicBezTo>
                    <a:pt x="255" y="599"/>
                    <a:pt x="256" y="598"/>
                    <a:pt x="258" y="597"/>
                  </a:cubicBezTo>
                  <a:cubicBezTo>
                    <a:pt x="258" y="596"/>
                    <a:pt x="257" y="596"/>
                    <a:pt x="257" y="596"/>
                  </a:cubicBezTo>
                  <a:cubicBezTo>
                    <a:pt x="255" y="594"/>
                    <a:pt x="254" y="594"/>
                    <a:pt x="253" y="593"/>
                  </a:cubicBezTo>
                  <a:cubicBezTo>
                    <a:pt x="250" y="593"/>
                    <a:pt x="250" y="593"/>
                    <a:pt x="250" y="593"/>
                  </a:cubicBezTo>
                  <a:cubicBezTo>
                    <a:pt x="250" y="577"/>
                    <a:pt x="250" y="577"/>
                    <a:pt x="250" y="577"/>
                  </a:cubicBezTo>
                  <a:cubicBezTo>
                    <a:pt x="254" y="578"/>
                    <a:pt x="254" y="578"/>
                    <a:pt x="254" y="578"/>
                  </a:cubicBezTo>
                  <a:cubicBezTo>
                    <a:pt x="254" y="578"/>
                    <a:pt x="255" y="578"/>
                    <a:pt x="255" y="578"/>
                  </a:cubicBezTo>
                  <a:cubicBezTo>
                    <a:pt x="256" y="577"/>
                    <a:pt x="255" y="572"/>
                    <a:pt x="255" y="570"/>
                  </a:cubicBezTo>
                  <a:cubicBezTo>
                    <a:pt x="255" y="569"/>
                    <a:pt x="255" y="569"/>
                    <a:pt x="255" y="568"/>
                  </a:cubicBezTo>
                  <a:cubicBezTo>
                    <a:pt x="255" y="557"/>
                    <a:pt x="255" y="557"/>
                    <a:pt x="255" y="557"/>
                  </a:cubicBezTo>
                  <a:cubicBezTo>
                    <a:pt x="255" y="557"/>
                    <a:pt x="255" y="557"/>
                    <a:pt x="255" y="557"/>
                  </a:cubicBezTo>
                  <a:cubicBezTo>
                    <a:pt x="255" y="556"/>
                    <a:pt x="255" y="556"/>
                    <a:pt x="255" y="556"/>
                  </a:cubicBezTo>
                  <a:cubicBezTo>
                    <a:pt x="255" y="556"/>
                    <a:pt x="255" y="556"/>
                    <a:pt x="255" y="556"/>
                  </a:cubicBezTo>
                  <a:cubicBezTo>
                    <a:pt x="254" y="556"/>
                    <a:pt x="254" y="556"/>
                    <a:pt x="253" y="556"/>
                  </a:cubicBezTo>
                  <a:cubicBezTo>
                    <a:pt x="250" y="556"/>
                    <a:pt x="250" y="556"/>
                    <a:pt x="250" y="556"/>
                  </a:cubicBezTo>
                  <a:cubicBezTo>
                    <a:pt x="250" y="550"/>
                    <a:pt x="250" y="550"/>
                    <a:pt x="250" y="550"/>
                  </a:cubicBezTo>
                  <a:cubicBezTo>
                    <a:pt x="250" y="549"/>
                    <a:pt x="251" y="548"/>
                    <a:pt x="251" y="546"/>
                  </a:cubicBezTo>
                  <a:cubicBezTo>
                    <a:pt x="251" y="545"/>
                    <a:pt x="251" y="545"/>
                    <a:pt x="251" y="545"/>
                  </a:cubicBezTo>
                  <a:cubicBezTo>
                    <a:pt x="251" y="544"/>
                    <a:pt x="251" y="543"/>
                    <a:pt x="251" y="542"/>
                  </a:cubicBezTo>
                  <a:cubicBezTo>
                    <a:pt x="250" y="541"/>
                    <a:pt x="249" y="540"/>
                    <a:pt x="247" y="539"/>
                  </a:cubicBezTo>
                  <a:cubicBezTo>
                    <a:pt x="247" y="539"/>
                    <a:pt x="246" y="538"/>
                    <a:pt x="245" y="538"/>
                  </a:cubicBezTo>
                  <a:cubicBezTo>
                    <a:pt x="243" y="536"/>
                    <a:pt x="242" y="534"/>
                    <a:pt x="241" y="532"/>
                  </a:cubicBezTo>
                  <a:cubicBezTo>
                    <a:pt x="241" y="531"/>
                    <a:pt x="241" y="529"/>
                    <a:pt x="241" y="528"/>
                  </a:cubicBezTo>
                  <a:cubicBezTo>
                    <a:pt x="241" y="527"/>
                    <a:pt x="241" y="526"/>
                    <a:pt x="241" y="526"/>
                  </a:cubicBezTo>
                  <a:cubicBezTo>
                    <a:pt x="239" y="523"/>
                    <a:pt x="238" y="521"/>
                    <a:pt x="238" y="518"/>
                  </a:cubicBezTo>
                  <a:cubicBezTo>
                    <a:pt x="237" y="517"/>
                    <a:pt x="236" y="515"/>
                    <a:pt x="236" y="514"/>
                  </a:cubicBezTo>
                  <a:cubicBezTo>
                    <a:pt x="235" y="512"/>
                    <a:pt x="234" y="511"/>
                    <a:pt x="233" y="510"/>
                  </a:cubicBezTo>
                  <a:cubicBezTo>
                    <a:pt x="232" y="509"/>
                    <a:pt x="231" y="509"/>
                    <a:pt x="231" y="509"/>
                  </a:cubicBezTo>
                  <a:cubicBezTo>
                    <a:pt x="228" y="508"/>
                    <a:pt x="227" y="507"/>
                    <a:pt x="227" y="504"/>
                  </a:cubicBezTo>
                  <a:cubicBezTo>
                    <a:pt x="227" y="503"/>
                    <a:pt x="227" y="503"/>
                    <a:pt x="227" y="503"/>
                  </a:cubicBezTo>
                  <a:cubicBezTo>
                    <a:pt x="227" y="503"/>
                    <a:pt x="227" y="502"/>
                    <a:pt x="227" y="501"/>
                  </a:cubicBezTo>
                  <a:cubicBezTo>
                    <a:pt x="227" y="501"/>
                    <a:pt x="227" y="500"/>
                    <a:pt x="227" y="500"/>
                  </a:cubicBezTo>
                  <a:cubicBezTo>
                    <a:pt x="226" y="499"/>
                    <a:pt x="226" y="499"/>
                    <a:pt x="225" y="499"/>
                  </a:cubicBezTo>
                  <a:cubicBezTo>
                    <a:pt x="222" y="499"/>
                    <a:pt x="222" y="499"/>
                    <a:pt x="222" y="499"/>
                  </a:cubicBezTo>
                  <a:cubicBezTo>
                    <a:pt x="222" y="496"/>
                    <a:pt x="222" y="496"/>
                    <a:pt x="222" y="496"/>
                  </a:cubicBezTo>
                  <a:cubicBezTo>
                    <a:pt x="222" y="488"/>
                    <a:pt x="222" y="488"/>
                    <a:pt x="222" y="488"/>
                  </a:cubicBezTo>
                  <a:cubicBezTo>
                    <a:pt x="226" y="488"/>
                    <a:pt x="226" y="488"/>
                    <a:pt x="226" y="488"/>
                  </a:cubicBezTo>
                  <a:cubicBezTo>
                    <a:pt x="226" y="488"/>
                    <a:pt x="226" y="488"/>
                    <a:pt x="226" y="488"/>
                  </a:cubicBezTo>
                  <a:cubicBezTo>
                    <a:pt x="227" y="488"/>
                    <a:pt x="227" y="487"/>
                    <a:pt x="227" y="486"/>
                  </a:cubicBezTo>
                  <a:cubicBezTo>
                    <a:pt x="227" y="485"/>
                    <a:pt x="228" y="483"/>
                    <a:pt x="228" y="482"/>
                  </a:cubicBezTo>
                  <a:cubicBezTo>
                    <a:pt x="229" y="481"/>
                    <a:pt x="229" y="480"/>
                    <a:pt x="230" y="480"/>
                  </a:cubicBezTo>
                  <a:cubicBezTo>
                    <a:pt x="231" y="477"/>
                    <a:pt x="232" y="475"/>
                    <a:pt x="232" y="472"/>
                  </a:cubicBezTo>
                  <a:cubicBezTo>
                    <a:pt x="232" y="468"/>
                    <a:pt x="229" y="464"/>
                    <a:pt x="227" y="461"/>
                  </a:cubicBezTo>
                  <a:cubicBezTo>
                    <a:pt x="226" y="460"/>
                    <a:pt x="224" y="459"/>
                    <a:pt x="222" y="458"/>
                  </a:cubicBezTo>
                  <a:cubicBezTo>
                    <a:pt x="220" y="457"/>
                    <a:pt x="219" y="457"/>
                    <a:pt x="216" y="457"/>
                  </a:cubicBezTo>
                  <a:cubicBezTo>
                    <a:pt x="212" y="457"/>
                    <a:pt x="212" y="457"/>
                    <a:pt x="212" y="457"/>
                  </a:cubicBezTo>
                  <a:cubicBezTo>
                    <a:pt x="213" y="453"/>
                    <a:pt x="213" y="453"/>
                    <a:pt x="213" y="453"/>
                  </a:cubicBezTo>
                  <a:cubicBezTo>
                    <a:pt x="213" y="453"/>
                    <a:pt x="213" y="452"/>
                    <a:pt x="213" y="452"/>
                  </a:cubicBezTo>
                  <a:cubicBezTo>
                    <a:pt x="213" y="452"/>
                    <a:pt x="213" y="452"/>
                    <a:pt x="213" y="452"/>
                  </a:cubicBezTo>
                  <a:cubicBezTo>
                    <a:pt x="213" y="452"/>
                    <a:pt x="212" y="452"/>
                    <a:pt x="208" y="452"/>
                  </a:cubicBezTo>
                  <a:cubicBezTo>
                    <a:pt x="207" y="452"/>
                    <a:pt x="205" y="452"/>
                    <a:pt x="204" y="452"/>
                  </a:cubicBezTo>
                  <a:cubicBezTo>
                    <a:pt x="203" y="452"/>
                    <a:pt x="202" y="452"/>
                    <a:pt x="202" y="452"/>
                  </a:cubicBezTo>
                  <a:cubicBezTo>
                    <a:pt x="198" y="452"/>
                    <a:pt x="198" y="452"/>
                    <a:pt x="198" y="452"/>
                  </a:cubicBezTo>
                  <a:cubicBezTo>
                    <a:pt x="199" y="448"/>
                    <a:pt x="199" y="448"/>
                    <a:pt x="199" y="448"/>
                  </a:cubicBezTo>
                  <a:cubicBezTo>
                    <a:pt x="199" y="448"/>
                    <a:pt x="199" y="448"/>
                    <a:pt x="199" y="448"/>
                  </a:cubicBezTo>
                  <a:cubicBezTo>
                    <a:pt x="199" y="448"/>
                    <a:pt x="199" y="448"/>
                    <a:pt x="198" y="448"/>
                  </a:cubicBezTo>
                  <a:cubicBezTo>
                    <a:pt x="197" y="447"/>
                    <a:pt x="196" y="447"/>
                    <a:pt x="195" y="447"/>
                  </a:cubicBezTo>
                  <a:cubicBezTo>
                    <a:pt x="194" y="447"/>
                    <a:pt x="194" y="447"/>
                    <a:pt x="194" y="447"/>
                  </a:cubicBezTo>
                  <a:cubicBezTo>
                    <a:pt x="190" y="447"/>
                    <a:pt x="189" y="445"/>
                    <a:pt x="189" y="444"/>
                  </a:cubicBezTo>
                  <a:cubicBezTo>
                    <a:pt x="188" y="441"/>
                    <a:pt x="184" y="438"/>
                    <a:pt x="180" y="438"/>
                  </a:cubicBezTo>
                  <a:cubicBezTo>
                    <a:pt x="170" y="438"/>
                    <a:pt x="170" y="438"/>
                    <a:pt x="170" y="438"/>
                  </a:cubicBezTo>
                  <a:cubicBezTo>
                    <a:pt x="169" y="438"/>
                    <a:pt x="169" y="438"/>
                    <a:pt x="168" y="438"/>
                  </a:cubicBezTo>
                  <a:cubicBezTo>
                    <a:pt x="168" y="438"/>
                    <a:pt x="167" y="438"/>
                    <a:pt x="166" y="438"/>
                  </a:cubicBezTo>
                  <a:cubicBezTo>
                    <a:pt x="164" y="438"/>
                    <a:pt x="163" y="438"/>
                    <a:pt x="162" y="439"/>
                  </a:cubicBezTo>
                  <a:cubicBezTo>
                    <a:pt x="161" y="439"/>
                    <a:pt x="160" y="441"/>
                    <a:pt x="159" y="443"/>
                  </a:cubicBezTo>
                  <a:cubicBezTo>
                    <a:pt x="158" y="445"/>
                    <a:pt x="158" y="446"/>
                    <a:pt x="158" y="449"/>
                  </a:cubicBezTo>
                  <a:cubicBezTo>
                    <a:pt x="158" y="453"/>
                    <a:pt x="158" y="453"/>
                    <a:pt x="158" y="453"/>
                  </a:cubicBezTo>
                  <a:cubicBezTo>
                    <a:pt x="154" y="452"/>
                    <a:pt x="154" y="452"/>
                    <a:pt x="154" y="452"/>
                  </a:cubicBezTo>
                  <a:cubicBezTo>
                    <a:pt x="154" y="452"/>
                    <a:pt x="153" y="452"/>
                    <a:pt x="153" y="452"/>
                  </a:cubicBezTo>
                  <a:cubicBezTo>
                    <a:pt x="153" y="452"/>
                    <a:pt x="153" y="452"/>
                    <a:pt x="153" y="452"/>
                  </a:cubicBezTo>
                  <a:cubicBezTo>
                    <a:pt x="153" y="452"/>
                    <a:pt x="153" y="452"/>
                    <a:pt x="153" y="453"/>
                  </a:cubicBezTo>
                  <a:cubicBezTo>
                    <a:pt x="153" y="455"/>
                    <a:pt x="152" y="457"/>
                    <a:pt x="147" y="457"/>
                  </a:cubicBezTo>
                  <a:cubicBezTo>
                    <a:pt x="146" y="457"/>
                    <a:pt x="145" y="457"/>
                    <a:pt x="144" y="457"/>
                  </a:cubicBezTo>
                  <a:cubicBezTo>
                    <a:pt x="144" y="457"/>
                    <a:pt x="144" y="457"/>
                    <a:pt x="144" y="457"/>
                  </a:cubicBezTo>
                  <a:cubicBezTo>
                    <a:pt x="143" y="457"/>
                    <a:pt x="142" y="457"/>
                    <a:pt x="141" y="457"/>
                  </a:cubicBezTo>
                  <a:cubicBezTo>
                    <a:pt x="140" y="456"/>
                    <a:pt x="140" y="456"/>
                    <a:pt x="140" y="456"/>
                  </a:cubicBezTo>
                  <a:cubicBezTo>
                    <a:pt x="137" y="456"/>
                    <a:pt x="134" y="456"/>
                    <a:pt x="132" y="455"/>
                  </a:cubicBezTo>
                  <a:cubicBezTo>
                    <a:pt x="130" y="454"/>
                    <a:pt x="129" y="453"/>
                    <a:pt x="129" y="452"/>
                  </a:cubicBezTo>
                  <a:cubicBezTo>
                    <a:pt x="128" y="452"/>
                    <a:pt x="128" y="452"/>
                    <a:pt x="127" y="452"/>
                  </a:cubicBezTo>
                  <a:cubicBezTo>
                    <a:pt x="127" y="452"/>
                    <a:pt x="127" y="452"/>
                    <a:pt x="126" y="452"/>
                  </a:cubicBezTo>
                  <a:cubicBezTo>
                    <a:pt x="122" y="452"/>
                    <a:pt x="122" y="452"/>
                    <a:pt x="122" y="452"/>
                  </a:cubicBezTo>
                  <a:cubicBezTo>
                    <a:pt x="119" y="452"/>
                    <a:pt x="119" y="450"/>
                    <a:pt x="118" y="449"/>
                  </a:cubicBezTo>
                  <a:cubicBezTo>
                    <a:pt x="118" y="449"/>
                    <a:pt x="118" y="449"/>
                    <a:pt x="118" y="449"/>
                  </a:cubicBezTo>
                  <a:cubicBezTo>
                    <a:pt x="117" y="448"/>
                    <a:pt x="115" y="448"/>
                    <a:pt x="114" y="448"/>
                  </a:cubicBezTo>
                  <a:cubicBezTo>
                    <a:pt x="112" y="448"/>
                    <a:pt x="111" y="448"/>
                    <a:pt x="111" y="448"/>
                  </a:cubicBezTo>
                  <a:cubicBezTo>
                    <a:pt x="111" y="449"/>
                    <a:pt x="110" y="449"/>
                    <a:pt x="110" y="449"/>
                  </a:cubicBezTo>
                  <a:cubicBezTo>
                    <a:pt x="110" y="452"/>
                    <a:pt x="110" y="452"/>
                    <a:pt x="110" y="452"/>
                  </a:cubicBezTo>
                  <a:cubicBezTo>
                    <a:pt x="106" y="452"/>
                    <a:pt x="106" y="452"/>
                    <a:pt x="106" y="452"/>
                  </a:cubicBezTo>
                  <a:cubicBezTo>
                    <a:pt x="105" y="452"/>
                    <a:pt x="103" y="452"/>
                    <a:pt x="101" y="452"/>
                  </a:cubicBezTo>
                  <a:cubicBezTo>
                    <a:pt x="101" y="452"/>
                    <a:pt x="101" y="452"/>
                    <a:pt x="101" y="452"/>
                  </a:cubicBezTo>
                  <a:cubicBezTo>
                    <a:pt x="101" y="452"/>
                    <a:pt x="101" y="452"/>
                    <a:pt x="101" y="454"/>
                  </a:cubicBezTo>
                  <a:cubicBezTo>
                    <a:pt x="101" y="457"/>
                    <a:pt x="101" y="457"/>
                    <a:pt x="101" y="457"/>
                  </a:cubicBezTo>
                  <a:cubicBezTo>
                    <a:pt x="94" y="457"/>
                    <a:pt x="94" y="457"/>
                    <a:pt x="94" y="457"/>
                  </a:cubicBezTo>
                  <a:cubicBezTo>
                    <a:pt x="93" y="457"/>
                    <a:pt x="91" y="457"/>
                    <a:pt x="90" y="453"/>
                  </a:cubicBezTo>
                  <a:cubicBezTo>
                    <a:pt x="90" y="453"/>
                    <a:pt x="90" y="453"/>
                    <a:pt x="90" y="453"/>
                  </a:cubicBezTo>
                  <a:cubicBezTo>
                    <a:pt x="89" y="452"/>
                    <a:pt x="89" y="451"/>
                    <a:pt x="88" y="451"/>
                  </a:cubicBezTo>
                  <a:cubicBezTo>
                    <a:pt x="87" y="449"/>
                    <a:pt x="84" y="448"/>
                    <a:pt x="82" y="447"/>
                  </a:cubicBezTo>
                  <a:cubicBezTo>
                    <a:pt x="79" y="446"/>
                    <a:pt x="76" y="444"/>
                    <a:pt x="74" y="440"/>
                  </a:cubicBezTo>
                  <a:cubicBezTo>
                    <a:pt x="73" y="440"/>
                    <a:pt x="73" y="440"/>
                    <a:pt x="73" y="440"/>
                  </a:cubicBezTo>
                  <a:cubicBezTo>
                    <a:pt x="72" y="438"/>
                    <a:pt x="71" y="436"/>
                    <a:pt x="71" y="434"/>
                  </a:cubicBezTo>
                  <a:cubicBezTo>
                    <a:pt x="71" y="434"/>
                    <a:pt x="71" y="434"/>
                    <a:pt x="71" y="434"/>
                  </a:cubicBezTo>
                  <a:cubicBezTo>
                    <a:pt x="71" y="433"/>
                    <a:pt x="70" y="433"/>
                    <a:pt x="70" y="433"/>
                  </a:cubicBezTo>
                  <a:cubicBezTo>
                    <a:pt x="70" y="433"/>
                    <a:pt x="70" y="433"/>
                    <a:pt x="69" y="433"/>
                  </a:cubicBezTo>
                  <a:cubicBezTo>
                    <a:pt x="69" y="433"/>
                    <a:pt x="69" y="433"/>
                    <a:pt x="69" y="433"/>
                  </a:cubicBezTo>
                  <a:cubicBezTo>
                    <a:pt x="68" y="433"/>
                    <a:pt x="68" y="433"/>
                    <a:pt x="67" y="433"/>
                  </a:cubicBezTo>
                  <a:cubicBezTo>
                    <a:pt x="63" y="433"/>
                    <a:pt x="62" y="431"/>
                    <a:pt x="62" y="430"/>
                  </a:cubicBezTo>
                  <a:cubicBezTo>
                    <a:pt x="62" y="430"/>
                    <a:pt x="61" y="428"/>
                    <a:pt x="54" y="428"/>
                  </a:cubicBezTo>
                  <a:cubicBezTo>
                    <a:pt x="51" y="428"/>
                    <a:pt x="51" y="428"/>
                    <a:pt x="51" y="428"/>
                  </a:cubicBezTo>
                  <a:cubicBezTo>
                    <a:pt x="47" y="428"/>
                    <a:pt x="47" y="428"/>
                    <a:pt x="47" y="428"/>
                  </a:cubicBezTo>
                  <a:cubicBezTo>
                    <a:pt x="48" y="425"/>
                    <a:pt x="48" y="425"/>
                    <a:pt x="48" y="425"/>
                  </a:cubicBezTo>
                  <a:cubicBezTo>
                    <a:pt x="48" y="425"/>
                    <a:pt x="48" y="424"/>
                    <a:pt x="48" y="424"/>
                  </a:cubicBezTo>
                  <a:cubicBezTo>
                    <a:pt x="47" y="424"/>
                    <a:pt x="46" y="424"/>
                    <a:pt x="45" y="424"/>
                  </a:cubicBezTo>
                  <a:cubicBezTo>
                    <a:pt x="45" y="424"/>
                    <a:pt x="44" y="424"/>
                    <a:pt x="43" y="423"/>
                  </a:cubicBezTo>
                  <a:cubicBezTo>
                    <a:pt x="37" y="422"/>
                    <a:pt x="38" y="415"/>
                    <a:pt x="38" y="411"/>
                  </a:cubicBezTo>
                  <a:cubicBezTo>
                    <a:pt x="38" y="411"/>
                    <a:pt x="38" y="410"/>
                    <a:pt x="38" y="410"/>
                  </a:cubicBezTo>
                  <a:cubicBezTo>
                    <a:pt x="39" y="403"/>
                    <a:pt x="37" y="398"/>
                    <a:pt x="33" y="394"/>
                  </a:cubicBezTo>
                  <a:cubicBezTo>
                    <a:pt x="31" y="392"/>
                    <a:pt x="28" y="391"/>
                    <a:pt x="26" y="389"/>
                  </a:cubicBezTo>
                  <a:cubicBezTo>
                    <a:pt x="25" y="389"/>
                    <a:pt x="25" y="389"/>
                    <a:pt x="25" y="389"/>
                  </a:cubicBezTo>
                  <a:cubicBezTo>
                    <a:pt x="24" y="388"/>
                    <a:pt x="22" y="387"/>
                    <a:pt x="21" y="386"/>
                  </a:cubicBezTo>
                  <a:cubicBezTo>
                    <a:pt x="19" y="385"/>
                    <a:pt x="19" y="382"/>
                    <a:pt x="18" y="381"/>
                  </a:cubicBezTo>
                  <a:cubicBezTo>
                    <a:pt x="18" y="380"/>
                    <a:pt x="17" y="379"/>
                    <a:pt x="17" y="379"/>
                  </a:cubicBezTo>
                  <a:cubicBezTo>
                    <a:pt x="16" y="377"/>
                    <a:pt x="15" y="375"/>
                    <a:pt x="14" y="374"/>
                  </a:cubicBezTo>
                  <a:cubicBezTo>
                    <a:pt x="13" y="373"/>
                    <a:pt x="12" y="372"/>
                    <a:pt x="12" y="372"/>
                  </a:cubicBezTo>
                  <a:cubicBezTo>
                    <a:pt x="10" y="370"/>
                    <a:pt x="10" y="368"/>
                    <a:pt x="10" y="367"/>
                  </a:cubicBezTo>
                  <a:cubicBezTo>
                    <a:pt x="10" y="367"/>
                    <a:pt x="10" y="367"/>
                    <a:pt x="10" y="366"/>
                  </a:cubicBezTo>
                  <a:cubicBezTo>
                    <a:pt x="10" y="366"/>
                    <a:pt x="10" y="365"/>
                    <a:pt x="10" y="365"/>
                  </a:cubicBezTo>
                  <a:cubicBezTo>
                    <a:pt x="10" y="364"/>
                    <a:pt x="10" y="363"/>
                    <a:pt x="10" y="363"/>
                  </a:cubicBezTo>
                  <a:cubicBezTo>
                    <a:pt x="10" y="363"/>
                    <a:pt x="9" y="363"/>
                    <a:pt x="8" y="362"/>
                  </a:cubicBezTo>
                  <a:cubicBezTo>
                    <a:pt x="4" y="362"/>
                    <a:pt x="4" y="362"/>
                    <a:pt x="4" y="362"/>
                  </a:cubicBezTo>
                  <a:cubicBezTo>
                    <a:pt x="6" y="358"/>
                    <a:pt x="6" y="358"/>
                    <a:pt x="6" y="358"/>
                  </a:cubicBezTo>
                  <a:cubicBezTo>
                    <a:pt x="7" y="355"/>
                    <a:pt x="8" y="353"/>
                    <a:pt x="10" y="351"/>
                  </a:cubicBezTo>
                  <a:cubicBezTo>
                    <a:pt x="11" y="350"/>
                    <a:pt x="12" y="349"/>
                    <a:pt x="13" y="348"/>
                  </a:cubicBezTo>
                  <a:cubicBezTo>
                    <a:pt x="15" y="345"/>
                    <a:pt x="16" y="341"/>
                    <a:pt x="15" y="337"/>
                  </a:cubicBezTo>
                  <a:cubicBezTo>
                    <a:pt x="15" y="336"/>
                    <a:pt x="15" y="335"/>
                    <a:pt x="15" y="335"/>
                  </a:cubicBezTo>
                  <a:cubicBezTo>
                    <a:pt x="15" y="333"/>
                    <a:pt x="15" y="332"/>
                    <a:pt x="15" y="330"/>
                  </a:cubicBezTo>
                  <a:cubicBezTo>
                    <a:pt x="15" y="330"/>
                    <a:pt x="15" y="330"/>
                    <a:pt x="15" y="330"/>
                  </a:cubicBezTo>
                  <a:cubicBezTo>
                    <a:pt x="15" y="330"/>
                    <a:pt x="14" y="330"/>
                    <a:pt x="14" y="330"/>
                  </a:cubicBezTo>
                  <a:cubicBezTo>
                    <a:pt x="11" y="329"/>
                    <a:pt x="10" y="327"/>
                    <a:pt x="10" y="325"/>
                  </a:cubicBezTo>
                  <a:cubicBezTo>
                    <a:pt x="10" y="324"/>
                    <a:pt x="10" y="324"/>
                    <a:pt x="10" y="323"/>
                  </a:cubicBezTo>
                  <a:cubicBezTo>
                    <a:pt x="10" y="322"/>
                    <a:pt x="10" y="321"/>
                    <a:pt x="10" y="320"/>
                  </a:cubicBezTo>
                  <a:cubicBezTo>
                    <a:pt x="10" y="320"/>
                    <a:pt x="10" y="320"/>
                    <a:pt x="9" y="320"/>
                  </a:cubicBezTo>
                  <a:cubicBezTo>
                    <a:pt x="9" y="320"/>
                    <a:pt x="9" y="320"/>
                    <a:pt x="9" y="320"/>
                  </a:cubicBezTo>
                  <a:cubicBezTo>
                    <a:pt x="7" y="320"/>
                    <a:pt x="5" y="319"/>
                    <a:pt x="5" y="316"/>
                  </a:cubicBezTo>
                  <a:cubicBezTo>
                    <a:pt x="5" y="316"/>
                    <a:pt x="5" y="316"/>
                    <a:pt x="5" y="315"/>
                  </a:cubicBezTo>
                  <a:cubicBezTo>
                    <a:pt x="5" y="315"/>
                    <a:pt x="4" y="314"/>
                    <a:pt x="3" y="313"/>
                  </a:cubicBezTo>
                  <a:cubicBezTo>
                    <a:pt x="2" y="312"/>
                    <a:pt x="0" y="310"/>
                    <a:pt x="0" y="306"/>
                  </a:cubicBezTo>
                  <a:cubicBezTo>
                    <a:pt x="0" y="296"/>
                    <a:pt x="0" y="296"/>
                    <a:pt x="0" y="296"/>
                  </a:cubicBezTo>
                  <a:cubicBezTo>
                    <a:pt x="3" y="295"/>
                    <a:pt x="3" y="295"/>
                    <a:pt x="3" y="295"/>
                  </a:cubicBezTo>
                  <a:cubicBezTo>
                    <a:pt x="4" y="295"/>
                    <a:pt x="5" y="294"/>
                    <a:pt x="6" y="294"/>
                  </a:cubicBezTo>
                  <a:cubicBezTo>
                    <a:pt x="7" y="293"/>
                    <a:pt x="9" y="291"/>
                    <a:pt x="9" y="289"/>
                  </a:cubicBezTo>
                  <a:cubicBezTo>
                    <a:pt x="10" y="287"/>
                    <a:pt x="10" y="286"/>
                    <a:pt x="10" y="284"/>
                  </a:cubicBezTo>
                  <a:cubicBezTo>
                    <a:pt x="10" y="281"/>
                    <a:pt x="10" y="281"/>
                    <a:pt x="10" y="281"/>
                  </a:cubicBezTo>
                  <a:cubicBezTo>
                    <a:pt x="12" y="281"/>
                    <a:pt x="12" y="281"/>
                    <a:pt x="12" y="281"/>
                  </a:cubicBezTo>
                  <a:cubicBezTo>
                    <a:pt x="14" y="281"/>
                    <a:pt x="15" y="280"/>
                    <a:pt x="16" y="279"/>
                  </a:cubicBezTo>
                  <a:cubicBezTo>
                    <a:pt x="18" y="278"/>
                    <a:pt x="19" y="275"/>
                    <a:pt x="19" y="273"/>
                  </a:cubicBezTo>
                  <a:cubicBezTo>
                    <a:pt x="19" y="262"/>
                    <a:pt x="19" y="262"/>
                    <a:pt x="19" y="262"/>
                  </a:cubicBezTo>
                  <a:cubicBezTo>
                    <a:pt x="22" y="262"/>
                    <a:pt x="22" y="262"/>
                    <a:pt x="22" y="262"/>
                  </a:cubicBezTo>
                  <a:cubicBezTo>
                    <a:pt x="23" y="262"/>
                    <a:pt x="23" y="262"/>
                    <a:pt x="23" y="262"/>
                  </a:cubicBezTo>
                  <a:cubicBezTo>
                    <a:pt x="23" y="261"/>
                    <a:pt x="23" y="260"/>
                    <a:pt x="24" y="258"/>
                  </a:cubicBezTo>
                  <a:cubicBezTo>
                    <a:pt x="24" y="257"/>
                    <a:pt x="24" y="256"/>
                    <a:pt x="24" y="255"/>
                  </a:cubicBezTo>
                  <a:cubicBezTo>
                    <a:pt x="24" y="251"/>
                    <a:pt x="25" y="247"/>
                    <a:pt x="27" y="243"/>
                  </a:cubicBezTo>
                  <a:cubicBezTo>
                    <a:pt x="28" y="242"/>
                    <a:pt x="28" y="241"/>
                    <a:pt x="29" y="240"/>
                  </a:cubicBezTo>
                  <a:cubicBezTo>
                    <a:pt x="30" y="239"/>
                    <a:pt x="31" y="238"/>
                    <a:pt x="32" y="238"/>
                  </a:cubicBezTo>
                  <a:cubicBezTo>
                    <a:pt x="33" y="238"/>
                    <a:pt x="33" y="238"/>
                    <a:pt x="34" y="238"/>
                  </a:cubicBezTo>
                  <a:cubicBezTo>
                    <a:pt x="34" y="238"/>
                    <a:pt x="34" y="239"/>
                    <a:pt x="34" y="239"/>
                  </a:cubicBezTo>
                  <a:cubicBezTo>
                    <a:pt x="34" y="239"/>
                    <a:pt x="34" y="239"/>
                    <a:pt x="34" y="239"/>
                  </a:cubicBezTo>
                  <a:cubicBezTo>
                    <a:pt x="35" y="239"/>
                    <a:pt x="36" y="238"/>
                    <a:pt x="37" y="238"/>
                  </a:cubicBezTo>
                  <a:cubicBezTo>
                    <a:pt x="38" y="238"/>
                    <a:pt x="38" y="237"/>
                    <a:pt x="38" y="236"/>
                  </a:cubicBezTo>
                  <a:cubicBezTo>
                    <a:pt x="38" y="236"/>
                    <a:pt x="39" y="234"/>
                    <a:pt x="42" y="234"/>
                  </a:cubicBezTo>
                  <a:cubicBezTo>
                    <a:pt x="43" y="234"/>
                    <a:pt x="44" y="234"/>
                    <a:pt x="45" y="234"/>
                  </a:cubicBezTo>
                  <a:cubicBezTo>
                    <a:pt x="45" y="234"/>
                    <a:pt x="45" y="234"/>
                    <a:pt x="46" y="234"/>
                  </a:cubicBezTo>
                  <a:cubicBezTo>
                    <a:pt x="46" y="234"/>
                    <a:pt x="47" y="234"/>
                    <a:pt x="47" y="234"/>
                  </a:cubicBezTo>
                  <a:cubicBezTo>
                    <a:pt x="49" y="234"/>
                    <a:pt x="50" y="234"/>
                    <a:pt x="51" y="234"/>
                  </a:cubicBezTo>
                  <a:cubicBezTo>
                    <a:pt x="53" y="233"/>
                    <a:pt x="54" y="229"/>
                    <a:pt x="52" y="223"/>
                  </a:cubicBezTo>
                  <a:cubicBezTo>
                    <a:pt x="52" y="220"/>
                    <a:pt x="52" y="220"/>
                    <a:pt x="52" y="220"/>
                  </a:cubicBezTo>
                  <a:cubicBezTo>
                    <a:pt x="55" y="220"/>
                    <a:pt x="55" y="220"/>
                    <a:pt x="55" y="220"/>
                  </a:cubicBezTo>
                  <a:cubicBezTo>
                    <a:pt x="56" y="219"/>
                    <a:pt x="57" y="217"/>
                    <a:pt x="57" y="214"/>
                  </a:cubicBezTo>
                  <a:cubicBezTo>
                    <a:pt x="57" y="213"/>
                    <a:pt x="57" y="213"/>
                    <a:pt x="57" y="212"/>
                  </a:cubicBezTo>
                  <a:cubicBezTo>
                    <a:pt x="57" y="209"/>
                    <a:pt x="57" y="202"/>
                    <a:pt x="62" y="201"/>
                  </a:cubicBezTo>
                  <a:cubicBezTo>
                    <a:pt x="62" y="201"/>
                    <a:pt x="63" y="200"/>
                    <a:pt x="63" y="200"/>
                  </a:cubicBezTo>
                  <a:cubicBezTo>
                    <a:pt x="64" y="200"/>
                    <a:pt x="65" y="201"/>
                    <a:pt x="65" y="201"/>
                  </a:cubicBezTo>
                  <a:cubicBezTo>
                    <a:pt x="66" y="201"/>
                    <a:pt x="66" y="201"/>
                    <a:pt x="66" y="201"/>
                  </a:cubicBezTo>
                  <a:cubicBezTo>
                    <a:pt x="66" y="201"/>
                    <a:pt x="66" y="201"/>
                    <a:pt x="66" y="200"/>
                  </a:cubicBezTo>
                  <a:cubicBezTo>
                    <a:pt x="66" y="200"/>
                    <a:pt x="66" y="200"/>
                    <a:pt x="66" y="200"/>
                  </a:cubicBezTo>
                  <a:cubicBezTo>
                    <a:pt x="66" y="197"/>
                    <a:pt x="68" y="196"/>
                    <a:pt x="71" y="196"/>
                  </a:cubicBezTo>
                  <a:cubicBezTo>
                    <a:pt x="75" y="196"/>
                    <a:pt x="77" y="195"/>
                    <a:pt x="80" y="191"/>
                  </a:cubicBezTo>
                  <a:cubicBezTo>
                    <a:pt x="80" y="190"/>
                    <a:pt x="80" y="190"/>
                    <a:pt x="80" y="190"/>
                  </a:cubicBezTo>
                  <a:cubicBezTo>
                    <a:pt x="80" y="190"/>
                    <a:pt x="81" y="189"/>
                    <a:pt x="81" y="189"/>
                  </a:cubicBezTo>
                  <a:cubicBezTo>
                    <a:pt x="81" y="187"/>
                    <a:pt x="81" y="186"/>
                    <a:pt x="82" y="185"/>
                  </a:cubicBezTo>
                  <a:cubicBezTo>
                    <a:pt x="83" y="182"/>
                    <a:pt x="86" y="182"/>
                    <a:pt x="87" y="182"/>
                  </a:cubicBezTo>
                  <a:cubicBezTo>
                    <a:pt x="87" y="185"/>
                    <a:pt x="87" y="185"/>
                    <a:pt x="87" y="185"/>
                  </a:cubicBezTo>
                  <a:cubicBezTo>
                    <a:pt x="87" y="182"/>
                    <a:pt x="87" y="182"/>
                    <a:pt x="87" y="182"/>
                  </a:cubicBezTo>
                  <a:cubicBezTo>
                    <a:pt x="88" y="182"/>
                    <a:pt x="88" y="182"/>
                    <a:pt x="88" y="182"/>
                  </a:cubicBezTo>
                  <a:cubicBezTo>
                    <a:pt x="89" y="181"/>
                    <a:pt x="91" y="181"/>
                    <a:pt x="92" y="181"/>
                  </a:cubicBezTo>
                  <a:cubicBezTo>
                    <a:pt x="94" y="181"/>
                    <a:pt x="96" y="181"/>
                    <a:pt x="98" y="182"/>
                  </a:cubicBezTo>
                  <a:cubicBezTo>
                    <a:pt x="100" y="182"/>
                    <a:pt x="100" y="182"/>
                    <a:pt x="100" y="182"/>
                  </a:cubicBezTo>
                  <a:cubicBezTo>
                    <a:pt x="102" y="182"/>
                    <a:pt x="104" y="182"/>
                    <a:pt x="105" y="182"/>
                  </a:cubicBezTo>
                  <a:cubicBezTo>
                    <a:pt x="108" y="182"/>
                    <a:pt x="109" y="182"/>
                    <a:pt x="109" y="182"/>
                  </a:cubicBezTo>
                  <a:cubicBezTo>
                    <a:pt x="109" y="181"/>
                    <a:pt x="109" y="181"/>
                    <a:pt x="109" y="180"/>
                  </a:cubicBezTo>
                  <a:cubicBezTo>
                    <a:pt x="109" y="177"/>
                    <a:pt x="109" y="177"/>
                    <a:pt x="109" y="177"/>
                  </a:cubicBezTo>
                  <a:cubicBezTo>
                    <a:pt x="112" y="177"/>
                    <a:pt x="112" y="177"/>
                    <a:pt x="112" y="177"/>
                  </a:cubicBezTo>
                  <a:cubicBezTo>
                    <a:pt x="112" y="177"/>
                    <a:pt x="113" y="177"/>
                    <a:pt x="113" y="177"/>
                  </a:cubicBezTo>
                  <a:cubicBezTo>
                    <a:pt x="114" y="177"/>
                    <a:pt x="115" y="177"/>
                    <a:pt x="115" y="177"/>
                  </a:cubicBezTo>
                  <a:cubicBezTo>
                    <a:pt x="118" y="177"/>
                    <a:pt x="118" y="177"/>
                    <a:pt x="119" y="177"/>
                  </a:cubicBezTo>
                  <a:cubicBezTo>
                    <a:pt x="119" y="177"/>
                    <a:pt x="119" y="176"/>
                    <a:pt x="118" y="176"/>
                  </a:cubicBezTo>
                  <a:cubicBezTo>
                    <a:pt x="118" y="172"/>
                    <a:pt x="118" y="172"/>
                    <a:pt x="118" y="172"/>
                  </a:cubicBezTo>
                  <a:cubicBezTo>
                    <a:pt x="121" y="172"/>
                    <a:pt x="121" y="172"/>
                    <a:pt x="121" y="172"/>
                  </a:cubicBezTo>
                  <a:cubicBezTo>
                    <a:pt x="123" y="172"/>
                    <a:pt x="125" y="172"/>
                    <a:pt x="126" y="172"/>
                  </a:cubicBezTo>
                  <a:cubicBezTo>
                    <a:pt x="128" y="172"/>
                    <a:pt x="130" y="172"/>
                    <a:pt x="131" y="172"/>
                  </a:cubicBezTo>
                  <a:cubicBezTo>
                    <a:pt x="134" y="172"/>
                    <a:pt x="139" y="172"/>
                    <a:pt x="143" y="173"/>
                  </a:cubicBezTo>
                  <a:cubicBezTo>
                    <a:pt x="145" y="174"/>
                    <a:pt x="147" y="175"/>
                    <a:pt x="148" y="176"/>
                  </a:cubicBezTo>
                  <a:cubicBezTo>
                    <a:pt x="150" y="177"/>
                    <a:pt x="152" y="178"/>
                    <a:pt x="154" y="178"/>
                  </a:cubicBezTo>
                  <a:cubicBezTo>
                    <a:pt x="154" y="178"/>
                    <a:pt x="154" y="178"/>
                    <a:pt x="154" y="178"/>
                  </a:cubicBezTo>
                  <a:cubicBezTo>
                    <a:pt x="156" y="177"/>
                    <a:pt x="157" y="176"/>
                    <a:pt x="159" y="174"/>
                  </a:cubicBezTo>
                  <a:cubicBezTo>
                    <a:pt x="161" y="171"/>
                    <a:pt x="163" y="168"/>
                    <a:pt x="169" y="168"/>
                  </a:cubicBezTo>
                  <a:cubicBezTo>
                    <a:pt x="173" y="168"/>
                    <a:pt x="173" y="168"/>
                    <a:pt x="173" y="168"/>
                  </a:cubicBezTo>
                  <a:cubicBezTo>
                    <a:pt x="172" y="171"/>
                    <a:pt x="172" y="171"/>
                    <a:pt x="172" y="171"/>
                  </a:cubicBezTo>
                  <a:cubicBezTo>
                    <a:pt x="172" y="172"/>
                    <a:pt x="172" y="172"/>
                    <a:pt x="172" y="172"/>
                  </a:cubicBezTo>
                  <a:cubicBezTo>
                    <a:pt x="172" y="172"/>
                    <a:pt x="174" y="172"/>
                    <a:pt x="174" y="172"/>
                  </a:cubicBezTo>
                  <a:cubicBezTo>
                    <a:pt x="176" y="173"/>
                    <a:pt x="179" y="173"/>
                    <a:pt x="181" y="176"/>
                  </a:cubicBezTo>
                  <a:cubicBezTo>
                    <a:pt x="182" y="178"/>
                    <a:pt x="181" y="179"/>
                    <a:pt x="181" y="181"/>
                  </a:cubicBezTo>
                  <a:cubicBezTo>
                    <a:pt x="181" y="181"/>
                    <a:pt x="181" y="181"/>
                    <a:pt x="181" y="181"/>
                  </a:cubicBezTo>
                  <a:cubicBezTo>
                    <a:pt x="181" y="181"/>
                    <a:pt x="181" y="182"/>
                    <a:pt x="181" y="182"/>
                  </a:cubicBezTo>
                  <a:cubicBezTo>
                    <a:pt x="182" y="182"/>
                    <a:pt x="183" y="182"/>
                    <a:pt x="183" y="182"/>
                  </a:cubicBezTo>
                  <a:cubicBezTo>
                    <a:pt x="186" y="182"/>
                    <a:pt x="186" y="182"/>
                    <a:pt x="186" y="182"/>
                  </a:cubicBezTo>
                  <a:cubicBezTo>
                    <a:pt x="186" y="188"/>
                    <a:pt x="186" y="188"/>
                    <a:pt x="186" y="188"/>
                  </a:cubicBezTo>
                  <a:cubicBezTo>
                    <a:pt x="186" y="189"/>
                    <a:pt x="186" y="189"/>
                    <a:pt x="186" y="190"/>
                  </a:cubicBezTo>
                  <a:cubicBezTo>
                    <a:pt x="186" y="190"/>
                    <a:pt x="186" y="191"/>
                    <a:pt x="186" y="191"/>
                  </a:cubicBezTo>
                  <a:cubicBezTo>
                    <a:pt x="186" y="191"/>
                    <a:pt x="187" y="191"/>
                    <a:pt x="188" y="191"/>
                  </a:cubicBezTo>
                  <a:cubicBezTo>
                    <a:pt x="191" y="192"/>
                    <a:pt x="191" y="192"/>
                    <a:pt x="191" y="192"/>
                  </a:cubicBezTo>
                  <a:cubicBezTo>
                    <a:pt x="190" y="195"/>
                    <a:pt x="190" y="195"/>
                    <a:pt x="190" y="195"/>
                  </a:cubicBezTo>
                  <a:cubicBezTo>
                    <a:pt x="190" y="197"/>
                    <a:pt x="190" y="199"/>
                    <a:pt x="190" y="200"/>
                  </a:cubicBezTo>
                  <a:cubicBezTo>
                    <a:pt x="191" y="201"/>
                    <a:pt x="192" y="201"/>
                    <a:pt x="193" y="201"/>
                  </a:cubicBezTo>
                  <a:cubicBezTo>
                    <a:pt x="193" y="201"/>
                    <a:pt x="194" y="201"/>
                    <a:pt x="194" y="201"/>
                  </a:cubicBezTo>
                  <a:cubicBezTo>
                    <a:pt x="196" y="201"/>
                    <a:pt x="197" y="201"/>
                    <a:pt x="199" y="201"/>
                  </a:cubicBezTo>
                  <a:cubicBezTo>
                    <a:pt x="200" y="201"/>
                    <a:pt x="202" y="200"/>
                    <a:pt x="204" y="200"/>
                  </a:cubicBezTo>
                  <a:cubicBezTo>
                    <a:pt x="205" y="200"/>
                    <a:pt x="206" y="201"/>
                    <a:pt x="207" y="201"/>
                  </a:cubicBezTo>
                  <a:cubicBezTo>
                    <a:pt x="210" y="201"/>
                    <a:pt x="210" y="201"/>
                    <a:pt x="210" y="201"/>
                  </a:cubicBezTo>
                  <a:cubicBezTo>
                    <a:pt x="209" y="204"/>
                    <a:pt x="209" y="204"/>
                    <a:pt x="209" y="204"/>
                  </a:cubicBezTo>
                  <a:cubicBezTo>
                    <a:pt x="209" y="205"/>
                    <a:pt x="209" y="205"/>
                    <a:pt x="209" y="205"/>
                  </a:cubicBezTo>
                  <a:cubicBezTo>
                    <a:pt x="209" y="205"/>
                    <a:pt x="209" y="205"/>
                    <a:pt x="209" y="205"/>
                  </a:cubicBezTo>
                  <a:cubicBezTo>
                    <a:pt x="209" y="205"/>
                    <a:pt x="210" y="206"/>
                    <a:pt x="214" y="206"/>
                  </a:cubicBezTo>
                  <a:cubicBezTo>
                    <a:pt x="215" y="206"/>
                    <a:pt x="217" y="206"/>
                    <a:pt x="218" y="205"/>
                  </a:cubicBezTo>
                  <a:cubicBezTo>
                    <a:pt x="219" y="205"/>
                    <a:pt x="220" y="205"/>
                    <a:pt x="221" y="205"/>
                  </a:cubicBezTo>
                  <a:cubicBezTo>
                    <a:pt x="224" y="205"/>
                    <a:pt x="224" y="205"/>
                    <a:pt x="224" y="205"/>
                  </a:cubicBezTo>
                  <a:cubicBezTo>
                    <a:pt x="224" y="209"/>
                    <a:pt x="224" y="209"/>
                    <a:pt x="224" y="209"/>
                  </a:cubicBezTo>
                  <a:cubicBezTo>
                    <a:pt x="223" y="209"/>
                    <a:pt x="223" y="210"/>
                    <a:pt x="223" y="210"/>
                  </a:cubicBezTo>
                  <a:cubicBezTo>
                    <a:pt x="224" y="210"/>
                    <a:pt x="224" y="210"/>
                    <a:pt x="224" y="210"/>
                  </a:cubicBezTo>
                  <a:cubicBezTo>
                    <a:pt x="224" y="210"/>
                    <a:pt x="224" y="210"/>
                    <a:pt x="226" y="210"/>
                  </a:cubicBezTo>
                  <a:cubicBezTo>
                    <a:pt x="229" y="210"/>
                    <a:pt x="229" y="210"/>
                    <a:pt x="229" y="210"/>
                  </a:cubicBezTo>
                  <a:cubicBezTo>
                    <a:pt x="228" y="214"/>
                    <a:pt x="228" y="214"/>
                    <a:pt x="228" y="214"/>
                  </a:cubicBezTo>
                  <a:cubicBezTo>
                    <a:pt x="228" y="214"/>
                    <a:pt x="228" y="214"/>
                    <a:pt x="228" y="214"/>
                  </a:cubicBezTo>
                  <a:cubicBezTo>
                    <a:pt x="228" y="214"/>
                    <a:pt x="228" y="214"/>
                    <a:pt x="228" y="214"/>
                  </a:cubicBezTo>
                  <a:cubicBezTo>
                    <a:pt x="228" y="214"/>
                    <a:pt x="229" y="215"/>
                    <a:pt x="232" y="215"/>
                  </a:cubicBezTo>
                  <a:cubicBezTo>
                    <a:pt x="232" y="215"/>
                    <a:pt x="233" y="215"/>
                    <a:pt x="233" y="215"/>
                  </a:cubicBezTo>
                  <a:cubicBezTo>
                    <a:pt x="234" y="215"/>
                    <a:pt x="234" y="215"/>
                    <a:pt x="235" y="215"/>
                  </a:cubicBezTo>
                  <a:cubicBezTo>
                    <a:pt x="238" y="215"/>
                    <a:pt x="238" y="215"/>
                    <a:pt x="238" y="215"/>
                  </a:cubicBezTo>
                  <a:cubicBezTo>
                    <a:pt x="238" y="218"/>
                    <a:pt x="238" y="218"/>
                    <a:pt x="238" y="218"/>
                  </a:cubicBezTo>
                  <a:cubicBezTo>
                    <a:pt x="238" y="219"/>
                    <a:pt x="241" y="219"/>
                    <a:pt x="241" y="219"/>
                  </a:cubicBezTo>
                  <a:cubicBezTo>
                    <a:pt x="243" y="219"/>
                    <a:pt x="243" y="219"/>
                    <a:pt x="243" y="219"/>
                  </a:cubicBezTo>
                  <a:cubicBezTo>
                    <a:pt x="244" y="219"/>
                    <a:pt x="244" y="219"/>
                    <a:pt x="244" y="219"/>
                  </a:cubicBezTo>
                  <a:cubicBezTo>
                    <a:pt x="245" y="220"/>
                    <a:pt x="246" y="220"/>
                    <a:pt x="247" y="220"/>
                  </a:cubicBezTo>
                  <a:cubicBezTo>
                    <a:pt x="248" y="220"/>
                    <a:pt x="249" y="219"/>
                    <a:pt x="249" y="219"/>
                  </a:cubicBezTo>
                  <a:cubicBezTo>
                    <a:pt x="250" y="216"/>
                    <a:pt x="250" y="213"/>
                    <a:pt x="250" y="210"/>
                  </a:cubicBezTo>
                  <a:cubicBezTo>
                    <a:pt x="250" y="205"/>
                    <a:pt x="250" y="205"/>
                    <a:pt x="250" y="205"/>
                  </a:cubicBezTo>
                  <a:cubicBezTo>
                    <a:pt x="254" y="205"/>
                    <a:pt x="254" y="205"/>
                    <a:pt x="254" y="205"/>
                  </a:cubicBezTo>
                  <a:cubicBezTo>
                    <a:pt x="257" y="206"/>
                    <a:pt x="258" y="207"/>
                    <a:pt x="260" y="208"/>
                  </a:cubicBezTo>
                  <a:cubicBezTo>
                    <a:pt x="261" y="209"/>
                    <a:pt x="262" y="210"/>
                    <a:pt x="263" y="210"/>
                  </a:cubicBezTo>
                  <a:cubicBezTo>
                    <a:pt x="267" y="210"/>
                    <a:pt x="267" y="210"/>
                    <a:pt x="267" y="210"/>
                  </a:cubicBezTo>
                  <a:cubicBezTo>
                    <a:pt x="266" y="214"/>
                    <a:pt x="266" y="214"/>
                    <a:pt x="266" y="214"/>
                  </a:cubicBezTo>
                  <a:cubicBezTo>
                    <a:pt x="266" y="214"/>
                    <a:pt x="266" y="215"/>
                    <a:pt x="266" y="215"/>
                  </a:cubicBezTo>
                  <a:cubicBezTo>
                    <a:pt x="266" y="215"/>
                    <a:pt x="269" y="215"/>
                    <a:pt x="270" y="215"/>
                  </a:cubicBezTo>
                  <a:cubicBezTo>
                    <a:pt x="270" y="215"/>
                    <a:pt x="271" y="215"/>
                    <a:pt x="271" y="215"/>
                  </a:cubicBezTo>
                  <a:cubicBezTo>
                    <a:pt x="272" y="215"/>
                    <a:pt x="273" y="215"/>
                    <a:pt x="274" y="215"/>
                  </a:cubicBezTo>
                  <a:cubicBezTo>
                    <a:pt x="276" y="215"/>
                    <a:pt x="279" y="215"/>
                    <a:pt x="280" y="217"/>
                  </a:cubicBezTo>
                  <a:cubicBezTo>
                    <a:pt x="280" y="218"/>
                    <a:pt x="281" y="218"/>
                    <a:pt x="281" y="218"/>
                  </a:cubicBezTo>
                  <a:cubicBezTo>
                    <a:pt x="282" y="219"/>
                    <a:pt x="283" y="219"/>
                    <a:pt x="285" y="219"/>
                  </a:cubicBezTo>
                  <a:cubicBezTo>
                    <a:pt x="286" y="219"/>
                    <a:pt x="288" y="219"/>
                    <a:pt x="288" y="218"/>
                  </a:cubicBezTo>
                  <a:cubicBezTo>
                    <a:pt x="288" y="214"/>
                    <a:pt x="288" y="214"/>
                    <a:pt x="288" y="214"/>
                  </a:cubicBezTo>
                  <a:cubicBezTo>
                    <a:pt x="292" y="215"/>
                    <a:pt x="292" y="215"/>
                    <a:pt x="292" y="215"/>
                  </a:cubicBezTo>
                  <a:cubicBezTo>
                    <a:pt x="293" y="215"/>
                    <a:pt x="293" y="215"/>
                    <a:pt x="294" y="215"/>
                  </a:cubicBezTo>
                  <a:cubicBezTo>
                    <a:pt x="295" y="215"/>
                    <a:pt x="296" y="215"/>
                    <a:pt x="297" y="212"/>
                  </a:cubicBezTo>
                  <a:cubicBezTo>
                    <a:pt x="297" y="211"/>
                    <a:pt x="297" y="211"/>
                    <a:pt x="297" y="211"/>
                  </a:cubicBezTo>
                  <a:cubicBezTo>
                    <a:pt x="297" y="210"/>
                    <a:pt x="298" y="208"/>
                    <a:pt x="298" y="207"/>
                  </a:cubicBezTo>
                  <a:cubicBezTo>
                    <a:pt x="297" y="207"/>
                    <a:pt x="296" y="207"/>
                    <a:pt x="296" y="207"/>
                  </a:cubicBezTo>
                  <a:cubicBezTo>
                    <a:pt x="293" y="207"/>
                    <a:pt x="293" y="207"/>
                    <a:pt x="293" y="207"/>
                  </a:cubicBezTo>
                  <a:cubicBezTo>
                    <a:pt x="293" y="204"/>
                    <a:pt x="293" y="204"/>
                    <a:pt x="293" y="204"/>
                  </a:cubicBezTo>
                  <a:cubicBezTo>
                    <a:pt x="293" y="203"/>
                    <a:pt x="293" y="202"/>
                    <a:pt x="293" y="201"/>
                  </a:cubicBezTo>
                  <a:cubicBezTo>
                    <a:pt x="293" y="200"/>
                    <a:pt x="293" y="198"/>
                    <a:pt x="293" y="198"/>
                  </a:cubicBezTo>
                  <a:cubicBezTo>
                    <a:pt x="293" y="198"/>
                    <a:pt x="293" y="198"/>
                    <a:pt x="293" y="198"/>
                  </a:cubicBezTo>
                  <a:cubicBezTo>
                    <a:pt x="293" y="198"/>
                    <a:pt x="293" y="198"/>
                    <a:pt x="292" y="198"/>
                  </a:cubicBezTo>
                  <a:cubicBezTo>
                    <a:pt x="288" y="197"/>
                    <a:pt x="288" y="194"/>
                    <a:pt x="288" y="193"/>
                  </a:cubicBezTo>
                  <a:cubicBezTo>
                    <a:pt x="288" y="192"/>
                    <a:pt x="288" y="192"/>
                    <a:pt x="288" y="192"/>
                  </a:cubicBezTo>
                  <a:cubicBezTo>
                    <a:pt x="288" y="186"/>
                    <a:pt x="288" y="186"/>
                    <a:pt x="288" y="186"/>
                  </a:cubicBezTo>
                  <a:cubicBezTo>
                    <a:pt x="288" y="186"/>
                    <a:pt x="288" y="185"/>
                    <a:pt x="288" y="185"/>
                  </a:cubicBezTo>
                  <a:cubicBezTo>
                    <a:pt x="288" y="184"/>
                    <a:pt x="288" y="184"/>
                    <a:pt x="288" y="184"/>
                  </a:cubicBezTo>
                  <a:cubicBezTo>
                    <a:pt x="288" y="183"/>
                    <a:pt x="287" y="183"/>
                    <a:pt x="286" y="183"/>
                  </a:cubicBezTo>
                  <a:cubicBezTo>
                    <a:pt x="283" y="183"/>
                    <a:pt x="283" y="183"/>
                    <a:pt x="283" y="183"/>
                  </a:cubicBezTo>
                  <a:cubicBezTo>
                    <a:pt x="283" y="180"/>
                    <a:pt x="283" y="180"/>
                    <a:pt x="283" y="180"/>
                  </a:cubicBezTo>
                  <a:cubicBezTo>
                    <a:pt x="284" y="179"/>
                    <a:pt x="284" y="179"/>
                    <a:pt x="284" y="179"/>
                  </a:cubicBezTo>
                  <a:cubicBezTo>
                    <a:pt x="284" y="179"/>
                    <a:pt x="284" y="179"/>
                    <a:pt x="284" y="179"/>
                  </a:cubicBezTo>
                  <a:cubicBezTo>
                    <a:pt x="283" y="179"/>
                    <a:pt x="283" y="179"/>
                    <a:pt x="282" y="179"/>
                  </a:cubicBezTo>
                  <a:cubicBezTo>
                    <a:pt x="281" y="179"/>
                    <a:pt x="281" y="179"/>
                    <a:pt x="281" y="179"/>
                  </a:cubicBezTo>
                  <a:cubicBezTo>
                    <a:pt x="281" y="179"/>
                    <a:pt x="281" y="179"/>
                    <a:pt x="281" y="179"/>
                  </a:cubicBezTo>
                  <a:cubicBezTo>
                    <a:pt x="281" y="178"/>
                    <a:pt x="281" y="178"/>
                    <a:pt x="281" y="178"/>
                  </a:cubicBezTo>
                  <a:cubicBezTo>
                    <a:pt x="281" y="178"/>
                    <a:pt x="281" y="178"/>
                    <a:pt x="281" y="178"/>
                  </a:cubicBezTo>
                  <a:cubicBezTo>
                    <a:pt x="281" y="178"/>
                    <a:pt x="280" y="179"/>
                    <a:pt x="280" y="180"/>
                  </a:cubicBezTo>
                  <a:cubicBezTo>
                    <a:pt x="280" y="183"/>
                    <a:pt x="280" y="183"/>
                    <a:pt x="280" y="183"/>
                  </a:cubicBezTo>
                  <a:cubicBezTo>
                    <a:pt x="278" y="183"/>
                    <a:pt x="278" y="183"/>
                    <a:pt x="278" y="183"/>
                  </a:cubicBezTo>
                  <a:cubicBezTo>
                    <a:pt x="277" y="183"/>
                    <a:pt x="276" y="183"/>
                    <a:pt x="275" y="183"/>
                  </a:cubicBezTo>
                  <a:cubicBezTo>
                    <a:pt x="273" y="183"/>
                    <a:pt x="270" y="183"/>
                    <a:pt x="268" y="181"/>
                  </a:cubicBezTo>
                  <a:cubicBezTo>
                    <a:pt x="266" y="179"/>
                    <a:pt x="264" y="179"/>
                    <a:pt x="263" y="179"/>
                  </a:cubicBezTo>
                  <a:cubicBezTo>
                    <a:pt x="259" y="178"/>
                    <a:pt x="259" y="178"/>
                    <a:pt x="259" y="178"/>
                  </a:cubicBezTo>
                  <a:cubicBezTo>
                    <a:pt x="260" y="175"/>
                    <a:pt x="260" y="175"/>
                    <a:pt x="260" y="175"/>
                  </a:cubicBezTo>
                  <a:cubicBezTo>
                    <a:pt x="260" y="175"/>
                    <a:pt x="260" y="174"/>
                    <a:pt x="260" y="174"/>
                  </a:cubicBezTo>
                  <a:cubicBezTo>
                    <a:pt x="259" y="174"/>
                    <a:pt x="258" y="174"/>
                    <a:pt x="258" y="174"/>
                  </a:cubicBezTo>
                  <a:cubicBezTo>
                    <a:pt x="257" y="174"/>
                    <a:pt x="257" y="174"/>
                    <a:pt x="256" y="174"/>
                  </a:cubicBezTo>
                  <a:cubicBezTo>
                    <a:pt x="251" y="174"/>
                    <a:pt x="251" y="168"/>
                    <a:pt x="251" y="166"/>
                  </a:cubicBezTo>
                  <a:cubicBezTo>
                    <a:pt x="251" y="166"/>
                    <a:pt x="251" y="165"/>
                    <a:pt x="251" y="165"/>
                  </a:cubicBezTo>
                  <a:cubicBezTo>
                    <a:pt x="250" y="165"/>
                    <a:pt x="250" y="165"/>
                    <a:pt x="250" y="165"/>
                  </a:cubicBezTo>
                  <a:cubicBezTo>
                    <a:pt x="247" y="164"/>
                    <a:pt x="246" y="162"/>
                    <a:pt x="245" y="161"/>
                  </a:cubicBezTo>
                  <a:cubicBezTo>
                    <a:pt x="244" y="160"/>
                    <a:pt x="244" y="160"/>
                    <a:pt x="244" y="160"/>
                  </a:cubicBezTo>
                  <a:cubicBezTo>
                    <a:pt x="242" y="156"/>
                    <a:pt x="241" y="152"/>
                    <a:pt x="241" y="147"/>
                  </a:cubicBezTo>
                  <a:cubicBezTo>
                    <a:pt x="241" y="143"/>
                    <a:pt x="241" y="143"/>
                    <a:pt x="241" y="143"/>
                  </a:cubicBezTo>
                  <a:cubicBezTo>
                    <a:pt x="245" y="144"/>
                    <a:pt x="245" y="144"/>
                    <a:pt x="245" y="144"/>
                  </a:cubicBezTo>
                  <a:cubicBezTo>
                    <a:pt x="245" y="144"/>
                    <a:pt x="245" y="144"/>
                    <a:pt x="245" y="144"/>
                  </a:cubicBezTo>
                  <a:cubicBezTo>
                    <a:pt x="245" y="144"/>
                    <a:pt x="245" y="144"/>
                    <a:pt x="245" y="144"/>
                  </a:cubicBezTo>
                  <a:cubicBezTo>
                    <a:pt x="245" y="144"/>
                    <a:pt x="245" y="144"/>
                    <a:pt x="245" y="144"/>
                  </a:cubicBezTo>
                  <a:cubicBezTo>
                    <a:pt x="246" y="143"/>
                    <a:pt x="246" y="143"/>
                    <a:pt x="246" y="143"/>
                  </a:cubicBezTo>
                  <a:cubicBezTo>
                    <a:pt x="246" y="140"/>
                    <a:pt x="248" y="139"/>
                    <a:pt x="251" y="139"/>
                  </a:cubicBezTo>
                  <a:cubicBezTo>
                    <a:pt x="261" y="139"/>
                    <a:pt x="261" y="139"/>
                    <a:pt x="261" y="139"/>
                  </a:cubicBezTo>
                  <a:cubicBezTo>
                    <a:pt x="260" y="138"/>
                    <a:pt x="259" y="137"/>
                    <a:pt x="258" y="135"/>
                  </a:cubicBezTo>
                  <a:cubicBezTo>
                    <a:pt x="258" y="135"/>
                    <a:pt x="258" y="134"/>
                    <a:pt x="258" y="134"/>
                  </a:cubicBezTo>
                  <a:cubicBezTo>
                    <a:pt x="256" y="132"/>
                    <a:pt x="253" y="129"/>
                    <a:pt x="251" y="128"/>
                  </a:cubicBezTo>
                  <a:cubicBezTo>
                    <a:pt x="250" y="127"/>
                    <a:pt x="249" y="127"/>
                    <a:pt x="248" y="127"/>
                  </a:cubicBezTo>
                  <a:cubicBezTo>
                    <a:pt x="246" y="126"/>
                    <a:pt x="246" y="124"/>
                    <a:pt x="246" y="122"/>
                  </a:cubicBezTo>
                  <a:cubicBezTo>
                    <a:pt x="246" y="122"/>
                    <a:pt x="245" y="122"/>
                    <a:pt x="245" y="122"/>
                  </a:cubicBezTo>
                  <a:cubicBezTo>
                    <a:pt x="244" y="122"/>
                    <a:pt x="243" y="122"/>
                    <a:pt x="241" y="121"/>
                  </a:cubicBezTo>
                  <a:cubicBezTo>
                    <a:pt x="239" y="119"/>
                    <a:pt x="239" y="119"/>
                    <a:pt x="239" y="119"/>
                  </a:cubicBezTo>
                  <a:cubicBezTo>
                    <a:pt x="237" y="118"/>
                    <a:pt x="235" y="116"/>
                    <a:pt x="233" y="115"/>
                  </a:cubicBezTo>
                  <a:cubicBezTo>
                    <a:pt x="231" y="113"/>
                    <a:pt x="227" y="112"/>
                    <a:pt x="224" y="112"/>
                  </a:cubicBezTo>
                  <a:cubicBezTo>
                    <a:pt x="223" y="112"/>
                    <a:pt x="222" y="112"/>
                    <a:pt x="221" y="112"/>
                  </a:cubicBezTo>
                  <a:cubicBezTo>
                    <a:pt x="221" y="113"/>
                    <a:pt x="220" y="113"/>
                    <a:pt x="219" y="114"/>
                  </a:cubicBezTo>
                  <a:cubicBezTo>
                    <a:pt x="219" y="115"/>
                    <a:pt x="219" y="116"/>
                    <a:pt x="219" y="117"/>
                  </a:cubicBezTo>
                  <a:cubicBezTo>
                    <a:pt x="219" y="118"/>
                    <a:pt x="219" y="118"/>
                    <a:pt x="219" y="118"/>
                  </a:cubicBezTo>
                  <a:cubicBezTo>
                    <a:pt x="220" y="120"/>
                    <a:pt x="221" y="121"/>
                    <a:pt x="222" y="123"/>
                  </a:cubicBezTo>
                  <a:cubicBezTo>
                    <a:pt x="224" y="125"/>
                    <a:pt x="224" y="125"/>
                    <a:pt x="224" y="125"/>
                  </a:cubicBezTo>
                  <a:cubicBezTo>
                    <a:pt x="228" y="130"/>
                    <a:pt x="232" y="137"/>
                    <a:pt x="233" y="145"/>
                  </a:cubicBezTo>
                  <a:cubicBezTo>
                    <a:pt x="233" y="149"/>
                    <a:pt x="232" y="153"/>
                    <a:pt x="229" y="157"/>
                  </a:cubicBezTo>
                  <a:cubicBezTo>
                    <a:pt x="229" y="157"/>
                    <a:pt x="229" y="157"/>
                    <a:pt x="228" y="158"/>
                  </a:cubicBezTo>
                  <a:cubicBezTo>
                    <a:pt x="229" y="159"/>
                    <a:pt x="228" y="160"/>
                    <a:pt x="228" y="161"/>
                  </a:cubicBezTo>
                  <a:cubicBezTo>
                    <a:pt x="226" y="164"/>
                    <a:pt x="223" y="164"/>
                    <a:pt x="222" y="164"/>
                  </a:cubicBezTo>
                  <a:cubicBezTo>
                    <a:pt x="222" y="164"/>
                    <a:pt x="221" y="164"/>
                    <a:pt x="221" y="164"/>
                  </a:cubicBezTo>
                  <a:cubicBezTo>
                    <a:pt x="219" y="164"/>
                    <a:pt x="218" y="162"/>
                    <a:pt x="217" y="162"/>
                  </a:cubicBezTo>
                  <a:cubicBezTo>
                    <a:pt x="217" y="161"/>
                    <a:pt x="217" y="161"/>
                    <a:pt x="217" y="161"/>
                  </a:cubicBezTo>
                  <a:cubicBezTo>
                    <a:pt x="217" y="161"/>
                    <a:pt x="216" y="160"/>
                    <a:pt x="216" y="159"/>
                  </a:cubicBezTo>
                  <a:cubicBezTo>
                    <a:pt x="215" y="158"/>
                    <a:pt x="214" y="157"/>
                    <a:pt x="214" y="156"/>
                  </a:cubicBezTo>
                  <a:cubicBezTo>
                    <a:pt x="213" y="156"/>
                    <a:pt x="212" y="155"/>
                    <a:pt x="211" y="155"/>
                  </a:cubicBezTo>
                  <a:cubicBezTo>
                    <a:pt x="209" y="155"/>
                    <a:pt x="209" y="155"/>
                    <a:pt x="209" y="155"/>
                  </a:cubicBezTo>
                  <a:cubicBezTo>
                    <a:pt x="208" y="153"/>
                    <a:pt x="208" y="153"/>
                    <a:pt x="208" y="153"/>
                  </a:cubicBezTo>
                  <a:cubicBezTo>
                    <a:pt x="208" y="152"/>
                    <a:pt x="207" y="151"/>
                    <a:pt x="207" y="150"/>
                  </a:cubicBezTo>
                  <a:cubicBezTo>
                    <a:pt x="206" y="149"/>
                    <a:pt x="204" y="147"/>
                    <a:pt x="204" y="145"/>
                  </a:cubicBezTo>
                  <a:cubicBezTo>
                    <a:pt x="203" y="144"/>
                    <a:pt x="203" y="143"/>
                    <a:pt x="203" y="142"/>
                  </a:cubicBezTo>
                  <a:cubicBezTo>
                    <a:pt x="203" y="142"/>
                    <a:pt x="203" y="141"/>
                    <a:pt x="203" y="141"/>
                  </a:cubicBezTo>
                  <a:cubicBezTo>
                    <a:pt x="203" y="141"/>
                    <a:pt x="203" y="141"/>
                    <a:pt x="203" y="141"/>
                  </a:cubicBezTo>
                  <a:cubicBezTo>
                    <a:pt x="203" y="141"/>
                    <a:pt x="203" y="141"/>
                    <a:pt x="201" y="141"/>
                  </a:cubicBezTo>
                  <a:cubicBezTo>
                    <a:pt x="200" y="141"/>
                    <a:pt x="199" y="141"/>
                    <a:pt x="199" y="141"/>
                  </a:cubicBezTo>
                  <a:cubicBezTo>
                    <a:pt x="198" y="141"/>
                    <a:pt x="197" y="141"/>
                    <a:pt x="197" y="141"/>
                  </a:cubicBezTo>
                  <a:cubicBezTo>
                    <a:pt x="193" y="141"/>
                    <a:pt x="193" y="141"/>
                    <a:pt x="193" y="141"/>
                  </a:cubicBezTo>
                  <a:cubicBezTo>
                    <a:pt x="194" y="137"/>
                    <a:pt x="194" y="137"/>
                    <a:pt x="194" y="137"/>
                  </a:cubicBezTo>
                  <a:cubicBezTo>
                    <a:pt x="194" y="137"/>
                    <a:pt x="194" y="136"/>
                    <a:pt x="194" y="136"/>
                  </a:cubicBezTo>
                  <a:cubicBezTo>
                    <a:pt x="194" y="136"/>
                    <a:pt x="194" y="136"/>
                    <a:pt x="194" y="136"/>
                  </a:cubicBezTo>
                  <a:cubicBezTo>
                    <a:pt x="194" y="136"/>
                    <a:pt x="193" y="136"/>
                    <a:pt x="191" y="136"/>
                  </a:cubicBezTo>
                  <a:cubicBezTo>
                    <a:pt x="190" y="136"/>
                    <a:pt x="189" y="136"/>
                    <a:pt x="189" y="136"/>
                  </a:cubicBezTo>
                  <a:cubicBezTo>
                    <a:pt x="189" y="136"/>
                    <a:pt x="188" y="136"/>
                    <a:pt x="188" y="136"/>
                  </a:cubicBezTo>
                  <a:cubicBezTo>
                    <a:pt x="190" y="139"/>
                    <a:pt x="192" y="141"/>
                    <a:pt x="195" y="143"/>
                  </a:cubicBezTo>
                  <a:cubicBezTo>
                    <a:pt x="195" y="143"/>
                    <a:pt x="196" y="143"/>
                    <a:pt x="196" y="143"/>
                  </a:cubicBezTo>
                  <a:cubicBezTo>
                    <a:pt x="197" y="144"/>
                    <a:pt x="200" y="145"/>
                    <a:pt x="200" y="148"/>
                  </a:cubicBezTo>
                  <a:cubicBezTo>
                    <a:pt x="200" y="166"/>
                    <a:pt x="200" y="166"/>
                    <a:pt x="200" y="166"/>
                  </a:cubicBezTo>
                  <a:cubicBezTo>
                    <a:pt x="200" y="167"/>
                    <a:pt x="200" y="167"/>
                    <a:pt x="200" y="167"/>
                  </a:cubicBezTo>
                  <a:cubicBezTo>
                    <a:pt x="199" y="169"/>
                    <a:pt x="198" y="171"/>
                    <a:pt x="197" y="172"/>
                  </a:cubicBezTo>
                  <a:cubicBezTo>
                    <a:pt x="197" y="172"/>
                    <a:pt x="196" y="173"/>
                    <a:pt x="196" y="173"/>
                  </a:cubicBezTo>
                  <a:cubicBezTo>
                    <a:pt x="196" y="174"/>
                    <a:pt x="195" y="175"/>
                    <a:pt x="195" y="175"/>
                  </a:cubicBezTo>
                  <a:cubicBezTo>
                    <a:pt x="195" y="179"/>
                    <a:pt x="195" y="179"/>
                    <a:pt x="195" y="179"/>
                  </a:cubicBezTo>
                  <a:cubicBezTo>
                    <a:pt x="184" y="179"/>
                    <a:pt x="184" y="179"/>
                    <a:pt x="184" y="179"/>
                  </a:cubicBezTo>
                  <a:cubicBezTo>
                    <a:pt x="184" y="175"/>
                    <a:pt x="184" y="175"/>
                    <a:pt x="184" y="175"/>
                  </a:cubicBezTo>
                  <a:cubicBezTo>
                    <a:pt x="185" y="174"/>
                    <a:pt x="185" y="174"/>
                    <a:pt x="185" y="174"/>
                  </a:cubicBezTo>
                  <a:cubicBezTo>
                    <a:pt x="185" y="174"/>
                    <a:pt x="185" y="174"/>
                    <a:pt x="185" y="174"/>
                  </a:cubicBezTo>
                  <a:cubicBezTo>
                    <a:pt x="184" y="174"/>
                    <a:pt x="184" y="174"/>
                    <a:pt x="183" y="174"/>
                  </a:cubicBezTo>
                  <a:cubicBezTo>
                    <a:pt x="180" y="174"/>
                    <a:pt x="180" y="174"/>
                    <a:pt x="180" y="174"/>
                  </a:cubicBezTo>
                  <a:cubicBezTo>
                    <a:pt x="180" y="158"/>
                    <a:pt x="180" y="158"/>
                    <a:pt x="180" y="158"/>
                  </a:cubicBezTo>
                  <a:cubicBezTo>
                    <a:pt x="180" y="156"/>
                    <a:pt x="178" y="154"/>
                    <a:pt x="176" y="152"/>
                  </a:cubicBezTo>
                  <a:cubicBezTo>
                    <a:pt x="175" y="150"/>
                    <a:pt x="173" y="150"/>
                    <a:pt x="170" y="150"/>
                  </a:cubicBezTo>
                  <a:cubicBezTo>
                    <a:pt x="165" y="150"/>
                    <a:pt x="165" y="150"/>
                    <a:pt x="165" y="150"/>
                  </a:cubicBezTo>
                  <a:cubicBezTo>
                    <a:pt x="166" y="147"/>
                    <a:pt x="166" y="147"/>
                    <a:pt x="166" y="147"/>
                  </a:cubicBezTo>
                  <a:cubicBezTo>
                    <a:pt x="166" y="146"/>
                    <a:pt x="166" y="146"/>
                    <a:pt x="166" y="146"/>
                  </a:cubicBezTo>
                  <a:cubicBezTo>
                    <a:pt x="165" y="146"/>
                    <a:pt x="163" y="146"/>
                    <a:pt x="162" y="146"/>
                  </a:cubicBezTo>
                  <a:cubicBezTo>
                    <a:pt x="161" y="146"/>
                    <a:pt x="161" y="146"/>
                    <a:pt x="161" y="146"/>
                  </a:cubicBezTo>
                  <a:cubicBezTo>
                    <a:pt x="158" y="146"/>
                    <a:pt x="157" y="144"/>
                    <a:pt x="156" y="142"/>
                  </a:cubicBezTo>
                  <a:cubicBezTo>
                    <a:pt x="155" y="142"/>
                    <a:pt x="155" y="141"/>
                    <a:pt x="155" y="140"/>
                  </a:cubicBezTo>
                  <a:cubicBezTo>
                    <a:pt x="154" y="139"/>
                    <a:pt x="153" y="138"/>
                    <a:pt x="152" y="137"/>
                  </a:cubicBezTo>
                  <a:cubicBezTo>
                    <a:pt x="151" y="136"/>
                    <a:pt x="150" y="136"/>
                    <a:pt x="147" y="136"/>
                  </a:cubicBezTo>
                  <a:cubicBezTo>
                    <a:pt x="147" y="136"/>
                    <a:pt x="147" y="136"/>
                    <a:pt x="147" y="136"/>
                  </a:cubicBezTo>
                  <a:cubicBezTo>
                    <a:pt x="147" y="136"/>
                    <a:pt x="146" y="136"/>
                    <a:pt x="146" y="136"/>
                  </a:cubicBezTo>
                  <a:cubicBezTo>
                    <a:pt x="144" y="136"/>
                    <a:pt x="143" y="135"/>
                    <a:pt x="142" y="133"/>
                  </a:cubicBezTo>
                  <a:cubicBezTo>
                    <a:pt x="142" y="133"/>
                    <a:pt x="142" y="133"/>
                    <a:pt x="142" y="133"/>
                  </a:cubicBezTo>
                  <a:cubicBezTo>
                    <a:pt x="141" y="132"/>
                    <a:pt x="139" y="132"/>
                    <a:pt x="138" y="132"/>
                  </a:cubicBezTo>
                  <a:cubicBezTo>
                    <a:pt x="137" y="132"/>
                    <a:pt x="137" y="132"/>
                    <a:pt x="137" y="132"/>
                  </a:cubicBezTo>
                  <a:cubicBezTo>
                    <a:pt x="135" y="132"/>
                    <a:pt x="134" y="132"/>
                    <a:pt x="134" y="133"/>
                  </a:cubicBezTo>
                  <a:cubicBezTo>
                    <a:pt x="133" y="136"/>
                    <a:pt x="131" y="136"/>
                    <a:pt x="130" y="136"/>
                  </a:cubicBezTo>
                  <a:cubicBezTo>
                    <a:pt x="130" y="136"/>
                    <a:pt x="130" y="136"/>
                    <a:pt x="129" y="136"/>
                  </a:cubicBezTo>
                  <a:cubicBezTo>
                    <a:pt x="129" y="136"/>
                    <a:pt x="129" y="136"/>
                    <a:pt x="129" y="136"/>
                  </a:cubicBezTo>
                  <a:cubicBezTo>
                    <a:pt x="116" y="136"/>
                    <a:pt x="116" y="136"/>
                    <a:pt x="116" y="136"/>
                  </a:cubicBezTo>
                  <a:cubicBezTo>
                    <a:pt x="116" y="136"/>
                    <a:pt x="116" y="136"/>
                    <a:pt x="116" y="136"/>
                  </a:cubicBezTo>
                  <a:cubicBezTo>
                    <a:pt x="116" y="136"/>
                    <a:pt x="116" y="136"/>
                    <a:pt x="116" y="136"/>
                  </a:cubicBezTo>
                  <a:cubicBezTo>
                    <a:pt x="115" y="136"/>
                    <a:pt x="115" y="137"/>
                    <a:pt x="115" y="140"/>
                  </a:cubicBezTo>
                  <a:cubicBezTo>
                    <a:pt x="115" y="145"/>
                    <a:pt x="113" y="149"/>
                    <a:pt x="108" y="150"/>
                  </a:cubicBezTo>
                  <a:cubicBezTo>
                    <a:pt x="105" y="151"/>
                    <a:pt x="105" y="151"/>
                    <a:pt x="105" y="151"/>
                  </a:cubicBezTo>
                  <a:cubicBezTo>
                    <a:pt x="104" y="148"/>
                    <a:pt x="104" y="148"/>
                    <a:pt x="104" y="148"/>
                  </a:cubicBezTo>
                  <a:cubicBezTo>
                    <a:pt x="103" y="137"/>
                    <a:pt x="98" y="127"/>
                    <a:pt x="89" y="118"/>
                  </a:cubicBezTo>
                  <a:cubicBezTo>
                    <a:pt x="87" y="116"/>
                    <a:pt x="85" y="114"/>
                    <a:pt x="83" y="112"/>
                  </a:cubicBezTo>
                  <a:cubicBezTo>
                    <a:pt x="77" y="106"/>
                    <a:pt x="71" y="100"/>
                    <a:pt x="67" y="92"/>
                  </a:cubicBezTo>
                  <a:cubicBezTo>
                    <a:pt x="65" y="89"/>
                    <a:pt x="65" y="89"/>
                    <a:pt x="65" y="89"/>
                  </a:cubicBezTo>
                  <a:cubicBezTo>
                    <a:pt x="69" y="88"/>
                    <a:pt x="69" y="88"/>
                    <a:pt x="69" y="88"/>
                  </a:cubicBezTo>
                  <a:cubicBezTo>
                    <a:pt x="71" y="87"/>
                    <a:pt x="73" y="86"/>
                    <a:pt x="74" y="84"/>
                  </a:cubicBezTo>
                  <a:cubicBezTo>
                    <a:pt x="75" y="83"/>
                    <a:pt x="75" y="82"/>
                    <a:pt x="76" y="81"/>
                  </a:cubicBezTo>
                  <a:cubicBezTo>
                    <a:pt x="76" y="80"/>
                    <a:pt x="77" y="79"/>
                    <a:pt x="77" y="78"/>
                  </a:cubicBezTo>
                  <a:cubicBezTo>
                    <a:pt x="78" y="76"/>
                    <a:pt x="80" y="73"/>
                    <a:pt x="82" y="71"/>
                  </a:cubicBezTo>
                  <a:cubicBezTo>
                    <a:pt x="85" y="69"/>
                    <a:pt x="88" y="69"/>
                    <a:pt x="90" y="69"/>
                  </a:cubicBezTo>
                  <a:cubicBezTo>
                    <a:pt x="91" y="69"/>
                    <a:pt x="91" y="69"/>
                    <a:pt x="91" y="69"/>
                  </a:cubicBezTo>
                  <a:cubicBezTo>
                    <a:pt x="92" y="69"/>
                    <a:pt x="94" y="68"/>
                    <a:pt x="94" y="68"/>
                  </a:cubicBezTo>
                  <a:cubicBezTo>
                    <a:pt x="94" y="67"/>
                    <a:pt x="94" y="67"/>
                    <a:pt x="95" y="67"/>
                  </a:cubicBezTo>
                  <a:cubicBezTo>
                    <a:pt x="95" y="66"/>
                    <a:pt x="96" y="64"/>
                    <a:pt x="99" y="64"/>
                  </a:cubicBezTo>
                  <a:cubicBezTo>
                    <a:pt x="104" y="64"/>
                    <a:pt x="104" y="64"/>
                    <a:pt x="104" y="64"/>
                  </a:cubicBezTo>
                  <a:cubicBezTo>
                    <a:pt x="104" y="64"/>
                    <a:pt x="105" y="64"/>
                    <a:pt x="106" y="64"/>
                  </a:cubicBezTo>
                  <a:cubicBezTo>
                    <a:pt x="106" y="64"/>
                    <a:pt x="107" y="64"/>
                    <a:pt x="108" y="64"/>
                  </a:cubicBezTo>
                  <a:cubicBezTo>
                    <a:pt x="108" y="64"/>
                    <a:pt x="108" y="64"/>
                    <a:pt x="109" y="64"/>
                  </a:cubicBezTo>
                  <a:cubicBezTo>
                    <a:pt x="109" y="64"/>
                    <a:pt x="109" y="63"/>
                    <a:pt x="109" y="63"/>
                  </a:cubicBezTo>
                  <a:cubicBezTo>
                    <a:pt x="109" y="61"/>
                    <a:pt x="110" y="59"/>
                    <a:pt x="114" y="59"/>
                  </a:cubicBezTo>
                  <a:cubicBezTo>
                    <a:pt x="114" y="59"/>
                    <a:pt x="114" y="59"/>
                    <a:pt x="115" y="59"/>
                  </a:cubicBezTo>
                  <a:cubicBezTo>
                    <a:pt x="115" y="59"/>
                    <a:pt x="115" y="59"/>
                    <a:pt x="116" y="59"/>
                  </a:cubicBezTo>
                  <a:cubicBezTo>
                    <a:pt x="128" y="59"/>
                    <a:pt x="128" y="59"/>
                    <a:pt x="128" y="59"/>
                  </a:cubicBezTo>
                  <a:cubicBezTo>
                    <a:pt x="129" y="61"/>
                    <a:pt x="129" y="61"/>
                    <a:pt x="129" y="61"/>
                  </a:cubicBezTo>
                  <a:cubicBezTo>
                    <a:pt x="130" y="61"/>
                    <a:pt x="131" y="60"/>
                    <a:pt x="132" y="60"/>
                  </a:cubicBezTo>
                  <a:cubicBezTo>
                    <a:pt x="132" y="60"/>
                    <a:pt x="132" y="60"/>
                    <a:pt x="133" y="60"/>
                  </a:cubicBezTo>
                  <a:cubicBezTo>
                    <a:pt x="133" y="59"/>
                    <a:pt x="133" y="59"/>
                    <a:pt x="133" y="58"/>
                  </a:cubicBezTo>
                  <a:cubicBezTo>
                    <a:pt x="132" y="58"/>
                    <a:pt x="132" y="57"/>
                    <a:pt x="131" y="56"/>
                  </a:cubicBezTo>
                  <a:cubicBezTo>
                    <a:pt x="128" y="55"/>
                    <a:pt x="127" y="53"/>
                    <a:pt x="127" y="51"/>
                  </a:cubicBezTo>
                  <a:cubicBezTo>
                    <a:pt x="126" y="51"/>
                    <a:pt x="126" y="50"/>
                    <a:pt x="126" y="50"/>
                  </a:cubicBezTo>
                  <a:cubicBezTo>
                    <a:pt x="124" y="48"/>
                    <a:pt x="123" y="47"/>
                    <a:pt x="122" y="47"/>
                  </a:cubicBezTo>
                  <a:cubicBezTo>
                    <a:pt x="118" y="46"/>
                    <a:pt x="118" y="41"/>
                    <a:pt x="118" y="40"/>
                  </a:cubicBezTo>
                  <a:cubicBezTo>
                    <a:pt x="118" y="39"/>
                    <a:pt x="118" y="39"/>
                    <a:pt x="118" y="39"/>
                  </a:cubicBezTo>
                  <a:cubicBezTo>
                    <a:pt x="118" y="30"/>
                    <a:pt x="118" y="30"/>
                    <a:pt x="118" y="30"/>
                  </a:cubicBezTo>
                  <a:cubicBezTo>
                    <a:pt x="122" y="31"/>
                    <a:pt x="122" y="31"/>
                    <a:pt x="122" y="31"/>
                  </a:cubicBezTo>
                  <a:cubicBezTo>
                    <a:pt x="122" y="31"/>
                    <a:pt x="123" y="31"/>
                    <a:pt x="123" y="31"/>
                  </a:cubicBezTo>
                  <a:cubicBezTo>
                    <a:pt x="123" y="31"/>
                    <a:pt x="123" y="30"/>
                    <a:pt x="123" y="29"/>
                  </a:cubicBezTo>
                  <a:cubicBezTo>
                    <a:pt x="123" y="29"/>
                    <a:pt x="123" y="28"/>
                    <a:pt x="123" y="27"/>
                  </a:cubicBezTo>
                  <a:cubicBezTo>
                    <a:pt x="123" y="26"/>
                    <a:pt x="124" y="24"/>
                    <a:pt x="123" y="23"/>
                  </a:cubicBezTo>
                  <a:cubicBezTo>
                    <a:pt x="123" y="23"/>
                    <a:pt x="122" y="23"/>
                    <a:pt x="122" y="23"/>
                  </a:cubicBezTo>
                  <a:cubicBezTo>
                    <a:pt x="120" y="23"/>
                    <a:pt x="120" y="22"/>
                    <a:pt x="119" y="22"/>
                  </a:cubicBezTo>
                  <a:cubicBezTo>
                    <a:pt x="118" y="20"/>
                    <a:pt x="118" y="19"/>
                    <a:pt x="118" y="18"/>
                  </a:cubicBezTo>
                  <a:cubicBezTo>
                    <a:pt x="118" y="18"/>
                    <a:pt x="118" y="18"/>
                    <a:pt x="118" y="17"/>
                  </a:cubicBezTo>
                  <a:cubicBezTo>
                    <a:pt x="118" y="17"/>
                    <a:pt x="118" y="16"/>
                    <a:pt x="118" y="16"/>
                  </a:cubicBezTo>
                  <a:cubicBezTo>
                    <a:pt x="119" y="15"/>
                    <a:pt x="119" y="14"/>
                    <a:pt x="119" y="14"/>
                  </a:cubicBezTo>
                  <a:cubicBezTo>
                    <a:pt x="118" y="14"/>
                    <a:pt x="118" y="14"/>
                    <a:pt x="118" y="14"/>
                  </a:cubicBezTo>
                  <a:cubicBezTo>
                    <a:pt x="118" y="14"/>
                    <a:pt x="117" y="14"/>
                    <a:pt x="117" y="14"/>
                  </a:cubicBezTo>
                  <a:cubicBezTo>
                    <a:pt x="115" y="14"/>
                    <a:pt x="114" y="12"/>
                    <a:pt x="114" y="9"/>
                  </a:cubicBezTo>
                  <a:cubicBezTo>
                    <a:pt x="114" y="0"/>
                    <a:pt x="114" y="0"/>
                    <a:pt x="114" y="0"/>
                  </a:cubicBezTo>
                  <a:cubicBezTo>
                    <a:pt x="119" y="3"/>
                    <a:pt x="119" y="3"/>
                    <a:pt x="119" y="3"/>
                  </a:cubicBezTo>
                  <a:cubicBezTo>
                    <a:pt x="126" y="7"/>
                    <a:pt x="132" y="10"/>
                    <a:pt x="139" y="13"/>
                  </a:cubicBezTo>
                  <a:cubicBezTo>
                    <a:pt x="147" y="17"/>
                    <a:pt x="156" y="22"/>
                    <a:pt x="164" y="27"/>
                  </a:cubicBezTo>
                  <a:cubicBezTo>
                    <a:pt x="172" y="31"/>
                    <a:pt x="179" y="36"/>
                    <a:pt x="185" y="41"/>
                  </a:cubicBezTo>
                  <a:cubicBezTo>
                    <a:pt x="186" y="42"/>
                    <a:pt x="188" y="44"/>
                    <a:pt x="189" y="45"/>
                  </a:cubicBezTo>
                  <a:cubicBezTo>
                    <a:pt x="191" y="45"/>
                    <a:pt x="191" y="45"/>
                    <a:pt x="191" y="45"/>
                  </a:cubicBezTo>
                  <a:cubicBezTo>
                    <a:pt x="192" y="45"/>
                    <a:pt x="195" y="45"/>
                    <a:pt x="196" y="48"/>
                  </a:cubicBezTo>
                  <a:cubicBezTo>
                    <a:pt x="196" y="48"/>
                    <a:pt x="196" y="49"/>
                    <a:pt x="196" y="49"/>
                  </a:cubicBezTo>
                  <a:cubicBezTo>
                    <a:pt x="196" y="51"/>
                    <a:pt x="198" y="52"/>
                    <a:pt x="201" y="54"/>
                  </a:cubicBezTo>
                  <a:cubicBezTo>
                    <a:pt x="202" y="54"/>
                    <a:pt x="203" y="54"/>
                    <a:pt x="205" y="54"/>
                  </a:cubicBezTo>
                  <a:cubicBezTo>
                    <a:pt x="208" y="54"/>
                    <a:pt x="208" y="54"/>
                    <a:pt x="208" y="54"/>
                  </a:cubicBezTo>
                  <a:cubicBezTo>
                    <a:pt x="209" y="56"/>
                    <a:pt x="209" y="56"/>
                    <a:pt x="209" y="56"/>
                  </a:cubicBezTo>
                  <a:cubicBezTo>
                    <a:pt x="210" y="58"/>
                    <a:pt x="211" y="59"/>
                    <a:pt x="211" y="61"/>
                  </a:cubicBezTo>
                  <a:cubicBezTo>
                    <a:pt x="213" y="63"/>
                    <a:pt x="215" y="65"/>
                    <a:pt x="217" y="67"/>
                  </a:cubicBezTo>
                  <a:cubicBezTo>
                    <a:pt x="219" y="68"/>
                    <a:pt x="220" y="69"/>
                    <a:pt x="222" y="69"/>
                  </a:cubicBezTo>
                  <a:cubicBezTo>
                    <a:pt x="227" y="69"/>
                    <a:pt x="227" y="69"/>
                    <a:pt x="227" y="69"/>
                  </a:cubicBezTo>
                  <a:cubicBezTo>
                    <a:pt x="228" y="71"/>
                    <a:pt x="228" y="71"/>
                    <a:pt x="228" y="71"/>
                  </a:cubicBezTo>
                  <a:cubicBezTo>
                    <a:pt x="228" y="71"/>
                    <a:pt x="229" y="72"/>
                    <a:pt x="229" y="73"/>
                  </a:cubicBezTo>
                  <a:cubicBezTo>
                    <a:pt x="230" y="75"/>
                    <a:pt x="232" y="78"/>
                    <a:pt x="235" y="80"/>
                  </a:cubicBezTo>
                  <a:cubicBezTo>
                    <a:pt x="236" y="81"/>
                    <a:pt x="238" y="82"/>
                    <a:pt x="240" y="83"/>
                  </a:cubicBezTo>
                  <a:cubicBezTo>
                    <a:pt x="241" y="83"/>
                    <a:pt x="243" y="84"/>
                    <a:pt x="244" y="84"/>
                  </a:cubicBezTo>
                  <a:cubicBezTo>
                    <a:pt x="247" y="86"/>
                    <a:pt x="250" y="89"/>
                    <a:pt x="251" y="91"/>
                  </a:cubicBezTo>
                  <a:cubicBezTo>
                    <a:pt x="252" y="91"/>
                    <a:pt x="253" y="92"/>
                    <a:pt x="253" y="93"/>
                  </a:cubicBezTo>
                  <a:cubicBezTo>
                    <a:pt x="257" y="97"/>
                    <a:pt x="259" y="100"/>
                    <a:pt x="264" y="102"/>
                  </a:cubicBezTo>
                  <a:cubicBezTo>
                    <a:pt x="265" y="102"/>
                    <a:pt x="265" y="102"/>
                    <a:pt x="265" y="102"/>
                  </a:cubicBezTo>
                  <a:cubicBezTo>
                    <a:pt x="266" y="103"/>
                    <a:pt x="266" y="103"/>
                    <a:pt x="266" y="103"/>
                  </a:cubicBezTo>
                  <a:cubicBezTo>
                    <a:pt x="270" y="110"/>
                    <a:pt x="276" y="116"/>
                    <a:pt x="282" y="122"/>
                  </a:cubicBezTo>
                  <a:cubicBezTo>
                    <a:pt x="285" y="125"/>
                    <a:pt x="288" y="128"/>
                    <a:pt x="292" y="131"/>
                  </a:cubicBezTo>
                  <a:cubicBezTo>
                    <a:pt x="294" y="132"/>
                    <a:pt x="295" y="133"/>
                    <a:pt x="297" y="135"/>
                  </a:cubicBezTo>
                  <a:cubicBezTo>
                    <a:pt x="299" y="136"/>
                    <a:pt x="299" y="138"/>
                    <a:pt x="299" y="139"/>
                  </a:cubicBezTo>
                  <a:cubicBezTo>
                    <a:pt x="300" y="139"/>
                    <a:pt x="300" y="139"/>
                    <a:pt x="300" y="140"/>
                  </a:cubicBezTo>
                  <a:cubicBezTo>
                    <a:pt x="301" y="142"/>
                    <a:pt x="303" y="143"/>
                    <a:pt x="305" y="145"/>
                  </a:cubicBezTo>
                  <a:cubicBezTo>
                    <a:pt x="307" y="146"/>
                    <a:pt x="310" y="148"/>
                    <a:pt x="311" y="151"/>
                  </a:cubicBezTo>
                  <a:cubicBezTo>
                    <a:pt x="312" y="153"/>
                    <a:pt x="313" y="154"/>
                    <a:pt x="314" y="156"/>
                  </a:cubicBezTo>
                  <a:cubicBezTo>
                    <a:pt x="314" y="157"/>
                    <a:pt x="315" y="159"/>
                    <a:pt x="316" y="160"/>
                  </a:cubicBezTo>
                  <a:cubicBezTo>
                    <a:pt x="317" y="163"/>
                    <a:pt x="319" y="165"/>
                    <a:pt x="322" y="166"/>
                  </a:cubicBezTo>
                  <a:cubicBezTo>
                    <a:pt x="323" y="167"/>
                    <a:pt x="324" y="167"/>
                    <a:pt x="325" y="168"/>
                  </a:cubicBezTo>
                  <a:cubicBezTo>
                    <a:pt x="326" y="168"/>
                    <a:pt x="327" y="169"/>
                    <a:pt x="327" y="170"/>
                  </a:cubicBezTo>
                  <a:cubicBezTo>
                    <a:pt x="327" y="170"/>
                    <a:pt x="327" y="171"/>
                    <a:pt x="328" y="171"/>
                  </a:cubicBezTo>
                  <a:cubicBezTo>
                    <a:pt x="328" y="171"/>
                    <a:pt x="328" y="172"/>
                    <a:pt x="329" y="173"/>
                  </a:cubicBezTo>
                  <a:cubicBezTo>
                    <a:pt x="330" y="173"/>
                    <a:pt x="330" y="173"/>
                    <a:pt x="330" y="173"/>
                  </a:cubicBezTo>
                  <a:cubicBezTo>
                    <a:pt x="331" y="175"/>
                    <a:pt x="332" y="177"/>
                    <a:pt x="332" y="179"/>
                  </a:cubicBezTo>
                  <a:cubicBezTo>
                    <a:pt x="332" y="180"/>
                    <a:pt x="333" y="181"/>
                    <a:pt x="333" y="182"/>
                  </a:cubicBezTo>
                  <a:cubicBezTo>
                    <a:pt x="334" y="183"/>
                    <a:pt x="335" y="184"/>
                    <a:pt x="336" y="185"/>
                  </a:cubicBezTo>
                  <a:cubicBezTo>
                    <a:pt x="337" y="185"/>
                    <a:pt x="337" y="185"/>
                    <a:pt x="337" y="185"/>
                  </a:cubicBezTo>
                  <a:cubicBezTo>
                    <a:pt x="339" y="186"/>
                    <a:pt x="341" y="187"/>
                    <a:pt x="342" y="189"/>
                  </a:cubicBezTo>
                  <a:cubicBezTo>
                    <a:pt x="342" y="190"/>
                    <a:pt x="342" y="191"/>
                    <a:pt x="343" y="192"/>
                  </a:cubicBezTo>
                  <a:cubicBezTo>
                    <a:pt x="344" y="193"/>
                    <a:pt x="345" y="194"/>
                    <a:pt x="346" y="197"/>
                  </a:cubicBezTo>
                  <a:cubicBezTo>
                    <a:pt x="346" y="198"/>
                    <a:pt x="346" y="199"/>
                    <a:pt x="346" y="200"/>
                  </a:cubicBezTo>
                  <a:cubicBezTo>
                    <a:pt x="346" y="200"/>
                    <a:pt x="346" y="200"/>
                    <a:pt x="346" y="200"/>
                  </a:cubicBezTo>
                  <a:cubicBezTo>
                    <a:pt x="346" y="200"/>
                    <a:pt x="347" y="201"/>
                    <a:pt x="347" y="201"/>
                  </a:cubicBezTo>
                  <a:cubicBezTo>
                    <a:pt x="350" y="201"/>
                    <a:pt x="351" y="203"/>
                    <a:pt x="352" y="204"/>
                  </a:cubicBezTo>
                  <a:cubicBezTo>
                    <a:pt x="352" y="204"/>
                    <a:pt x="352" y="205"/>
                    <a:pt x="352" y="205"/>
                  </a:cubicBezTo>
                  <a:cubicBezTo>
                    <a:pt x="352" y="206"/>
                    <a:pt x="352" y="206"/>
                    <a:pt x="352" y="206"/>
                  </a:cubicBezTo>
                  <a:cubicBezTo>
                    <a:pt x="353" y="206"/>
                    <a:pt x="354" y="207"/>
                    <a:pt x="355" y="209"/>
                  </a:cubicBezTo>
                  <a:cubicBezTo>
                    <a:pt x="355" y="210"/>
                    <a:pt x="356" y="212"/>
                    <a:pt x="356" y="213"/>
                  </a:cubicBezTo>
                  <a:cubicBezTo>
                    <a:pt x="356" y="214"/>
                    <a:pt x="356" y="214"/>
                    <a:pt x="356" y="215"/>
                  </a:cubicBezTo>
                  <a:cubicBezTo>
                    <a:pt x="356" y="215"/>
                    <a:pt x="356" y="215"/>
                    <a:pt x="356" y="215"/>
                  </a:cubicBezTo>
                  <a:cubicBezTo>
                    <a:pt x="356" y="215"/>
                    <a:pt x="357" y="215"/>
                    <a:pt x="358" y="215"/>
                  </a:cubicBezTo>
                  <a:cubicBezTo>
                    <a:pt x="360" y="215"/>
                    <a:pt x="360" y="215"/>
                    <a:pt x="360" y="215"/>
                  </a:cubicBezTo>
                  <a:cubicBezTo>
                    <a:pt x="360" y="221"/>
                    <a:pt x="360" y="221"/>
                    <a:pt x="360" y="221"/>
                  </a:cubicBezTo>
                  <a:cubicBezTo>
                    <a:pt x="360" y="222"/>
                    <a:pt x="360" y="222"/>
                    <a:pt x="360" y="223"/>
                  </a:cubicBezTo>
                  <a:cubicBezTo>
                    <a:pt x="360" y="223"/>
                    <a:pt x="360" y="224"/>
                    <a:pt x="360" y="224"/>
                  </a:cubicBezTo>
                  <a:cubicBezTo>
                    <a:pt x="361" y="224"/>
                    <a:pt x="362" y="224"/>
                    <a:pt x="362" y="224"/>
                  </a:cubicBezTo>
                  <a:cubicBezTo>
                    <a:pt x="364" y="224"/>
                    <a:pt x="364" y="224"/>
                    <a:pt x="364" y="224"/>
                  </a:cubicBezTo>
                  <a:cubicBezTo>
                    <a:pt x="365" y="227"/>
                    <a:pt x="365" y="227"/>
                    <a:pt x="365" y="227"/>
                  </a:cubicBezTo>
                  <a:cubicBezTo>
                    <a:pt x="365" y="227"/>
                    <a:pt x="366" y="228"/>
                    <a:pt x="366" y="229"/>
                  </a:cubicBezTo>
                  <a:cubicBezTo>
                    <a:pt x="367" y="230"/>
                    <a:pt x="369" y="231"/>
                    <a:pt x="369" y="233"/>
                  </a:cubicBezTo>
                  <a:cubicBezTo>
                    <a:pt x="370" y="235"/>
                    <a:pt x="370" y="236"/>
                    <a:pt x="370" y="237"/>
                  </a:cubicBezTo>
                  <a:cubicBezTo>
                    <a:pt x="370" y="237"/>
                    <a:pt x="370" y="238"/>
                    <a:pt x="370" y="238"/>
                  </a:cubicBezTo>
                  <a:cubicBezTo>
                    <a:pt x="370" y="238"/>
                    <a:pt x="370" y="238"/>
                    <a:pt x="370" y="238"/>
                  </a:cubicBezTo>
                  <a:cubicBezTo>
                    <a:pt x="371" y="238"/>
                    <a:pt x="371" y="238"/>
                    <a:pt x="371" y="238"/>
                  </a:cubicBezTo>
                  <a:cubicBezTo>
                    <a:pt x="373" y="238"/>
                    <a:pt x="375" y="240"/>
                    <a:pt x="375" y="243"/>
                  </a:cubicBezTo>
                  <a:cubicBezTo>
                    <a:pt x="375" y="247"/>
                    <a:pt x="375" y="247"/>
                    <a:pt x="375" y="247"/>
                  </a:cubicBezTo>
                  <a:cubicBezTo>
                    <a:pt x="374" y="247"/>
                    <a:pt x="374" y="247"/>
                    <a:pt x="374" y="247"/>
                  </a:cubicBezTo>
                  <a:cubicBezTo>
                    <a:pt x="374" y="247"/>
                    <a:pt x="374" y="247"/>
                    <a:pt x="374" y="247"/>
                  </a:cubicBezTo>
                  <a:cubicBezTo>
                    <a:pt x="374" y="247"/>
                    <a:pt x="374" y="247"/>
                    <a:pt x="374" y="247"/>
                  </a:cubicBezTo>
                  <a:cubicBezTo>
                    <a:pt x="375" y="247"/>
                    <a:pt x="375" y="248"/>
                    <a:pt x="376" y="248"/>
                  </a:cubicBezTo>
                  <a:cubicBezTo>
                    <a:pt x="379" y="248"/>
                    <a:pt x="379" y="248"/>
                    <a:pt x="379" y="248"/>
                  </a:cubicBezTo>
                  <a:cubicBezTo>
                    <a:pt x="379" y="251"/>
                    <a:pt x="379" y="251"/>
                    <a:pt x="379" y="251"/>
                  </a:cubicBezTo>
                  <a:cubicBezTo>
                    <a:pt x="379" y="252"/>
                    <a:pt x="379" y="252"/>
                    <a:pt x="379" y="253"/>
                  </a:cubicBezTo>
                  <a:cubicBezTo>
                    <a:pt x="379" y="254"/>
                    <a:pt x="379" y="256"/>
                    <a:pt x="379" y="257"/>
                  </a:cubicBezTo>
                  <a:cubicBezTo>
                    <a:pt x="380" y="257"/>
                    <a:pt x="381" y="257"/>
                    <a:pt x="381" y="257"/>
                  </a:cubicBezTo>
                  <a:cubicBezTo>
                    <a:pt x="384" y="257"/>
                    <a:pt x="384" y="257"/>
                    <a:pt x="384" y="257"/>
                  </a:cubicBezTo>
                  <a:cubicBezTo>
                    <a:pt x="384" y="264"/>
                    <a:pt x="384" y="264"/>
                    <a:pt x="384" y="264"/>
                  </a:cubicBezTo>
                  <a:cubicBezTo>
                    <a:pt x="384" y="264"/>
                    <a:pt x="384" y="265"/>
                    <a:pt x="384" y="265"/>
                  </a:cubicBezTo>
                  <a:cubicBezTo>
                    <a:pt x="384" y="266"/>
                    <a:pt x="384" y="266"/>
                    <a:pt x="384" y="266"/>
                  </a:cubicBezTo>
                  <a:cubicBezTo>
                    <a:pt x="384" y="267"/>
                    <a:pt x="385" y="267"/>
                    <a:pt x="386" y="267"/>
                  </a:cubicBezTo>
                  <a:cubicBezTo>
                    <a:pt x="388" y="267"/>
                    <a:pt x="388" y="267"/>
                    <a:pt x="388" y="267"/>
                  </a:cubicBezTo>
                  <a:cubicBezTo>
                    <a:pt x="389" y="270"/>
                    <a:pt x="389" y="270"/>
                    <a:pt x="389" y="270"/>
                  </a:cubicBezTo>
                  <a:cubicBezTo>
                    <a:pt x="389" y="271"/>
                    <a:pt x="389" y="272"/>
                    <a:pt x="389" y="273"/>
                  </a:cubicBezTo>
                  <a:cubicBezTo>
                    <a:pt x="388" y="274"/>
                    <a:pt x="388" y="275"/>
                    <a:pt x="389" y="276"/>
                  </a:cubicBezTo>
                  <a:cubicBezTo>
                    <a:pt x="389" y="276"/>
                    <a:pt x="389" y="276"/>
                    <a:pt x="389" y="276"/>
                  </a:cubicBezTo>
                  <a:cubicBezTo>
                    <a:pt x="389" y="276"/>
                    <a:pt x="390" y="276"/>
                    <a:pt x="390" y="276"/>
                  </a:cubicBezTo>
                  <a:cubicBezTo>
                    <a:pt x="391" y="276"/>
                    <a:pt x="392" y="277"/>
                    <a:pt x="393" y="277"/>
                  </a:cubicBezTo>
                  <a:cubicBezTo>
                    <a:pt x="394" y="279"/>
                    <a:pt x="394" y="280"/>
                    <a:pt x="393" y="281"/>
                  </a:cubicBezTo>
                  <a:cubicBezTo>
                    <a:pt x="393" y="281"/>
                    <a:pt x="393" y="281"/>
                    <a:pt x="393" y="282"/>
                  </a:cubicBezTo>
                  <a:cubicBezTo>
                    <a:pt x="393" y="284"/>
                    <a:pt x="393" y="286"/>
                    <a:pt x="392" y="288"/>
                  </a:cubicBezTo>
                  <a:cubicBezTo>
                    <a:pt x="392" y="289"/>
                    <a:pt x="392" y="290"/>
                    <a:pt x="392" y="291"/>
                  </a:cubicBezTo>
                  <a:cubicBezTo>
                    <a:pt x="391" y="293"/>
                    <a:pt x="391" y="296"/>
                    <a:pt x="391" y="299"/>
                  </a:cubicBezTo>
                  <a:cubicBezTo>
                    <a:pt x="391" y="305"/>
                    <a:pt x="392" y="311"/>
                    <a:pt x="393" y="319"/>
                  </a:cubicBezTo>
                  <a:cubicBezTo>
                    <a:pt x="395" y="334"/>
                    <a:pt x="399" y="348"/>
                    <a:pt x="403" y="358"/>
                  </a:cubicBezTo>
                  <a:cubicBezTo>
                    <a:pt x="405" y="365"/>
                    <a:pt x="405" y="365"/>
                    <a:pt x="405" y="365"/>
                  </a:cubicBezTo>
                  <a:cubicBezTo>
                    <a:pt x="398" y="362"/>
                    <a:pt x="398" y="362"/>
                    <a:pt x="398" y="362"/>
                  </a:cubicBezTo>
                  <a:cubicBezTo>
                    <a:pt x="395" y="361"/>
                    <a:pt x="392" y="359"/>
                    <a:pt x="389" y="356"/>
                  </a:cubicBezTo>
                  <a:cubicBezTo>
                    <a:pt x="388" y="353"/>
                    <a:pt x="387" y="351"/>
                    <a:pt x="387" y="349"/>
                  </a:cubicBezTo>
                  <a:cubicBezTo>
                    <a:pt x="387" y="349"/>
                    <a:pt x="387" y="349"/>
                    <a:pt x="387" y="349"/>
                  </a:cubicBezTo>
                  <a:cubicBezTo>
                    <a:pt x="383" y="348"/>
                    <a:pt x="382" y="346"/>
                    <a:pt x="382" y="344"/>
                  </a:cubicBezTo>
                  <a:cubicBezTo>
                    <a:pt x="382" y="337"/>
                    <a:pt x="382" y="337"/>
                    <a:pt x="382" y="337"/>
                  </a:cubicBezTo>
                  <a:cubicBezTo>
                    <a:pt x="382" y="336"/>
                    <a:pt x="382" y="335"/>
                    <a:pt x="382" y="334"/>
                  </a:cubicBezTo>
                  <a:cubicBezTo>
                    <a:pt x="382" y="334"/>
                    <a:pt x="382" y="334"/>
                    <a:pt x="382" y="334"/>
                  </a:cubicBezTo>
                  <a:cubicBezTo>
                    <a:pt x="382" y="334"/>
                    <a:pt x="382" y="334"/>
                    <a:pt x="381" y="334"/>
                  </a:cubicBezTo>
                  <a:cubicBezTo>
                    <a:pt x="377" y="334"/>
                    <a:pt x="378" y="329"/>
                    <a:pt x="378" y="328"/>
                  </a:cubicBezTo>
                  <a:cubicBezTo>
                    <a:pt x="378" y="327"/>
                    <a:pt x="378" y="326"/>
                    <a:pt x="378" y="325"/>
                  </a:cubicBezTo>
                  <a:cubicBezTo>
                    <a:pt x="378" y="325"/>
                    <a:pt x="378" y="325"/>
                    <a:pt x="377" y="325"/>
                  </a:cubicBezTo>
                  <a:cubicBezTo>
                    <a:pt x="376" y="325"/>
                    <a:pt x="374" y="325"/>
                    <a:pt x="373" y="322"/>
                  </a:cubicBezTo>
                  <a:cubicBezTo>
                    <a:pt x="373" y="321"/>
                    <a:pt x="372" y="321"/>
                    <a:pt x="371" y="320"/>
                  </a:cubicBezTo>
                  <a:cubicBezTo>
                    <a:pt x="370" y="318"/>
                    <a:pt x="369" y="317"/>
                    <a:pt x="369" y="315"/>
                  </a:cubicBezTo>
                  <a:cubicBezTo>
                    <a:pt x="368" y="314"/>
                    <a:pt x="368" y="313"/>
                    <a:pt x="368" y="312"/>
                  </a:cubicBezTo>
                  <a:cubicBezTo>
                    <a:pt x="368" y="311"/>
                    <a:pt x="368" y="311"/>
                    <a:pt x="368" y="311"/>
                  </a:cubicBezTo>
                  <a:cubicBezTo>
                    <a:pt x="368" y="311"/>
                    <a:pt x="368" y="311"/>
                    <a:pt x="368" y="311"/>
                  </a:cubicBezTo>
                  <a:cubicBezTo>
                    <a:pt x="367" y="311"/>
                    <a:pt x="367" y="311"/>
                    <a:pt x="367" y="311"/>
                  </a:cubicBezTo>
                  <a:cubicBezTo>
                    <a:pt x="365" y="311"/>
                    <a:pt x="364" y="309"/>
                    <a:pt x="364" y="306"/>
                  </a:cubicBezTo>
                  <a:cubicBezTo>
                    <a:pt x="364" y="304"/>
                    <a:pt x="364" y="304"/>
                    <a:pt x="364" y="304"/>
                  </a:cubicBezTo>
                  <a:cubicBezTo>
                    <a:pt x="364" y="303"/>
                    <a:pt x="364" y="302"/>
                    <a:pt x="363" y="301"/>
                  </a:cubicBezTo>
                  <a:cubicBezTo>
                    <a:pt x="363" y="301"/>
                    <a:pt x="363" y="301"/>
                    <a:pt x="363" y="301"/>
                  </a:cubicBezTo>
                  <a:cubicBezTo>
                    <a:pt x="363" y="301"/>
                    <a:pt x="363" y="301"/>
                    <a:pt x="362" y="301"/>
                  </a:cubicBezTo>
                  <a:cubicBezTo>
                    <a:pt x="358" y="301"/>
                    <a:pt x="359" y="296"/>
                    <a:pt x="359" y="295"/>
                  </a:cubicBezTo>
                  <a:cubicBezTo>
                    <a:pt x="359" y="294"/>
                    <a:pt x="359" y="293"/>
                    <a:pt x="359" y="292"/>
                  </a:cubicBezTo>
                  <a:cubicBezTo>
                    <a:pt x="359" y="292"/>
                    <a:pt x="359" y="292"/>
                    <a:pt x="359" y="292"/>
                  </a:cubicBezTo>
                  <a:cubicBezTo>
                    <a:pt x="355" y="292"/>
                    <a:pt x="354" y="289"/>
                    <a:pt x="354" y="287"/>
                  </a:cubicBezTo>
                  <a:cubicBezTo>
                    <a:pt x="354" y="285"/>
                    <a:pt x="354" y="285"/>
                    <a:pt x="353" y="283"/>
                  </a:cubicBezTo>
                  <a:cubicBezTo>
                    <a:pt x="352" y="280"/>
                    <a:pt x="351" y="279"/>
                    <a:pt x="349" y="278"/>
                  </a:cubicBezTo>
                  <a:cubicBezTo>
                    <a:pt x="349" y="278"/>
                    <a:pt x="348" y="278"/>
                    <a:pt x="347" y="278"/>
                  </a:cubicBezTo>
                  <a:cubicBezTo>
                    <a:pt x="345" y="278"/>
                    <a:pt x="341" y="277"/>
                    <a:pt x="340" y="273"/>
                  </a:cubicBezTo>
                  <a:cubicBezTo>
                    <a:pt x="340" y="271"/>
                    <a:pt x="340" y="270"/>
                    <a:pt x="340" y="270"/>
                  </a:cubicBezTo>
                  <a:cubicBezTo>
                    <a:pt x="340" y="269"/>
                    <a:pt x="340" y="269"/>
                    <a:pt x="340" y="268"/>
                  </a:cubicBezTo>
                  <a:cubicBezTo>
                    <a:pt x="340" y="268"/>
                    <a:pt x="340" y="268"/>
                    <a:pt x="340" y="268"/>
                  </a:cubicBezTo>
                  <a:cubicBezTo>
                    <a:pt x="339" y="268"/>
                    <a:pt x="339" y="268"/>
                    <a:pt x="338" y="268"/>
                  </a:cubicBezTo>
                  <a:cubicBezTo>
                    <a:pt x="335" y="268"/>
                    <a:pt x="335" y="268"/>
                    <a:pt x="335" y="268"/>
                  </a:cubicBezTo>
                  <a:cubicBezTo>
                    <a:pt x="335" y="260"/>
                    <a:pt x="335" y="260"/>
                    <a:pt x="335" y="260"/>
                  </a:cubicBezTo>
                  <a:cubicBezTo>
                    <a:pt x="335" y="258"/>
                    <a:pt x="335" y="256"/>
                    <a:pt x="335" y="254"/>
                  </a:cubicBezTo>
                  <a:cubicBezTo>
                    <a:pt x="335" y="254"/>
                    <a:pt x="335" y="254"/>
                    <a:pt x="335" y="254"/>
                  </a:cubicBezTo>
                  <a:cubicBezTo>
                    <a:pt x="335" y="254"/>
                    <a:pt x="335" y="254"/>
                    <a:pt x="333" y="254"/>
                  </a:cubicBezTo>
                  <a:cubicBezTo>
                    <a:pt x="330" y="254"/>
                    <a:pt x="330" y="254"/>
                    <a:pt x="330" y="254"/>
                  </a:cubicBezTo>
                  <a:cubicBezTo>
                    <a:pt x="331" y="250"/>
                    <a:pt x="331" y="250"/>
                    <a:pt x="331" y="250"/>
                  </a:cubicBezTo>
                  <a:cubicBezTo>
                    <a:pt x="331" y="250"/>
                    <a:pt x="331" y="250"/>
                    <a:pt x="331" y="250"/>
                  </a:cubicBezTo>
                  <a:cubicBezTo>
                    <a:pt x="331" y="250"/>
                    <a:pt x="331" y="250"/>
                    <a:pt x="331" y="250"/>
                  </a:cubicBezTo>
                  <a:cubicBezTo>
                    <a:pt x="331" y="250"/>
                    <a:pt x="330" y="249"/>
                    <a:pt x="329" y="249"/>
                  </a:cubicBezTo>
                  <a:cubicBezTo>
                    <a:pt x="327" y="249"/>
                    <a:pt x="327" y="249"/>
                    <a:pt x="327" y="249"/>
                  </a:cubicBezTo>
                  <a:cubicBezTo>
                    <a:pt x="326" y="247"/>
                    <a:pt x="326" y="247"/>
                    <a:pt x="326" y="247"/>
                  </a:cubicBezTo>
                  <a:cubicBezTo>
                    <a:pt x="325" y="245"/>
                    <a:pt x="324" y="243"/>
                    <a:pt x="323" y="242"/>
                  </a:cubicBezTo>
                  <a:cubicBezTo>
                    <a:pt x="323" y="242"/>
                    <a:pt x="322" y="245"/>
                    <a:pt x="322" y="245"/>
                  </a:cubicBezTo>
                  <a:cubicBezTo>
                    <a:pt x="316" y="245"/>
                    <a:pt x="316" y="245"/>
                    <a:pt x="316" y="245"/>
                  </a:cubicBezTo>
                  <a:cubicBezTo>
                    <a:pt x="320" y="250"/>
                    <a:pt x="324" y="256"/>
                    <a:pt x="327" y="261"/>
                  </a:cubicBezTo>
                  <a:cubicBezTo>
                    <a:pt x="330" y="265"/>
                    <a:pt x="330" y="265"/>
                    <a:pt x="330" y="265"/>
                  </a:cubicBezTo>
                  <a:cubicBezTo>
                    <a:pt x="334" y="270"/>
                    <a:pt x="338" y="276"/>
                    <a:pt x="342" y="282"/>
                  </a:cubicBezTo>
                  <a:cubicBezTo>
                    <a:pt x="343" y="283"/>
                    <a:pt x="344" y="285"/>
                    <a:pt x="346" y="287"/>
                  </a:cubicBezTo>
                  <a:cubicBezTo>
                    <a:pt x="346" y="288"/>
                    <a:pt x="346" y="288"/>
                    <a:pt x="346" y="288"/>
                  </a:cubicBezTo>
                  <a:cubicBezTo>
                    <a:pt x="346" y="289"/>
                    <a:pt x="346" y="289"/>
                    <a:pt x="346" y="289"/>
                  </a:cubicBezTo>
                  <a:cubicBezTo>
                    <a:pt x="346" y="290"/>
                    <a:pt x="346" y="290"/>
                    <a:pt x="346" y="290"/>
                  </a:cubicBezTo>
                  <a:cubicBezTo>
                    <a:pt x="347" y="290"/>
                    <a:pt x="347" y="290"/>
                    <a:pt x="348" y="290"/>
                  </a:cubicBezTo>
                  <a:cubicBezTo>
                    <a:pt x="351" y="290"/>
                    <a:pt x="351" y="290"/>
                    <a:pt x="351" y="290"/>
                  </a:cubicBezTo>
                  <a:cubicBezTo>
                    <a:pt x="351" y="293"/>
                    <a:pt x="351" y="293"/>
                    <a:pt x="351" y="293"/>
                  </a:cubicBezTo>
                  <a:cubicBezTo>
                    <a:pt x="351" y="294"/>
                    <a:pt x="351" y="294"/>
                    <a:pt x="351" y="294"/>
                  </a:cubicBezTo>
                  <a:cubicBezTo>
                    <a:pt x="351" y="296"/>
                    <a:pt x="351" y="297"/>
                    <a:pt x="351" y="299"/>
                  </a:cubicBezTo>
                  <a:cubicBezTo>
                    <a:pt x="351" y="299"/>
                    <a:pt x="351" y="299"/>
                    <a:pt x="351" y="299"/>
                  </a:cubicBezTo>
                  <a:cubicBezTo>
                    <a:pt x="352" y="299"/>
                    <a:pt x="355" y="300"/>
                    <a:pt x="356" y="303"/>
                  </a:cubicBezTo>
                  <a:cubicBezTo>
                    <a:pt x="356" y="304"/>
                    <a:pt x="358" y="306"/>
                    <a:pt x="360" y="307"/>
                  </a:cubicBezTo>
                  <a:cubicBezTo>
                    <a:pt x="360" y="308"/>
                    <a:pt x="360" y="308"/>
                    <a:pt x="360" y="308"/>
                  </a:cubicBezTo>
                  <a:cubicBezTo>
                    <a:pt x="362" y="310"/>
                    <a:pt x="365" y="314"/>
                    <a:pt x="365" y="318"/>
                  </a:cubicBezTo>
                  <a:cubicBezTo>
                    <a:pt x="365" y="318"/>
                    <a:pt x="365" y="318"/>
                    <a:pt x="367" y="319"/>
                  </a:cubicBezTo>
                  <a:cubicBezTo>
                    <a:pt x="371" y="319"/>
                    <a:pt x="371" y="319"/>
                    <a:pt x="371" y="319"/>
                  </a:cubicBezTo>
                  <a:cubicBezTo>
                    <a:pt x="370" y="322"/>
                    <a:pt x="370" y="322"/>
                    <a:pt x="370" y="322"/>
                  </a:cubicBezTo>
                  <a:cubicBezTo>
                    <a:pt x="368" y="330"/>
                    <a:pt x="369" y="336"/>
                    <a:pt x="373" y="340"/>
                  </a:cubicBezTo>
                  <a:cubicBezTo>
                    <a:pt x="374" y="341"/>
                    <a:pt x="375" y="342"/>
                    <a:pt x="376" y="343"/>
                  </a:cubicBezTo>
                  <a:cubicBezTo>
                    <a:pt x="377" y="344"/>
                    <a:pt x="378" y="345"/>
                    <a:pt x="379" y="346"/>
                  </a:cubicBezTo>
                  <a:cubicBezTo>
                    <a:pt x="380" y="348"/>
                    <a:pt x="381" y="349"/>
                    <a:pt x="382" y="350"/>
                  </a:cubicBezTo>
                  <a:cubicBezTo>
                    <a:pt x="383" y="351"/>
                    <a:pt x="383" y="352"/>
                    <a:pt x="383" y="353"/>
                  </a:cubicBezTo>
                  <a:cubicBezTo>
                    <a:pt x="384" y="354"/>
                    <a:pt x="384" y="355"/>
                    <a:pt x="384" y="356"/>
                  </a:cubicBezTo>
                  <a:cubicBezTo>
                    <a:pt x="384" y="356"/>
                    <a:pt x="384" y="356"/>
                    <a:pt x="384" y="356"/>
                  </a:cubicBezTo>
                  <a:cubicBezTo>
                    <a:pt x="384" y="356"/>
                    <a:pt x="384" y="356"/>
                    <a:pt x="385" y="356"/>
                  </a:cubicBezTo>
                  <a:cubicBezTo>
                    <a:pt x="389" y="357"/>
                    <a:pt x="389" y="361"/>
                    <a:pt x="389" y="364"/>
                  </a:cubicBezTo>
                  <a:cubicBezTo>
                    <a:pt x="389" y="364"/>
                    <a:pt x="389" y="365"/>
                    <a:pt x="389" y="365"/>
                  </a:cubicBezTo>
                  <a:cubicBezTo>
                    <a:pt x="389" y="365"/>
                    <a:pt x="389" y="366"/>
                    <a:pt x="390" y="366"/>
                  </a:cubicBezTo>
                  <a:cubicBezTo>
                    <a:pt x="392" y="366"/>
                    <a:pt x="393" y="368"/>
                    <a:pt x="394" y="370"/>
                  </a:cubicBezTo>
                  <a:cubicBezTo>
                    <a:pt x="395" y="370"/>
                    <a:pt x="395" y="371"/>
                    <a:pt x="395" y="371"/>
                  </a:cubicBezTo>
                  <a:cubicBezTo>
                    <a:pt x="396" y="372"/>
                    <a:pt x="398" y="375"/>
                    <a:pt x="398" y="378"/>
                  </a:cubicBezTo>
                  <a:cubicBezTo>
                    <a:pt x="398" y="379"/>
                    <a:pt x="398" y="379"/>
                    <a:pt x="398" y="379"/>
                  </a:cubicBezTo>
                  <a:cubicBezTo>
                    <a:pt x="398" y="379"/>
                    <a:pt x="398" y="379"/>
                    <a:pt x="398" y="379"/>
                  </a:cubicBezTo>
                  <a:cubicBezTo>
                    <a:pt x="398" y="379"/>
                    <a:pt x="398" y="380"/>
                    <a:pt x="398" y="380"/>
                  </a:cubicBezTo>
                  <a:cubicBezTo>
                    <a:pt x="399" y="380"/>
                    <a:pt x="403" y="380"/>
                    <a:pt x="403" y="380"/>
                  </a:cubicBezTo>
                  <a:cubicBezTo>
                    <a:pt x="403" y="394"/>
                    <a:pt x="403" y="394"/>
                    <a:pt x="403" y="394"/>
                  </a:cubicBezTo>
                  <a:cubicBezTo>
                    <a:pt x="404" y="395"/>
                    <a:pt x="405" y="397"/>
                    <a:pt x="405" y="398"/>
                  </a:cubicBezTo>
                  <a:cubicBezTo>
                    <a:pt x="408" y="401"/>
                    <a:pt x="412" y="405"/>
                    <a:pt x="415" y="408"/>
                  </a:cubicBezTo>
                  <a:cubicBezTo>
                    <a:pt x="418" y="411"/>
                    <a:pt x="417" y="415"/>
                    <a:pt x="417" y="418"/>
                  </a:cubicBezTo>
                  <a:cubicBezTo>
                    <a:pt x="417" y="419"/>
                    <a:pt x="417" y="419"/>
                    <a:pt x="417" y="420"/>
                  </a:cubicBezTo>
                  <a:cubicBezTo>
                    <a:pt x="417" y="442"/>
                    <a:pt x="417" y="442"/>
                    <a:pt x="417" y="442"/>
                  </a:cubicBezTo>
                  <a:cubicBezTo>
                    <a:pt x="414" y="443"/>
                    <a:pt x="414" y="443"/>
                    <a:pt x="414" y="443"/>
                  </a:cubicBezTo>
                  <a:cubicBezTo>
                    <a:pt x="414" y="443"/>
                    <a:pt x="413" y="443"/>
                    <a:pt x="413" y="443"/>
                  </a:cubicBezTo>
                  <a:cubicBezTo>
                    <a:pt x="413" y="445"/>
                    <a:pt x="412" y="447"/>
                    <a:pt x="412" y="450"/>
                  </a:cubicBezTo>
                  <a:cubicBezTo>
                    <a:pt x="412" y="451"/>
                    <a:pt x="412" y="452"/>
                    <a:pt x="412" y="453"/>
                  </a:cubicBezTo>
                  <a:cubicBezTo>
                    <a:pt x="412" y="455"/>
                    <a:pt x="412" y="457"/>
                    <a:pt x="412" y="459"/>
                  </a:cubicBezTo>
                  <a:cubicBezTo>
                    <a:pt x="412" y="460"/>
                    <a:pt x="412" y="461"/>
                    <a:pt x="412" y="462"/>
                  </a:cubicBezTo>
                  <a:cubicBezTo>
                    <a:pt x="412" y="465"/>
                    <a:pt x="410" y="466"/>
                    <a:pt x="409" y="466"/>
                  </a:cubicBezTo>
                  <a:cubicBezTo>
                    <a:pt x="409" y="466"/>
                    <a:pt x="409" y="466"/>
                    <a:pt x="409" y="467"/>
                  </a:cubicBezTo>
                  <a:cubicBezTo>
                    <a:pt x="407" y="469"/>
                    <a:pt x="408" y="473"/>
                    <a:pt x="408" y="477"/>
                  </a:cubicBezTo>
                  <a:cubicBezTo>
                    <a:pt x="408" y="478"/>
                    <a:pt x="408" y="478"/>
                    <a:pt x="408" y="478"/>
                  </a:cubicBezTo>
                  <a:cubicBezTo>
                    <a:pt x="408" y="479"/>
                    <a:pt x="407" y="480"/>
                    <a:pt x="407" y="481"/>
                  </a:cubicBezTo>
                  <a:cubicBezTo>
                    <a:pt x="407" y="485"/>
                    <a:pt x="407" y="487"/>
                    <a:pt x="409" y="488"/>
                  </a:cubicBezTo>
                  <a:cubicBezTo>
                    <a:pt x="409" y="488"/>
                    <a:pt x="409" y="488"/>
                    <a:pt x="409" y="488"/>
                  </a:cubicBezTo>
                  <a:cubicBezTo>
                    <a:pt x="411" y="489"/>
                    <a:pt x="412" y="490"/>
                    <a:pt x="412" y="493"/>
                  </a:cubicBezTo>
                  <a:cubicBezTo>
                    <a:pt x="412" y="509"/>
                    <a:pt x="412" y="509"/>
                    <a:pt x="412" y="509"/>
                  </a:cubicBezTo>
                  <a:cubicBezTo>
                    <a:pt x="408" y="509"/>
                    <a:pt x="408" y="509"/>
                    <a:pt x="408" y="509"/>
                  </a:cubicBezTo>
                  <a:cubicBezTo>
                    <a:pt x="408" y="509"/>
                    <a:pt x="408" y="509"/>
                    <a:pt x="408" y="509"/>
                  </a:cubicBezTo>
                  <a:cubicBezTo>
                    <a:pt x="407" y="509"/>
                    <a:pt x="407" y="512"/>
                    <a:pt x="408" y="514"/>
                  </a:cubicBezTo>
                  <a:cubicBezTo>
                    <a:pt x="408" y="514"/>
                    <a:pt x="408" y="515"/>
                    <a:pt x="408" y="515"/>
                  </a:cubicBezTo>
                  <a:cubicBezTo>
                    <a:pt x="408" y="519"/>
                    <a:pt x="408" y="519"/>
                    <a:pt x="408" y="519"/>
                  </a:cubicBezTo>
                  <a:cubicBezTo>
                    <a:pt x="404" y="518"/>
                    <a:pt x="404" y="518"/>
                    <a:pt x="404" y="518"/>
                  </a:cubicBezTo>
                  <a:cubicBezTo>
                    <a:pt x="403" y="518"/>
                    <a:pt x="403" y="518"/>
                    <a:pt x="403" y="518"/>
                  </a:cubicBezTo>
                  <a:cubicBezTo>
                    <a:pt x="403" y="518"/>
                    <a:pt x="403" y="518"/>
                    <a:pt x="403" y="518"/>
                  </a:cubicBezTo>
                  <a:cubicBezTo>
                    <a:pt x="403" y="518"/>
                    <a:pt x="403" y="518"/>
                    <a:pt x="403" y="520"/>
                  </a:cubicBezTo>
                  <a:cubicBezTo>
                    <a:pt x="403" y="521"/>
                    <a:pt x="403" y="521"/>
                    <a:pt x="403" y="521"/>
                  </a:cubicBezTo>
                  <a:cubicBezTo>
                    <a:pt x="402" y="521"/>
                    <a:pt x="402" y="521"/>
                    <a:pt x="402" y="521"/>
                  </a:cubicBezTo>
                  <a:cubicBezTo>
                    <a:pt x="401" y="523"/>
                    <a:pt x="400" y="525"/>
                    <a:pt x="400" y="528"/>
                  </a:cubicBezTo>
                  <a:cubicBezTo>
                    <a:pt x="398" y="533"/>
                    <a:pt x="398" y="539"/>
                    <a:pt x="398" y="545"/>
                  </a:cubicBezTo>
                  <a:cubicBezTo>
                    <a:pt x="398" y="550"/>
                    <a:pt x="398" y="555"/>
                    <a:pt x="398" y="560"/>
                  </a:cubicBezTo>
                  <a:cubicBezTo>
                    <a:pt x="398" y="569"/>
                    <a:pt x="399" y="577"/>
                    <a:pt x="398" y="586"/>
                  </a:cubicBezTo>
                  <a:cubicBezTo>
                    <a:pt x="398" y="589"/>
                    <a:pt x="398" y="589"/>
                    <a:pt x="398" y="589"/>
                  </a:cubicBezTo>
                  <a:cubicBezTo>
                    <a:pt x="394" y="589"/>
                    <a:pt x="394" y="589"/>
                    <a:pt x="394" y="589"/>
                  </a:cubicBezTo>
                  <a:cubicBezTo>
                    <a:pt x="394" y="589"/>
                    <a:pt x="394" y="589"/>
                    <a:pt x="394" y="589"/>
                  </a:cubicBezTo>
                  <a:cubicBezTo>
                    <a:pt x="394" y="589"/>
                    <a:pt x="394" y="589"/>
                    <a:pt x="394" y="589"/>
                  </a:cubicBezTo>
                  <a:cubicBezTo>
                    <a:pt x="394" y="589"/>
                    <a:pt x="394" y="589"/>
                    <a:pt x="394" y="589"/>
                  </a:cubicBezTo>
                  <a:cubicBezTo>
                    <a:pt x="393" y="590"/>
                    <a:pt x="393" y="590"/>
                    <a:pt x="393" y="590"/>
                  </a:cubicBezTo>
                  <a:cubicBezTo>
                    <a:pt x="393" y="591"/>
                    <a:pt x="393" y="592"/>
                    <a:pt x="392" y="593"/>
                  </a:cubicBezTo>
                  <a:cubicBezTo>
                    <a:pt x="391" y="594"/>
                    <a:pt x="391" y="594"/>
                    <a:pt x="391" y="595"/>
                  </a:cubicBezTo>
                  <a:cubicBezTo>
                    <a:pt x="389" y="598"/>
                    <a:pt x="389" y="603"/>
                    <a:pt x="388" y="607"/>
                  </a:cubicBezTo>
                  <a:cubicBezTo>
                    <a:pt x="388" y="611"/>
                    <a:pt x="388" y="615"/>
                    <a:pt x="389" y="619"/>
                  </a:cubicBezTo>
                  <a:cubicBezTo>
                    <a:pt x="389" y="620"/>
                    <a:pt x="389" y="621"/>
                    <a:pt x="389" y="623"/>
                  </a:cubicBezTo>
                  <a:cubicBezTo>
                    <a:pt x="389" y="625"/>
                    <a:pt x="389" y="628"/>
                    <a:pt x="389" y="631"/>
                  </a:cubicBezTo>
                  <a:cubicBezTo>
                    <a:pt x="389" y="634"/>
                    <a:pt x="388" y="635"/>
                    <a:pt x="386" y="636"/>
                  </a:cubicBezTo>
                  <a:cubicBezTo>
                    <a:pt x="384" y="637"/>
                    <a:pt x="383" y="638"/>
                    <a:pt x="382" y="639"/>
                  </a:cubicBezTo>
                  <a:cubicBezTo>
                    <a:pt x="378" y="642"/>
                    <a:pt x="374" y="646"/>
                    <a:pt x="370" y="650"/>
                  </a:cubicBezTo>
                  <a:cubicBezTo>
                    <a:pt x="368" y="652"/>
                    <a:pt x="367" y="655"/>
                    <a:pt x="365" y="657"/>
                  </a:cubicBezTo>
                  <a:cubicBezTo>
                    <a:pt x="365" y="658"/>
                    <a:pt x="365" y="659"/>
                    <a:pt x="365" y="660"/>
                  </a:cubicBezTo>
                  <a:cubicBezTo>
                    <a:pt x="365" y="661"/>
                    <a:pt x="365" y="662"/>
                    <a:pt x="365" y="663"/>
                  </a:cubicBezTo>
                  <a:cubicBezTo>
                    <a:pt x="365" y="666"/>
                    <a:pt x="365" y="669"/>
                    <a:pt x="363" y="671"/>
                  </a:cubicBezTo>
                  <a:cubicBezTo>
                    <a:pt x="361" y="673"/>
                    <a:pt x="359" y="673"/>
                    <a:pt x="358" y="674"/>
                  </a:cubicBezTo>
                  <a:cubicBezTo>
                    <a:pt x="357" y="674"/>
                    <a:pt x="356" y="675"/>
                    <a:pt x="356" y="675"/>
                  </a:cubicBezTo>
                  <a:cubicBezTo>
                    <a:pt x="354" y="676"/>
                    <a:pt x="352" y="677"/>
                    <a:pt x="352" y="678"/>
                  </a:cubicBezTo>
                  <a:cubicBezTo>
                    <a:pt x="351" y="680"/>
                    <a:pt x="351" y="681"/>
                    <a:pt x="351" y="684"/>
                  </a:cubicBezTo>
                  <a:cubicBezTo>
                    <a:pt x="351" y="689"/>
                    <a:pt x="351" y="689"/>
                    <a:pt x="351" y="689"/>
                  </a:cubicBezTo>
                  <a:cubicBezTo>
                    <a:pt x="347" y="688"/>
                    <a:pt x="347" y="688"/>
                    <a:pt x="347" y="688"/>
                  </a:cubicBezTo>
                  <a:cubicBezTo>
                    <a:pt x="347" y="688"/>
                    <a:pt x="347" y="688"/>
                    <a:pt x="347" y="688"/>
                  </a:cubicBezTo>
                  <a:cubicBezTo>
                    <a:pt x="346" y="688"/>
                    <a:pt x="346" y="692"/>
                    <a:pt x="346" y="693"/>
                  </a:cubicBezTo>
                  <a:cubicBezTo>
                    <a:pt x="346" y="696"/>
                    <a:pt x="346" y="696"/>
                    <a:pt x="346" y="696"/>
                  </a:cubicBezTo>
                  <a:cubicBezTo>
                    <a:pt x="346" y="700"/>
                    <a:pt x="347" y="705"/>
                    <a:pt x="346" y="709"/>
                  </a:cubicBezTo>
                  <a:cubicBezTo>
                    <a:pt x="345" y="716"/>
                    <a:pt x="341" y="719"/>
                    <a:pt x="338" y="720"/>
                  </a:cubicBezTo>
                  <a:cubicBezTo>
                    <a:pt x="337" y="720"/>
                    <a:pt x="336" y="721"/>
                    <a:pt x="335" y="721"/>
                  </a:cubicBezTo>
                  <a:cubicBezTo>
                    <a:pt x="334" y="721"/>
                    <a:pt x="334" y="721"/>
                    <a:pt x="334" y="721"/>
                  </a:cubicBezTo>
                  <a:cubicBezTo>
                    <a:pt x="333" y="721"/>
                    <a:pt x="332" y="721"/>
                    <a:pt x="332" y="721"/>
                  </a:cubicBezTo>
                  <a:cubicBezTo>
                    <a:pt x="332" y="721"/>
                    <a:pt x="332" y="722"/>
                    <a:pt x="332" y="723"/>
                  </a:cubicBezTo>
                  <a:cubicBezTo>
                    <a:pt x="332" y="726"/>
                    <a:pt x="332" y="726"/>
                    <a:pt x="332" y="726"/>
                  </a:cubicBezTo>
                  <a:cubicBezTo>
                    <a:pt x="328" y="725"/>
                    <a:pt x="328" y="725"/>
                    <a:pt x="328" y="725"/>
                  </a:cubicBezTo>
                  <a:cubicBezTo>
                    <a:pt x="328" y="725"/>
                    <a:pt x="328" y="725"/>
                    <a:pt x="328" y="725"/>
                  </a:cubicBezTo>
                  <a:cubicBezTo>
                    <a:pt x="328" y="725"/>
                    <a:pt x="328" y="725"/>
                    <a:pt x="328" y="725"/>
                  </a:cubicBezTo>
                  <a:cubicBezTo>
                    <a:pt x="328" y="725"/>
                    <a:pt x="328" y="726"/>
                    <a:pt x="328" y="726"/>
                  </a:cubicBezTo>
                  <a:cubicBezTo>
                    <a:pt x="328" y="726"/>
                    <a:pt x="328" y="726"/>
                    <a:pt x="327" y="726"/>
                  </a:cubicBezTo>
                  <a:cubicBezTo>
                    <a:pt x="327" y="728"/>
                    <a:pt x="327" y="729"/>
                    <a:pt x="325" y="730"/>
                  </a:cubicBezTo>
                  <a:cubicBezTo>
                    <a:pt x="324" y="730"/>
                    <a:pt x="324" y="731"/>
                    <a:pt x="324" y="731"/>
                  </a:cubicBezTo>
                  <a:cubicBezTo>
                    <a:pt x="323" y="732"/>
                    <a:pt x="322" y="735"/>
                    <a:pt x="323" y="737"/>
                  </a:cubicBezTo>
                  <a:cubicBezTo>
                    <a:pt x="323" y="738"/>
                    <a:pt x="324" y="738"/>
                    <a:pt x="324" y="738"/>
                  </a:cubicBezTo>
                  <a:cubicBezTo>
                    <a:pt x="326" y="738"/>
                    <a:pt x="327" y="740"/>
                    <a:pt x="327" y="743"/>
                  </a:cubicBezTo>
                  <a:cubicBezTo>
                    <a:pt x="327" y="747"/>
                    <a:pt x="327" y="747"/>
                    <a:pt x="327" y="747"/>
                  </a:cubicBezTo>
                  <a:cubicBezTo>
                    <a:pt x="327" y="748"/>
                    <a:pt x="327" y="750"/>
                    <a:pt x="327" y="751"/>
                  </a:cubicBezTo>
                  <a:cubicBezTo>
                    <a:pt x="328" y="753"/>
                    <a:pt x="328" y="755"/>
                    <a:pt x="328" y="757"/>
                  </a:cubicBezTo>
                  <a:cubicBezTo>
                    <a:pt x="327" y="759"/>
                    <a:pt x="327" y="762"/>
                    <a:pt x="321" y="763"/>
                  </a:cubicBezTo>
                  <a:cubicBezTo>
                    <a:pt x="320" y="763"/>
                    <a:pt x="319" y="763"/>
                    <a:pt x="318" y="763"/>
                  </a:cubicBezTo>
                  <a:cubicBezTo>
                    <a:pt x="316" y="763"/>
                    <a:pt x="315" y="763"/>
                    <a:pt x="313" y="763"/>
                  </a:cubicBezTo>
                  <a:cubicBezTo>
                    <a:pt x="312" y="763"/>
                    <a:pt x="310" y="763"/>
                    <a:pt x="309" y="763"/>
                  </a:cubicBezTo>
                  <a:cubicBezTo>
                    <a:pt x="308" y="763"/>
                    <a:pt x="308" y="763"/>
                    <a:pt x="307" y="763"/>
                  </a:cubicBezTo>
                  <a:cubicBezTo>
                    <a:pt x="303" y="763"/>
                    <a:pt x="299" y="764"/>
                    <a:pt x="297" y="766"/>
                  </a:cubicBezTo>
                  <a:cubicBezTo>
                    <a:pt x="290" y="769"/>
                    <a:pt x="290" y="776"/>
                    <a:pt x="290" y="784"/>
                  </a:cubicBezTo>
                  <a:cubicBezTo>
                    <a:pt x="290" y="786"/>
                    <a:pt x="290" y="786"/>
                    <a:pt x="290" y="786"/>
                  </a:cubicBezTo>
                  <a:cubicBezTo>
                    <a:pt x="288" y="787"/>
                    <a:pt x="288" y="787"/>
                    <a:pt x="288" y="787"/>
                  </a:cubicBezTo>
                  <a:cubicBezTo>
                    <a:pt x="285" y="788"/>
                    <a:pt x="282" y="789"/>
                    <a:pt x="281" y="792"/>
                  </a:cubicBezTo>
                  <a:cubicBezTo>
                    <a:pt x="281" y="792"/>
                    <a:pt x="280" y="793"/>
                    <a:pt x="280" y="793"/>
                  </a:cubicBezTo>
                  <a:cubicBezTo>
                    <a:pt x="280" y="795"/>
                    <a:pt x="278" y="796"/>
                    <a:pt x="276" y="796"/>
                  </a:cubicBezTo>
                  <a:cubicBezTo>
                    <a:pt x="276" y="796"/>
                    <a:pt x="276" y="796"/>
                    <a:pt x="275" y="796"/>
                  </a:cubicBezTo>
                  <a:cubicBezTo>
                    <a:pt x="275" y="796"/>
                    <a:pt x="275" y="796"/>
                    <a:pt x="275" y="796"/>
                  </a:cubicBezTo>
                  <a:cubicBezTo>
                    <a:pt x="269" y="796"/>
                    <a:pt x="269" y="796"/>
                    <a:pt x="269" y="796"/>
                  </a:cubicBezTo>
                  <a:cubicBezTo>
                    <a:pt x="264" y="799"/>
                    <a:pt x="258" y="800"/>
                    <a:pt x="253" y="800"/>
                  </a:cubicBezTo>
                  <a:cubicBezTo>
                    <a:pt x="253" y="800"/>
                    <a:pt x="250" y="800"/>
                    <a:pt x="249" y="800"/>
                  </a:cubicBezTo>
                  <a:cubicBezTo>
                    <a:pt x="244" y="800"/>
                    <a:pt x="239" y="800"/>
                    <a:pt x="235" y="802"/>
                  </a:cubicBezTo>
                  <a:cubicBezTo>
                    <a:pt x="235" y="802"/>
                    <a:pt x="234" y="803"/>
                    <a:pt x="234" y="803"/>
                  </a:cubicBezTo>
                  <a:cubicBezTo>
                    <a:pt x="233" y="804"/>
                    <a:pt x="231" y="806"/>
                    <a:pt x="229" y="806"/>
                  </a:cubicBezTo>
                  <a:close/>
                  <a:moveTo>
                    <a:pt x="172" y="130"/>
                  </a:moveTo>
                  <a:cubicBezTo>
                    <a:pt x="172" y="130"/>
                    <a:pt x="172" y="130"/>
                    <a:pt x="176" y="130"/>
                  </a:cubicBezTo>
                  <a:cubicBezTo>
                    <a:pt x="175" y="130"/>
                    <a:pt x="175" y="129"/>
                    <a:pt x="175" y="129"/>
                  </a:cubicBezTo>
                  <a:cubicBezTo>
                    <a:pt x="175" y="128"/>
                    <a:pt x="175" y="128"/>
                    <a:pt x="175" y="128"/>
                  </a:cubicBezTo>
                  <a:cubicBezTo>
                    <a:pt x="174" y="127"/>
                    <a:pt x="173" y="126"/>
                    <a:pt x="172" y="125"/>
                  </a:cubicBezTo>
                  <a:cubicBezTo>
                    <a:pt x="171" y="123"/>
                    <a:pt x="171" y="123"/>
                    <a:pt x="169" y="122"/>
                  </a:cubicBezTo>
                  <a:cubicBezTo>
                    <a:pt x="168" y="122"/>
                    <a:pt x="166" y="121"/>
                    <a:pt x="165" y="121"/>
                  </a:cubicBezTo>
                  <a:cubicBezTo>
                    <a:pt x="164" y="120"/>
                    <a:pt x="163" y="120"/>
                    <a:pt x="163" y="119"/>
                  </a:cubicBezTo>
                  <a:cubicBezTo>
                    <a:pt x="161" y="118"/>
                    <a:pt x="160" y="117"/>
                    <a:pt x="159" y="117"/>
                  </a:cubicBezTo>
                  <a:cubicBezTo>
                    <a:pt x="155" y="117"/>
                    <a:pt x="155" y="117"/>
                    <a:pt x="155" y="117"/>
                  </a:cubicBezTo>
                  <a:cubicBezTo>
                    <a:pt x="156" y="113"/>
                    <a:pt x="156" y="113"/>
                    <a:pt x="156" y="113"/>
                  </a:cubicBezTo>
                  <a:cubicBezTo>
                    <a:pt x="156" y="113"/>
                    <a:pt x="156" y="113"/>
                    <a:pt x="156" y="113"/>
                  </a:cubicBezTo>
                  <a:cubicBezTo>
                    <a:pt x="156" y="113"/>
                    <a:pt x="155" y="112"/>
                    <a:pt x="153" y="112"/>
                  </a:cubicBezTo>
                  <a:cubicBezTo>
                    <a:pt x="153" y="112"/>
                    <a:pt x="152" y="112"/>
                    <a:pt x="152" y="112"/>
                  </a:cubicBezTo>
                  <a:cubicBezTo>
                    <a:pt x="152" y="113"/>
                    <a:pt x="153" y="113"/>
                    <a:pt x="153" y="114"/>
                  </a:cubicBezTo>
                  <a:cubicBezTo>
                    <a:pt x="155" y="117"/>
                    <a:pt x="157" y="120"/>
                    <a:pt x="160" y="121"/>
                  </a:cubicBezTo>
                  <a:cubicBezTo>
                    <a:pt x="163" y="121"/>
                    <a:pt x="163" y="121"/>
                    <a:pt x="163" y="121"/>
                  </a:cubicBezTo>
                  <a:cubicBezTo>
                    <a:pt x="162" y="124"/>
                    <a:pt x="162" y="124"/>
                    <a:pt x="162" y="124"/>
                  </a:cubicBezTo>
                  <a:cubicBezTo>
                    <a:pt x="162" y="125"/>
                    <a:pt x="162" y="125"/>
                    <a:pt x="162" y="125"/>
                  </a:cubicBezTo>
                  <a:cubicBezTo>
                    <a:pt x="162" y="125"/>
                    <a:pt x="162" y="125"/>
                    <a:pt x="162" y="125"/>
                  </a:cubicBezTo>
                  <a:cubicBezTo>
                    <a:pt x="162" y="125"/>
                    <a:pt x="163" y="125"/>
                    <a:pt x="166" y="125"/>
                  </a:cubicBezTo>
                  <a:cubicBezTo>
                    <a:pt x="166" y="125"/>
                    <a:pt x="167" y="125"/>
                    <a:pt x="167" y="125"/>
                  </a:cubicBezTo>
                  <a:cubicBezTo>
                    <a:pt x="168" y="125"/>
                    <a:pt x="168" y="125"/>
                    <a:pt x="169" y="125"/>
                  </a:cubicBezTo>
                  <a:cubicBezTo>
                    <a:pt x="172" y="125"/>
                    <a:pt x="172" y="125"/>
                    <a:pt x="172" y="125"/>
                  </a:cubicBezTo>
                  <a:cubicBezTo>
                    <a:pt x="172" y="129"/>
                    <a:pt x="172" y="129"/>
                    <a:pt x="172" y="129"/>
                  </a:cubicBezTo>
                  <a:cubicBezTo>
                    <a:pt x="172" y="129"/>
                    <a:pt x="172" y="129"/>
                    <a:pt x="172" y="13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2" name="Freeform 12"/>
            <p:cNvSpPr/>
            <p:nvPr/>
          </p:nvSpPr>
          <p:spPr bwMode="auto">
            <a:xfrm>
              <a:off x="4544865" y="2290031"/>
              <a:ext cx="1301475" cy="2722838"/>
            </a:xfrm>
            <a:custGeom>
              <a:avLst/>
              <a:gdLst>
                <a:gd name="T0" fmla="*/ 255 w 445"/>
                <a:gd name="T1" fmla="*/ 921 h 931"/>
                <a:gd name="T2" fmla="*/ 231 w 445"/>
                <a:gd name="T3" fmla="*/ 895 h 931"/>
                <a:gd name="T4" fmla="*/ 203 w 445"/>
                <a:gd name="T5" fmla="*/ 859 h 931"/>
                <a:gd name="T6" fmla="*/ 184 w 445"/>
                <a:gd name="T7" fmla="*/ 805 h 931"/>
                <a:gd name="T8" fmla="*/ 174 w 445"/>
                <a:gd name="T9" fmla="*/ 723 h 931"/>
                <a:gd name="T10" fmla="*/ 164 w 445"/>
                <a:gd name="T11" fmla="*/ 704 h 931"/>
                <a:gd name="T12" fmla="*/ 144 w 445"/>
                <a:gd name="T13" fmla="*/ 671 h 931"/>
                <a:gd name="T14" fmla="*/ 113 w 445"/>
                <a:gd name="T15" fmla="*/ 642 h 931"/>
                <a:gd name="T16" fmla="*/ 99 w 445"/>
                <a:gd name="T17" fmla="*/ 602 h 931"/>
                <a:gd name="T18" fmla="*/ 83 w 445"/>
                <a:gd name="T19" fmla="*/ 571 h 931"/>
                <a:gd name="T20" fmla="*/ 75 w 445"/>
                <a:gd name="T21" fmla="*/ 517 h 931"/>
                <a:gd name="T22" fmla="*/ 84 w 445"/>
                <a:gd name="T23" fmla="*/ 481 h 931"/>
                <a:gd name="T24" fmla="*/ 77 w 445"/>
                <a:gd name="T25" fmla="*/ 426 h 931"/>
                <a:gd name="T26" fmla="*/ 54 w 445"/>
                <a:gd name="T27" fmla="*/ 397 h 931"/>
                <a:gd name="T28" fmla="*/ 38 w 445"/>
                <a:gd name="T29" fmla="*/ 375 h 931"/>
                <a:gd name="T30" fmla="*/ 14 w 445"/>
                <a:gd name="T31" fmla="*/ 355 h 931"/>
                <a:gd name="T32" fmla="*/ 9 w 445"/>
                <a:gd name="T33" fmla="*/ 274 h 931"/>
                <a:gd name="T34" fmla="*/ 276 w 445"/>
                <a:gd name="T35" fmla="*/ 0 h 931"/>
                <a:gd name="T36" fmla="*/ 265 w 445"/>
                <a:gd name="T37" fmla="*/ 30 h 931"/>
                <a:gd name="T38" fmla="*/ 246 w 445"/>
                <a:gd name="T39" fmla="*/ 47 h 931"/>
                <a:gd name="T40" fmla="*/ 240 w 445"/>
                <a:gd name="T41" fmla="*/ 75 h 931"/>
                <a:gd name="T42" fmla="*/ 268 w 445"/>
                <a:gd name="T43" fmla="*/ 38 h 931"/>
                <a:gd name="T44" fmla="*/ 318 w 445"/>
                <a:gd name="T45" fmla="*/ 39 h 931"/>
                <a:gd name="T46" fmla="*/ 336 w 445"/>
                <a:gd name="T47" fmla="*/ 77 h 931"/>
                <a:gd name="T48" fmla="*/ 308 w 445"/>
                <a:gd name="T49" fmla="*/ 86 h 931"/>
                <a:gd name="T50" fmla="*/ 251 w 445"/>
                <a:gd name="T51" fmla="*/ 101 h 931"/>
                <a:gd name="T52" fmla="*/ 257 w 445"/>
                <a:gd name="T53" fmla="*/ 114 h 931"/>
                <a:gd name="T54" fmla="*/ 233 w 445"/>
                <a:gd name="T55" fmla="*/ 129 h 931"/>
                <a:gd name="T56" fmla="*/ 210 w 445"/>
                <a:gd name="T57" fmla="*/ 152 h 931"/>
                <a:gd name="T58" fmla="*/ 176 w 445"/>
                <a:gd name="T59" fmla="*/ 192 h 931"/>
                <a:gd name="T60" fmla="*/ 147 w 445"/>
                <a:gd name="T61" fmla="*/ 220 h 931"/>
                <a:gd name="T62" fmla="*/ 129 w 445"/>
                <a:gd name="T63" fmla="*/ 243 h 931"/>
                <a:gd name="T64" fmla="*/ 107 w 445"/>
                <a:gd name="T65" fmla="*/ 266 h 931"/>
                <a:gd name="T66" fmla="*/ 72 w 445"/>
                <a:gd name="T67" fmla="*/ 239 h 931"/>
                <a:gd name="T68" fmla="*/ 45 w 445"/>
                <a:gd name="T69" fmla="*/ 270 h 931"/>
                <a:gd name="T70" fmla="*/ 34 w 445"/>
                <a:gd name="T71" fmla="*/ 304 h 931"/>
                <a:gd name="T72" fmla="*/ 30 w 445"/>
                <a:gd name="T73" fmla="*/ 320 h 931"/>
                <a:gd name="T74" fmla="*/ 51 w 445"/>
                <a:gd name="T75" fmla="*/ 311 h 931"/>
                <a:gd name="T76" fmla="*/ 58 w 445"/>
                <a:gd name="T77" fmla="*/ 327 h 931"/>
                <a:gd name="T78" fmla="*/ 67 w 445"/>
                <a:gd name="T79" fmla="*/ 349 h 931"/>
                <a:gd name="T80" fmla="*/ 67 w 445"/>
                <a:gd name="T81" fmla="*/ 400 h 931"/>
                <a:gd name="T82" fmla="*/ 99 w 445"/>
                <a:gd name="T83" fmla="*/ 413 h 931"/>
                <a:gd name="T84" fmla="*/ 108 w 445"/>
                <a:gd name="T85" fmla="*/ 396 h 931"/>
                <a:gd name="T86" fmla="*/ 147 w 445"/>
                <a:gd name="T87" fmla="*/ 386 h 931"/>
                <a:gd name="T88" fmla="*/ 202 w 445"/>
                <a:gd name="T89" fmla="*/ 401 h 931"/>
                <a:gd name="T90" fmla="*/ 232 w 445"/>
                <a:gd name="T91" fmla="*/ 424 h 931"/>
                <a:gd name="T92" fmla="*/ 280 w 445"/>
                <a:gd name="T93" fmla="*/ 449 h 931"/>
                <a:gd name="T94" fmla="*/ 304 w 445"/>
                <a:gd name="T95" fmla="*/ 473 h 931"/>
                <a:gd name="T96" fmla="*/ 295 w 445"/>
                <a:gd name="T97" fmla="*/ 504 h 931"/>
                <a:gd name="T98" fmla="*/ 341 w 445"/>
                <a:gd name="T99" fmla="*/ 513 h 931"/>
                <a:gd name="T100" fmla="*/ 394 w 445"/>
                <a:gd name="T101" fmla="*/ 523 h 931"/>
                <a:gd name="T102" fmla="*/ 441 w 445"/>
                <a:gd name="T103" fmla="*/ 542 h 931"/>
                <a:gd name="T104" fmla="*/ 445 w 445"/>
                <a:gd name="T105" fmla="*/ 578 h 931"/>
                <a:gd name="T106" fmla="*/ 417 w 445"/>
                <a:gd name="T107" fmla="*/ 613 h 931"/>
                <a:gd name="T108" fmla="*/ 407 w 445"/>
                <a:gd name="T109" fmla="*/ 673 h 931"/>
                <a:gd name="T110" fmla="*/ 369 w 445"/>
                <a:gd name="T111" fmla="*/ 714 h 931"/>
                <a:gd name="T112" fmla="*/ 327 w 445"/>
                <a:gd name="T113" fmla="*/ 734 h 931"/>
                <a:gd name="T114" fmla="*/ 303 w 445"/>
                <a:gd name="T115" fmla="*/ 804 h 931"/>
                <a:gd name="T116" fmla="*/ 283 w 445"/>
                <a:gd name="T117" fmla="*/ 836 h 931"/>
                <a:gd name="T118" fmla="*/ 256 w 445"/>
                <a:gd name="T119" fmla="*/ 856 h 931"/>
                <a:gd name="T120" fmla="*/ 270 w 445"/>
                <a:gd name="T121" fmla="*/ 899 h 931"/>
                <a:gd name="T122" fmla="*/ 279 w 445"/>
                <a:gd name="T123" fmla="*/ 928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5" h="931">
                  <a:moveTo>
                    <a:pt x="272" y="931"/>
                  </a:moveTo>
                  <a:cubicBezTo>
                    <a:pt x="270" y="931"/>
                    <a:pt x="269" y="931"/>
                    <a:pt x="268" y="930"/>
                  </a:cubicBezTo>
                  <a:cubicBezTo>
                    <a:pt x="267" y="930"/>
                    <a:pt x="267" y="930"/>
                    <a:pt x="267" y="930"/>
                  </a:cubicBezTo>
                  <a:cubicBezTo>
                    <a:pt x="263" y="930"/>
                    <a:pt x="263" y="930"/>
                    <a:pt x="263" y="930"/>
                  </a:cubicBezTo>
                  <a:cubicBezTo>
                    <a:pt x="264" y="927"/>
                    <a:pt x="264" y="927"/>
                    <a:pt x="264" y="927"/>
                  </a:cubicBezTo>
                  <a:cubicBezTo>
                    <a:pt x="264" y="926"/>
                    <a:pt x="264" y="926"/>
                    <a:pt x="264" y="926"/>
                  </a:cubicBezTo>
                  <a:cubicBezTo>
                    <a:pt x="264" y="926"/>
                    <a:pt x="264" y="926"/>
                    <a:pt x="264" y="926"/>
                  </a:cubicBezTo>
                  <a:cubicBezTo>
                    <a:pt x="264" y="926"/>
                    <a:pt x="263" y="926"/>
                    <a:pt x="261" y="926"/>
                  </a:cubicBezTo>
                  <a:cubicBezTo>
                    <a:pt x="260" y="926"/>
                    <a:pt x="259" y="926"/>
                    <a:pt x="259" y="926"/>
                  </a:cubicBezTo>
                  <a:cubicBezTo>
                    <a:pt x="258" y="926"/>
                    <a:pt x="258" y="926"/>
                    <a:pt x="258" y="926"/>
                  </a:cubicBezTo>
                  <a:cubicBezTo>
                    <a:pt x="254" y="926"/>
                    <a:pt x="254" y="926"/>
                    <a:pt x="254" y="926"/>
                  </a:cubicBezTo>
                  <a:cubicBezTo>
                    <a:pt x="254" y="922"/>
                    <a:pt x="254" y="922"/>
                    <a:pt x="254" y="922"/>
                  </a:cubicBezTo>
                  <a:cubicBezTo>
                    <a:pt x="255" y="921"/>
                    <a:pt x="255" y="921"/>
                    <a:pt x="255" y="921"/>
                  </a:cubicBezTo>
                  <a:cubicBezTo>
                    <a:pt x="255" y="921"/>
                    <a:pt x="255" y="921"/>
                    <a:pt x="255" y="921"/>
                  </a:cubicBezTo>
                  <a:cubicBezTo>
                    <a:pt x="254" y="921"/>
                    <a:pt x="254" y="921"/>
                    <a:pt x="254" y="921"/>
                  </a:cubicBezTo>
                  <a:cubicBezTo>
                    <a:pt x="253" y="921"/>
                    <a:pt x="253" y="921"/>
                    <a:pt x="253" y="921"/>
                  </a:cubicBezTo>
                  <a:cubicBezTo>
                    <a:pt x="251" y="921"/>
                    <a:pt x="248" y="920"/>
                    <a:pt x="245" y="918"/>
                  </a:cubicBezTo>
                  <a:cubicBezTo>
                    <a:pt x="245" y="917"/>
                    <a:pt x="244" y="917"/>
                    <a:pt x="243" y="916"/>
                  </a:cubicBezTo>
                  <a:cubicBezTo>
                    <a:pt x="241" y="915"/>
                    <a:pt x="241" y="914"/>
                    <a:pt x="240" y="913"/>
                  </a:cubicBezTo>
                  <a:cubicBezTo>
                    <a:pt x="240" y="913"/>
                    <a:pt x="240" y="912"/>
                    <a:pt x="240" y="912"/>
                  </a:cubicBezTo>
                  <a:cubicBezTo>
                    <a:pt x="239" y="911"/>
                    <a:pt x="238" y="909"/>
                    <a:pt x="236" y="908"/>
                  </a:cubicBezTo>
                  <a:cubicBezTo>
                    <a:pt x="235" y="908"/>
                    <a:pt x="234" y="907"/>
                    <a:pt x="233" y="907"/>
                  </a:cubicBezTo>
                  <a:cubicBezTo>
                    <a:pt x="230" y="905"/>
                    <a:pt x="231" y="903"/>
                    <a:pt x="231" y="902"/>
                  </a:cubicBezTo>
                  <a:cubicBezTo>
                    <a:pt x="231" y="902"/>
                    <a:pt x="231" y="901"/>
                    <a:pt x="231" y="901"/>
                  </a:cubicBezTo>
                  <a:cubicBezTo>
                    <a:pt x="231" y="901"/>
                    <a:pt x="231" y="901"/>
                    <a:pt x="231" y="901"/>
                  </a:cubicBezTo>
                  <a:cubicBezTo>
                    <a:pt x="231" y="899"/>
                    <a:pt x="231" y="898"/>
                    <a:pt x="232" y="897"/>
                  </a:cubicBezTo>
                  <a:cubicBezTo>
                    <a:pt x="231" y="897"/>
                    <a:pt x="231" y="897"/>
                    <a:pt x="231" y="897"/>
                  </a:cubicBezTo>
                  <a:cubicBezTo>
                    <a:pt x="231" y="895"/>
                    <a:pt x="231" y="895"/>
                    <a:pt x="231" y="895"/>
                  </a:cubicBezTo>
                  <a:cubicBezTo>
                    <a:pt x="230" y="892"/>
                    <a:pt x="228" y="890"/>
                    <a:pt x="225" y="887"/>
                  </a:cubicBezTo>
                  <a:cubicBezTo>
                    <a:pt x="224" y="886"/>
                    <a:pt x="222" y="885"/>
                    <a:pt x="221" y="884"/>
                  </a:cubicBezTo>
                  <a:cubicBezTo>
                    <a:pt x="218" y="881"/>
                    <a:pt x="217" y="878"/>
                    <a:pt x="217" y="874"/>
                  </a:cubicBezTo>
                  <a:cubicBezTo>
                    <a:pt x="217" y="874"/>
                    <a:pt x="217" y="874"/>
                    <a:pt x="217" y="874"/>
                  </a:cubicBezTo>
                  <a:cubicBezTo>
                    <a:pt x="216" y="874"/>
                    <a:pt x="216" y="874"/>
                    <a:pt x="215" y="874"/>
                  </a:cubicBezTo>
                  <a:cubicBezTo>
                    <a:pt x="215" y="874"/>
                    <a:pt x="212" y="873"/>
                    <a:pt x="212" y="870"/>
                  </a:cubicBezTo>
                  <a:cubicBezTo>
                    <a:pt x="212" y="869"/>
                    <a:pt x="211" y="868"/>
                    <a:pt x="210" y="867"/>
                  </a:cubicBezTo>
                  <a:cubicBezTo>
                    <a:pt x="209" y="866"/>
                    <a:pt x="208" y="864"/>
                    <a:pt x="207" y="862"/>
                  </a:cubicBezTo>
                  <a:cubicBezTo>
                    <a:pt x="207" y="861"/>
                    <a:pt x="207" y="861"/>
                    <a:pt x="207" y="861"/>
                  </a:cubicBezTo>
                  <a:cubicBezTo>
                    <a:pt x="207" y="861"/>
                    <a:pt x="207" y="861"/>
                    <a:pt x="207" y="861"/>
                  </a:cubicBezTo>
                  <a:cubicBezTo>
                    <a:pt x="207" y="860"/>
                    <a:pt x="207" y="860"/>
                    <a:pt x="207" y="860"/>
                  </a:cubicBezTo>
                  <a:cubicBezTo>
                    <a:pt x="207" y="860"/>
                    <a:pt x="207" y="860"/>
                    <a:pt x="207" y="860"/>
                  </a:cubicBezTo>
                  <a:cubicBezTo>
                    <a:pt x="207" y="860"/>
                    <a:pt x="207" y="860"/>
                    <a:pt x="205" y="860"/>
                  </a:cubicBezTo>
                  <a:cubicBezTo>
                    <a:pt x="203" y="859"/>
                    <a:pt x="203" y="859"/>
                    <a:pt x="203" y="859"/>
                  </a:cubicBezTo>
                  <a:cubicBezTo>
                    <a:pt x="203" y="857"/>
                    <a:pt x="203" y="857"/>
                    <a:pt x="203" y="857"/>
                  </a:cubicBezTo>
                  <a:cubicBezTo>
                    <a:pt x="202" y="854"/>
                    <a:pt x="200" y="852"/>
                    <a:pt x="196" y="849"/>
                  </a:cubicBezTo>
                  <a:cubicBezTo>
                    <a:pt x="196" y="849"/>
                    <a:pt x="196" y="849"/>
                    <a:pt x="196" y="849"/>
                  </a:cubicBezTo>
                  <a:cubicBezTo>
                    <a:pt x="190" y="845"/>
                    <a:pt x="188" y="840"/>
                    <a:pt x="188" y="833"/>
                  </a:cubicBezTo>
                  <a:cubicBezTo>
                    <a:pt x="188" y="833"/>
                    <a:pt x="188" y="832"/>
                    <a:pt x="188" y="830"/>
                  </a:cubicBezTo>
                  <a:cubicBezTo>
                    <a:pt x="188" y="829"/>
                    <a:pt x="188" y="828"/>
                    <a:pt x="188" y="826"/>
                  </a:cubicBezTo>
                  <a:cubicBezTo>
                    <a:pt x="188" y="825"/>
                    <a:pt x="188" y="823"/>
                    <a:pt x="188" y="822"/>
                  </a:cubicBezTo>
                  <a:cubicBezTo>
                    <a:pt x="189" y="821"/>
                    <a:pt x="189" y="820"/>
                    <a:pt x="189" y="818"/>
                  </a:cubicBezTo>
                  <a:cubicBezTo>
                    <a:pt x="189" y="814"/>
                    <a:pt x="189" y="813"/>
                    <a:pt x="188" y="813"/>
                  </a:cubicBezTo>
                  <a:cubicBezTo>
                    <a:pt x="188" y="813"/>
                    <a:pt x="188" y="812"/>
                    <a:pt x="187" y="812"/>
                  </a:cubicBezTo>
                  <a:cubicBezTo>
                    <a:pt x="187" y="812"/>
                    <a:pt x="187" y="812"/>
                    <a:pt x="187" y="812"/>
                  </a:cubicBezTo>
                  <a:cubicBezTo>
                    <a:pt x="184" y="813"/>
                    <a:pt x="184" y="813"/>
                    <a:pt x="184" y="813"/>
                  </a:cubicBezTo>
                  <a:cubicBezTo>
                    <a:pt x="184" y="809"/>
                    <a:pt x="184" y="809"/>
                    <a:pt x="184" y="809"/>
                  </a:cubicBezTo>
                  <a:cubicBezTo>
                    <a:pt x="184" y="808"/>
                    <a:pt x="184" y="806"/>
                    <a:pt x="184" y="805"/>
                  </a:cubicBezTo>
                  <a:cubicBezTo>
                    <a:pt x="184" y="801"/>
                    <a:pt x="183" y="798"/>
                    <a:pt x="184" y="794"/>
                  </a:cubicBezTo>
                  <a:cubicBezTo>
                    <a:pt x="184" y="792"/>
                    <a:pt x="184" y="790"/>
                    <a:pt x="182" y="789"/>
                  </a:cubicBezTo>
                  <a:cubicBezTo>
                    <a:pt x="182" y="789"/>
                    <a:pt x="182" y="789"/>
                    <a:pt x="182" y="789"/>
                  </a:cubicBezTo>
                  <a:cubicBezTo>
                    <a:pt x="180" y="788"/>
                    <a:pt x="179" y="787"/>
                    <a:pt x="179" y="785"/>
                  </a:cubicBezTo>
                  <a:cubicBezTo>
                    <a:pt x="179" y="781"/>
                    <a:pt x="179" y="781"/>
                    <a:pt x="179" y="781"/>
                  </a:cubicBezTo>
                  <a:cubicBezTo>
                    <a:pt x="179" y="780"/>
                    <a:pt x="179" y="780"/>
                    <a:pt x="179" y="780"/>
                  </a:cubicBezTo>
                  <a:cubicBezTo>
                    <a:pt x="179" y="780"/>
                    <a:pt x="179" y="780"/>
                    <a:pt x="179" y="780"/>
                  </a:cubicBezTo>
                  <a:cubicBezTo>
                    <a:pt x="179" y="780"/>
                    <a:pt x="178" y="779"/>
                    <a:pt x="177" y="779"/>
                  </a:cubicBezTo>
                  <a:cubicBezTo>
                    <a:pt x="174" y="779"/>
                    <a:pt x="174" y="779"/>
                    <a:pt x="174" y="779"/>
                  </a:cubicBezTo>
                  <a:cubicBezTo>
                    <a:pt x="174" y="776"/>
                    <a:pt x="174" y="776"/>
                    <a:pt x="174" y="776"/>
                  </a:cubicBezTo>
                  <a:cubicBezTo>
                    <a:pt x="174" y="740"/>
                    <a:pt x="174" y="740"/>
                    <a:pt x="174" y="740"/>
                  </a:cubicBezTo>
                  <a:cubicBezTo>
                    <a:pt x="174" y="738"/>
                    <a:pt x="174" y="736"/>
                    <a:pt x="174" y="734"/>
                  </a:cubicBezTo>
                  <a:cubicBezTo>
                    <a:pt x="174" y="732"/>
                    <a:pt x="174" y="731"/>
                    <a:pt x="174" y="729"/>
                  </a:cubicBezTo>
                  <a:cubicBezTo>
                    <a:pt x="174" y="727"/>
                    <a:pt x="174" y="725"/>
                    <a:pt x="174" y="723"/>
                  </a:cubicBezTo>
                  <a:cubicBezTo>
                    <a:pt x="173" y="723"/>
                    <a:pt x="173" y="723"/>
                    <a:pt x="172" y="723"/>
                  </a:cubicBezTo>
                  <a:cubicBezTo>
                    <a:pt x="170" y="722"/>
                    <a:pt x="170" y="722"/>
                    <a:pt x="170" y="722"/>
                  </a:cubicBezTo>
                  <a:cubicBezTo>
                    <a:pt x="170" y="720"/>
                    <a:pt x="170" y="720"/>
                    <a:pt x="170" y="720"/>
                  </a:cubicBezTo>
                  <a:cubicBezTo>
                    <a:pt x="170" y="719"/>
                    <a:pt x="170" y="718"/>
                    <a:pt x="170" y="717"/>
                  </a:cubicBezTo>
                  <a:cubicBezTo>
                    <a:pt x="170" y="716"/>
                    <a:pt x="170" y="715"/>
                    <a:pt x="170" y="714"/>
                  </a:cubicBezTo>
                  <a:cubicBezTo>
                    <a:pt x="170" y="714"/>
                    <a:pt x="169" y="714"/>
                    <a:pt x="169" y="714"/>
                  </a:cubicBezTo>
                  <a:cubicBezTo>
                    <a:pt x="169" y="714"/>
                    <a:pt x="169" y="714"/>
                    <a:pt x="168" y="713"/>
                  </a:cubicBezTo>
                  <a:cubicBezTo>
                    <a:pt x="167" y="713"/>
                    <a:pt x="166" y="713"/>
                    <a:pt x="166" y="712"/>
                  </a:cubicBezTo>
                  <a:cubicBezTo>
                    <a:pt x="164" y="711"/>
                    <a:pt x="165" y="709"/>
                    <a:pt x="165" y="708"/>
                  </a:cubicBezTo>
                  <a:cubicBezTo>
                    <a:pt x="165" y="708"/>
                    <a:pt x="165" y="708"/>
                    <a:pt x="165" y="708"/>
                  </a:cubicBezTo>
                  <a:cubicBezTo>
                    <a:pt x="165" y="707"/>
                    <a:pt x="165" y="707"/>
                    <a:pt x="165" y="707"/>
                  </a:cubicBezTo>
                  <a:cubicBezTo>
                    <a:pt x="165" y="706"/>
                    <a:pt x="165" y="705"/>
                    <a:pt x="165" y="704"/>
                  </a:cubicBezTo>
                  <a:cubicBezTo>
                    <a:pt x="165" y="704"/>
                    <a:pt x="165" y="704"/>
                    <a:pt x="165" y="704"/>
                  </a:cubicBezTo>
                  <a:cubicBezTo>
                    <a:pt x="165" y="704"/>
                    <a:pt x="164" y="704"/>
                    <a:pt x="164" y="704"/>
                  </a:cubicBezTo>
                  <a:cubicBezTo>
                    <a:pt x="160" y="704"/>
                    <a:pt x="160" y="699"/>
                    <a:pt x="160" y="698"/>
                  </a:cubicBezTo>
                  <a:cubicBezTo>
                    <a:pt x="160" y="697"/>
                    <a:pt x="160" y="697"/>
                    <a:pt x="160" y="696"/>
                  </a:cubicBezTo>
                  <a:cubicBezTo>
                    <a:pt x="160" y="695"/>
                    <a:pt x="160" y="694"/>
                    <a:pt x="160" y="693"/>
                  </a:cubicBezTo>
                  <a:cubicBezTo>
                    <a:pt x="160" y="690"/>
                    <a:pt x="160" y="688"/>
                    <a:pt x="160" y="686"/>
                  </a:cubicBezTo>
                  <a:cubicBezTo>
                    <a:pt x="161" y="683"/>
                    <a:pt x="161" y="680"/>
                    <a:pt x="161" y="678"/>
                  </a:cubicBezTo>
                  <a:cubicBezTo>
                    <a:pt x="161" y="677"/>
                    <a:pt x="160" y="676"/>
                    <a:pt x="160" y="676"/>
                  </a:cubicBezTo>
                  <a:cubicBezTo>
                    <a:pt x="160" y="676"/>
                    <a:pt x="159" y="676"/>
                    <a:pt x="159" y="676"/>
                  </a:cubicBezTo>
                  <a:cubicBezTo>
                    <a:pt x="158" y="676"/>
                    <a:pt x="158" y="676"/>
                    <a:pt x="157" y="676"/>
                  </a:cubicBezTo>
                  <a:cubicBezTo>
                    <a:pt x="157" y="676"/>
                    <a:pt x="157" y="676"/>
                    <a:pt x="156" y="676"/>
                  </a:cubicBezTo>
                  <a:cubicBezTo>
                    <a:pt x="156" y="676"/>
                    <a:pt x="156" y="676"/>
                    <a:pt x="156" y="676"/>
                  </a:cubicBezTo>
                  <a:cubicBezTo>
                    <a:pt x="155" y="676"/>
                    <a:pt x="155" y="676"/>
                    <a:pt x="155" y="676"/>
                  </a:cubicBezTo>
                  <a:cubicBezTo>
                    <a:pt x="153" y="676"/>
                    <a:pt x="151" y="674"/>
                    <a:pt x="151" y="672"/>
                  </a:cubicBezTo>
                  <a:cubicBezTo>
                    <a:pt x="150" y="672"/>
                    <a:pt x="148" y="672"/>
                    <a:pt x="147" y="671"/>
                  </a:cubicBezTo>
                  <a:cubicBezTo>
                    <a:pt x="146" y="671"/>
                    <a:pt x="145" y="671"/>
                    <a:pt x="144" y="671"/>
                  </a:cubicBezTo>
                  <a:cubicBezTo>
                    <a:pt x="144" y="671"/>
                    <a:pt x="143" y="671"/>
                    <a:pt x="143" y="671"/>
                  </a:cubicBezTo>
                  <a:cubicBezTo>
                    <a:pt x="142" y="671"/>
                    <a:pt x="142" y="671"/>
                    <a:pt x="142" y="671"/>
                  </a:cubicBezTo>
                  <a:cubicBezTo>
                    <a:pt x="142" y="671"/>
                    <a:pt x="142" y="671"/>
                    <a:pt x="141" y="671"/>
                  </a:cubicBezTo>
                  <a:cubicBezTo>
                    <a:pt x="141" y="671"/>
                    <a:pt x="141" y="671"/>
                    <a:pt x="140" y="671"/>
                  </a:cubicBezTo>
                  <a:cubicBezTo>
                    <a:pt x="139" y="671"/>
                    <a:pt x="137" y="670"/>
                    <a:pt x="137" y="667"/>
                  </a:cubicBezTo>
                  <a:cubicBezTo>
                    <a:pt x="137" y="660"/>
                    <a:pt x="137" y="660"/>
                    <a:pt x="137" y="660"/>
                  </a:cubicBezTo>
                  <a:cubicBezTo>
                    <a:pt x="137" y="659"/>
                    <a:pt x="137" y="659"/>
                    <a:pt x="137" y="658"/>
                  </a:cubicBezTo>
                  <a:cubicBezTo>
                    <a:pt x="137" y="658"/>
                    <a:pt x="137" y="657"/>
                    <a:pt x="137" y="657"/>
                  </a:cubicBezTo>
                  <a:cubicBezTo>
                    <a:pt x="136" y="657"/>
                    <a:pt x="135" y="657"/>
                    <a:pt x="135" y="657"/>
                  </a:cubicBezTo>
                  <a:cubicBezTo>
                    <a:pt x="117" y="657"/>
                    <a:pt x="117" y="657"/>
                    <a:pt x="117" y="657"/>
                  </a:cubicBezTo>
                  <a:cubicBezTo>
                    <a:pt x="118" y="653"/>
                    <a:pt x="118" y="653"/>
                    <a:pt x="118" y="653"/>
                  </a:cubicBezTo>
                  <a:cubicBezTo>
                    <a:pt x="118" y="651"/>
                    <a:pt x="118" y="649"/>
                    <a:pt x="117" y="648"/>
                  </a:cubicBezTo>
                  <a:cubicBezTo>
                    <a:pt x="116" y="648"/>
                    <a:pt x="116" y="648"/>
                    <a:pt x="116" y="647"/>
                  </a:cubicBezTo>
                  <a:cubicBezTo>
                    <a:pt x="114" y="647"/>
                    <a:pt x="113" y="646"/>
                    <a:pt x="113" y="642"/>
                  </a:cubicBezTo>
                  <a:cubicBezTo>
                    <a:pt x="113" y="642"/>
                    <a:pt x="113" y="642"/>
                    <a:pt x="113" y="642"/>
                  </a:cubicBezTo>
                  <a:cubicBezTo>
                    <a:pt x="113" y="641"/>
                    <a:pt x="113" y="640"/>
                    <a:pt x="112" y="639"/>
                  </a:cubicBezTo>
                  <a:cubicBezTo>
                    <a:pt x="111" y="636"/>
                    <a:pt x="109" y="635"/>
                    <a:pt x="108" y="634"/>
                  </a:cubicBezTo>
                  <a:cubicBezTo>
                    <a:pt x="107" y="634"/>
                    <a:pt x="107" y="633"/>
                    <a:pt x="106" y="633"/>
                  </a:cubicBezTo>
                  <a:cubicBezTo>
                    <a:pt x="104" y="633"/>
                    <a:pt x="104" y="633"/>
                    <a:pt x="104" y="633"/>
                  </a:cubicBezTo>
                  <a:cubicBezTo>
                    <a:pt x="104" y="627"/>
                    <a:pt x="104" y="627"/>
                    <a:pt x="104" y="627"/>
                  </a:cubicBezTo>
                  <a:cubicBezTo>
                    <a:pt x="104" y="626"/>
                    <a:pt x="103" y="626"/>
                    <a:pt x="103" y="625"/>
                  </a:cubicBezTo>
                  <a:cubicBezTo>
                    <a:pt x="103" y="625"/>
                    <a:pt x="103" y="624"/>
                    <a:pt x="103" y="624"/>
                  </a:cubicBezTo>
                  <a:cubicBezTo>
                    <a:pt x="103" y="622"/>
                    <a:pt x="103" y="620"/>
                    <a:pt x="104" y="617"/>
                  </a:cubicBezTo>
                  <a:cubicBezTo>
                    <a:pt x="104" y="613"/>
                    <a:pt x="105" y="607"/>
                    <a:pt x="103" y="605"/>
                  </a:cubicBezTo>
                  <a:cubicBezTo>
                    <a:pt x="103" y="605"/>
                    <a:pt x="103" y="605"/>
                    <a:pt x="102" y="605"/>
                  </a:cubicBezTo>
                  <a:cubicBezTo>
                    <a:pt x="102" y="605"/>
                    <a:pt x="102" y="605"/>
                    <a:pt x="102" y="605"/>
                  </a:cubicBezTo>
                  <a:cubicBezTo>
                    <a:pt x="99" y="605"/>
                    <a:pt x="99" y="605"/>
                    <a:pt x="99" y="605"/>
                  </a:cubicBezTo>
                  <a:cubicBezTo>
                    <a:pt x="99" y="602"/>
                    <a:pt x="99" y="602"/>
                    <a:pt x="99" y="602"/>
                  </a:cubicBezTo>
                  <a:cubicBezTo>
                    <a:pt x="99" y="601"/>
                    <a:pt x="99" y="600"/>
                    <a:pt x="99" y="600"/>
                  </a:cubicBezTo>
                  <a:cubicBezTo>
                    <a:pt x="99" y="599"/>
                    <a:pt x="99" y="596"/>
                    <a:pt x="99" y="596"/>
                  </a:cubicBezTo>
                  <a:cubicBezTo>
                    <a:pt x="99" y="596"/>
                    <a:pt x="98" y="596"/>
                    <a:pt x="98" y="596"/>
                  </a:cubicBezTo>
                  <a:cubicBezTo>
                    <a:pt x="96" y="595"/>
                    <a:pt x="95" y="595"/>
                    <a:pt x="95" y="594"/>
                  </a:cubicBezTo>
                  <a:cubicBezTo>
                    <a:pt x="94" y="593"/>
                    <a:pt x="94" y="591"/>
                    <a:pt x="94" y="590"/>
                  </a:cubicBezTo>
                  <a:cubicBezTo>
                    <a:pt x="94" y="590"/>
                    <a:pt x="94" y="590"/>
                    <a:pt x="94" y="590"/>
                  </a:cubicBezTo>
                  <a:cubicBezTo>
                    <a:pt x="94" y="590"/>
                    <a:pt x="94" y="589"/>
                    <a:pt x="94" y="588"/>
                  </a:cubicBezTo>
                  <a:cubicBezTo>
                    <a:pt x="94" y="588"/>
                    <a:pt x="94" y="587"/>
                    <a:pt x="94" y="586"/>
                  </a:cubicBezTo>
                  <a:cubicBezTo>
                    <a:pt x="94" y="586"/>
                    <a:pt x="94" y="586"/>
                    <a:pt x="93" y="586"/>
                  </a:cubicBezTo>
                  <a:cubicBezTo>
                    <a:pt x="93" y="586"/>
                    <a:pt x="93" y="586"/>
                    <a:pt x="93" y="586"/>
                  </a:cubicBezTo>
                  <a:cubicBezTo>
                    <a:pt x="91" y="586"/>
                    <a:pt x="90" y="585"/>
                    <a:pt x="89" y="583"/>
                  </a:cubicBezTo>
                  <a:cubicBezTo>
                    <a:pt x="89" y="582"/>
                    <a:pt x="88" y="581"/>
                    <a:pt x="88" y="581"/>
                  </a:cubicBezTo>
                  <a:cubicBezTo>
                    <a:pt x="87" y="579"/>
                    <a:pt x="86" y="577"/>
                    <a:pt x="85" y="575"/>
                  </a:cubicBezTo>
                  <a:cubicBezTo>
                    <a:pt x="84" y="574"/>
                    <a:pt x="84" y="573"/>
                    <a:pt x="83" y="571"/>
                  </a:cubicBezTo>
                  <a:cubicBezTo>
                    <a:pt x="82" y="570"/>
                    <a:pt x="81" y="568"/>
                    <a:pt x="81" y="567"/>
                  </a:cubicBezTo>
                  <a:cubicBezTo>
                    <a:pt x="78" y="562"/>
                    <a:pt x="77" y="558"/>
                    <a:pt x="73" y="555"/>
                  </a:cubicBezTo>
                  <a:cubicBezTo>
                    <a:pt x="71" y="555"/>
                    <a:pt x="70" y="554"/>
                    <a:pt x="69" y="553"/>
                  </a:cubicBezTo>
                  <a:cubicBezTo>
                    <a:pt x="65" y="552"/>
                    <a:pt x="66" y="548"/>
                    <a:pt x="66" y="545"/>
                  </a:cubicBezTo>
                  <a:cubicBezTo>
                    <a:pt x="66" y="545"/>
                    <a:pt x="66" y="544"/>
                    <a:pt x="66" y="544"/>
                  </a:cubicBezTo>
                  <a:cubicBezTo>
                    <a:pt x="66" y="527"/>
                    <a:pt x="66" y="527"/>
                    <a:pt x="66" y="527"/>
                  </a:cubicBezTo>
                  <a:cubicBezTo>
                    <a:pt x="70" y="528"/>
                    <a:pt x="70" y="528"/>
                    <a:pt x="70" y="528"/>
                  </a:cubicBezTo>
                  <a:cubicBezTo>
                    <a:pt x="70" y="528"/>
                    <a:pt x="70" y="528"/>
                    <a:pt x="70" y="528"/>
                  </a:cubicBezTo>
                  <a:cubicBezTo>
                    <a:pt x="70" y="528"/>
                    <a:pt x="70" y="528"/>
                    <a:pt x="70" y="528"/>
                  </a:cubicBezTo>
                  <a:cubicBezTo>
                    <a:pt x="70" y="528"/>
                    <a:pt x="70" y="525"/>
                    <a:pt x="70" y="524"/>
                  </a:cubicBezTo>
                  <a:cubicBezTo>
                    <a:pt x="70" y="523"/>
                    <a:pt x="70" y="523"/>
                    <a:pt x="70" y="523"/>
                  </a:cubicBezTo>
                  <a:cubicBezTo>
                    <a:pt x="70" y="521"/>
                    <a:pt x="71" y="520"/>
                    <a:pt x="74" y="518"/>
                  </a:cubicBezTo>
                  <a:cubicBezTo>
                    <a:pt x="74" y="518"/>
                    <a:pt x="74" y="518"/>
                    <a:pt x="74" y="518"/>
                  </a:cubicBezTo>
                  <a:cubicBezTo>
                    <a:pt x="74" y="518"/>
                    <a:pt x="74" y="518"/>
                    <a:pt x="75" y="517"/>
                  </a:cubicBezTo>
                  <a:cubicBezTo>
                    <a:pt x="75" y="516"/>
                    <a:pt x="74" y="515"/>
                    <a:pt x="74" y="515"/>
                  </a:cubicBezTo>
                  <a:cubicBezTo>
                    <a:pt x="70" y="515"/>
                    <a:pt x="70" y="510"/>
                    <a:pt x="70" y="506"/>
                  </a:cubicBezTo>
                  <a:cubicBezTo>
                    <a:pt x="70" y="506"/>
                    <a:pt x="70" y="505"/>
                    <a:pt x="70" y="505"/>
                  </a:cubicBezTo>
                  <a:cubicBezTo>
                    <a:pt x="70" y="494"/>
                    <a:pt x="70" y="494"/>
                    <a:pt x="70" y="494"/>
                  </a:cubicBezTo>
                  <a:cubicBezTo>
                    <a:pt x="74" y="495"/>
                    <a:pt x="74" y="495"/>
                    <a:pt x="74" y="495"/>
                  </a:cubicBezTo>
                  <a:cubicBezTo>
                    <a:pt x="74" y="495"/>
                    <a:pt x="75" y="495"/>
                    <a:pt x="75" y="495"/>
                  </a:cubicBezTo>
                  <a:cubicBezTo>
                    <a:pt x="75" y="495"/>
                    <a:pt x="75" y="494"/>
                    <a:pt x="75" y="494"/>
                  </a:cubicBezTo>
                  <a:cubicBezTo>
                    <a:pt x="75" y="493"/>
                    <a:pt x="75" y="492"/>
                    <a:pt x="76" y="491"/>
                  </a:cubicBezTo>
                  <a:cubicBezTo>
                    <a:pt x="77" y="489"/>
                    <a:pt x="78" y="488"/>
                    <a:pt x="78" y="487"/>
                  </a:cubicBezTo>
                  <a:cubicBezTo>
                    <a:pt x="79" y="486"/>
                    <a:pt x="80" y="485"/>
                    <a:pt x="80" y="484"/>
                  </a:cubicBezTo>
                  <a:cubicBezTo>
                    <a:pt x="80" y="480"/>
                    <a:pt x="80" y="480"/>
                    <a:pt x="80" y="480"/>
                  </a:cubicBezTo>
                  <a:cubicBezTo>
                    <a:pt x="84" y="481"/>
                    <a:pt x="84" y="481"/>
                    <a:pt x="84" y="481"/>
                  </a:cubicBezTo>
                  <a:cubicBezTo>
                    <a:pt x="84" y="481"/>
                    <a:pt x="84" y="481"/>
                    <a:pt x="84" y="481"/>
                  </a:cubicBezTo>
                  <a:cubicBezTo>
                    <a:pt x="84" y="481"/>
                    <a:pt x="84" y="481"/>
                    <a:pt x="84" y="481"/>
                  </a:cubicBezTo>
                  <a:cubicBezTo>
                    <a:pt x="84" y="481"/>
                    <a:pt x="84" y="481"/>
                    <a:pt x="85" y="479"/>
                  </a:cubicBezTo>
                  <a:cubicBezTo>
                    <a:pt x="85" y="460"/>
                    <a:pt x="85" y="460"/>
                    <a:pt x="85" y="460"/>
                  </a:cubicBezTo>
                  <a:cubicBezTo>
                    <a:pt x="89" y="462"/>
                    <a:pt x="89" y="462"/>
                    <a:pt x="89" y="462"/>
                  </a:cubicBezTo>
                  <a:cubicBezTo>
                    <a:pt x="90" y="462"/>
                    <a:pt x="91" y="460"/>
                    <a:pt x="91" y="456"/>
                  </a:cubicBezTo>
                  <a:cubicBezTo>
                    <a:pt x="91" y="452"/>
                    <a:pt x="90" y="449"/>
                    <a:pt x="89" y="449"/>
                  </a:cubicBezTo>
                  <a:cubicBezTo>
                    <a:pt x="85" y="451"/>
                    <a:pt x="85" y="451"/>
                    <a:pt x="85" y="451"/>
                  </a:cubicBezTo>
                  <a:cubicBezTo>
                    <a:pt x="85" y="446"/>
                    <a:pt x="85" y="446"/>
                    <a:pt x="85" y="446"/>
                  </a:cubicBezTo>
                  <a:cubicBezTo>
                    <a:pt x="85" y="445"/>
                    <a:pt x="85" y="444"/>
                    <a:pt x="85" y="443"/>
                  </a:cubicBezTo>
                  <a:cubicBezTo>
                    <a:pt x="85" y="441"/>
                    <a:pt x="85" y="438"/>
                    <a:pt x="84" y="436"/>
                  </a:cubicBezTo>
                  <a:cubicBezTo>
                    <a:pt x="84" y="436"/>
                    <a:pt x="83" y="436"/>
                    <a:pt x="83" y="436"/>
                  </a:cubicBezTo>
                  <a:cubicBezTo>
                    <a:pt x="82" y="435"/>
                    <a:pt x="80" y="434"/>
                    <a:pt x="80" y="431"/>
                  </a:cubicBezTo>
                  <a:cubicBezTo>
                    <a:pt x="80" y="425"/>
                    <a:pt x="80" y="425"/>
                    <a:pt x="80" y="425"/>
                  </a:cubicBezTo>
                  <a:cubicBezTo>
                    <a:pt x="79" y="426"/>
                    <a:pt x="78" y="426"/>
                    <a:pt x="77" y="426"/>
                  </a:cubicBezTo>
                  <a:cubicBezTo>
                    <a:pt x="77" y="426"/>
                    <a:pt x="77" y="426"/>
                    <a:pt x="77" y="426"/>
                  </a:cubicBezTo>
                  <a:cubicBezTo>
                    <a:pt x="76" y="426"/>
                    <a:pt x="76" y="426"/>
                    <a:pt x="76" y="426"/>
                  </a:cubicBezTo>
                  <a:cubicBezTo>
                    <a:pt x="60" y="426"/>
                    <a:pt x="60" y="426"/>
                    <a:pt x="60" y="426"/>
                  </a:cubicBezTo>
                  <a:cubicBezTo>
                    <a:pt x="61" y="422"/>
                    <a:pt x="61" y="422"/>
                    <a:pt x="61" y="422"/>
                  </a:cubicBezTo>
                  <a:cubicBezTo>
                    <a:pt x="61" y="422"/>
                    <a:pt x="61" y="421"/>
                    <a:pt x="61" y="421"/>
                  </a:cubicBezTo>
                  <a:cubicBezTo>
                    <a:pt x="61" y="421"/>
                    <a:pt x="61" y="421"/>
                    <a:pt x="61" y="421"/>
                  </a:cubicBezTo>
                  <a:cubicBezTo>
                    <a:pt x="61" y="421"/>
                    <a:pt x="61" y="421"/>
                    <a:pt x="60" y="421"/>
                  </a:cubicBezTo>
                  <a:cubicBezTo>
                    <a:pt x="60" y="421"/>
                    <a:pt x="60" y="421"/>
                    <a:pt x="60" y="421"/>
                  </a:cubicBezTo>
                  <a:cubicBezTo>
                    <a:pt x="58" y="421"/>
                    <a:pt x="56" y="420"/>
                    <a:pt x="56" y="417"/>
                  </a:cubicBezTo>
                  <a:cubicBezTo>
                    <a:pt x="56" y="414"/>
                    <a:pt x="56" y="414"/>
                    <a:pt x="56" y="414"/>
                  </a:cubicBezTo>
                  <a:cubicBezTo>
                    <a:pt x="56" y="413"/>
                    <a:pt x="56" y="413"/>
                    <a:pt x="56" y="413"/>
                  </a:cubicBezTo>
                  <a:cubicBezTo>
                    <a:pt x="56" y="412"/>
                    <a:pt x="56" y="412"/>
                    <a:pt x="56" y="411"/>
                  </a:cubicBezTo>
                  <a:cubicBezTo>
                    <a:pt x="56" y="410"/>
                    <a:pt x="56" y="409"/>
                    <a:pt x="56" y="407"/>
                  </a:cubicBezTo>
                  <a:cubicBezTo>
                    <a:pt x="57" y="404"/>
                    <a:pt x="57" y="401"/>
                    <a:pt x="56" y="399"/>
                  </a:cubicBezTo>
                  <a:cubicBezTo>
                    <a:pt x="56" y="398"/>
                    <a:pt x="55" y="398"/>
                    <a:pt x="54" y="397"/>
                  </a:cubicBezTo>
                  <a:cubicBezTo>
                    <a:pt x="52" y="397"/>
                    <a:pt x="52" y="397"/>
                    <a:pt x="52" y="397"/>
                  </a:cubicBezTo>
                  <a:cubicBezTo>
                    <a:pt x="52" y="395"/>
                    <a:pt x="52" y="395"/>
                    <a:pt x="52" y="395"/>
                  </a:cubicBezTo>
                  <a:cubicBezTo>
                    <a:pt x="52" y="394"/>
                    <a:pt x="51" y="393"/>
                    <a:pt x="50" y="393"/>
                  </a:cubicBezTo>
                  <a:cubicBezTo>
                    <a:pt x="50" y="392"/>
                    <a:pt x="49" y="392"/>
                    <a:pt x="49" y="391"/>
                  </a:cubicBezTo>
                  <a:cubicBezTo>
                    <a:pt x="47" y="389"/>
                    <a:pt x="47" y="387"/>
                    <a:pt x="47" y="385"/>
                  </a:cubicBezTo>
                  <a:cubicBezTo>
                    <a:pt x="47" y="385"/>
                    <a:pt x="47" y="384"/>
                    <a:pt x="47" y="384"/>
                  </a:cubicBezTo>
                  <a:cubicBezTo>
                    <a:pt x="47" y="383"/>
                    <a:pt x="46" y="383"/>
                    <a:pt x="45" y="383"/>
                  </a:cubicBezTo>
                  <a:cubicBezTo>
                    <a:pt x="42" y="383"/>
                    <a:pt x="42" y="383"/>
                    <a:pt x="42" y="383"/>
                  </a:cubicBezTo>
                  <a:cubicBezTo>
                    <a:pt x="42" y="380"/>
                    <a:pt x="42" y="380"/>
                    <a:pt x="42" y="380"/>
                  </a:cubicBezTo>
                  <a:cubicBezTo>
                    <a:pt x="42" y="379"/>
                    <a:pt x="42" y="379"/>
                    <a:pt x="42" y="379"/>
                  </a:cubicBezTo>
                  <a:cubicBezTo>
                    <a:pt x="42" y="379"/>
                    <a:pt x="42" y="379"/>
                    <a:pt x="42" y="379"/>
                  </a:cubicBezTo>
                  <a:cubicBezTo>
                    <a:pt x="42" y="379"/>
                    <a:pt x="42" y="379"/>
                    <a:pt x="40" y="379"/>
                  </a:cubicBezTo>
                  <a:cubicBezTo>
                    <a:pt x="37" y="378"/>
                    <a:pt x="37" y="378"/>
                    <a:pt x="37" y="378"/>
                  </a:cubicBezTo>
                  <a:cubicBezTo>
                    <a:pt x="38" y="375"/>
                    <a:pt x="38" y="375"/>
                    <a:pt x="38" y="375"/>
                  </a:cubicBezTo>
                  <a:cubicBezTo>
                    <a:pt x="38" y="374"/>
                    <a:pt x="38" y="374"/>
                    <a:pt x="38" y="374"/>
                  </a:cubicBezTo>
                  <a:cubicBezTo>
                    <a:pt x="38" y="374"/>
                    <a:pt x="38" y="374"/>
                    <a:pt x="38" y="374"/>
                  </a:cubicBezTo>
                  <a:cubicBezTo>
                    <a:pt x="37" y="374"/>
                    <a:pt x="37" y="374"/>
                    <a:pt x="34" y="374"/>
                  </a:cubicBezTo>
                  <a:cubicBezTo>
                    <a:pt x="34" y="374"/>
                    <a:pt x="33" y="374"/>
                    <a:pt x="33" y="374"/>
                  </a:cubicBezTo>
                  <a:cubicBezTo>
                    <a:pt x="32" y="374"/>
                    <a:pt x="32" y="374"/>
                    <a:pt x="31" y="374"/>
                  </a:cubicBezTo>
                  <a:cubicBezTo>
                    <a:pt x="29" y="374"/>
                    <a:pt x="29" y="374"/>
                    <a:pt x="29" y="374"/>
                  </a:cubicBezTo>
                  <a:cubicBezTo>
                    <a:pt x="28" y="372"/>
                    <a:pt x="28" y="372"/>
                    <a:pt x="28" y="372"/>
                  </a:cubicBezTo>
                  <a:cubicBezTo>
                    <a:pt x="27" y="369"/>
                    <a:pt x="25" y="366"/>
                    <a:pt x="22" y="365"/>
                  </a:cubicBezTo>
                  <a:cubicBezTo>
                    <a:pt x="22" y="365"/>
                    <a:pt x="22" y="365"/>
                    <a:pt x="22" y="365"/>
                  </a:cubicBezTo>
                  <a:cubicBezTo>
                    <a:pt x="19" y="364"/>
                    <a:pt x="19" y="362"/>
                    <a:pt x="19" y="360"/>
                  </a:cubicBezTo>
                  <a:cubicBezTo>
                    <a:pt x="19" y="359"/>
                    <a:pt x="19" y="359"/>
                    <a:pt x="19" y="359"/>
                  </a:cubicBezTo>
                  <a:cubicBezTo>
                    <a:pt x="19" y="359"/>
                    <a:pt x="19" y="358"/>
                    <a:pt x="19" y="357"/>
                  </a:cubicBezTo>
                  <a:cubicBezTo>
                    <a:pt x="19" y="357"/>
                    <a:pt x="18" y="357"/>
                    <a:pt x="18" y="356"/>
                  </a:cubicBezTo>
                  <a:cubicBezTo>
                    <a:pt x="17" y="356"/>
                    <a:pt x="16" y="356"/>
                    <a:pt x="14" y="355"/>
                  </a:cubicBezTo>
                  <a:cubicBezTo>
                    <a:pt x="12" y="355"/>
                    <a:pt x="10" y="355"/>
                    <a:pt x="8" y="353"/>
                  </a:cubicBezTo>
                  <a:cubicBezTo>
                    <a:pt x="7" y="353"/>
                    <a:pt x="7" y="352"/>
                    <a:pt x="6" y="352"/>
                  </a:cubicBezTo>
                  <a:cubicBezTo>
                    <a:pt x="6" y="351"/>
                    <a:pt x="5" y="351"/>
                    <a:pt x="4" y="351"/>
                  </a:cubicBezTo>
                  <a:cubicBezTo>
                    <a:pt x="4" y="351"/>
                    <a:pt x="4" y="351"/>
                    <a:pt x="4" y="350"/>
                  </a:cubicBezTo>
                  <a:cubicBezTo>
                    <a:pt x="0" y="350"/>
                    <a:pt x="0" y="348"/>
                    <a:pt x="0" y="346"/>
                  </a:cubicBezTo>
                  <a:cubicBezTo>
                    <a:pt x="0" y="282"/>
                    <a:pt x="0" y="282"/>
                    <a:pt x="0" y="282"/>
                  </a:cubicBezTo>
                  <a:cubicBezTo>
                    <a:pt x="4" y="283"/>
                    <a:pt x="4" y="283"/>
                    <a:pt x="4" y="283"/>
                  </a:cubicBezTo>
                  <a:cubicBezTo>
                    <a:pt x="4" y="283"/>
                    <a:pt x="4" y="283"/>
                    <a:pt x="4" y="283"/>
                  </a:cubicBezTo>
                  <a:cubicBezTo>
                    <a:pt x="5" y="282"/>
                    <a:pt x="5" y="279"/>
                    <a:pt x="4" y="278"/>
                  </a:cubicBezTo>
                  <a:cubicBezTo>
                    <a:pt x="4" y="277"/>
                    <a:pt x="4" y="277"/>
                    <a:pt x="4" y="276"/>
                  </a:cubicBezTo>
                  <a:cubicBezTo>
                    <a:pt x="4" y="273"/>
                    <a:pt x="4" y="273"/>
                    <a:pt x="4" y="273"/>
                  </a:cubicBezTo>
                  <a:cubicBezTo>
                    <a:pt x="8" y="273"/>
                    <a:pt x="8" y="273"/>
                    <a:pt x="8" y="273"/>
                  </a:cubicBezTo>
                  <a:cubicBezTo>
                    <a:pt x="8" y="273"/>
                    <a:pt x="9" y="274"/>
                    <a:pt x="9" y="274"/>
                  </a:cubicBezTo>
                  <a:cubicBezTo>
                    <a:pt x="9" y="274"/>
                    <a:pt x="9" y="274"/>
                    <a:pt x="9" y="274"/>
                  </a:cubicBezTo>
                  <a:cubicBezTo>
                    <a:pt x="9" y="274"/>
                    <a:pt x="9" y="273"/>
                    <a:pt x="9" y="271"/>
                  </a:cubicBezTo>
                  <a:cubicBezTo>
                    <a:pt x="9" y="264"/>
                    <a:pt x="9" y="264"/>
                    <a:pt x="9" y="264"/>
                  </a:cubicBezTo>
                  <a:cubicBezTo>
                    <a:pt x="9" y="260"/>
                    <a:pt x="12" y="259"/>
                    <a:pt x="12" y="259"/>
                  </a:cubicBezTo>
                  <a:cubicBezTo>
                    <a:pt x="13" y="259"/>
                    <a:pt x="13" y="259"/>
                    <a:pt x="13" y="259"/>
                  </a:cubicBezTo>
                  <a:cubicBezTo>
                    <a:pt x="13" y="258"/>
                    <a:pt x="13" y="257"/>
                    <a:pt x="13" y="256"/>
                  </a:cubicBezTo>
                  <a:cubicBezTo>
                    <a:pt x="13" y="256"/>
                    <a:pt x="13" y="256"/>
                    <a:pt x="11" y="256"/>
                  </a:cubicBezTo>
                  <a:cubicBezTo>
                    <a:pt x="10" y="256"/>
                    <a:pt x="10" y="256"/>
                    <a:pt x="9" y="256"/>
                  </a:cubicBezTo>
                  <a:cubicBezTo>
                    <a:pt x="9" y="256"/>
                    <a:pt x="8" y="256"/>
                    <a:pt x="8" y="256"/>
                  </a:cubicBezTo>
                  <a:cubicBezTo>
                    <a:pt x="2" y="256"/>
                    <a:pt x="2" y="256"/>
                    <a:pt x="2" y="256"/>
                  </a:cubicBezTo>
                  <a:cubicBezTo>
                    <a:pt x="5" y="251"/>
                    <a:pt x="5" y="251"/>
                    <a:pt x="5" y="251"/>
                  </a:cubicBezTo>
                  <a:cubicBezTo>
                    <a:pt x="17" y="229"/>
                    <a:pt x="31" y="208"/>
                    <a:pt x="46" y="188"/>
                  </a:cubicBezTo>
                  <a:cubicBezTo>
                    <a:pt x="83" y="137"/>
                    <a:pt x="129" y="92"/>
                    <a:pt x="183" y="53"/>
                  </a:cubicBezTo>
                  <a:cubicBezTo>
                    <a:pt x="209" y="35"/>
                    <a:pt x="238" y="18"/>
                    <a:pt x="268" y="2"/>
                  </a:cubicBezTo>
                  <a:cubicBezTo>
                    <a:pt x="271" y="0"/>
                    <a:pt x="273" y="0"/>
                    <a:pt x="276" y="0"/>
                  </a:cubicBezTo>
                  <a:cubicBezTo>
                    <a:pt x="283" y="0"/>
                    <a:pt x="283" y="0"/>
                    <a:pt x="283" y="0"/>
                  </a:cubicBezTo>
                  <a:cubicBezTo>
                    <a:pt x="286" y="0"/>
                    <a:pt x="292" y="0"/>
                    <a:pt x="293" y="6"/>
                  </a:cubicBezTo>
                  <a:cubicBezTo>
                    <a:pt x="293" y="9"/>
                    <a:pt x="293" y="12"/>
                    <a:pt x="291" y="16"/>
                  </a:cubicBezTo>
                  <a:cubicBezTo>
                    <a:pt x="290" y="17"/>
                    <a:pt x="289" y="18"/>
                    <a:pt x="288" y="19"/>
                  </a:cubicBezTo>
                  <a:cubicBezTo>
                    <a:pt x="287" y="21"/>
                    <a:pt x="287" y="21"/>
                    <a:pt x="287" y="21"/>
                  </a:cubicBezTo>
                  <a:cubicBezTo>
                    <a:pt x="285" y="20"/>
                    <a:pt x="285" y="20"/>
                    <a:pt x="285" y="20"/>
                  </a:cubicBezTo>
                  <a:cubicBezTo>
                    <a:pt x="285" y="20"/>
                    <a:pt x="285" y="20"/>
                    <a:pt x="285" y="20"/>
                  </a:cubicBezTo>
                  <a:cubicBezTo>
                    <a:pt x="284" y="20"/>
                    <a:pt x="284" y="20"/>
                    <a:pt x="284" y="21"/>
                  </a:cubicBezTo>
                  <a:cubicBezTo>
                    <a:pt x="284" y="21"/>
                    <a:pt x="284" y="21"/>
                    <a:pt x="284" y="21"/>
                  </a:cubicBezTo>
                  <a:cubicBezTo>
                    <a:pt x="284" y="24"/>
                    <a:pt x="283" y="25"/>
                    <a:pt x="280" y="25"/>
                  </a:cubicBezTo>
                  <a:cubicBezTo>
                    <a:pt x="273" y="25"/>
                    <a:pt x="273" y="25"/>
                    <a:pt x="273" y="25"/>
                  </a:cubicBezTo>
                  <a:cubicBezTo>
                    <a:pt x="272" y="25"/>
                    <a:pt x="271" y="25"/>
                    <a:pt x="270" y="25"/>
                  </a:cubicBezTo>
                  <a:cubicBezTo>
                    <a:pt x="270" y="25"/>
                    <a:pt x="270" y="25"/>
                    <a:pt x="270" y="26"/>
                  </a:cubicBezTo>
                  <a:cubicBezTo>
                    <a:pt x="270" y="28"/>
                    <a:pt x="269" y="30"/>
                    <a:pt x="265" y="30"/>
                  </a:cubicBezTo>
                  <a:cubicBezTo>
                    <a:pt x="265" y="30"/>
                    <a:pt x="264" y="30"/>
                    <a:pt x="264" y="30"/>
                  </a:cubicBezTo>
                  <a:cubicBezTo>
                    <a:pt x="264" y="30"/>
                    <a:pt x="264" y="30"/>
                    <a:pt x="263" y="30"/>
                  </a:cubicBezTo>
                  <a:cubicBezTo>
                    <a:pt x="252" y="30"/>
                    <a:pt x="252" y="30"/>
                    <a:pt x="252" y="30"/>
                  </a:cubicBezTo>
                  <a:cubicBezTo>
                    <a:pt x="252" y="30"/>
                    <a:pt x="252" y="30"/>
                    <a:pt x="252" y="30"/>
                  </a:cubicBezTo>
                  <a:cubicBezTo>
                    <a:pt x="252" y="30"/>
                    <a:pt x="252" y="30"/>
                    <a:pt x="252" y="30"/>
                  </a:cubicBezTo>
                  <a:cubicBezTo>
                    <a:pt x="252" y="30"/>
                    <a:pt x="252" y="30"/>
                    <a:pt x="252" y="30"/>
                  </a:cubicBezTo>
                  <a:cubicBezTo>
                    <a:pt x="252" y="30"/>
                    <a:pt x="251" y="30"/>
                    <a:pt x="251" y="32"/>
                  </a:cubicBezTo>
                  <a:cubicBezTo>
                    <a:pt x="251" y="35"/>
                    <a:pt x="251" y="35"/>
                    <a:pt x="251" y="35"/>
                  </a:cubicBezTo>
                  <a:cubicBezTo>
                    <a:pt x="247" y="34"/>
                    <a:pt x="247" y="34"/>
                    <a:pt x="247" y="34"/>
                  </a:cubicBezTo>
                  <a:cubicBezTo>
                    <a:pt x="247" y="34"/>
                    <a:pt x="247" y="34"/>
                    <a:pt x="247" y="34"/>
                  </a:cubicBezTo>
                  <a:cubicBezTo>
                    <a:pt x="246" y="35"/>
                    <a:pt x="246" y="37"/>
                    <a:pt x="246" y="38"/>
                  </a:cubicBezTo>
                  <a:cubicBezTo>
                    <a:pt x="246" y="43"/>
                    <a:pt x="246" y="43"/>
                    <a:pt x="246" y="43"/>
                  </a:cubicBezTo>
                  <a:cubicBezTo>
                    <a:pt x="246" y="43"/>
                    <a:pt x="246" y="44"/>
                    <a:pt x="247" y="44"/>
                  </a:cubicBezTo>
                  <a:cubicBezTo>
                    <a:pt x="247" y="44"/>
                    <a:pt x="247" y="46"/>
                    <a:pt x="246" y="47"/>
                  </a:cubicBezTo>
                  <a:cubicBezTo>
                    <a:pt x="244" y="49"/>
                    <a:pt x="243" y="49"/>
                    <a:pt x="242" y="49"/>
                  </a:cubicBezTo>
                  <a:cubicBezTo>
                    <a:pt x="242" y="49"/>
                    <a:pt x="242" y="49"/>
                    <a:pt x="242" y="49"/>
                  </a:cubicBezTo>
                  <a:cubicBezTo>
                    <a:pt x="242" y="54"/>
                    <a:pt x="242" y="54"/>
                    <a:pt x="242" y="54"/>
                  </a:cubicBezTo>
                  <a:cubicBezTo>
                    <a:pt x="238" y="53"/>
                    <a:pt x="238" y="53"/>
                    <a:pt x="238" y="53"/>
                  </a:cubicBezTo>
                  <a:cubicBezTo>
                    <a:pt x="238" y="53"/>
                    <a:pt x="238" y="53"/>
                    <a:pt x="237" y="53"/>
                  </a:cubicBezTo>
                  <a:cubicBezTo>
                    <a:pt x="237" y="54"/>
                    <a:pt x="237" y="57"/>
                    <a:pt x="237" y="58"/>
                  </a:cubicBezTo>
                  <a:cubicBezTo>
                    <a:pt x="237" y="58"/>
                    <a:pt x="237" y="59"/>
                    <a:pt x="237" y="59"/>
                  </a:cubicBezTo>
                  <a:cubicBezTo>
                    <a:pt x="237" y="60"/>
                    <a:pt x="238" y="61"/>
                    <a:pt x="238" y="61"/>
                  </a:cubicBezTo>
                  <a:cubicBezTo>
                    <a:pt x="239" y="64"/>
                    <a:pt x="241" y="67"/>
                    <a:pt x="240" y="70"/>
                  </a:cubicBezTo>
                  <a:cubicBezTo>
                    <a:pt x="239" y="72"/>
                    <a:pt x="238" y="73"/>
                    <a:pt x="238" y="74"/>
                  </a:cubicBezTo>
                  <a:cubicBezTo>
                    <a:pt x="237" y="74"/>
                    <a:pt x="237" y="75"/>
                    <a:pt x="237" y="75"/>
                  </a:cubicBezTo>
                  <a:cubicBezTo>
                    <a:pt x="237" y="75"/>
                    <a:pt x="237" y="75"/>
                    <a:pt x="238" y="75"/>
                  </a:cubicBezTo>
                  <a:cubicBezTo>
                    <a:pt x="238" y="75"/>
                    <a:pt x="238" y="75"/>
                    <a:pt x="239" y="75"/>
                  </a:cubicBezTo>
                  <a:cubicBezTo>
                    <a:pt x="239" y="75"/>
                    <a:pt x="240" y="75"/>
                    <a:pt x="240" y="75"/>
                  </a:cubicBezTo>
                  <a:cubicBezTo>
                    <a:pt x="240" y="75"/>
                    <a:pt x="240" y="75"/>
                    <a:pt x="240" y="75"/>
                  </a:cubicBezTo>
                  <a:cubicBezTo>
                    <a:pt x="240" y="72"/>
                    <a:pt x="242" y="71"/>
                    <a:pt x="243" y="71"/>
                  </a:cubicBezTo>
                  <a:cubicBezTo>
                    <a:pt x="245" y="70"/>
                    <a:pt x="247" y="68"/>
                    <a:pt x="249" y="67"/>
                  </a:cubicBezTo>
                  <a:cubicBezTo>
                    <a:pt x="250" y="66"/>
                    <a:pt x="250" y="65"/>
                    <a:pt x="252" y="64"/>
                  </a:cubicBezTo>
                  <a:cubicBezTo>
                    <a:pt x="254" y="62"/>
                    <a:pt x="256" y="61"/>
                    <a:pt x="259" y="61"/>
                  </a:cubicBezTo>
                  <a:cubicBezTo>
                    <a:pt x="259" y="61"/>
                    <a:pt x="260" y="61"/>
                    <a:pt x="260" y="61"/>
                  </a:cubicBezTo>
                  <a:cubicBezTo>
                    <a:pt x="261" y="61"/>
                    <a:pt x="262" y="61"/>
                    <a:pt x="263" y="61"/>
                  </a:cubicBezTo>
                  <a:cubicBezTo>
                    <a:pt x="264" y="60"/>
                    <a:pt x="264" y="59"/>
                    <a:pt x="264" y="57"/>
                  </a:cubicBezTo>
                  <a:cubicBezTo>
                    <a:pt x="264" y="57"/>
                    <a:pt x="264" y="57"/>
                    <a:pt x="264" y="57"/>
                  </a:cubicBezTo>
                  <a:cubicBezTo>
                    <a:pt x="264" y="54"/>
                    <a:pt x="265" y="53"/>
                    <a:pt x="267" y="52"/>
                  </a:cubicBezTo>
                  <a:cubicBezTo>
                    <a:pt x="267" y="51"/>
                    <a:pt x="268" y="51"/>
                    <a:pt x="268" y="51"/>
                  </a:cubicBezTo>
                  <a:cubicBezTo>
                    <a:pt x="269" y="49"/>
                    <a:pt x="269" y="45"/>
                    <a:pt x="269" y="43"/>
                  </a:cubicBezTo>
                  <a:cubicBezTo>
                    <a:pt x="269" y="41"/>
                    <a:pt x="269" y="41"/>
                    <a:pt x="269" y="41"/>
                  </a:cubicBezTo>
                  <a:cubicBezTo>
                    <a:pt x="268" y="38"/>
                    <a:pt x="268" y="38"/>
                    <a:pt x="268" y="38"/>
                  </a:cubicBezTo>
                  <a:cubicBezTo>
                    <a:pt x="280" y="38"/>
                    <a:pt x="280" y="38"/>
                    <a:pt x="280" y="38"/>
                  </a:cubicBezTo>
                  <a:cubicBezTo>
                    <a:pt x="281" y="38"/>
                    <a:pt x="281" y="38"/>
                    <a:pt x="282" y="38"/>
                  </a:cubicBezTo>
                  <a:cubicBezTo>
                    <a:pt x="282" y="38"/>
                    <a:pt x="283" y="38"/>
                    <a:pt x="284" y="38"/>
                  </a:cubicBezTo>
                  <a:cubicBezTo>
                    <a:pt x="285" y="38"/>
                    <a:pt x="286" y="38"/>
                    <a:pt x="286" y="37"/>
                  </a:cubicBezTo>
                  <a:cubicBezTo>
                    <a:pt x="289" y="36"/>
                    <a:pt x="290" y="34"/>
                    <a:pt x="292" y="31"/>
                  </a:cubicBezTo>
                  <a:cubicBezTo>
                    <a:pt x="293" y="29"/>
                    <a:pt x="294" y="28"/>
                    <a:pt x="297" y="28"/>
                  </a:cubicBezTo>
                  <a:cubicBezTo>
                    <a:pt x="316" y="28"/>
                    <a:pt x="316" y="28"/>
                    <a:pt x="316" y="28"/>
                  </a:cubicBezTo>
                  <a:cubicBezTo>
                    <a:pt x="317" y="28"/>
                    <a:pt x="317" y="28"/>
                    <a:pt x="317" y="28"/>
                  </a:cubicBezTo>
                  <a:cubicBezTo>
                    <a:pt x="317" y="28"/>
                    <a:pt x="318" y="28"/>
                    <a:pt x="318" y="28"/>
                  </a:cubicBezTo>
                  <a:cubicBezTo>
                    <a:pt x="320" y="28"/>
                    <a:pt x="322" y="29"/>
                    <a:pt x="322" y="32"/>
                  </a:cubicBezTo>
                  <a:cubicBezTo>
                    <a:pt x="322" y="40"/>
                    <a:pt x="322" y="40"/>
                    <a:pt x="322" y="40"/>
                  </a:cubicBezTo>
                  <a:cubicBezTo>
                    <a:pt x="318" y="39"/>
                    <a:pt x="318" y="39"/>
                    <a:pt x="318" y="39"/>
                  </a:cubicBezTo>
                  <a:cubicBezTo>
                    <a:pt x="318" y="39"/>
                    <a:pt x="318" y="39"/>
                    <a:pt x="318" y="39"/>
                  </a:cubicBezTo>
                  <a:cubicBezTo>
                    <a:pt x="318" y="39"/>
                    <a:pt x="318" y="39"/>
                    <a:pt x="318" y="39"/>
                  </a:cubicBezTo>
                  <a:cubicBezTo>
                    <a:pt x="318" y="39"/>
                    <a:pt x="317" y="39"/>
                    <a:pt x="317" y="41"/>
                  </a:cubicBezTo>
                  <a:cubicBezTo>
                    <a:pt x="317" y="41"/>
                    <a:pt x="318" y="41"/>
                    <a:pt x="319" y="42"/>
                  </a:cubicBezTo>
                  <a:cubicBezTo>
                    <a:pt x="320" y="42"/>
                    <a:pt x="320" y="42"/>
                    <a:pt x="321" y="42"/>
                  </a:cubicBezTo>
                  <a:cubicBezTo>
                    <a:pt x="322" y="42"/>
                    <a:pt x="323" y="42"/>
                    <a:pt x="324" y="42"/>
                  </a:cubicBezTo>
                  <a:cubicBezTo>
                    <a:pt x="324" y="42"/>
                    <a:pt x="325" y="42"/>
                    <a:pt x="325" y="42"/>
                  </a:cubicBezTo>
                  <a:cubicBezTo>
                    <a:pt x="326" y="42"/>
                    <a:pt x="327" y="41"/>
                    <a:pt x="327" y="41"/>
                  </a:cubicBezTo>
                  <a:cubicBezTo>
                    <a:pt x="328" y="39"/>
                    <a:pt x="330" y="38"/>
                    <a:pt x="332" y="38"/>
                  </a:cubicBezTo>
                  <a:cubicBezTo>
                    <a:pt x="336" y="37"/>
                    <a:pt x="336" y="37"/>
                    <a:pt x="336" y="37"/>
                  </a:cubicBezTo>
                  <a:cubicBezTo>
                    <a:pt x="336" y="54"/>
                    <a:pt x="336" y="54"/>
                    <a:pt x="336" y="54"/>
                  </a:cubicBezTo>
                  <a:cubicBezTo>
                    <a:pt x="336" y="55"/>
                    <a:pt x="337" y="57"/>
                    <a:pt x="338" y="59"/>
                  </a:cubicBezTo>
                  <a:cubicBezTo>
                    <a:pt x="338" y="59"/>
                    <a:pt x="338" y="59"/>
                    <a:pt x="338" y="59"/>
                  </a:cubicBezTo>
                  <a:cubicBezTo>
                    <a:pt x="340" y="62"/>
                    <a:pt x="341" y="64"/>
                    <a:pt x="341" y="68"/>
                  </a:cubicBezTo>
                  <a:cubicBezTo>
                    <a:pt x="341" y="69"/>
                    <a:pt x="341" y="71"/>
                    <a:pt x="341" y="73"/>
                  </a:cubicBezTo>
                  <a:cubicBezTo>
                    <a:pt x="341" y="74"/>
                    <a:pt x="340" y="77"/>
                    <a:pt x="336" y="77"/>
                  </a:cubicBezTo>
                  <a:cubicBezTo>
                    <a:pt x="335" y="77"/>
                    <a:pt x="335" y="77"/>
                    <a:pt x="334" y="77"/>
                  </a:cubicBezTo>
                  <a:cubicBezTo>
                    <a:pt x="334" y="77"/>
                    <a:pt x="333" y="77"/>
                    <a:pt x="333" y="77"/>
                  </a:cubicBezTo>
                  <a:cubicBezTo>
                    <a:pt x="333" y="77"/>
                    <a:pt x="332" y="77"/>
                    <a:pt x="332" y="77"/>
                  </a:cubicBezTo>
                  <a:cubicBezTo>
                    <a:pt x="330" y="77"/>
                    <a:pt x="329" y="77"/>
                    <a:pt x="327" y="77"/>
                  </a:cubicBezTo>
                  <a:cubicBezTo>
                    <a:pt x="326" y="77"/>
                    <a:pt x="325" y="76"/>
                    <a:pt x="323" y="76"/>
                  </a:cubicBezTo>
                  <a:cubicBezTo>
                    <a:pt x="321" y="76"/>
                    <a:pt x="320" y="77"/>
                    <a:pt x="318" y="77"/>
                  </a:cubicBezTo>
                  <a:cubicBezTo>
                    <a:pt x="318" y="77"/>
                    <a:pt x="318" y="78"/>
                    <a:pt x="317" y="78"/>
                  </a:cubicBezTo>
                  <a:cubicBezTo>
                    <a:pt x="317" y="78"/>
                    <a:pt x="317" y="78"/>
                    <a:pt x="317" y="79"/>
                  </a:cubicBezTo>
                  <a:cubicBezTo>
                    <a:pt x="316" y="81"/>
                    <a:pt x="315" y="81"/>
                    <a:pt x="313" y="82"/>
                  </a:cubicBezTo>
                  <a:cubicBezTo>
                    <a:pt x="313" y="82"/>
                    <a:pt x="312" y="82"/>
                    <a:pt x="312" y="82"/>
                  </a:cubicBezTo>
                  <a:cubicBezTo>
                    <a:pt x="312" y="82"/>
                    <a:pt x="312" y="82"/>
                    <a:pt x="312" y="82"/>
                  </a:cubicBezTo>
                  <a:cubicBezTo>
                    <a:pt x="313" y="87"/>
                    <a:pt x="313" y="87"/>
                    <a:pt x="313" y="87"/>
                  </a:cubicBezTo>
                  <a:cubicBezTo>
                    <a:pt x="309" y="86"/>
                    <a:pt x="309" y="86"/>
                    <a:pt x="309" y="86"/>
                  </a:cubicBezTo>
                  <a:cubicBezTo>
                    <a:pt x="309" y="86"/>
                    <a:pt x="308" y="86"/>
                    <a:pt x="308" y="86"/>
                  </a:cubicBezTo>
                  <a:cubicBezTo>
                    <a:pt x="308" y="87"/>
                    <a:pt x="308" y="87"/>
                    <a:pt x="308" y="88"/>
                  </a:cubicBezTo>
                  <a:cubicBezTo>
                    <a:pt x="308" y="91"/>
                    <a:pt x="308" y="91"/>
                    <a:pt x="308" y="91"/>
                  </a:cubicBezTo>
                  <a:cubicBezTo>
                    <a:pt x="272" y="91"/>
                    <a:pt x="272" y="91"/>
                    <a:pt x="272" y="91"/>
                  </a:cubicBezTo>
                  <a:cubicBezTo>
                    <a:pt x="271" y="91"/>
                    <a:pt x="270" y="91"/>
                    <a:pt x="269" y="91"/>
                  </a:cubicBezTo>
                  <a:cubicBezTo>
                    <a:pt x="268" y="91"/>
                    <a:pt x="268" y="91"/>
                    <a:pt x="267" y="91"/>
                  </a:cubicBezTo>
                  <a:cubicBezTo>
                    <a:pt x="266" y="91"/>
                    <a:pt x="266" y="91"/>
                    <a:pt x="266" y="91"/>
                  </a:cubicBezTo>
                  <a:cubicBezTo>
                    <a:pt x="266" y="91"/>
                    <a:pt x="265" y="95"/>
                    <a:pt x="265" y="95"/>
                  </a:cubicBezTo>
                  <a:cubicBezTo>
                    <a:pt x="262" y="96"/>
                    <a:pt x="262" y="96"/>
                    <a:pt x="262" y="96"/>
                  </a:cubicBezTo>
                  <a:cubicBezTo>
                    <a:pt x="262" y="96"/>
                    <a:pt x="261" y="96"/>
                    <a:pt x="260" y="96"/>
                  </a:cubicBezTo>
                  <a:cubicBezTo>
                    <a:pt x="259" y="95"/>
                    <a:pt x="258" y="95"/>
                    <a:pt x="257" y="95"/>
                  </a:cubicBezTo>
                  <a:cubicBezTo>
                    <a:pt x="256" y="95"/>
                    <a:pt x="256" y="95"/>
                    <a:pt x="256" y="95"/>
                  </a:cubicBezTo>
                  <a:cubicBezTo>
                    <a:pt x="256" y="96"/>
                    <a:pt x="256" y="100"/>
                    <a:pt x="256" y="100"/>
                  </a:cubicBezTo>
                  <a:cubicBezTo>
                    <a:pt x="253" y="100"/>
                    <a:pt x="253" y="100"/>
                    <a:pt x="253" y="100"/>
                  </a:cubicBezTo>
                  <a:cubicBezTo>
                    <a:pt x="252" y="100"/>
                    <a:pt x="251" y="101"/>
                    <a:pt x="251" y="101"/>
                  </a:cubicBezTo>
                  <a:cubicBezTo>
                    <a:pt x="251" y="101"/>
                    <a:pt x="251" y="101"/>
                    <a:pt x="251" y="101"/>
                  </a:cubicBezTo>
                  <a:cubicBezTo>
                    <a:pt x="251" y="102"/>
                    <a:pt x="252" y="103"/>
                    <a:pt x="253" y="103"/>
                  </a:cubicBezTo>
                  <a:cubicBezTo>
                    <a:pt x="254" y="103"/>
                    <a:pt x="255" y="103"/>
                    <a:pt x="256" y="103"/>
                  </a:cubicBezTo>
                  <a:cubicBezTo>
                    <a:pt x="257" y="103"/>
                    <a:pt x="258" y="103"/>
                    <a:pt x="259" y="103"/>
                  </a:cubicBezTo>
                  <a:cubicBezTo>
                    <a:pt x="259" y="102"/>
                    <a:pt x="259" y="102"/>
                    <a:pt x="259" y="102"/>
                  </a:cubicBezTo>
                  <a:cubicBezTo>
                    <a:pt x="259" y="100"/>
                    <a:pt x="261" y="99"/>
                    <a:pt x="263" y="99"/>
                  </a:cubicBezTo>
                  <a:cubicBezTo>
                    <a:pt x="275" y="99"/>
                    <a:pt x="275" y="99"/>
                    <a:pt x="275" y="99"/>
                  </a:cubicBezTo>
                  <a:cubicBezTo>
                    <a:pt x="275" y="102"/>
                    <a:pt x="275" y="102"/>
                    <a:pt x="275" y="102"/>
                  </a:cubicBezTo>
                  <a:cubicBezTo>
                    <a:pt x="275" y="106"/>
                    <a:pt x="273" y="108"/>
                    <a:pt x="271" y="110"/>
                  </a:cubicBezTo>
                  <a:cubicBezTo>
                    <a:pt x="271" y="110"/>
                    <a:pt x="270" y="111"/>
                    <a:pt x="270" y="111"/>
                  </a:cubicBezTo>
                  <a:cubicBezTo>
                    <a:pt x="269" y="113"/>
                    <a:pt x="268" y="115"/>
                    <a:pt x="266" y="115"/>
                  </a:cubicBezTo>
                  <a:cubicBezTo>
                    <a:pt x="265" y="115"/>
                    <a:pt x="265" y="115"/>
                    <a:pt x="265" y="115"/>
                  </a:cubicBezTo>
                  <a:cubicBezTo>
                    <a:pt x="259" y="115"/>
                    <a:pt x="259" y="115"/>
                    <a:pt x="259" y="115"/>
                  </a:cubicBezTo>
                  <a:cubicBezTo>
                    <a:pt x="258" y="115"/>
                    <a:pt x="258" y="115"/>
                    <a:pt x="257" y="114"/>
                  </a:cubicBezTo>
                  <a:cubicBezTo>
                    <a:pt x="257" y="114"/>
                    <a:pt x="257" y="114"/>
                    <a:pt x="256" y="114"/>
                  </a:cubicBezTo>
                  <a:cubicBezTo>
                    <a:pt x="256" y="114"/>
                    <a:pt x="256" y="114"/>
                    <a:pt x="256" y="114"/>
                  </a:cubicBezTo>
                  <a:cubicBezTo>
                    <a:pt x="256" y="115"/>
                    <a:pt x="256" y="115"/>
                    <a:pt x="256" y="116"/>
                  </a:cubicBezTo>
                  <a:cubicBezTo>
                    <a:pt x="256" y="117"/>
                    <a:pt x="255" y="119"/>
                    <a:pt x="251" y="119"/>
                  </a:cubicBezTo>
                  <a:cubicBezTo>
                    <a:pt x="250" y="119"/>
                    <a:pt x="249" y="119"/>
                    <a:pt x="249" y="119"/>
                  </a:cubicBezTo>
                  <a:cubicBezTo>
                    <a:pt x="248" y="119"/>
                    <a:pt x="247" y="119"/>
                    <a:pt x="247" y="119"/>
                  </a:cubicBezTo>
                  <a:cubicBezTo>
                    <a:pt x="247" y="119"/>
                    <a:pt x="247" y="119"/>
                    <a:pt x="247" y="119"/>
                  </a:cubicBezTo>
                  <a:cubicBezTo>
                    <a:pt x="247" y="120"/>
                    <a:pt x="246" y="124"/>
                    <a:pt x="246" y="124"/>
                  </a:cubicBezTo>
                  <a:cubicBezTo>
                    <a:pt x="243" y="124"/>
                    <a:pt x="243" y="124"/>
                    <a:pt x="243" y="124"/>
                  </a:cubicBezTo>
                  <a:cubicBezTo>
                    <a:pt x="243" y="124"/>
                    <a:pt x="242" y="124"/>
                    <a:pt x="241" y="124"/>
                  </a:cubicBezTo>
                  <a:cubicBezTo>
                    <a:pt x="240" y="124"/>
                    <a:pt x="239" y="124"/>
                    <a:pt x="238" y="124"/>
                  </a:cubicBezTo>
                  <a:cubicBezTo>
                    <a:pt x="238" y="124"/>
                    <a:pt x="237" y="124"/>
                    <a:pt x="237" y="124"/>
                  </a:cubicBezTo>
                  <a:cubicBezTo>
                    <a:pt x="237" y="124"/>
                    <a:pt x="237" y="129"/>
                    <a:pt x="237" y="129"/>
                  </a:cubicBezTo>
                  <a:cubicBezTo>
                    <a:pt x="233" y="129"/>
                    <a:pt x="233" y="129"/>
                    <a:pt x="233" y="129"/>
                  </a:cubicBezTo>
                  <a:cubicBezTo>
                    <a:pt x="233" y="129"/>
                    <a:pt x="233" y="129"/>
                    <a:pt x="233" y="129"/>
                  </a:cubicBezTo>
                  <a:cubicBezTo>
                    <a:pt x="233" y="129"/>
                    <a:pt x="233" y="129"/>
                    <a:pt x="233" y="129"/>
                  </a:cubicBezTo>
                  <a:cubicBezTo>
                    <a:pt x="233" y="129"/>
                    <a:pt x="232" y="129"/>
                    <a:pt x="232" y="131"/>
                  </a:cubicBezTo>
                  <a:cubicBezTo>
                    <a:pt x="232" y="133"/>
                    <a:pt x="232" y="133"/>
                    <a:pt x="232" y="133"/>
                  </a:cubicBezTo>
                  <a:cubicBezTo>
                    <a:pt x="229" y="133"/>
                    <a:pt x="229" y="133"/>
                    <a:pt x="229" y="133"/>
                  </a:cubicBezTo>
                  <a:cubicBezTo>
                    <a:pt x="229" y="133"/>
                    <a:pt x="229" y="133"/>
                    <a:pt x="228" y="135"/>
                  </a:cubicBezTo>
                  <a:cubicBezTo>
                    <a:pt x="228" y="136"/>
                    <a:pt x="228" y="137"/>
                    <a:pt x="228" y="138"/>
                  </a:cubicBezTo>
                  <a:cubicBezTo>
                    <a:pt x="228" y="140"/>
                    <a:pt x="228" y="143"/>
                    <a:pt x="226" y="145"/>
                  </a:cubicBezTo>
                  <a:cubicBezTo>
                    <a:pt x="226" y="146"/>
                    <a:pt x="225" y="147"/>
                    <a:pt x="224" y="147"/>
                  </a:cubicBezTo>
                  <a:cubicBezTo>
                    <a:pt x="224" y="148"/>
                    <a:pt x="224" y="148"/>
                    <a:pt x="224" y="148"/>
                  </a:cubicBezTo>
                  <a:cubicBezTo>
                    <a:pt x="223" y="149"/>
                    <a:pt x="223" y="149"/>
                    <a:pt x="223" y="149"/>
                  </a:cubicBezTo>
                  <a:cubicBezTo>
                    <a:pt x="223" y="150"/>
                    <a:pt x="222" y="152"/>
                    <a:pt x="219" y="152"/>
                  </a:cubicBezTo>
                  <a:cubicBezTo>
                    <a:pt x="212" y="152"/>
                    <a:pt x="212" y="152"/>
                    <a:pt x="212" y="152"/>
                  </a:cubicBezTo>
                  <a:cubicBezTo>
                    <a:pt x="211" y="152"/>
                    <a:pt x="211" y="152"/>
                    <a:pt x="210" y="152"/>
                  </a:cubicBezTo>
                  <a:cubicBezTo>
                    <a:pt x="210" y="152"/>
                    <a:pt x="209" y="152"/>
                    <a:pt x="209" y="152"/>
                  </a:cubicBezTo>
                  <a:cubicBezTo>
                    <a:pt x="209" y="152"/>
                    <a:pt x="209" y="152"/>
                    <a:pt x="209" y="152"/>
                  </a:cubicBezTo>
                  <a:cubicBezTo>
                    <a:pt x="209" y="152"/>
                    <a:pt x="209" y="153"/>
                    <a:pt x="209" y="154"/>
                  </a:cubicBezTo>
                  <a:cubicBezTo>
                    <a:pt x="209" y="155"/>
                    <a:pt x="208" y="157"/>
                    <a:pt x="204" y="157"/>
                  </a:cubicBezTo>
                  <a:cubicBezTo>
                    <a:pt x="203" y="157"/>
                    <a:pt x="202" y="157"/>
                    <a:pt x="202" y="157"/>
                  </a:cubicBezTo>
                  <a:cubicBezTo>
                    <a:pt x="202" y="157"/>
                    <a:pt x="202" y="157"/>
                    <a:pt x="202" y="157"/>
                  </a:cubicBezTo>
                  <a:cubicBezTo>
                    <a:pt x="196" y="160"/>
                    <a:pt x="191" y="164"/>
                    <a:pt x="188" y="170"/>
                  </a:cubicBezTo>
                  <a:cubicBezTo>
                    <a:pt x="187" y="171"/>
                    <a:pt x="186" y="172"/>
                    <a:pt x="185" y="174"/>
                  </a:cubicBezTo>
                  <a:cubicBezTo>
                    <a:pt x="185" y="180"/>
                    <a:pt x="185" y="180"/>
                    <a:pt x="185" y="180"/>
                  </a:cubicBezTo>
                  <a:cubicBezTo>
                    <a:pt x="185" y="180"/>
                    <a:pt x="185" y="180"/>
                    <a:pt x="185" y="180"/>
                  </a:cubicBezTo>
                  <a:cubicBezTo>
                    <a:pt x="186" y="184"/>
                    <a:pt x="184" y="185"/>
                    <a:pt x="182" y="185"/>
                  </a:cubicBezTo>
                  <a:cubicBezTo>
                    <a:pt x="181" y="186"/>
                    <a:pt x="181" y="186"/>
                    <a:pt x="180" y="186"/>
                  </a:cubicBezTo>
                  <a:cubicBezTo>
                    <a:pt x="180" y="186"/>
                    <a:pt x="179" y="187"/>
                    <a:pt x="178" y="188"/>
                  </a:cubicBezTo>
                  <a:cubicBezTo>
                    <a:pt x="177" y="189"/>
                    <a:pt x="177" y="190"/>
                    <a:pt x="176" y="192"/>
                  </a:cubicBezTo>
                  <a:cubicBezTo>
                    <a:pt x="176" y="192"/>
                    <a:pt x="176" y="192"/>
                    <a:pt x="176" y="192"/>
                  </a:cubicBezTo>
                  <a:cubicBezTo>
                    <a:pt x="175" y="194"/>
                    <a:pt x="173" y="195"/>
                    <a:pt x="171" y="195"/>
                  </a:cubicBezTo>
                  <a:cubicBezTo>
                    <a:pt x="169" y="195"/>
                    <a:pt x="169" y="195"/>
                    <a:pt x="169" y="195"/>
                  </a:cubicBezTo>
                  <a:cubicBezTo>
                    <a:pt x="166" y="196"/>
                    <a:pt x="164" y="197"/>
                    <a:pt x="162" y="199"/>
                  </a:cubicBezTo>
                  <a:cubicBezTo>
                    <a:pt x="160" y="201"/>
                    <a:pt x="158" y="203"/>
                    <a:pt x="157" y="206"/>
                  </a:cubicBezTo>
                  <a:cubicBezTo>
                    <a:pt x="156" y="208"/>
                    <a:pt x="154" y="209"/>
                    <a:pt x="151" y="209"/>
                  </a:cubicBezTo>
                  <a:cubicBezTo>
                    <a:pt x="150" y="209"/>
                    <a:pt x="150" y="209"/>
                    <a:pt x="149" y="209"/>
                  </a:cubicBezTo>
                  <a:cubicBezTo>
                    <a:pt x="149" y="209"/>
                    <a:pt x="148" y="209"/>
                    <a:pt x="148" y="209"/>
                  </a:cubicBezTo>
                  <a:cubicBezTo>
                    <a:pt x="143" y="209"/>
                    <a:pt x="143" y="209"/>
                    <a:pt x="143" y="209"/>
                  </a:cubicBezTo>
                  <a:cubicBezTo>
                    <a:pt x="143" y="209"/>
                    <a:pt x="143" y="209"/>
                    <a:pt x="143" y="209"/>
                  </a:cubicBezTo>
                  <a:cubicBezTo>
                    <a:pt x="143" y="210"/>
                    <a:pt x="143" y="210"/>
                    <a:pt x="143" y="211"/>
                  </a:cubicBezTo>
                  <a:cubicBezTo>
                    <a:pt x="144" y="212"/>
                    <a:pt x="144" y="212"/>
                    <a:pt x="145" y="212"/>
                  </a:cubicBezTo>
                  <a:cubicBezTo>
                    <a:pt x="148" y="213"/>
                    <a:pt x="148" y="217"/>
                    <a:pt x="148" y="219"/>
                  </a:cubicBezTo>
                  <a:cubicBezTo>
                    <a:pt x="147" y="219"/>
                    <a:pt x="147" y="220"/>
                    <a:pt x="147" y="220"/>
                  </a:cubicBezTo>
                  <a:cubicBezTo>
                    <a:pt x="147" y="223"/>
                    <a:pt x="147" y="223"/>
                    <a:pt x="147" y="223"/>
                  </a:cubicBezTo>
                  <a:cubicBezTo>
                    <a:pt x="144" y="223"/>
                    <a:pt x="144" y="223"/>
                    <a:pt x="144" y="223"/>
                  </a:cubicBezTo>
                  <a:cubicBezTo>
                    <a:pt x="143" y="223"/>
                    <a:pt x="143" y="223"/>
                    <a:pt x="142" y="223"/>
                  </a:cubicBezTo>
                  <a:cubicBezTo>
                    <a:pt x="141" y="223"/>
                    <a:pt x="140" y="223"/>
                    <a:pt x="139" y="224"/>
                  </a:cubicBezTo>
                  <a:cubicBezTo>
                    <a:pt x="139" y="224"/>
                    <a:pt x="138" y="224"/>
                    <a:pt x="138" y="225"/>
                  </a:cubicBezTo>
                  <a:cubicBezTo>
                    <a:pt x="138" y="226"/>
                    <a:pt x="136" y="228"/>
                    <a:pt x="133" y="228"/>
                  </a:cubicBezTo>
                  <a:cubicBezTo>
                    <a:pt x="132" y="228"/>
                    <a:pt x="132" y="228"/>
                    <a:pt x="131" y="228"/>
                  </a:cubicBezTo>
                  <a:cubicBezTo>
                    <a:pt x="131" y="228"/>
                    <a:pt x="130" y="228"/>
                    <a:pt x="130" y="228"/>
                  </a:cubicBezTo>
                  <a:cubicBezTo>
                    <a:pt x="130" y="228"/>
                    <a:pt x="130" y="228"/>
                    <a:pt x="130" y="228"/>
                  </a:cubicBezTo>
                  <a:cubicBezTo>
                    <a:pt x="130" y="228"/>
                    <a:pt x="130" y="228"/>
                    <a:pt x="130" y="228"/>
                  </a:cubicBezTo>
                  <a:cubicBezTo>
                    <a:pt x="129" y="228"/>
                    <a:pt x="129" y="228"/>
                    <a:pt x="129" y="228"/>
                  </a:cubicBezTo>
                  <a:cubicBezTo>
                    <a:pt x="128" y="228"/>
                    <a:pt x="128" y="231"/>
                    <a:pt x="128" y="236"/>
                  </a:cubicBezTo>
                  <a:cubicBezTo>
                    <a:pt x="129" y="237"/>
                    <a:pt x="129" y="238"/>
                    <a:pt x="129" y="239"/>
                  </a:cubicBezTo>
                  <a:cubicBezTo>
                    <a:pt x="129" y="243"/>
                    <a:pt x="129" y="243"/>
                    <a:pt x="129" y="243"/>
                  </a:cubicBezTo>
                  <a:cubicBezTo>
                    <a:pt x="125" y="242"/>
                    <a:pt x="125" y="242"/>
                    <a:pt x="125" y="242"/>
                  </a:cubicBezTo>
                  <a:cubicBezTo>
                    <a:pt x="125" y="242"/>
                    <a:pt x="124" y="242"/>
                    <a:pt x="124" y="242"/>
                  </a:cubicBezTo>
                  <a:cubicBezTo>
                    <a:pt x="124" y="242"/>
                    <a:pt x="124" y="246"/>
                    <a:pt x="124" y="247"/>
                  </a:cubicBezTo>
                  <a:cubicBezTo>
                    <a:pt x="124" y="247"/>
                    <a:pt x="124" y="248"/>
                    <a:pt x="124" y="248"/>
                  </a:cubicBezTo>
                  <a:cubicBezTo>
                    <a:pt x="124" y="252"/>
                    <a:pt x="124" y="252"/>
                    <a:pt x="124" y="252"/>
                  </a:cubicBezTo>
                  <a:cubicBezTo>
                    <a:pt x="120" y="251"/>
                    <a:pt x="120" y="251"/>
                    <a:pt x="120" y="251"/>
                  </a:cubicBezTo>
                  <a:cubicBezTo>
                    <a:pt x="120" y="251"/>
                    <a:pt x="120" y="251"/>
                    <a:pt x="120" y="251"/>
                  </a:cubicBezTo>
                  <a:cubicBezTo>
                    <a:pt x="119" y="252"/>
                    <a:pt x="119" y="255"/>
                    <a:pt x="119" y="257"/>
                  </a:cubicBezTo>
                  <a:cubicBezTo>
                    <a:pt x="119" y="262"/>
                    <a:pt x="119" y="269"/>
                    <a:pt x="112" y="270"/>
                  </a:cubicBezTo>
                  <a:cubicBezTo>
                    <a:pt x="107" y="271"/>
                    <a:pt x="107" y="271"/>
                    <a:pt x="107" y="271"/>
                  </a:cubicBezTo>
                  <a:cubicBezTo>
                    <a:pt x="108" y="266"/>
                    <a:pt x="108" y="266"/>
                    <a:pt x="108" y="266"/>
                  </a:cubicBezTo>
                  <a:cubicBezTo>
                    <a:pt x="108" y="266"/>
                    <a:pt x="108" y="266"/>
                    <a:pt x="108" y="266"/>
                  </a:cubicBezTo>
                  <a:cubicBezTo>
                    <a:pt x="108" y="266"/>
                    <a:pt x="108" y="266"/>
                    <a:pt x="108" y="266"/>
                  </a:cubicBezTo>
                  <a:cubicBezTo>
                    <a:pt x="107" y="266"/>
                    <a:pt x="107" y="266"/>
                    <a:pt x="107" y="266"/>
                  </a:cubicBezTo>
                  <a:cubicBezTo>
                    <a:pt x="105" y="265"/>
                    <a:pt x="104" y="264"/>
                    <a:pt x="104" y="261"/>
                  </a:cubicBezTo>
                  <a:cubicBezTo>
                    <a:pt x="104" y="255"/>
                    <a:pt x="104" y="255"/>
                    <a:pt x="104" y="255"/>
                  </a:cubicBezTo>
                  <a:cubicBezTo>
                    <a:pt x="106" y="255"/>
                    <a:pt x="106" y="255"/>
                    <a:pt x="106" y="255"/>
                  </a:cubicBezTo>
                  <a:cubicBezTo>
                    <a:pt x="107" y="254"/>
                    <a:pt x="107" y="253"/>
                    <a:pt x="108" y="253"/>
                  </a:cubicBezTo>
                  <a:cubicBezTo>
                    <a:pt x="109" y="250"/>
                    <a:pt x="110" y="246"/>
                    <a:pt x="109" y="242"/>
                  </a:cubicBezTo>
                  <a:cubicBezTo>
                    <a:pt x="108" y="237"/>
                    <a:pt x="106" y="234"/>
                    <a:pt x="104" y="233"/>
                  </a:cubicBezTo>
                  <a:cubicBezTo>
                    <a:pt x="104" y="232"/>
                    <a:pt x="103" y="232"/>
                    <a:pt x="102" y="232"/>
                  </a:cubicBezTo>
                  <a:cubicBezTo>
                    <a:pt x="102" y="232"/>
                    <a:pt x="101" y="232"/>
                    <a:pt x="100" y="232"/>
                  </a:cubicBezTo>
                  <a:cubicBezTo>
                    <a:pt x="100" y="232"/>
                    <a:pt x="99" y="232"/>
                    <a:pt x="98" y="232"/>
                  </a:cubicBezTo>
                  <a:cubicBezTo>
                    <a:pt x="96" y="232"/>
                    <a:pt x="92" y="235"/>
                    <a:pt x="91" y="235"/>
                  </a:cubicBezTo>
                  <a:cubicBezTo>
                    <a:pt x="90" y="236"/>
                    <a:pt x="90" y="236"/>
                    <a:pt x="89" y="237"/>
                  </a:cubicBezTo>
                  <a:cubicBezTo>
                    <a:pt x="86" y="239"/>
                    <a:pt x="83" y="241"/>
                    <a:pt x="79" y="241"/>
                  </a:cubicBezTo>
                  <a:cubicBezTo>
                    <a:pt x="79" y="241"/>
                    <a:pt x="78" y="241"/>
                    <a:pt x="78" y="240"/>
                  </a:cubicBezTo>
                  <a:cubicBezTo>
                    <a:pt x="75" y="240"/>
                    <a:pt x="73" y="239"/>
                    <a:pt x="72" y="239"/>
                  </a:cubicBezTo>
                  <a:cubicBezTo>
                    <a:pt x="71" y="238"/>
                    <a:pt x="70" y="238"/>
                    <a:pt x="70" y="238"/>
                  </a:cubicBezTo>
                  <a:cubicBezTo>
                    <a:pt x="69" y="237"/>
                    <a:pt x="68" y="237"/>
                    <a:pt x="68" y="237"/>
                  </a:cubicBezTo>
                  <a:cubicBezTo>
                    <a:pt x="67" y="237"/>
                    <a:pt x="67" y="238"/>
                    <a:pt x="67" y="239"/>
                  </a:cubicBezTo>
                  <a:cubicBezTo>
                    <a:pt x="67" y="240"/>
                    <a:pt x="67" y="240"/>
                    <a:pt x="67" y="241"/>
                  </a:cubicBezTo>
                  <a:cubicBezTo>
                    <a:pt x="66" y="246"/>
                    <a:pt x="62" y="248"/>
                    <a:pt x="59" y="251"/>
                  </a:cubicBezTo>
                  <a:cubicBezTo>
                    <a:pt x="57" y="252"/>
                    <a:pt x="56" y="253"/>
                    <a:pt x="55" y="254"/>
                  </a:cubicBezTo>
                  <a:cubicBezTo>
                    <a:pt x="54" y="255"/>
                    <a:pt x="54" y="256"/>
                    <a:pt x="53" y="257"/>
                  </a:cubicBezTo>
                  <a:cubicBezTo>
                    <a:pt x="53" y="260"/>
                    <a:pt x="51" y="261"/>
                    <a:pt x="50" y="261"/>
                  </a:cubicBezTo>
                  <a:cubicBezTo>
                    <a:pt x="49" y="261"/>
                    <a:pt x="49" y="261"/>
                    <a:pt x="49" y="261"/>
                  </a:cubicBezTo>
                  <a:cubicBezTo>
                    <a:pt x="48" y="261"/>
                    <a:pt x="48" y="261"/>
                    <a:pt x="48" y="261"/>
                  </a:cubicBezTo>
                  <a:cubicBezTo>
                    <a:pt x="48" y="261"/>
                    <a:pt x="48" y="264"/>
                    <a:pt x="48" y="265"/>
                  </a:cubicBezTo>
                  <a:cubicBezTo>
                    <a:pt x="48" y="266"/>
                    <a:pt x="48" y="267"/>
                    <a:pt x="48" y="267"/>
                  </a:cubicBezTo>
                  <a:cubicBezTo>
                    <a:pt x="48" y="271"/>
                    <a:pt x="48" y="271"/>
                    <a:pt x="48" y="271"/>
                  </a:cubicBezTo>
                  <a:cubicBezTo>
                    <a:pt x="45" y="270"/>
                    <a:pt x="45" y="270"/>
                    <a:pt x="45" y="270"/>
                  </a:cubicBezTo>
                  <a:cubicBezTo>
                    <a:pt x="44" y="270"/>
                    <a:pt x="44" y="270"/>
                    <a:pt x="44" y="270"/>
                  </a:cubicBezTo>
                  <a:cubicBezTo>
                    <a:pt x="44" y="271"/>
                    <a:pt x="44" y="274"/>
                    <a:pt x="44" y="275"/>
                  </a:cubicBezTo>
                  <a:cubicBezTo>
                    <a:pt x="44" y="276"/>
                    <a:pt x="44" y="276"/>
                    <a:pt x="44" y="276"/>
                  </a:cubicBezTo>
                  <a:cubicBezTo>
                    <a:pt x="44" y="280"/>
                    <a:pt x="44" y="280"/>
                    <a:pt x="44" y="280"/>
                  </a:cubicBezTo>
                  <a:cubicBezTo>
                    <a:pt x="40" y="280"/>
                    <a:pt x="40" y="280"/>
                    <a:pt x="40" y="280"/>
                  </a:cubicBezTo>
                  <a:cubicBezTo>
                    <a:pt x="40" y="279"/>
                    <a:pt x="40" y="279"/>
                    <a:pt x="39" y="279"/>
                  </a:cubicBezTo>
                  <a:cubicBezTo>
                    <a:pt x="39" y="280"/>
                    <a:pt x="39" y="283"/>
                    <a:pt x="39" y="288"/>
                  </a:cubicBezTo>
                  <a:cubicBezTo>
                    <a:pt x="39" y="289"/>
                    <a:pt x="39" y="290"/>
                    <a:pt x="39" y="291"/>
                  </a:cubicBezTo>
                  <a:cubicBezTo>
                    <a:pt x="39" y="294"/>
                    <a:pt x="39" y="294"/>
                    <a:pt x="39" y="294"/>
                  </a:cubicBezTo>
                  <a:cubicBezTo>
                    <a:pt x="35" y="294"/>
                    <a:pt x="35" y="294"/>
                    <a:pt x="35" y="294"/>
                  </a:cubicBezTo>
                  <a:cubicBezTo>
                    <a:pt x="35" y="294"/>
                    <a:pt x="35" y="294"/>
                    <a:pt x="35" y="294"/>
                  </a:cubicBezTo>
                  <a:cubicBezTo>
                    <a:pt x="34" y="294"/>
                    <a:pt x="34" y="297"/>
                    <a:pt x="34" y="299"/>
                  </a:cubicBezTo>
                  <a:cubicBezTo>
                    <a:pt x="34" y="299"/>
                    <a:pt x="34" y="300"/>
                    <a:pt x="34" y="300"/>
                  </a:cubicBezTo>
                  <a:cubicBezTo>
                    <a:pt x="34" y="304"/>
                    <a:pt x="34" y="304"/>
                    <a:pt x="34" y="304"/>
                  </a:cubicBezTo>
                  <a:cubicBezTo>
                    <a:pt x="30" y="303"/>
                    <a:pt x="30" y="303"/>
                    <a:pt x="30" y="303"/>
                  </a:cubicBezTo>
                  <a:cubicBezTo>
                    <a:pt x="30" y="303"/>
                    <a:pt x="30" y="303"/>
                    <a:pt x="30" y="303"/>
                  </a:cubicBezTo>
                  <a:cubicBezTo>
                    <a:pt x="30" y="303"/>
                    <a:pt x="30" y="303"/>
                    <a:pt x="30" y="303"/>
                  </a:cubicBezTo>
                  <a:cubicBezTo>
                    <a:pt x="30" y="303"/>
                    <a:pt x="30" y="303"/>
                    <a:pt x="30" y="305"/>
                  </a:cubicBezTo>
                  <a:cubicBezTo>
                    <a:pt x="29" y="309"/>
                    <a:pt x="29" y="309"/>
                    <a:pt x="29" y="309"/>
                  </a:cubicBezTo>
                  <a:cubicBezTo>
                    <a:pt x="26" y="308"/>
                    <a:pt x="26" y="308"/>
                    <a:pt x="26" y="308"/>
                  </a:cubicBezTo>
                  <a:cubicBezTo>
                    <a:pt x="26" y="308"/>
                    <a:pt x="25" y="308"/>
                    <a:pt x="25" y="308"/>
                  </a:cubicBezTo>
                  <a:cubicBezTo>
                    <a:pt x="25" y="308"/>
                    <a:pt x="25" y="308"/>
                    <a:pt x="25" y="308"/>
                  </a:cubicBezTo>
                  <a:cubicBezTo>
                    <a:pt x="25" y="308"/>
                    <a:pt x="25" y="308"/>
                    <a:pt x="25" y="311"/>
                  </a:cubicBezTo>
                  <a:cubicBezTo>
                    <a:pt x="25" y="311"/>
                    <a:pt x="25" y="312"/>
                    <a:pt x="25" y="313"/>
                  </a:cubicBezTo>
                  <a:cubicBezTo>
                    <a:pt x="25" y="314"/>
                    <a:pt x="25" y="315"/>
                    <a:pt x="25" y="316"/>
                  </a:cubicBezTo>
                  <a:cubicBezTo>
                    <a:pt x="25" y="316"/>
                    <a:pt x="25" y="316"/>
                    <a:pt x="25" y="316"/>
                  </a:cubicBezTo>
                  <a:cubicBezTo>
                    <a:pt x="25" y="316"/>
                    <a:pt x="25" y="316"/>
                    <a:pt x="26" y="316"/>
                  </a:cubicBezTo>
                  <a:cubicBezTo>
                    <a:pt x="28" y="316"/>
                    <a:pt x="30" y="317"/>
                    <a:pt x="30" y="320"/>
                  </a:cubicBezTo>
                  <a:cubicBezTo>
                    <a:pt x="30" y="324"/>
                    <a:pt x="30" y="324"/>
                    <a:pt x="30" y="324"/>
                  </a:cubicBezTo>
                  <a:cubicBezTo>
                    <a:pt x="30" y="324"/>
                    <a:pt x="30" y="325"/>
                    <a:pt x="30" y="325"/>
                  </a:cubicBezTo>
                  <a:cubicBezTo>
                    <a:pt x="29" y="326"/>
                    <a:pt x="29" y="327"/>
                    <a:pt x="30" y="328"/>
                  </a:cubicBezTo>
                  <a:cubicBezTo>
                    <a:pt x="32" y="327"/>
                    <a:pt x="35" y="325"/>
                    <a:pt x="37" y="323"/>
                  </a:cubicBezTo>
                  <a:cubicBezTo>
                    <a:pt x="37" y="322"/>
                    <a:pt x="38" y="321"/>
                    <a:pt x="39" y="321"/>
                  </a:cubicBezTo>
                  <a:cubicBezTo>
                    <a:pt x="39" y="320"/>
                    <a:pt x="39" y="320"/>
                    <a:pt x="39" y="320"/>
                  </a:cubicBezTo>
                  <a:cubicBezTo>
                    <a:pt x="41" y="319"/>
                    <a:pt x="42" y="317"/>
                    <a:pt x="44" y="316"/>
                  </a:cubicBezTo>
                  <a:cubicBezTo>
                    <a:pt x="45" y="316"/>
                    <a:pt x="45" y="316"/>
                    <a:pt x="45" y="316"/>
                  </a:cubicBezTo>
                  <a:cubicBezTo>
                    <a:pt x="46" y="316"/>
                    <a:pt x="46" y="316"/>
                    <a:pt x="46" y="316"/>
                  </a:cubicBezTo>
                  <a:cubicBezTo>
                    <a:pt x="46" y="316"/>
                    <a:pt x="46" y="316"/>
                    <a:pt x="47" y="316"/>
                  </a:cubicBezTo>
                  <a:cubicBezTo>
                    <a:pt x="46" y="316"/>
                    <a:pt x="46" y="316"/>
                    <a:pt x="46" y="316"/>
                  </a:cubicBezTo>
                  <a:cubicBezTo>
                    <a:pt x="47" y="316"/>
                    <a:pt x="47" y="315"/>
                    <a:pt x="47" y="314"/>
                  </a:cubicBezTo>
                  <a:cubicBezTo>
                    <a:pt x="47" y="310"/>
                    <a:pt x="47" y="310"/>
                    <a:pt x="47" y="310"/>
                  </a:cubicBezTo>
                  <a:cubicBezTo>
                    <a:pt x="51" y="311"/>
                    <a:pt x="51" y="311"/>
                    <a:pt x="51" y="311"/>
                  </a:cubicBezTo>
                  <a:cubicBezTo>
                    <a:pt x="51" y="311"/>
                    <a:pt x="51" y="311"/>
                    <a:pt x="51" y="311"/>
                  </a:cubicBezTo>
                  <a:cubicBezTo>
                    <a:pt x="51" y="311"/>
                    <a:pt x="51" y="311"/>
                    <a:pt x="51" y="311"/>
                  </a:cubicBezTo>
                  <a:cubicBezTo>
                    <a:pt x="51" y="311"/>
                    <a:pt x="51" y="311"/>
                    <a:pt x="52" y="310"/>
                  </a:cubicBezTo>
                  <a:cubicBezTo>
                    <a:pt x="52" y="306"/>
                    <a:pt x="54" y="303"/>
                    <a:pt x="58" y="302"/>
                  </a:cubicBezTo>
                  <a:cubicBezTo>
                    <a:pt x="60" y="302"/>
                    <a:pt x="62" y="301"/>
                    <a:pt x="64" y="301"/>
                  </a:cubicBezTo>
                  <a:cubicBezTo>
                    <a:pt x="65" y="301"/>
                    <a:pt x="67" y="302"/>
                    <a:pt x="68" y="302"/>
                  </a:cubicBezTo>
                  <a:cubicBezTo>
                    <a:pt x="72" y="302"/>
                    <a:pt x="72" y="302"/>
                    <a:pt x="72" y="302"/>
                  </a:cubicBezTo>
                  <a:cubicBezTo>
                    <a:pt x="72" y="305"/>
                    <a:pt x="72" y="305"/>
                    <a:pt x="72" y="305"/>
                  </a:cubicBezTo>
                  <a:cubicBezTo>
                    <a:pt x="72" y="306"/>
                    <a:pt x="72" y="307"/>
                    <a:pt x="72" y="308"/>
                  </a:cubicBezTo>
                  <a:cubicBezTo>
                    <a:pt x="72" y="310"/>
                    <a:pt x="72" y="313"/>
                    <a:pt x="72" y="316"/>
                  </a:cubicBezTo>
                  <a:cubicBezTo>
                    <a:pt x="71" y="325"/>
                    <a:pt x="66" y="327"/>
                    <a:pt x="62" y="327"/>
                  </a:cubicBezTo>
                  <a:cubicBezTo>
                    <a:pt x="61" y="327"/>
                    <a:pt x="61" y="327"/>
                    <a:pt x="60" y="327"/>
                  </a:cubicBezTo>
                  <a:cubicBezTo>
                    <a:pt x="59" y="327"/>
                    <a:pt x="59" y="327"/>
                    <a:pt x="58" y="327"/>
                  </a:cubicBezTo>
                  <a:cubicBezTo>
                    <a:pt x="58" y="327"/>
                    <a:pt x="58" y="327"/>
                    <a:pt x="58" y="327"/>
                  </a:cubicBezTo>
                  <a:cubicBezTo>
                    <a:pt x="58" y="327"/>
                    <a:pt x="58" y="327"/>
                    <a:pt x="58" y="327"/>
                  </a:cubicBezTo>
                  <a:cubicBezTo>
                    <a:pt x="58" y="330"/>
                    <a:pt x="58" y="332"/>
                    <a:pt x="58" y="335"/>
                  </a:cubicBezTo>
                  <a:cubicBezTo>
                    <a:pt x="58" y="336"/>
                    <a:pt x="58" y="337"/>
                    <a:pt x="58" y="338"/>
                  </a:cubicBezTo>
                  <a:cubicBezTo>
                    <a:pt x="58" y="342"/>
                    <a:pt x="58" y="342"/>
                    <a:pt x="58" y="342"/>
                  </a:cubicBezTo>
                  <a:cubicBezTo>
                    <a:pt x="54" y="341"/>
                    <a:pt x="54" y="341"/>
                    <a:pt x="54" y="341"/>
                  </a:cubicBezTo>
                  <a:cubicBezTo>
                    <a:pt x="54" y="341"/>
                    <a:pt x="54" y="341"/>
                    <a:pt x="54" y="341"/>
                  </a:cubicBezTo>
                  <a:cubicBezTo>
                    <a:pt x="53" y="341"/>
                    <a:pt x="53" y="345"/>
                    <a:pt x="53" y="346"/>
                  </a:cubicBezTo>
                  <a:cubicBezTo>
                    <a:pt x="53" y="346"/>
                    <a:pt x="53" y="347"/>
                    <a:pt x="53" y="347"/>
                  </a:cubicBezTo>
                  <a:cubicBezTo>
                    <a:pt x="53" y="348"/>
                    <a:pt x="54" y="349"/>
                    <a:pt x="58" y="349"/>
                  </a:cubicBezTo>
                  <a:cubicBezTo>
                    <a:pt x="58" y="349"/>
                    <a:pt x="59" y="349"/>
                    <a:pt x="59" y="349"/>
                  </a:cubicBezTo>
                  <a:cubicBezTo>
                    <a:pt x="60" y="349"/>
                    <a:pt x="62" y="349"/>
                    <a:pt x="63" y="349"/>
                  </a:cubicBezTo>
                  <a:cubicBezTo>
                    <a:pt x="63" y="349"/>
                    <a:pt x="63" y="349"/>
                    <a:pt x="63" y="349"/>
                  </a:cubicBezTo>
                  <a:cubicBezTo>
                    <a:pt x="64" y="349"/>
                    <a:pt x="64" y="349"/>
                    <a:pt x="64" y="349"/>
                  </a:cubicBezTo>
                  <a:cubicBezTo>
                    <a:pt x="65" y="349"/>
                    <a:pt x="66" y="349"/>
                    <a:pt x="67" y="349"/>
                  </a:cubicBezTo>
                  <a:cubicBezTo>
                    <a:pt x="71" y="349"/>
                    <a:pt x="72" y="351"/>
                    <a:pt x="72" y="352"/>
                  </a:cubicBezTo>
                  <a:cubicBezTo>
                    <a:pt x="72" y="354"/>
                    <a:pt x="72" y="356"/>
                    <a:pt x="72" y="358"/>
                  </a:cubicBezTo>
                  <a:cubicBezTo>
                    <a:pt x="72" y="360"/>
                    <a:pt x="72" y="362"/>
                    <a:pt x="72" y="364"/>
                  </a:cubicBezTo>
                  <a:cubicBezTo>
                    <a:pt x="73" y="367"/>
                    <a:pt x="74" y="368"/>
                    <a:pt x="74" y="368"/>
                  </a:cubicBezTo>
                  <a:cubicBezTo>
                    <a:pt x="76" y="368"/>
                    <a:pt x="76" y="368"/>
                    <a:pt x="76" y="368"/>
                  </a:cubicBezTo>
                  <a:cubicBezTo>
                    <a:pt x="77" y="370"/>
                    <a:pt x="77" y="370"/>
                    <a:pt x="77" y="370"/>
                  </a:cubicBezTo>
                  <a:cubicBezTo>
                    <a:pt x="77" y="372"/>
                    <a:pt x="78" y="376"/>
                    <a:pt x="76" y="380"/>
                  </a:cubicBezTo>
                  <a:cubicBezTo>
                    <a:pt x="74" y="383"/>
                    <a:pt x="70" y="384"/>
                    <a:pt x="67" y="385"/>
                  </a:cubicBezTo>
                  <a:cubicBezTo>
                    <a:pt x="65" y="385"/>
                    <a:pt x="64" y="386"/>
                    <a:pt x="63" y="386"/>
                  </a:cubicBezTo>
                  <a:cubicBezTo>
                    <a:pt x="63" y="386"/>
                    <a:pt x="63" y="386"/>
                    <a:pt x="63" y="386"/>
                  </a:cubicBezTo>
                  <a:cubicBezTo>
                    <a:pt x="63" y="388"/>
                    <a:pt x="63" y="389"/>
                    <a:pt x="63" y="390"/>
                  </a:cubicBezTo>
                  <a:cubicBezTo>
                    <a:pt x="63" y="391"/>
                    <a:pt x="64" y="393"/>
                    <a:pt x="65" y="394"/>
                  </a:cubicBezTo>
                  <a:cubicBezTo>
                    <a:pt x="65" y="394"/>
                    <a:pt x="65" y="395"/>
                    <a:pt x="65" y="395"/>
                  </a:cubicBezTo>
                  <a:cubicBezTo>
                    <a:pt x="66" y="396"/>
                    <a:pt x="67" y="398"/>
                    <a:pt x="67" y="400"/>
                  </a:cubicBezTo>
                  <a:cubicBezTo>
                    <a:pt x="67" y="400"/>
                    <a:pt x="68" y="401"/>
                    <a:pt x="68" y="401"/>
                  </a:cubicBezTo>
                  <a:cubicBezTo>
                    <a:pt x="69" y="401"/>
                    <a:pt x="72" y="401"/>
                    <a:pt x="72" y="405"/>
                  </a:cubicBezTo>
                  <a:cubicBezTo>
                    <a:pt x="72" y="405"/>
                    <a:pt x="72" y="405"/>
                    <a:pt x="72" y="406"/>
                  </a:cubicBezTo>
                  <a:cubicBezTo>
                    <a:pt x="72" y="406"/>
                    <a:pt x="72" y="406"/>
                    <a:pt x="72" y="406"/>
                  </a:cubicBezTo>
                  <a:cubicBezTo>
                    <a:pt x="73" y="406"/>
                    <a:pt x="73" y="406"/>
                    <a:pt x="73" y="406"/>
                  </a:cubicBezTo>
                  <a:cubicBezTo>
                    <a:pt x="74" y="406"/>
                    <a:pt x="75" y="406"/>
                    <a:pt x="76" y="407"/>
                  </a:cubicBezTo>
                  <a:cubicBezTo>
                    <a:pt x="77" y="406"/>
                    <a:pt x="79" y="405"/>
                    <a:pt x="83" y="403"/>
                  </a:cubicBezTo>
                  <a:cubicBezTo>
                    <a:pt x="83" y="403"/>
                    <a:pt x="84" y="403"/>
                    <a:pt x="84" y="403"/>
                  </a:cubicBezTo>
                  <a:cubicBezTo>
                    <a:pt x="85" y="402"/>
                    <a:pt x="87" y="402"/>
                    <a:pt x="88" y="402"/>
                  </a:cubicBezTo>
                  <a:cubicBezTo>
                    <a:pt x="90" y="402"/>
                    <a:pt x="93" y="402"/>
                    <a:pt x="95" y="406"/>
                  </a:cubicBezTo>
                  <a:cubicBezTo>
                    <a:pt x="95" y="407"/>
                    <a:pt x="95" y="407"/>
                    <a:pt x="96" y="408"/>
                  </a:cubicBezTo>
                  <a:cubicBezTo>
                    <a:pt x="96" y="409"/>
                    <a:pt x="96" y="409"/>
                    <a:pt x="97" y="410"/>
                  </a:cubicBezTo>
                  <a:cubicBezTo>
                    <a:pt x="97" y="410"/>
                    <a:pt x="97" y="410"/>
                    <a:pt x="97" y="410"/>
                  </a:cubicBezTo>
                  <a:cubicBezTo>
                    <a:pt x="98" y="411"/>
                    <a:pt x="99" y="412"/>
                    <a:pt x="99" y="413"/>
                  </a:cubicBezTo>
                  <a:cubicBezTo>
                    <a:pt x="100" y="414"/>
                    <a:pt x="100" y="414"/>
                    <a:pt x="100" y="415"/>
                  </a:cubicBezTo>
                  <a:cubicBezTo>
                    <a:pt x="101" y="415"/>
                    <a:pt x="101" y="415"/>
                    <a:pt x="101" y="415"/>
                  </a:cubicBezTo>
                  <a:cubicBezTo>
                    <a:pt x="101" y="415"/>
                    <a:pt x="102" y="415"/>
                    <a:pt x="103" y="415"/>
                  </a:cubicBezTo>
                  <a:cubicBezTo>
                    <a:pt x="103" y="415"/>
                    <a:pt x="104" y="415"/>
                    <a:pt x="105" y="415"/>
                  </a:cubicBezTo>
                  <a:cubicBezTo>
                    <a:pt x="105" y="415"/>
                    <a:pt x="106" y="415"/>
                    <a:pt x="106" y="415"/>
                  </a:cubicBezTo>
                  <a:cubicBezTo>
                    <a:pt x="108" y="414"/>
                    <a:pt x="110" y="413"/>
                    <a:pt x="111" y="412"/>
                  </a:cubicBezTo>
                  <a:cubicBezTo>
                    <a:pt x="111" y="412"/>
                    <a:pt x="108" y="411"/>
                    <a:pt x="108" y="411"/>
                  </a:cubicBezTo>
                  <a:cubicBezTo>
                    <a:pt x="108" y="408"/>
                    <a:pt x="108" y="408"/>
                    <a:pt x="108" y="408"/>
                  </a:cubicBezTo>
                  <a:cubicBezTo>
                    <a:pt x="108" y="408"/>
                    <a:pt x="108" y="408"/>
                    <a:pt x="108" y="407"/>
                  </a:cubicBezTo>
                  <a:cubicBezTo>
                    <a:pt x="108" y="406"/>
                    <a:pt x="107" y="406"/>
                    <a:pt x="106" y="405"/>
                  </a:cubicBezTo>
                  <a:cubicBezTo>
                    <a:pt x="105" y="404"/>
                    <a:pt x="104" y="402"/>
                    <a:pt x="104" y="400"/>
                  </a:cubicBezTo>
                  <a:cubicBezTo>
                    <a:pt x="103" y="396"/>
                    <a:pt x="103" y="396"/>
                    <a:pt x="103" y="396"/>
                  </a:cubicBezTo>
                  <a:cubicBezTo>
                    <a:pt x="107" y="396"/>
                    <a:pt x="107" y="396"/>
                    <a:pt x="107" y="396"/>
                  </a:cubicBezTo>
                  <a:cubicBezTo>
                    <a:pt x="108" y="396"/>
                    <a:pt x="108" y="396"/>
                    <a:pt x="108" y="396"/>
                  </a:cubicBezTo>
                  <a:cubicBezTo>
                    <a:pt x="109" y="396"/>
                    <a:pt x="111" y="396"/>
                    <a:pt x="112" y="396"/>
                  </a:cubicBezTo>
                  <a:cubicBezTo>
                    <a:pt x="115" y="396"/>
                    <a:pt x="117" y="396"/>
                    <a:pt x="118" y="395"/>
                  </a:cubicBezTo>
                  <a:cubicBezTo>
                    <a:pt x="118" y="391"/>
                    <a:pt x="121" y="391"/>
                    <a:pt x="122" y="391"/>
                  </a:cubicBezTo>
                  <a:cubicBezTo>
                    <a:pt x="124" y="391"/>
                    <a:pt x="124" y="391"/>
                    <a:pt x="124" y="391"/>
                  </a:cubicBezTo>
                  <a:cubicBezTo>
                    <a:pt x="125" y="391"/>
                    <a:pt x="126" y="391"/>
                    <a:pt x="127" y="391"/>
                  </a:cubicBezTo>
                  <a:cubicBezTo>
                    <a:pt x="127" y="391"/>
                    <a:pt x="127" y="391"/>
                    <a:pt x="127" y="391"/>
                  </a:cubicBezTo>
                  <a:cubicBezTo>
                    <a:pt x="127" y="391"/>
                    <a:pt x="127" y="391"/>
                    <a:pt x="127" y="390"/>
                  </a:cubicBezTo>
                  <a:cubicBezTo>
                    <a:pt x="126" y="387"/>
                    <a:pt x="126" y="387"/>
                    <a:pt x="126" y="387"/>
                  </a:cubicBezTo>
                  <a:cubicBezTo>
                    <a:pt x="130" y="387"/>
                    <a:pt x="130" y="387"/>
                    <a:pt x="130" y="387"/>
                  </a:cubicBezTo>
                  <a:cubicBezTo>
                    <a:pt x="134" y="387"/>
                    <a:pt x="139" y="387"/>
                    <a:pt x="141" y="390"/>
                  </a:cubicBezTo>
                  <a:cubicBezTo>
                    <a:pt x="141" y="390"/>
                    <a:pt x="141" y="390"/>
                    <a:pt x="141" y="390"/>
                  </a:cubicBezTo>
                  <a:cubicBezTo>
                    <a:pt x="141" y="388"/>
                    <a:pt x="143" y="386"/>
                    <a:pt x="145" y="386"/>
                  </a:cubicBezTo>
                  <a:cubicBezTo>
                    <a:pt x="145" y="386"/>
                    <a:pt x="145" y="386"/>
                    <a:pt x="145" y="386"/>
                  </a:cubicBezTo>
                  <a:cubicBezTo>
                    <a:pt x="146" y="386"/>
                    <a:pt x="147" y="386"/>
                    <a:pt x="147" y="386"/>
                  </a:cubicBezTo>
                  <a:cubicBezTo>
                    <a:pt x="148" y="386"/>
                    <a:pt x="149" y="386"/>
                    <a:pt x="151" y="387"/>
                  </a:cubicBezTo>
                  <a:cubicBezTo>
                    <a:pt x="153" y="387"/>
                    <a:pt x="156" y="388"/>
                    <a:pt x="158" y="389"/>
                  </a:cubicBezTo>
                  <a:cubicBezTo>
                    <a:pt x="160" y="390"/>
                    <a:pt x="162" y="391"/>
                    <a:pt x="164" y="392"/>
                  </a:cubicBezTo>
                  <a:cubicBezTo>
                    <a:pt x="166" y="394"/>
                    <a:pt x="168" y="395"/>
                    <a:pt x="170" y="396"/>
                  </a:cubicBezTo>
                  <a:cubicBezTo>
                    <a:pt x="173" y="397"/>
                    <a:pt x="175" y="397"/>
                    <a:pt x="178" y="397"/>
                  </a:cubicBezTo>
                  <a:cubicBezTo>
                    <a:pt x="180" y="397"/>
                    <a:pt x="183" y="397"/>
                    <a:pt x="186" y="396"/>
                  </a:cubicBezTo>
                  <a:cubicBezTo>
                    <a:pt x="191" y="395"/>
                    <a:pt x="191" y="395"/>
                    <a:pt x="191" y="395"/>
                  </a:cubicBezTo>
                  <a:cubicBezTo>
                    <a:pt x="190" y="400"/>
                    <a:pt x="190" y="400"/>
                    <a:pt x="190" y="400"/>
                  </a:cubicBezTo>
                  <a:cubicBezTo>
                    <a:pt x="189" y="401"/>
                    <a:pt x="193" y="404"/>
                    <a:pt x="195" y="405"/>
                  </a:cubicBezTo>
                  <a:cubicBezTo>
                    <a:pt x="196" y="406"/>
                    <a:pt x="196" y="406"/>
                    <a:pt x="197" y="406"/>
                  </a:cubicBezTo>
                  <a:cubicBezTo>
                    <a:pt x="197" y="406"/>
                    <a:pt x="197" y="406"/>
                    <a:pt x="197" y="406"/>
                  </a:cubicBezTo>
                  <a:cubicBezTo>
                    <a:pt x="197" y="406"/>
                    <a:pt x="198" y="405"/>
                    <a:pt x="198" y="405"/>
                  </a:cubicBezTo>
                  <a:cubicBezTo>
                    <a:pt x="198" y="404"/>
                    <a:pt x="198" y="404"/>
                    <a:pt x="198" y="404"/>
                  </a:cubicBezTo>
                  <a:cubicBezTo>
                    <a:pt x="198" y="402"/>
                    <a:pt x="199" y="401"/>
                    <a:pt x="202" y="401"/>
                  </a:cubicBezTo>
                  <a:cubicBezTo>
                    <a:pt x="209" y="401"/>
                    <a:pt x="209" y="401"/>
                    <a:pt x="209" y="401"/>
                  </a:cubicBezTo>
                  <a:cubicBezTo>
                    <a:pt x="209" y="404"/>
                    <a:pt x="209" y="404"/>
                    <a:pt x="209" y="404"/>
                  </a:cubicBezTo>
                  <a:cubicBezTo>
                    <a:pt x="209" y="405"/>
                    <a:pt x="209" y="405"/>
                    <a:pt x="209" y="405"/>
                  </a:cubicBezTo>
                  <a:cubicBezTo>
                    <a:pt x="209" y="405"/>
                    <a:pt x="209" y="405"/>
                    <a:pt x="209" y="405"/>
                  </a:cubicBezTo>
                  <a:cubicBezTo>
                    <a:pt x="209" y="405"/>
                    <a:pt x="209" y="405"/>
                    <a:pt x="211" y="405"/>
                  </a:cubicBezTo>
                  <a:cubicBezTo>
                    <a:pt x="217" y="406"/>
                    <a:pt x="217" y="406"/>
                    <a:pt x="217" y="406"/>
                  </a:cubicBezTo>
                  <a:cubicBezTo>
                    <a:pt x="213" y="411"/>
                    <a:pt x="213" y="411"/>
                    <a:pt x="213" y="411"/>
                  </a:cubicBezTo>
                  <a:cubicBezTo>
                    <a:pt x="211" y="412"/>
                    <a:pt x="210" y="413"/>
                    <a:pt x="209" y="414"/>
                  </a:cubicBezTo>
                  <a:cubicBezTo>
                    <a:pt x="211" y="414"/>
                    <a:pt x="213" y="414"/>
                    <a:pt x="214" y="414"/>
                  </a:cubicBezTo>
                  <a:cubicBezTo>
                    <a:pt x="217" y="414"/>
                    <a:pt x="217" y="414"/>
                    <a:pt x="217" y="414"/>
                  </a:cubicBezTo>
                  <a:cubicBezTo>
                    <a:pt x="219" y="414"/>
                    <a:pt x="221" y="414"/>
                    <a:pt x="224" y="415"/>
                  </a:cubicBezTo>
                  <a:cubicBezTo>
                    <a:pt x="225" y="415"/>
                    <a:pt x="229" y="416"/>
                    <a:pt x="231" y="419"/>
                  </a:cubicBezTo>
                  <a:cubicBezTo>
                    <a:pt x="232" y="421"/>
                    <a:pt x="232" y="422"/>
                    <a:pt x="232" y="423"/>
                  </a:cubicBezTo>
                  <a:cubicBezTo>
                    <a:pt x="232" y="424"/>
                    <a:pt x="232" y="424"/>
                    <a:pt x="232" y="424"/>
                  </a:cubicBezTo>
                  <a:cubicBezTo>
                    <a:pt x="232" y="424"/>
                    <a:pt x="233" y="424"/>
                    <a:pt x="234" y="424"/>
                  </a:cubicBezTo>
                  <a:cubicBezTo>
                    <a:pt x="236" y="425"/>
                    <a:pt x="237" y="427"/>
                    <a:pt x="238" y="429"/>
                  </a:cubicBezTo>
                  <a:cubicBezTo>
                    <a:pt x="238" y="430"/>
                    <a:pt x="238" y="430"/>
                    <a:pt x="238" y="431"/>
                  </a:cubicBezTo>
                  <a:cubicBezTo>
                    <a:pt x="239" y="432"/>
                    <a:pt x="240" y="432"/>
                    <a:pt x="241" y="433"/>
                  </a:cubicBezTo>
                  <a:cubicBezTo>
                    <a:pt x="243" y="434"/>
                    <a:pt x="245" y="434"/>
                    <a:pt x="248" y="434"/>
                  </a:cubicBezTo>
                  <a:cubicBezTo>
                    <a:pt x="249" y="434"/>
                    <a:pt x="250" y="434"/>
                    <a:pt x="252" y="434"/>
                  </a:cubicBezTo>
                  <a:cubicBezTo>
                    <a:pt x="256" y="433"/>
                    <a:pt x="256" y="433"/>
                    <a:pt x="256" y="433"/>
                  </a:cubicBezTo>
                  <a:cubicBezTo>
                    <a:pt x="256" y="437"/>
                    <a:pt x="256" y="437"/>
                    <a:pt x="256" y="437"/>
                  </a:cubicBezTo>
                  <a:cubicBezTo>
                    <a:pt x="256" y="437"/>
                    <a:pt x="256" y="438"/>
                    <a:pt x="264" y="438"/>
                  </a:cubicBezTo>
                  <a:cubicBezTo>
                    <a:pt x="266" y="438"/>
                    <a:pt x="266" y="438"/>
                    <a:pt x="266" y="438"/>
                  </a:cubicBezTo>
                  <a:cubicBezTo>
                    <a:pt x="268" y="438"/>
                    <a:pt x="270" y="441"/>
                    <a:pt x="272" y="443"/>
                  </a:cubicBezTo>
                  <a:cubicBezTo>
                    <a:pt x="273" y="443"/>
                    <a:pt x="273" y="444"/>
                    <a:pt x="274" y="445"/>
                  </a:cubicBezTo>
                  <a:cubicBezTo>
                    <a:pt x="275" y="446"/>
                    <a:pt x="276" y="446"/>
                    <a:pt x="278" y="447"/>
                  </a:cubicBezTo>
                  <a:cubicBezTo>
                    <a:pt x="278" y="448"/>
                    <a:pt x="279" y="448"/>
                    <a:pt x="280" y="449"/>
                  </a:cubicBezTo>
                  <a:cubicBezTo>
                    <a:pt x="282" y="450"/>
                    <a:pt x="285" y="452"/>
                    <a:pt x="287" y="455"/>
                  </a:cubicBezTo>
                  <a:cubicBezTo>
                    <a:pt x="288" y="456"/>
                    <a:pt x="288" y="458"/>
                    <a:pt x="289" y="459"/>
                  </a:cubicBezTo>
                  <a:cubicBezTo>
                    <a:pt x="289" y="460"/>
                    <a:pt x="289" y="460"/>
                    <a:pt x="289" y="460"/>
                  </a:cubicBezTo>
                  <a:cubicBezTo>
                    <a:pt x="289" y="460"/>
                    <a:pt x="289" y="460"/>
                    <a:pt x="289" y="460"/>
                  </a:cubicBezTo>
                  <a:cubicBezTo>
                    <a:pt x="289" y="461"/>
                    <a:pt x="289" y="461"/>
                    <a:pt x="289" y="462"/>
                  </a:cubicBezTo>
                  <a:cubicBezTo>
                    <a:pt x="289" y="462"/>
                    <a:pt x="289" y="462"/>
                    <a:pt x="289" y="463"/>
                  </a:cubicBezTo>
                  <a:cubicBezTo>
                    <a:pt x="291" y="464"/>
                    <a:pt x="294" y="466"/>
                    <a:pt x="296" y="469"/>
                  </a:cubicBezTo>
                  <a:cubicBezTo>
                    <a:pt x="296" y="470"/>
                    <a:pt x="297" y="471"/>
                    <a:pt x="297" y="472"/>
                  </a:cubicBezTo>
                  <a:cubicBezTo>
                    <a:pt x="297" y="472"/>
                    <a:pt x="297" y="472"/>
                    <a:pt x="297" y="472"/>
                  </a:cubicBezTo>
                  <a:cubicBezTo>
                    <a:pt x="298" y="472"/>
                    <a:pt x="298" y="472"/>
                    <a:pt x="299" y="471"/>
                  </a:cubicBezTo>
                  <a:cubicBezTo>
                    <a:pt x="299" y="471"/>
                    <a:pt x="300" y="471"/>
                    <a:pt x="300" y="471"/>
                  </a:cubicBezTo>
                  <a:cubicBezTo>
                    <a:pt x="301" y="471"/>
                    <a:pt x="301" y="471"/>
                    <a:pt x="301" y="471"/>
                  </a:cubicBezTo>
                  <a:cubicBezTo>
                    <a:pt x="302" y="472"/>
                    <a:pt x="302" y="472"/>
                    <a:pt x="302" y="472"/>
                  </a:cubicBezTo>
                  <a:cubicBezTo>
                    <a:pt x="302" y="472"/>
                    <a:pt x="303" y="473"/>
                    <a:pt x="304" y="473"/>
                  </a:cubicBezTo>
                  <a:cubicBezTo>
                    <a:pt x="307" y="475"/>
                    <a:pt x="311" y="477"/>
                    <a:pt x="314" y="481"/>
                  </a:cubicBezTo>
                  <a:cubicBezTo>
                    <a:pt x="316" y="483"/>
                    <a:pt x="317" y="486"/>
                    <a:pt x="317" y="489"/>
                  </a:cubicBezTo>
                  <a:cubicBezTo>
                    <a:pt x="317" y="490"/>
                    <a:pt x="317" y="491"/>
                    <a:pt x="317" y="492"/>
                  </a:cubicBezTo>
                  <a:cubicBezTo>
                    <a:pt x="318" y="494"/>
                    <a:pt x="317" y="495"/>
                    <a:pt x="317" y="495"/>
                  </a:cubicBezTo>
                  <a:cubicBezTo>
                    <a:pt x="316" y="496"/>
                    <a:pt x="315" y="497"/>
                    <a:pt x="314" y="497"/>
                  </a:cubicBezTo>
                  <a:cubicBezTo>
                    <a:pt x="313" y="497"/>
                    <a:pt x="313" y="497"/>
                    <a:pt x="312" y="497"/>
                  </a:cubicBezTo>
                  <a:cubicBezTo>
                    <a:pt x="303" y="497"/>
                    <a:pt x="303" y="497"/>
                    <a:pt x="303" y="497"/>
                  </a:cubicBezTo>
                  <a:cubicBezTo>
                    <a:pt x="302" y="497"/>
                    <a:pt x="302" y="497"/>
                    <a:pt x="302" y="498"/>
                  </a:cubicBezTo>
                  <a:cubicBezTo>
                    <a:pt x="301" y="501"/>
                    <a:pt x="297" y="501"/>
                    <a:pt x="296" y="501"/>
                  </a:cubicBezTo>
                  <a:cubicBezTo>
                    <a:pt x="295" y="501"/>
                    <a:pt x="295" y="501"/>
                    <a:pt x="295" y="501"/>
                  </a:cubicBezTo>
                  <a:cubicBezTo>
                    <a:pt x="295" y="501"/>
                    <a:pt x="294" y="501"/>
                    <a:pt x="294" y="501"/>
                  </a:cubicBezTo>
                  <a:cubicBezTo>
                    <a:pt x="293" y="502"/>
                    <a:pt x="293" y="502"/>
                    <a:pt x="293" y="502"/>
                  </a:cubicBezTo>
                  <a:cubicBezTo>
                    <a:pt x="293" y="502"/>
                    <a:pt x="293" y="502"/>
                    <a:pt x="294" y="503"/>
                  </a:cubicBezTo>
                  <a:cubicBezTo>
                    <a:pt x="294" y="503"/>
                    <a:pt x="295" y="504"/>
                    <a:pt x="295" y="504"/>
                  </a:cubicBezTo>
                  <a:cubicBezTo>
                    <a:pt x="296" y="505"/>
                    <a:pt x="298" y="505"/>
                    <a:pt x="299" y="505"/>
                  </a:cubicBezTo>
                  <a:cubicBezTo>
                    <a:pt x="300" y="505"/>
                    <a:pt x="302" y="505"/>
                    <a:pt x="303" y="505"/>
                  </a:cubicBezTo>
                  <a:cubicBezTo>
                    <a:pt x="304" y="505"/>
                    <a:pt x="304" y="505"/>
                    <a:pt x="304" y="505"/>
                  </a:cubicBezTo>
                  <a:cubicBezTo>
                    <a:pt x="306" y="504"/>
                    <a:pt x="307" y="504"/>
                    <a:pt x="309" y="504"/>
                  </a:cubicBezTo>
                  <a:cubicBezTo>
                    <a:pt x="315" y="504"/>
                    <a:pt x="315" y="504"/>
                    <a:pt x="315" y="504"/>
                  </a:cubicBezTo>
                  <a:cubicBezTo>
                    <a:pt x="331" y="504"/>
                    <a:pt x="331" y="504"/>
                    <a:pt x="331" y="504"/>
                  </a:cubicBezTo>
                  <a:cubicBezTo>
                    <a:pt x="331" y="504"/>
                    <a:pt x="331" y="504"/>
                    <a:pt x="331" y="504"/>
                  </a:cubicBezTo>
                  <a:cubicBezTo>
                    <a:pt x="331" y="504"/>
                    <a:pt x="332" y="504"/>
                    <a:pt x="332" y="504"/>
                  </a:cubicBezTo>
                  <a:cubicBezTo>
                    <a:pt x="334" y="504"/>
                    <a:pt x="336" y="506"/>
                    <a:pt x="336" y="508"/>
                  </a:cubicBezTo>
                  <a:cubicBezTo>
                    <a:pt x="336" y="508"/>
                    <a:pt x="336" y="509"/>
                    <a:pt x="336" y="509"/>
                  </a:cubicBezTo>
                  <a:cubicBezTo>
                    <a:pt x="337" y="509"/>
                    <a:pt x="337" y="509"/>
                    <a:pt x="337" y="509"/>
                  </a:cubicBezTo>
                  <a:cubicBezTo>
                    <a:pt x="337" y="509"/>
                    <a:pt x="337" y="509"/>
                    <a:pt x="337" y="509"/>
                  </a:cubicBezTo>
                  <a:cubicBezTo>
                    <a:pt x="340" y="509"/>
                    <a:pt x="340" y="511"/>
                    <a:pt x="341" y="512"/>
                  </a:cubicBezTo>
                  <a:cubicBezTo>
                    <a:pt x="341" y="512"/>
                    <a:pt x="341" y="512"/>
                    <a:pt x="341" y="513"/>
                  </a:cubicBezTo>
                  <a:cubicBezTo>
                    <a:pt x="341" y="513"/>
                    <a:pt x="342" y="513"/>
                    <a:pt x="343" y="513"/>
                  </a:cubicBezTo>
                  <a:cubicBezTo>
                    <a:pt x="344" y="514"/>
                    <a:pt x="346" y="514"/>
                    <a:pt x="348" y="514"/>
                  </a:cubicBezTo>
                  <a:cubicBezTo>
                    <a:pt x="349" y="514"/>
                    <a:pt x="350" y="514"/>
                    <a:pt x="351" y="514"/>
                  </a:cubicBezTo>
                  <a:cubicBezTo>
                    <a:pt x="354" y="514"/>
                    <a:pt x="355" y="517"/>
                    <a:pt x="355" y="519"/>
                  </a:cubicBezTo>
                  <a:cubicBezTo>
                    <a:pt x="356" y="519"/>
                    <a:pt x="356" y="519"/>
                    <a:pt x="357" y="519"/>
                  </a:cubicBezTo>
                  <a:cubicBezTo>
                    <a:pt x="361" y="519"/>
                    <a:pt x="361" y="519"/>
                    <a:pt x="361" y="519"/>
                  </a:cubicBezTo>
                  <a:cubicBezTo>
                    <a:pt x="362" y="519"/>
                    <a:pt x="362" y="519"/>
                    <a:pt x="363" y="518"/>
                  </a:cubicBezTo>
                  <a:cubicBezTo>
                    <a:pt x="365" y="518"/>
                    <a:pt x="368" y="518"/>
                    <a:pt x="370" y="518"/>
                  </a:cubicBezTo>
                  <a:cubicBezTo>
                    <a:pt x="374" y="518"/>
                    <a:pt x="378" y="518"/>
                    <a:pt x="379" y="521"/>
                  </a:cubicBezTo>
                  <a:cubicBezTo>
                    <a:pt x="379" y="522"/>
                    <a:pt x="380" y="523"/>
                    <a:pt x="382" y="523"/>
                  </a:cubicBezTo>
                  <a:cubicBezTo>
                    <a:pt x="383" y="523"/>
                    <a:pt x="384" y="523"/>
                    <a:pt x="386" y="523"/>
                  </a:cubicBezTo>
                  <a:cubicBezTo>
                    <a:pt x="387" y="523"/>
                    <a:pt x="390" y="523"/>
                    <a:pt x="390" y="523"/>
                  </a:cubicBezTo>
                  <a:cubicBezTo>
                    <a:pt x="391" y="523"/>
                    <a:pt x="391" y="523"/>
                    <a:pt x="391" y="523"/>
                  </a:cubicBezTo>
                  <a:cubicBezTo>
                    <a:pt x="392" y="523"/>
                    <a:pt x="393" y="523"/>
                    <a:pt x="394" y="523"/>
                  </a:cubicBezTo>
                  <a:cubicBezTo>
                    <a:pt x="395" y="523"/>
                    <a:pt x="396" y="523"/>
                    <a:pt x="397" y="523"/>
                  </a:cubicBezTo>
                  <a:cubicBezTo>
                    <a:pt x="397" y="523"/>
                    <a:pt x="397" y="523"/>
                    <a:pt x="397" y="523"/>
                  </a:cubicBezTo>
                  <a:cubicBezTo>
                    <a:pt x="398" y="523"/>
                    <a:pt x="398" y="523"/>
                    <a:pt x="398" y="523"/>
                  </a:cubicBezTo>
                  <a:cubicBezTo>
                    <a:pt x="400" y="523"/>
                    <a:pt x="402" y="524"/>
                    <a:pt x="402" y="526"/>
                  </a:cubicBezTo>
                  <a:cubicBezTo>
                    <a:pt x="402" y="527"/>
                    <a:pt x="403" y="528"/>
                    <a:pt x="403" y="528"/>
                  </a:cubicBezTo>
                  <a:cubicBezTo>
                    <a:pt x="404" y="530"/>
                    <a:pt x="407" y="531"/>
                    <a:pt x="409" y="533"/>
                  </a:cubicBezTo>
                  <a:cubicBezTo>
                    <a:pt x="412" y="533"/>
                    <a:pt x="412" y="533"/>
                    <a:pt x="412" y="533"/>
                  </a:cubicBezTo>
                  <a:cubicBezTo>
                    <a:pt x="413" y="533"/>
                    <a:pt x="415" y="533"/>
                    <a:pt x="416" y="536"/>
                  </a:cubicBezTo>
                  <a:cubicBezTo>
                    <a:pt x="416" y="536"/>
                    <a:pt x="416" y="536"/>
                    <a:pt x="417" y="536"/>
                  </a:cubicBezTo>
                  <a:cubicBezTo>
                    <a:pt x="417" y="537"/>
                    <a:pt x="418" y="538"/>
                    <a:pt x="418" y="539"/>
                  </a:cubicBezTo>
                  <a:cubicBezTo>
                    <a:pt x="420" y="541"/>
                    <a:pt x="423" y="542"/>
                    <a:pt x="429" y="542"/>
                  </a:cubicBezTo>
                  <a:cubicBezTo>
                    <a:pt x="430" y="542"/>
                    <a:pt x="432" y="542"/>
                    <a:pt x="433" y="542"/>
                  </a:cubicBezTo>
                  <a:cubicBezTo>
                    <a:pt x="434" y="542"/>
                    <a:pt x="436" y="542"/>
                    <a:pt x="437" y="542"/>
                  </a:cubicBezTo>
                  <a:cubicBezTo>
                    <a:pt x="441" y="542"/>
                    <a:pt x="441" y="542"/>
                    <a:pt x="441" y="542"/>
                  </a:cubicBezTo>
                  <a:cubicBezTo>
                    <a:pt x="440" y="546"/>
                    <a:pt x="440" y="546"/>
                    <a:pt x="440" y="546"/>
                  </a:cubicBezTo>
                  <a:cubicBezTo>
                    <a:pt x="440" y="546"/>
                    <a:pt x="440" y="546"/>
                    <a:pt x="440" y="547"/>
                  </a:cubicBezTo>
                  <a:cubicBezTo>
                    <a:pt x="440" y="547"/>
                    <a:pt x="440" y="547"/>
                    <a:pt x="440" y="547"/>
                  </a:cubicBezTo>
                  <a:cubicBezTo>
                    <a:pt x="440" y="547"/>
                    <a:pt x="440" y="547"/>
                    <a:pt x="442" y="547"/>
                  </a:cubicBezTo>
                  <a:cubicBezTo>
                    <a:pt x="445" y="547"/>
                    <a:pt x="445" y="547"/>
                    <a:pt x="445" y="547"/>
                  </a:cubicBezTo>
                  <a:cubicBezTo>
                    <a:pt x="445" y="568"/>
                    <a:pt x="445" y="568"/>
                    <a:pt x="445" y="568"/>
                  </a:cubicBezTo>
                  <a:cubicBezTo>
                    <a:pt x="441" y="567"/>
                    <a:pt x="441" y="567"/>
                    <a:pt x="441" y="567"/>
                  </a:cubicBezTo>
                  <a:cubicBezTo>
                    <a:pt x="441" y="567"/>
                    <a:pt x="440" y="567"/>
                    <a:pt x="440" y="567"/>
                  </a:cubicBezTo>
                  <a:cubicBezTo>
                    <a:pt x="440" y="567"/>
                    <a:pt x="440" y="567"/>
                    <a:pt x="440" y="567"/>
                  </a:cubicBezTo>
                  <a:cubicBezTo>
                    <a:pt x="440" y="567"/>
                    <a:pt x="440" y="567"/>
                    <a:pt x="440" y="568"/>
                  </a:cubicBezTo>
                  <a:cubicBezTo>
                    <a:pt x="439" y="572"/>
                    <a:pt x="439" y="574"/>
                    <a:pt x="440" y="575"/>
                  </a:cubicBezTo>
                  <a:cubicBezTo>
                    <a:pt x="440" y="575"/>
                    <a:pt x="441" y="575"/>
                    <a:pt x="442" y="575"/>
                  </a:cubicBezTo>
                  <a:cubicBezTo>
                    <a:pt x="444" y="575"/>
                    <a:pt x="444" y="575"/>
                    <a:pt x="444" y="575"/>
                  </a:cubicBezTo>
                  <a:cubicBezTo>
                    <a:pt x="445" y="578"/>
                    <a:pt x="445" y="578"/>
                    <a:pt x="445" y="578"/>
                  </a:cubicBezTo>
                  <a:cubicBezTo>
                    <a:pt x="445" y="579"/>
                    <a:pt x="445" y="579"/>
                    <a:pt x="445" y="579"/>
                  </a:cubicBezTo>
                  <a:cubicBezTo>
                    <a:pt x="445" y="581"/>
                    <a:pt x="445" y="585"/>
                    <a:pt x="442" y="586"/>
                  </a:cubicBezTo>
                  <a:cubicBezTo>
                    <a:pt x="441" y="587"/>
                    <a:pt x="440" y="587"/>
                    <a:pt x="439" y="588"/>
                  </a:cubicBezTo>
                  <a:cubicBezTo>
                    <a:pt x="435" y="591"/>
                    <a:pt x="431" y="594"/>
                    <a:pt x="428" y="599"/>
                  </a:cubicBezTo>
                  <a:cubicBezTo>
                    <a:pt x="427" y="600"/>
                    <a:pt x="426" y="601"/>
                    <a:pt x="426" y="602"/>
                  </a:cubicBezTo>
                  <a:cubicBezTo>
                    <a:pt x="424" y="605"/>
                    <a:pt x="423" y="605"/>
                    <a:pt x="422" y="605"/>
                  </a:cubicBezTo>
                  <a:cubicBezTo>
                    <a:pt x="422" y="605"/>
                    <a:pt x="421" y="605"/>
                    <a:pt x="421" y="605"/>
                  </a:cubicBezTo>
                  <a:cubicBezTo>
                    <a:pt x="421" y="605"/>
                    <a:pt x="421" y="605"/>
                    <a:pt x="421" y="605"/>
                  </a:cubicBezTo>
                  <a:cubicBezTo>
                    <a:pt x="421" y="605"/>
                    <a:pt x="421" y="605"/>
                    <a:pt x="421" y="605"/>
                  </a:cubicBezTo>
                  <a:cubicBezTo>
                    <a:pt x="421" y="605"/>
                    <a:pt x="421" y="606"/>
                    <a:pt x="421" y="606"/>
                  </a:cubicBezTo>
                  <a:cubicBezTo>
                    <a:pt x="422" y="610"/>
                    <a:pt x="422" y="610"/>
                    <a:pt x="422" y="610"/>
                  </a:cubicBezTo>
                  <a:cubicBezTo>
                    <a:pt x="418" y="610"/>
                    <a:pt x="418" y="610"/>
                    <a:pt x="418" y="610"/>
                  </a:cubicBezTo>
                  <a:cubicBezTo>
                    <a:pt x="418" y="610"/>
                    <a:pt x="417" y="610"/>
                    <a:pt x="417" y="612"/>
                  </a:cubicBezTo>
                  <a:cubicBezTo>
                    <a:pt x="417" y="612"/>
                    <a:pt x="417" y="613"/>
                    <a:pt x="417" y="613"/>
                  </a:cubicBezTo>
                  <a:cubicBezTo>
                    <a:pt x="417" y="614"/>
                    <a:pt x="417" y="615"/>
                    <a:pt x="416" y="616"/>
                  </a:cubicBezTo>
                  <a:cubicBezTo>
                    <a:pt x="416" y="617"/>
                    <a:pt x="415" y="619"/>
                    <a:pt x="411" y="619"/>
                  </a:cubicBezTo>
                  <a:cubicBezTo>
                    <a:pt x="410" y="619"/>
                    <a:pt x="410" y="619"/>
                    <a:pt x="409" y="619"/>
                  </a:cubicBezTo>
                  <a:cubicBezTo>
                    <a:pt x="409" y="619"/>
                    <a:pt x="409" y="619"/>
                    <a:pt x="408" y="619"/>
                  </a:cubicBezTo>
                  <a:cubicBezTo>
                    <a:pt x="402" y="619"/>
                    <a:pt x="402" y="619"/>
                    <a:pt x="402" y="619"/>
                  </a:cubicBezTo>
                  <a:cubicBezTo>
                    <a:pt x="402" y="620"/>
                    <a:pt x="402" y="620"/>
                    <a:pt x="402" y="620"/>
                  </a:cubicBezTo>
                  <a:cubicBezTo>
                    <a:pt x="402" y="620"/>
                    <a:pt x="402" y="621"/>
                    <a:pt x="402" y="622"/>
                  </a:cubicBezTo>
                  <a:cubicBezTo>
                    <a:pt x="402" y="623"/>
                    <a:pt x="402" y="626"/>
                    <a:pt x="402" y="627"/>
                  </a:cubicBezTo>
                  <a:cubicBezTo>
                    <a:pt x="402" y="627"/>
                    <a:pt x="403" y="627"/>
                    <a:pt x="404" y="627"/>
                  </a:cubicBezTo>
                  <a:cubicBezTo>
                    <a:pt x="407" y="627"/>
                    <a:pt x="407" y="627"/>
                    <a:pt x="407" y="627"/>
                  </a:cubicBezTo>
                  <a:cubicBezTo>
                    <a:pt x="407" y="630"/>
                    <a:pt x="407" y="630"/>
                    <a:pt x="407" y="630"/>
                  </a:cubicBezTo>
                  <a:cubicBezTo>
                    <a:pt x="407" y="649"/>
                    <a:pt x="407" y="649"/>
                    <a:pt x="407" y="649"/>
                  </a:cubicBezTo>
                  <a:cubicBezTo>
                    <a:pt x="407" y="652"/>
                    <a:pt x="407" y="654"/>
                    <a:pt x="407" y="657"/>
                  </a:cubicBezTo>
                  <a:cubicBezTo>
                    <a:pt x="407" y="662"/>
                    <a:pt x="406" y="668"/>
                    <a:pt x="407" y="673"/>
                  </a:cubicBezTo>
                  <a:cubicBezTo>
                    <a:pt x="407" y="676"/>
                    <a:pt x="406" y="680"/>
                    <a:pt x="399" y="680"/>
                  </a:cubicBezTo>
                  <a:cubicBezTo>
                    <a:pt x="398" y="681"/>
                    <a:pt x="396" y="681"/>
                    <a:pt x="395" y="683"/>
                  </a:cubicBezTo>
                  <a:cubicBezTo>
                    <a:pt x="393" y="685"/>
                    <a:pt x="392" y="687"/>
                    <a:pt x="391" y="690"/>
                  </a:cubicBezTo>
                  <a:cubicBezTo>
                    <a:pt x="391" y="692"/>
                    <a:pt x="390" y="694"/>
                    <a:pt x="389" y="696"/>
                  </a:cubicBezTo>
                  <a:cubicBezTo>
                    <a:pt x="388" y="698"/>
                    <a:pt x="387" y="699"/>
                    <a:pt x="384" y="699"/>
                  </a:cubicBezTo>
                  <a:cubicBezTo>
                    <a:pt x="382" y="699"/>
                    <a:pt x="382" y="699"/>
                    <a:pt x="382" y="699"/>
                  </a:cubicBezTo>
                  <a:cubicBezTo>
                    <a:pt x="382" y="699"/>
                    <a:pt x="381" y="699"/>
                    <a:pt x="380" y="700"/>
                  </a:cubicBezTo>
                  <a:cubicBezTo>
                    <a:pt x="380" y="700"/>
                    <a:pt x="379" y="700"/>
                    <a:pt x="378" y="701"/>
                  </a:cubicBezTo>
                  <a:cubicBezTo>
                    <a:pt x="377" y="702"/>
                    <a:pt x="376" y="702"/>
                    <a:pt x="375" y="703"/>
                  </a:cubicBezTo>
                  <a:cubicBezTo>
                    <a:pt x="374" y="704"/>
                    <a:pt x="372" y="704"/>
                    <a:pt x="371" y="704"/>
                  </a:cubicBezTo>
                  <a:cubicBezTo>
                    <a:pt x="370" y="704"/>
                    <a:pt x="370" y="704"/>
                    <a:pt x="369" y="704"/>
                  </a:cubicBezTo>
                  <a:cubicBezTo>
                    <a:pt x="369" y="705"/>
                    <a:pt x="369" y="707"/>
                    <a:pt x="369" y="708"/>
                  </a:cubicBezTo>
                  <a:cubicBezTo>
                    <a:pt x="369" y="709"/>
                    <a:pt x="369" y="710"/>
                    <a:pt x="369" y="710"/>
                  </a:cubicBezTo>
                  <a:cubicBezTo>
                    <a:pt x="369" y="714"/>
                    <a:pt x="369" y="714"/>
                    <a:pt x="369" y="714"/>
                  </a:cubicBezTo>
                  <a:cubicBezTo>
                    <a:pt x="365" y="713"/>
                    <a:pt x="365" y="713"/>
                    <a:pt x="365" y="713"/>
                  </a:cubicBezTo>
                  <a:cubicBezTo>
                    <a:pt x="365" y="713"/>
                    <a:pt x="365" y="713"/>
                    <a:pt x="365" y="713"/>
                  </a:cubicBezTo>
                  <a:cubicBezTo>
                    <a:pt x="365" y="713"/>
                    <a:pt x="365" y="713"/>
                    <a:pt x="365" y="713"/>
                  </a:cubicBezTo>
                  <a:cubicBezTo>
                    <a:pt x="365" y="713"/>
                    <a:pt x="365" y="713"/>
                    <a:pt x="365" y="714"/>
                  </a:cubicBezTo>
                  <a:cubicBezTo>
                    <a:pt x="365" y="714"/>
                    <a:pt x="365" y="714"/>
                    <a:pt x="365" y="714"/>
                  </a:cubicBezTo>
                  <a:cubicBezTo>
                    <a:pt x="364" y="717"/>
                    <a:pt x="363" y="718"/>
                    <a:pt x="360" y="718"/>
                  </a:cubicBezTo>
                  <a:cubicBezTo>
                    <a:pt x="355" y="718"/>
                    <a:pt x="355" y="718"/>
                    <a:pt x="355" y="718"/>
                  </a:cubicBezTo>
                  <a:cubicBezTo>
                    <a:pt x="354" y="718"/>
                    <a:pt x="352" y="718"/>
                    <a:pt x="350" y="718"/>
                  </a:cubicBezTo>
                  <a:cubicBezTo>
                    <a:pt x="349" y="718"/>
                    <a:pt x="347" y="718"/>
                    <a:pt x="345" y="718"/>
                  </a:cubicBezTo>
                  <a:cubicBezTo>
                    <a:pt x="342" y="718"/>
                    <a:pt x="340" y="718"/>
                    <a:pt x="338" y="719"/>
                  </a:cubicBezTo>
                  <a:cubicBezTo>
                    <a:pt x="334" y="719"/>
                    <a:pt x="333" y="722"/>
                    <a:pt x="332" y="724"/>
                  </a:cubicBezTo>
                  <a:cubicBezTo>
                    <a:pt x="331" y="725"/>
                    <a:pt x="331" y="725"/>
                    <a:pt x="331" y="725"/>
                  </a:cubicBezTo>
                  <a:cubicBezTo>
                    <a:pt x="331" y="727"/>
                    <a:pt x="330" y="729"/>
                    <a:pt x="328" y="731"/>
                  </a:cubicBezTo>
                  <a:cubicBezTo>
                    <a:pt x="327" y="732"/>
                    <a:pt x="327" y="733"/>
                    <a:pt x="327" y="734"/>
                  </a:cubicBezTo>
                  <a:cubicBezTo>
                    <a:pt x="327" y="738"/>
                    <a:pt x="327" y="738"/>
                    <a:pt x="327" y="738"/>
                  </a:cubicBezTo>
                  <a:cubicBezTo>
                    <a:pt x="323" y="737"/>
                    <a:pt x="323" y="737"/>
                    <a:pt x="323" y="737"/>
                  </a:cubicBezTo>
                  <a:cubicBezTo>
                    <a:pt x="323" y="737"/>
                    <a:pt x="322" y="737"/>
                    <a:pt x="322" y="737"/>
                  </a:cubicBezTo>
                  <a:cubicBezTo>
                    <a:pt x="322" y="737"/>
                    <a:pt x="322" y="737"/>
                    <a:pt x="322" y="739"/>
                  </a:cubicBezTo>
                  <a:cubicBezTo>
                    <a:pt x="322" y="766"/>
                    <a:pt x="322" y="766"/>
                    <a:pt x="322" y="766"/>
                  </a:cubicBezTo>
                  <a:cubicBezTo>
                    <a:pt x="322" y="770"/>
                    <a:pt x="322" y="773"/>
                    <a:pt x="320" y="776"/>
                  </a:cubicBezTo>
                  <a:cubicBezTo>
                    <a:pt x="318" y="782"/>
                    <a:pt x="313" y="785"/>
                    <a:pt x="309" y="787"/>
                  </a:cubicBezTo>
                  <a:cubicBezTo>
                    <a:pt x="307" y="788"/>
                    <a:pt x="307" y="788"/>
                    <a:pt x="307" y="788"/>
                  </a:cubicBezTo>
                  <a:cubicBezTo>
                    <a:pt x="306" y="789"/>
                    <a:pt x="305" y="789"/>
                    <a:pt x="304" y="789"/>
                  </a:cubicBezTo>
                  <a:cubicBezTo>
                    <a:pt x="304" y="789"/>
                    <a:pt x="303" y="789"/>
                    <a:pt x="303" y="789"/>
                  </a:cubicBezTo>
                  <a:cubicBezTo>
                    <a:pt x="303" y="789"/>
                    <a:pt x="303" y="789"/>
                    <a:pt x="303" y="789"/>
                  </a:cubicBezTo>
                  <a:cubicBezTo>
                    <a:pt x="303" y="791"/>
                    <a:pt x="303" y="794"/>
                    <a:pt x="303" y="797"/>
                  </a:cubicBezTo>
                  <a:cubicBezTo>
                    <a:pt x="303" y="798"/>
                    <a:pt x="303" y="799"/>
                    <a:pt x="303" y="800"/>
                  </a:cubicBezTo>
                  <a:cubicBezTo>
                    <a:pt x="303" y="804"/>
                    <a:pt x="303" y="804"/>
                    <a:pt x="303" y="804"/>
                  </a:cubicBezTo>
                  <a:cubicBezTo>
                    <a:pt x="299" y="803"/>
                    <a:pt x="299" y="803"/>
                    <a:pt x="299" y="803"/>
                  </a:cubicBezTo>
                  <a:cubicBezTo>
                    <a:pt x="299" y="803"/>
                    <a:pt x="299" y="803"/>
                    <a:pt x="299" y="803"/>
                  </a:cubicBezTo>
                  <a:cubicBezTo>
                    <a:pt x="299" y="803"/>
                    <a:pt x="299" y="803"/>
                    <a:pt x="299" y="803"/>
                  </a:cubicBezTo>
                  <a:cubicBezTo>
                    <a:pt x="299" y="803"/>
                    <a:pt x="298" y="803"/>
                    <a:pt x="298" y="805"/>
                  </a:cubicBezTo>
                  <a:cubicBezTo>
                    <a:pt x="298" y="808"/>
                    <a:pt x="298" y="808"/>
                    <a:pt x="298" y="808"/>
                  </a:cubicBezTo>
                  <a:cubicBezTo>
                    <a:pt x="279" y="808"/>
                    <a:pt x="279" y="808"/>
                    <a:pt x="279" y="808"/>
                  </a:cubicBezTo>
                  <a:cubicBezTo>
                    <a:pt x="280" y="809"/>
                    <a:pt x="280" y="809"/>
                    <a:pt x="280" y="810"/>
                  </a:cubicBezTo>
                  <a:cubicBezTo>
                    <a:pt x="280" y="810"/>
                    <a:pt x="281" y="811"/>
                    <a:pt x="284" y="811"/>
                  </a:cubicBezTo>
                  <a:cubicBezTo>
                    <a:pt x="284" y="811"/>
                    <a:pt x="285" y="811"/>
                    <a:pt x="285" y="811"/>
                  </a:cubicBezTo>
                  <a:cubicBezTo>
                    <a:pt x="289" y="810"/>
                    <a:pt x="289" y="810"/>
                    <a:pt x="289" y="810"/>
                  </a:cubicBezTo>
                  <a:cubicBezTo>
                    <a:pt x="289" y="814"/>
                    <a:pt x="289" y="814"/>
                    <a:pt x="289" y="814"/>
                  </a:cubicBezTo>
                  <a:cubicBezTo>
                    <a:pt x="289" y="815"/>
                    <a:pt x="290" y="817"/>
                    <a:pt x="291" y="819"/>
                  </a:cubicBezTo>
                  <a:cubicBezTo>
                    <a:pt x="293" y="822"/>
                    <a:pt x="295" y="826"/>
                    <a:pt x="293" y="831"/>
                  </a:cubicBezTo>
                  <a:cubicBezTo>
                    <a:pt x="291" y="834"/>
                    <a:pt x="288" y="836"/>
                    <a:pt x="283" y="836"/>
                  </a:cubicBezTo>
                  <a:cubicBezTo>
                    <a:pt x="283" y="836"/>
                    <a:pt x="282" y="836"/>
                    <a:pt x="282" y="836"/>
                  </a:cubicBezTo>
                  <a:cubicBezTo>
                    <a:pt x="281" y="836"/>
                    <a:pt x="281" y="836"/>
                    <a:pt x="281" y="836"/>
                  </a:cubicBezTo>
                  <a:cubicBezTo>
                    <a:pt x="280" y="836"/>
                    <a:pt x="280" y="836"/>
                    <a:pt x="280" y="836"/>
                  </a:cubicBezTo>
                  <a:cubicBezTo>
                    <a:pt x="280" y="836"/>
                    <a:pt x="280" y="837"/>
                    <a:pt x="279" y="838"/>
                  </a:cubicBezTo>
                  <a:cubicBezTo>
                    <a:pt x="279" y="842"/>
                    <a:pt x="279" y="842"/>
                    <a:pt x="279" y="842"/>
                  </a:cubicBezTo>
                  <a:cubicBezTo>
                    <a:pt x="275" y="841"/>
                    <a:pt x="275" y="841"/>
                    <a:pt x="275" y="841"/>
                  </a:cubicBezTo>
                  <a:cubicBezTo>
                    <a:pt x="274" y="840"/>
                    <a:pt x="271" y="839"/>
                    <a:pt x="270" y="839"/>
                  </a:cubicBezTo>
                  <a:cubicBezTo>
                    <a:pt x="268" y="839"/>
                    <a:pt x="268" y="839"/>
                    <a:pt x="268" y="840"/>
                  </a:cubicBezTo>
                  <a:cubicBezTo>
                    <a:pt x="267" y="840"/>
                    <a:pt x="266" y="842"/>
                    <a:pt x="266" y="844"/>
                  </a:cubicBezTo>
                  <a:cubicBezTo>
                    <a:pt x="266" y="845"/>
                    <a:pt x="266" y="845"/>
                    <a:pt x="266" y="845"/>
                  </a:cubicBezTo>
                  <a:cubicBezTo>
                    <a:pt x="265" y="848"/>
                    <a:pt x="264" y="853"/>
                    <a:pt x="259" y="854"/>
                  </a:cubicBezTo>
                  <a:cubicBezTo>
                    <a:pt x="259" y="855"/>
                    <a:pt x="258" y="855"/>
                    <a:pt x="257" y="855"/>
                  </a:cubicBezTo>
                  <a:cubicBezTo>
                    <a:pt x="257" y="855"/>
                    <a:pt x="256" y="855"/>
                    <a:pt x="256" y="855"/>
                  </a:cubicBezTo>
                  <a:cubicBezTo>
                    <a:pt x="256" y="855"/>
                    <a:pt x="256" y="856"/>
                    <a:pt x="256" y="856"/>
                  </a:cubicBezTo>
                  <a:cubicBezTo>
                    <a:pt x="256" y="857"/>
                    <a:pt x="257" y="857"/>
                    <a:pt x="257" y="858"/>
                  </a:cubicBezTo>
                  <a:cubicBezTo>
                    <a:pt x="258" y="858"/>
                    <a:pt x="258" y="858"/>
                    <a:pt x="258" y="858"/>
                  </a:cubicBezTo>
                  <a:cubicBezTo>
                    <a:pt x="261" y="859"/>
                    <a:pt x="261" y="859"/>
                    <a:pt x="261" y="859"/>
                  </a:cubicBezTo>
                  <a:cubicBezTo>
                    <a:pt x="261" y="861"/>
                    <a:pt x="261" y="861"/>
                    <a:pt x="261" y="861"/>
                  </a:cubicBezTo>
                  <a:cubicBezTo>
                    <a:pt x="261" y="862"/>
                    <a:pt x="261" y="862"/>
                    <a:pt x="261" y="863"/>
                  </a:cubicBezTo>
                  <a:cubicBezTo>
                    <a:pt x="261" y="863"/>
                    <a:pt x="262" y="864"/>
                    <a:pt x="262" y="865"/>
                  </a:cubicBezTo>
                  <a:cubicBezTo>
                    <a:pt x="264" y="867"/>
                    <a:pt x="265" y="869"/>
                    <a:pt x="265" y="872"/>
                  </a:cubicBezTo>
                  <a:cubicBezTo>
                    <a:pt x="265" y="873"/>
                    <a:pt x="265" y="874"/>
                    <a:pt x="265" y="876"/>
                  </a:cubicBezTo>
                  <a:cubicBezTo>
                    <a:pt x="265" y="879"/>
                    <a:pt x="265" y="883"/>
                    <a:pt x="265" y="886"/>
                  </a:cubicBezTo>
                  <a:cubicBezTo>
                    <a:pt x="266" y="886"/>
                    <a:pt x="266" y="886"/>
                    <a:pt x="267" y="886"/>
                  </a:cubicBezTo>
                  <a:cubicBezTo>
                    <a:pt x="268" y="887"/>
                    <a:pt x="269" y="887"/>
                    <a:pt x="269" y="888"/>
                  </a:cubicBezTo>
                  <a:cubicBezTo>
                    <a:pt x="270" y="889"/>
                    <a:pt x="270" y="891"/>
                    <a:pt x="270" y="891"/>
                  </a:cubicBezTo>
                  <a:cubicBezTo>
                    <a:pt x="270" y="892"/>
                    <a:pt x="270" y="892"/>
                    <a:pt x="270" y="892"/>
                  </a:cubicBezTo>
                  <a:cubicBezTo>
                    <a:pt x="270" y="899"/>
                    <a:pt x="270" y="899"/>
                    <a:pt x="270" y="899"/>
                  </a:cubicBezTo>
                  <a:cubicBezTo>
                    <a:pt x="270" y="900"/>
                    <a:pt x="270" y="900"/>
                    <a:pt x="270" y="900"/>
                  </a:cubicBezTo>
                  <a:cubicBezTo>
                    <a:pt x="270" y="900"/>
                    <a:pt x="270" y="900"/>
                    <a:pt x="270" y="900"/>
                  </a:cubicBezTo>
                  <a:cubicBezTo>
                    <a:pt x="270" y="901"/>
                    <a:pt x="271" y="901"/>
                    <a:pt x="272" y="901"/>
                  </a:cubicBezTo>
                  <a:cubicBezTo>
                    <a:pt x="273" y="901"/>
                    <a:pt x="276" y="902"/>
                    <a:pt x="278" y="904"/>
                  </a:cubicBezTo>
                  <a:cubicBezTo>
                    <a:pt x="279" y="906"/>
                    <a:pt x="280" y="908"/>
                    <a:pt x="280" y="910"/>
                  </a:cubicBezTo>
                  <a:cubicBezTo>
                    <a:pt x="280" y="911"/>
                    <a:pt x="280" y="912"/>
                    <a:pt x="279" y="914"/>
                  </a:cubicBezTo>
                  <a:cubicBezTo>
                    <a:pt x="279" y="916"/>
                    <a:pt x="279" y="916"/>
                    <a:pt x="279" y="916"/>
                  </a:cubicBezTo>
                  <a:cubicBezTo>
                    <a:pt x="276" y="916"/>
                    <a:pt x="276" y="916"/>
                    <a:pt x="276" y="916"/>
                  </a:cubicBezTo>
                  <a:cubicBezTo>
                    <a:pt x="276" y="916"/>
                    <a:pt x="275" y="916"/>
                    <a:pt x="275" y="916"/>
                  </a:cubicBezTo>
                  <a:cubicBezTo>
                    <a:pt x="275" y="916"/>
                    <a:pt x="274" y="916"/>
                    <a:pt x="274" y="916"/>
                  </a:cubicBezTo>
                  <a:cubicBezTo>
                    <a:pt x="274" y="917"/>
                    <a:pt x="274" y="917"/>
                    <a:pt x="274" y="917"/>
                  </a:cubicBezTo>
                  <a:cubicBezTo>
                    <a:pt x="275" y="917"/>
                    <a:pt x="275" y="918"/>
                    <a:pt x="276" y="919"/>
                  </a:cubicBezTo>
                  <a:cubicBezTo>
                    <a:pt x="277" y="921"/>
                    <a:pt x="278" y="922"/>
                    <a:pt x="279" y="924"/>
                  </a:cubicBezTo>
                  <a:cubicBezTo>
                    <a:pt x="280" y="926"/>
                    <a:pt x="279" y="927"/>
                    <a:pt x="279" y="928"/>
                  </a:cubicBezTo>
                  <a:cubicBezTo>
                    <a:pt x="277" y="930"/>
                    <a:pt x="274" y="931"/>
                    <a:pt x="272" y="93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3" name="Freeform 13"/>
            <p:cNvSpPr/>
            <p:nvPr/>
          </p:nvSpPr>
          <p:spPr bwMode="auto">
            <a:xfrm>
              <a:off x="7318378" y="4158815"/>
              <a:ext cx="123597" cy="216294"/>
            </a:xfrm>
            <a:custGeom>
              <a:avLst/>
              <a:gdLst>
                <a:gd name="T0" fmla="*/ 8 w 42"/>
                <a:gd name="T1" fmla="*/ 74 h 74"/>
                <a:gd name="T2" fmla="*/ 4 w 42"/>
                <a:gd name="T3" fmla="*/ 74 h 74"/>
                <a:gd name="T4" fmla="*/ 1 w 42"/>
                <a:gd name="T5" fmla="*/ 73 h 74"/>
                <a:gd name="T6" fmla="*/ 2 w 42"/>
                <a:gd name="T7" fmla="*/ 70 h 74"/>
                <a:gd name="T8" fmla="*/ 1 w 42"/>
                <a:gd name="T9" fmla="*/ 63 h 74"/>
                <a:gd name="T10" fmla="*/ 3 w 42"/>
                <a:gd name="T11" fmla="*/ 47 h 74"/>
                <a:gd name="T12" fmla="*/ 6 w 42"/>
                <a:gd name="T13" fmla="*/ 45 h 74"/>
                <a:gd name="T14" fmla="*/ 6 w 42"/>
                <a:gd name="T15" fmla="*/ 44 h 74"/>
                <a:gd name="T16" fmla="*/ 9 w 42"/>
                <a:gd name="T17" fmla="*/ 32 h 74"/>
                <a:gd name="T18" fmla="*/ 11 w 42"/>
                <a:gd name="T19" fmla="*/ 30 h 74"/>
                <a:gd name="T20" fmla="*/ 11 w 42"/>
                <a:gd name="T21" fmla="*/ 30 h 74"/>
                <a:gd name="T22" fmla="*/ 13 w 42"/>
                <a:gd name="T23" fmla="*/ 22 h 74"/>
                <a:gd name="T24" fmla="*/ 16 w 42"/>
                <a:gd name="T25" fmla="*/ 21 h 74"/>
                <a:gd name="T26" fmla="*/ 16 w 42"/>
                <a:gd name="T27" fmla="*/ 20 h 74"/>
                <a:gd name="T28" fmla="*/ 19 w 42"/>
                <a:gd name="T29" fmla="*/ 12 h 74"/>
                <a:gd name="T30" fmla="*/ 24 w 42"/>
                <a:gd name="T31" fmla="*/ 7 h 74"/>
                <a:gd name="T32" fmla="*/ 30 w 42"/>
                <a:gd name="T33" fmla="*/ 0 h 74"/>
                <a:gd name="T34" fmla="*/ 36 w 42"/>
                <a:gd name="T35" fmla="*/ 1 h 74"/>
                <a:gd name="T36" fmla="*/ 36 w 42"/>
                <a:gd name="T37" fmla="*/ 3 h 74"/>
                <a:gd name="T38" fmla="*/ 39 w 42"/>
                <a:gd name="T39" fmla="*/ 1 h 74"/>
                <a:gd name="T40" fmla="*/ 40 w 42"/>
                <a:gd name="T41" fmla="*/ 5 h 74"/>
                <a:gd name="T42" fmla="*/ 29 w 42"/>
                <a:gd name="T43" fmla="*/ 29 h 74"/>
                <a:gd name="T44" fmla="*/ 27 w 42"/>
                <a:gd name="T45" fmla="*/ 30 h 74"/>
                <a:gd name="T46" fmla="*/ 27 w 42"/>
                <a:gd name="T47" fmla="*/ 30 h 74"/>
                <a:gd name="T48" fmla="*/ 27 w 42"/>
                <a:gd name="T49" fmla="*/ 32 h 74"/>
                <a:gd name="T50" fmla="*/ 27 w 42"/>
                <a:gd name="T51" fmla="*/ 34 h 74"/>
                <a:gd name="T52" fmla="*/ 23 w 42"/>
                <a:gd name="T53" fmla="*/ 40 h 74"/>
                <a:gd name="T54" fmla="*/ 22 w 42"/>
                <a:gd name="T55" fmla="*/ 41 h 74"/>
                <a:gd name="T56" fmla="*/ 22 w 42"/>
                <a:gd name="T57" fmla="*/ 43 h 74"/>
                <a:gd name="T58" fmla="*/ 22 w 42"/>
                <a:gd name="T59" fmla="*/ 45 h 74"/>
                <a:gd name="T60" fmla="*/ 22 w 42"/>
                <a:gd name="T61" fmla="*/ 47 h 74"/>
                <a:gd name="T62" fmla="*/ 22 w 42"/>
                <a:gd name="T63" fmla="*/ 52 h 74"/>
                <a:gd name="T64" fmla="*/ 21 w 42"/>
                <a:gd name="T65" fmla="*/ 58 h 74"/>
                <a:gd name="T66" fmla="*/ 20 w 42"/>
                <a:gd name="T67" fmla="*/ 60 h 74"/>
                <a:gd name="T68" fmla="*/ 19 w 42"/>
                <a:gd name="T69" fmla="*/ 63 h 74"/>
                <a:gd name="T70" fmla="*/ 8 w 42"/>
                <a:gd name="T7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 h="74">
                  <a:moveTo>
                    <a:pt x="8" y="74"/>
                  </a:moveTo>
                  <a:cubicBezTo>
                    <a:pt x="6" y="74"/>
                    <a:pt x="5" y="74"/>
                    <a:pt x="4" y="74"/>
                  </a:cubicBezTo>
                  <a:cubicBezTo>
                    <a:pt x="1" y="73"/>
                    <a:pt x="1" y="73"/>
                    <a:pt x="1" y="73"/>
                  </a:cubicBezTo>
                  <a:cubicBezTo>
                    <a:pt x="2" y="70"/>
                    <a:pt x="2" y="70"/>
                    <a:pt x="2" y="70"/>
                  </a:cubicBezTo>
                  <a:cubicBezTo>
                    <a:pt x="2" y="69"/>
                    <a:pt x="2" y="65"/>
                    <a:pt x="1" y="63"/>
                  </a:cubicBezTo>
                  <a:cubicBezTo>
                    <a:pt x="1" y="57"/>
                    <a:pt x="0" y="50"/>
                    <a:pt x="3" y="47"/>
                  </a:cubicBezTo>
                  <a:cubicBezTo>
                    <a:pt x="4" y="46"/>
                    <a:pt x="5" y="45"/>
                    <a:pt x="6" y="45"/>
                  </a:cubicBezTo>
                  <a:cubicBezTo>
                    <a:pt x="6" y="45"/>
                    <a:pt x="6" y="44"/>
                    <a:pt x="6" y="44"/>
                  </a:cubicBezTo>
                  <a:cubicBezTo>
                    <a:pt x="6" y="40"/>
                    <a:pt x="5" y="35"/>
                    <a:pt x="9" y="32"/>
                  </a:cubicBezTo>
                  <a:cubicBezTo>
                    <a:pt x="10" y="31"/>
                    <a:pt x="11" y="31"/>
                    <a:pt x="11" y="30"/>
                  </a:cubicBezTo>
                  <a:cubicBezTo>
                    <a:pt x="11" y="30"/>
                    <a:pt x="11" y="30"/>
                    <a:pt x="11" y="30"/>
                  </a:cubicBezTo>
                  <a:cubicBezTo>
                    <a:pt x="11" y="28"/>
                    <a:pt x="10" y="24"/>
                    <a:pt x="13" y="22"/>
                  </a:cubicBezTo>
                  <a:cubicBezTo>
                    <a:pt x="14" y="22"/>
                    <a:pt x="15" y="21"/>
                    <a:pt x="16" y="21"/>
                  </a:cubicBezTo>
                  <a:cubicBezTo>
                    <a:pt x="16" y="21"/>
                    <a:pt x="16" y="20"/>
                    <a:pt x="16" y="20"/>
                  </a:cubicBezTo>
                  <a:cubicBezTo>
                    <a:pt x="16" y="17"/>
                    <a:pt x="17" y="14"/>
                    <a:pt x="19" y="12"/>
                  </a:cubicBezTo>
                  <a:cubicBezTo>
                    <a:pt x="21" y="10"/>
                    <a:pt x="23" y="8"/>
                    <a:pt x="24" y="7"/>
                  </a:cubicBezTo>
                  <a:cubicBezTo>
                    <a:pt x="28" y="4"/>
                    <a:pt x="30" y="3"/>
                    <a:pt x="30" y="0"/>
                  </a:cubicBezTo>
                  <a:cubicBezTo>
                    <a:pt x="36" y="1"/>
                    <a:pt x="36" y="1"/>
                    <a:pt x="36" y="1"/>
                  </a:cubicBezTo>
                  <a:cubicBezTo>
                    <a:pt x="36" y="1"/>
                    <a:pt x="36" y="2"/>
                    <a:pt x="36" y="3"/>
                  </a:cubicBezTo>
                  <a:cubicBezTo>
                    <a:pt x="39" y="1"/>
                    <a:pt x="39" y="1"/>
                    <a:pt x="39" y="1"/>
                  </a:cubicBezTo>
                  <a:cubicBezTo>
                    <a:pt x="40" y="5"/>
                    <a:pt x="40" y="5"/>
                    <a:pt x="40" y="5"/>
                  </a:cubicBezTo>
                  <a:cubicBezTo>
                    <a:pt x="42" y="14"/>
                    <a:pt x="36" y="25"/>
                    <a:pt x="29" y="29"/>
                  </a:cubicBezTo>
                  <a:cubicBezTo>
                    <a:pt x="28" y="30"/>
                    <a:pt x="28" y="30"/>
                    <a:pt x="27" y="30"/>
                  </a:cubicBezTo>
                  <a:cubicBezTo>
                    <a:pt x="27" y="30"/>
                    <a:pt x="27" y="30"/>
                    <a:pt x="27" y="30"/>
                  </a:cubicBezTo>
                  <a:cubicBezTo>
                    <a:pt x="27" y="31"/>
                    <a:pt x="27" y="31"/>
                    <a:pt x="27" y="32"/>
                  </a:cubicBezTo>
                  <a:cubicBezTo>
                    <a:pt x="27" y="33"/>
                    <a:pt x="27" y="33"/>
                    <a:pt x="27" y="34"/>
                  </a:cubicBezTo>
                  <a:cubicBezTo>
                    <a:pt x="27" y="37"/>
                    <a:pt x="25" y="40"/>
                    <a:pt x="23" y="40"/>
                  </a:cubicBezTo>
                  <a:cubicBezTo>
                    <a:pt x="22" y="40"/>
                    <a:pt x="22" y="41"/>
                    <a:pt x="22" y="41"/>
                  </a:cubicBezTo>
                  <a:cubicBezTo>
                    <a:pt x="22" y="41"/>
                    <a:pt x="22" y="43"/>
                    <a:pt x="22" y="43"/>
                  </a:cubicBezTo>
                  <a:cubicBezTo>
                    <a:pt x="22" y="44"/>
                    <a:pt x="22" y="45"/>
                    <a:pt x="22" y="45"/>
                  </a:cubicBezTo>
                  <a:cubicBezTo>
                    <a:pt x="22" y="47"/>
                    <a:pt x="22" y="47"/>
                    <a:pt x="22" y="47"/>
                  </a:cubicBezTo>
                  <a:cubicBezTo>
                    <a:pt x="22" y="48"/>
                    <a:pt x="22" y="50"/>
                    <a:pt x="22" y="52"/>
                  </a:cubicBezTo>
                  <a:cubicBezTo>
                    <a:pt x="22" y="54"/>
                    <a:pt x="22" y="56"/>
                    <a:pt x="21" y="58"/>
                  </a:cubicBezTo>
                  <a:cubicBezTo>
                    <a:pt x="21" y="59"/>
                    <a:pt x="21" y="59"/>
                    <a:pt x="20" y="60"/>
                  </a:cubicBezTo>
                  <a:cubicBezTo>
                    <a:pt x="20" y="61"/>
                    <a:pt x="19" y="62"/>
                    <a:pt x="19" y="63"/>
                  </a:cubicBezTo>
                  <a:cubicBezTo>
                    <a:pt x="18" y="67"/>
                    <a:pt x="15" y="74"/>
                    <a:pt x="8" y="7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8" name="Freeform 14"/>
            <p:cNvSpPr/>
            <p:nvPr/>
          </p:nvSpPr>
          <p:spPr bwMode="auto">
            <a:xfrm>
              <a:off x="7412312" y="4150164"/>
              <a:ext cx="25955" cy="40787"/>
            </a:xfrm>
            <a:custGeom>
              <a:avLst/>
              <a:gdLst>
                <a:gd name="T0" fmla="*/ 2 w 9"/>
                <a:gd name="T1" fmla="*/ 9 h 14"/>
                <a:gd name="T2" fmla="*/ 0 w 9"/>
                <a:gd name="T3" fmla="*/ 6 h 14"/>
                <a:gd name="T4" fmla="*/ 2 w 9"/>
                <a:gd name="T5" fmla="*/ 0 h 14"/>
                <a:gd name="T6" fmla="*/ 9 w 9"/>
                <a:gd name="T7" fmla="*/ 8 h 14"/>
                <a:gd name="T8" fmla="*/ 7 w 9"/>
                <a:gd name="T9" fmla="*/ 11 h 14"/>
                <a:gd name="T10" fmla="*/ 3 w 9"/>
                <a:gd name="T11" fmla="*/ 14 h 14"/>
                <a:gd name="T12" fmla="*/ 2 w 9"/>
                <a:gd name="T13" fmla="*/ 9 h 14"/>
              </a:gdLst>
              <a:ahLst/>
              <a:cxnLst>
                <a:cxn ang="0">
                  <a:pos x="T0" y="T1"/>
                </a:cxn>
                <a:cxn ang="0">
                  <a:pos x="T2" y="T3"/>
                </a:cxn>
                <a:cxn ang="0">
                  <a:pos x="T4" y="T5"/>
                </a:cxn>
                <a:cxn ang="0">
                  <a:pos x="T6" y="T7"/>
                </a:cxn>
                <a:cxn ang="0">
                  <a:pos x="T8" y="T9"/>
                </a:cxn>
                <a:cxn ang="0">
                  <a:pos x="T10" y="T11"/>
                </a:cxn>
                <a:cxn ang="0">
                  <a:pos x="T12" y="T13"/>
                </a:cxn>
              </a:cxnLst>
              <a:rect l="0" t="0" r="r" b="b"/>
              <a:pathLst>
                <a:path w="9" h="14">
                  <a:moveTo>
                    <a:pt x="2" y="9"/>
                  </a:moveTo>
                  <a:cubicBezTo>
                    <a:pt x="2" y="8"/>
                    <a:pt x="1" y="7"/>
                    <a:pt x="0" y="6"/>
                  </a:cubicBezTo>
                  <a:cubicBezTo>
                    <a:pt x="2" y="0"/>
                    <a:pt x="2" y="0"/>
                    <a:pt x="2" y="0"/>
                  </a:cubicBezTo>
                  <a:cubicBezTo>
                    <a:pt x="7" y="3"/>
                    <a:pt x="9" y="5"/>
                    <a:pt x="9" y="8"/>
                  </a:cubicBezTo>
                  <a:cubicBezTo>
                    <a:pt x="9" y="9"/>
                    <a:pt x="8" y="11"/>
                    <a:pt x="7" y="11"/>
                  </a:cubicBezTo>
                  <a:cubicBezTo>
                    <a:pt x="3" y="14"/>
                    <a:pt x="3" y="14"/>
                    <a:pt x="3" y="14"/>
                  </a:cubicBezTo>
                  <a:lnTo>
                    <a:pt x="2" y="9"/>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9" name="Freeform 15"/>
            <p:cNvSpPr/>
            <p:nvPr/>
          </p:nvSpPr>
          <p:spPr bwMode="auto">
            <a:xfrm>
              <a:off x="6374098" y="2283851"/>
              <a:ext cx="40787" cy="29663"/>
            </a:xfrm>
            <a:custGeom>
              <a:avLst/>
              <a:gdLst>
                <a:gd name="T0" fmla="*/ 14 w 14"/>
                <a:gd name="T1" fmla="*/ 10 h 10"/>
                <a:gd name="T2" fmla="*/ 11 w 14"/>
                <a:gd name="T3" fmla="*/ 4 h 10"/>
                <a:gd name="T4" fmla="*/ 10 w 14"/>
                <a:gd name="T5" fmla="*/ 0 h 10"/>
                <a:gd name="T6" fmla="*/ 3 w 14"/>
                <a:gd name="T7" fmla="*/ 0 h 10"/>
                <a:gd name="T8" fmla="*/ 0 w 14"/>
                <a:gd name="T9" fmla="*/ 0 h 10"/>
                <a:gd name="T10" fmla="*/ 0 w 14"/>
                <a:gd name="T11" fmla="*/ 4 h 10"/>
                <a:gd name="T12" fmla="*/ 0 w 14"/>
                <a:gd name="T13" fmla="*/ 7 h 10"/>
                <a:gd name="T14" fmla="*/ 1 w 14"/>
                <a:gd name="T15" fmla="*/ 10 h 10"/>
                <a:gd name="T16" fmla="*/ 14 w 14"/>
                <a:gd name="T17" fmla="*/ 10 h 10"/>
                <a:gd name="T18" fmla="*/ 14 w 14"/>
                <a:gd name="T1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0">
                  <a:moveTo>
                    <a:pt x="14" y="10"/>
                  </a:moveTo>
                  <a:cubicBezTo>
                    <a:pt x="14" y="7"/>
                    <a:pt x="12" y="6"/>
                    <a:pt x="11" y="4"/>
                  </a:cubicBezTo>
                  <a:cubicBezTo>
                    <a:pt x="10" y="3"/>
                    <a:pt x="10" y="2"/>
                    <a:pt x="10" y="0"/>
                  </a:cubicBezTo>
                  <a:cubicBezTo>
                    <a:pt x="7" y="0"/>
                    <a:pt x="5" y="0"/>
                    <a:pt x="3" y="0"/>
                  </a:cubicBezTo>
                  <a:cubicBezTo>
                    <a:pt x="2" y="0"/>
                    <a:pt x="1" y="0"/>
                    <a:pt x="0" y="0"/>
                  </a:cubicBezTo>
                  <a:cubicBezTo>
                    <a:pt x="0" y="1"/>
                    <a:pt x="0" y="3"/>
                    <a:pt x="0" y="4"/>
                  </a:cubicBezTo>
                  <a:cubicBezTo>
                    <a:pt x="0" y="5"/>
                    <a:pt x="0" y="6"/>
                    <a:pt x="0" y="7"/>
                  </a:cubicBezTo>
                  <a:cubicBezTo>
                    <a:pt x="0" y="9"/>
                    <a:pt x="0" y="10"/>
                    <a:pt x="1" y="10"/>
                  </a:cubicBezTo>
                  <a:cubicBezTo>
                    <a:pt x="6" y="10"/>
                    <a:pt x="10" y="10"/>
                    <a:pt x="14" y="10"/>
                  </a:cubicBezTo>
                  <a:cubicBezTo>
                    <a:pt x="14" y="6"/>
                    <a:pt x="11" y="10"/>
                    <a:pt x="14" y="1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0" name="Freeform 16"/>
            <p:cNvSpPr/>
            <p:nvPr/>
          </p:nvSpPr>
          <p:spPr bwMode="auto">
            <a:xfrm>
              <a:off x="6374098" y="2311043"/>
              <a:ext cx="111237" cy="113709"/>
            </a:xfrm>
            <a:custGeom>
              <a:avLst/>
              <a:gdLst>
                <a:gd name="T0" fmla="*/ 5 w 38"/>
                <a:gd name="T1" fmla="*/ 29 h 39"/>
                <a:gd name="T2" fmla="*/ 10 w 38"/>
                <a:gd name="T3" fmla="*/ 34 h 39"/>
                <a:gd name="T4" fmla="*/ 14 w 38"/>
                <a:gd name="T5" fmla="*/ 38 h 39"/>
                <a:gd name="T6" fmla="*/ 26 w 38"/>
                <a:gd name="T7" fmla="*/ 37 h 39"/>
                <a:gd name="T8" fmla="*/ 30 w 38"/>
                <a:gd name="T9" fmla="*/ 35 h 39"/>
                <a:gd name="T10" fmla="*/ 34 w 38"/>
                <a:gd name="T11" fmla="*/ 33 h 39"/>
                <a:gd name="T12" fmla="*/ 37 w 38"/>
                <a:gd name="T13" fmla="*/ 23 h 39"/>
                <a:gd name="T14" fmla="*/ 34 w 38"/>
                <a:gd name="T15" fmla="*/ 13 h 39"/>
                <a:gd name="T16" fmla="*/ 35 w 38"/>
                <a:gd name="T17" fmla="*/ 11 h 39"/>
                <a:gd name="T18" fmla="*/ 38 w 38"/>
                <a:gd name="T19" fmla="*/ 9 h 39"/>
                <a:gd name="T20" fmla="*/ 38 w 38"/>
                <a:gd name="T21" fmla="*/ 5 h 39"/>
                <a:gd name="T22" fmla="*/ 36 w 38"/>
                <a:gd name="T23" fmla="*/ 5 h 39"/>
                <a:gd name="T24" fmla="*/ 32 w 38"/>
                <a:gd name="T25" fmla="*/ 3 h 39"/>
                <a:gd name="T26" fmla="*/ 22 w 38"/>
                <a:gd name="T27" fmla="*/ 1 h 39"/>
                <a:gd name="T28" fmla="*/ 19 w 38"/>
                <a:gd name="T29" fmla="*/ 1 h 39"/>
                <a:gd name="T30" fmla="*/ 19 w 38"/>
                <a:gd name="T31" fmla="*/ 3 h 39"/>
                <a:gd name="T32" fmla="*/ 18 w 38"/>
                <a:gd name="T33" fmla="*/ 7 h 39"/>
                <a:gd name="T34" fmla="*/ 10 w 38"/>
                <a:gd name="T35" fmla="*/ 10 h 39"/>
                <a:gd name="T36" fmla="*/ 5 w 38"/>
                <a:gd name="T37" fmla="*/ 15 h 39"/>
                <a:gd name="T38" fmla="*/ 1 w 38"/>
                <a:gd name="T39" fmla="*/ 15 h 39"/>
                <a:gd name="T40" fmla="*/ 0 w 38"/>
                <a:gd name="T41" fmla="*/ 17 h 39"/>
                <a:gd name="T42" fmla="*/ 0 w 38"/>
                <a:gd name="T43" fmla="*/ 24 h 39"/>
                <a:gd name="T44" fmla="*/ 5 w 38"/>
                <a:gd name="T45" fmla="*/ 29 h 39"/>
                <a:gd name="T46" fmla="*/ 5 w 38"/>
                <a:gd name="T47"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 h="39">
                  <a:moveTo>
                    <a:pt x="5" y="29"/>
                  </a:moveTo>
                  <a:cubicBezTo>
                    <a:pt x="8" y="29"/>
                    <a:pt x="11" y="30"/>
                    <a:pt x="10" y="34"/>
                  </a:cubicBezTo>
                  <a:cubicBezTo>
                    <a:pt x="9" y="37"/>
                    <a:pt x="11" y="38"/>
                    <a:pt x="14" y="38"/>
                  </a:cubicBezTo>
                  <a:cubicBezTo>
                    <a:pt x="18" y="38"/>
                    <a:pt x="23" y="39"/>
                    <a:pt x="26" y="37"/>
                  </a:cubicBezTo>
                  <a:cubicBezTo>
                    <a:pt x="28" y="36"/>
                    <a:pt x="28" y="35"/>
                    <a:pt x="30" y="35"/>
                  </a:cubicBezTo>
                  <a:cubicBezTo>
                    <a:pt x="31" y="34"/>
                    <a:pt x="33" y="34"/>
                    <a:pt x="34" y="33"/>
                  </a:cubicBezTo>
                  <a:cubicBezTo>
                    <a:pt x="38" y="31"/>
                    <a:pt x="38" y="27"/>
                    <a:pt x="37" y="23"/>
                  </a:cubicBezTo>
                  <a:cubicBezTo>
                    <a:pt x="36" y="20"/>
                    <a:pt x="33" y="16"/>
                    <a:pt x="34" y="13"/>
                  </a:cubicBezTo>
                  <a:cubicBezTo>
                    <a:pt x="34" y="12"/>
                    <a:pt x="35" y="12"/>
                    <a:pt x="35" y="11"/>
                  </a:cubicBezTo>
                  <a:cubicBezTo>
                    <a:pt x="37" y="10"/>
                    <a:pt x="38" y="11"/>
                    <a:pt x="38" y="9"/>
                  </a:cubicBezTo>
                  <a:cubicBezTo>
                    <a:pt x="38" y="8"/>
                    <a:pt x="38" y="7"/>
                    <a:pt x="38" y="5"/>
                  </a:cubicBezTo>
                  <a:cubicBezTo>
                    <a:pt x="37" y="5"/>
                    <a:pt x="36" y="5"/>
                    <a:pt x="36" y="5"/>
                  </a:cubicBezTo>
                  <a:cubicBezTo>
                    <a:pt x="34" y="5"/>
                    <a:pt x="33" y="4"/>
                    <a:pt x="32" y="3"/>
                  </a:cubicBezTo>
                  <a:cubicBezTo>
                    <a:pt x="29" y="0"/>
                    <a:pt x="25" y="1"/>
                    <a:pt x="22" y="1"/>
                  </a:cubicBezTo>
                  <a:cubicBezTo>
                    <a:pt x="21" y="1"/>
                    <a:pt x="19" y="0"/>
                    <a:pt x="19" y="1"/>
                  </a:cubicBezTo>
                  <a:cubicBezTo>
                    <a:pt x="19" y="2"/>
                    <a:pt x="19" y="3"/>
                    <a:pt x="19" y="3"/>
                  </a:cubicBezTo>
                  <a:cubicBezTo>
                    <a:pt x="19" y="5"/>
                    <a:pt x="18" y="6"/>
                    <a:pt x="18" y="7"/>
                  </a:cubicBezTo>
                  <a:cubicBezTo>
                    <a:pt x="17" y="11"/>
                    <a:pt x="13" y="10"/>
                    <a:pt x="10" y="10"/>
                  </a:cubicBezTo>
                  <a:cubicBezTo>
                    <a:pt x="9" y="13"/>
                    <a:pt x="9" y="16"/>
                    <a:pt x="5" y="15"/>
                  </a:cubicBezTo>
                  <a:cubicBezTo>
                    <a:pt x="4" y="15"/>
                    <a:pt x="3" y="15"/>
                    <a:pt x="1" y="15"/>
                  </a:cubicBezTo>
                  <a:cubicBezTo>
                    <a:pt x="0" y="15"/>
                    <a:pt x="0" y="16"/>
                    <a:pt x="0" y="17"/>
                  </a:cubicBezTo>
                  <a:cubicBezTo>
                    <a:pt x="0" y="20"/>
                    <a:pt x="0" y="22"/>
                    <a:pt x="0" y="24"/>
                  </a:cubicBezTo>
                  <a:cubicBezTo>
                    <a:pt x="3" y="25"/>
                    <a:pt x="6" y="25"/>
                    <a:pt x="5" y="29"/>
                  </a:cubicBezTo>
                  <a:cubicBezTo>
                    <a:pt x="8" y="29"/>
                    <a:pt x="6" y="25"/>
                    <a:pt x="5" y="29"/>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1" name="Freeform 17"/>
            <p:cNvSpPr/>
            <p:nvPr/>
          </p:nvSpPr>
          <p:spPr bwMode="auto">
            <a:xfrm>
              <a:off x="6496459" y="2333290"/>
              <a:ext cx="72922" cy="61798"/>
            </a:xfrm>
            <a:custGeom>
              <a:avLst/>
              <a:gdLst>
                <a:gd name="T0" fmla="*/ 10 w 25"/>
                <a:gd name="T1" fmla="*/ 16 h 21"/>
                <a:gd name="T2" fmla="*/ 15 w 25"/>
                <a:gd name="T3" fmla="*/ 21 h 21"/>
                <a:gd name="T4" fmla="*/ 24 w 25"/>
                <a:gd name="T5" fmla="*/ 18 h 21"/>
                <a:gd name="T6" fmla="*/ 24 w 25"/>
                <a:gd name="T7" fmla="*/ 7 h 21"/>
                <a:gd name="T8" fmla="*/ 20 w 25"/>
                <a:gd name="T9" fmla="*/ 2 h 21"/>
                <a:gd name="T10" fmla="*/ 2 w 25"/>
                <a:gd name="T11" fmla="*/ 4 h 21"/>
                <a:gd name="T12" fmla="*/ 2 w 25"/>
                <a:gd name="T13" fmla="*/ 7 h 21"/>
                <a:gd name="T14" fmla="*/ 5 w 25"/>
                <a:gd name="T15" fmla="*/ 9 h 21"/>
                <a:gd name="T16" fmla="*/ 10 w 25"/>
                <a:gd name="T17" fmla="*/ 16 h 21"/>
                <a:gd name="T18" fmla="*/ 10 w 25"/>
                <a:gd name="T19" fmla="*/ 1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1">
                  <a:moveTo>
                    <a:pt x="10" y="16"/>
                  </a:moveTo>
                  <a:cubicBezTo>
                    <a:pt x="14" y="16"/>
                    <a:pt x="15" y="18"/>
                    <a:pt x="15" y="21"/>
                  </a:cubicBezTo>
                  <a:cubicBezTo>
                    <a:pt x="18" y="21"/>
                    <a:pt x="22" y="21"/>
                    <a:pt x="24" y="18"/>
                  </a:cubicBezTo>
                  <a:cubicBezTo>
                    <a:pt x="25" y="15"/>
                    <a:pt x="24" y="10"/>
                    <a:pt x="24" y="7"/>
                  </a:cubicBezTo>
                  <a:cubicBezTo>
                    <a:pt x="21" y="7"/>
                    <a:pt x="19" y="6"/>
                    <a:pt x="20" y="2"/>
                  </a:cubicBezTo>
                  <a:cubicBezTo>
                    <a:pt x="15" y="2"/>
                    <a:pt x="5" y="0"/>
                    <a:pt x="2" y="4"/>
                  </a:cubicBezTo>
                  <a:cubicBezTo>
                    <a:pt x="1" y="5"/>
                    <a:pt x="0" y="7"/>
                    <a:pt x="2" y="7"/>
                  </a:cubicBezTo>
                  <a:cubicBezTo>
                    <a:pt x="3" y="8"/>
                    <a:pt x="4" y="8"/>
                    <a:pt x="5" y="9"/>
                  </a:cubicBezTo>
                  <a:cubicBezTo>
                    <a:pt x="8" y="11"/>
                    <a:pt x="10" y="13"/>
                    <a:pt x="10" y="16"/>
                  </a:cubicBezTo>
                  <a:cubicBezTo>
                    <a:pt x="14" y="15"/>
                    <a:pt x="9" y="11"/>
                    <a:pt x="10" y="1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2" name="Freeform 18"/>
            <p:cNvSpPr/>
            <p:nvPr/>
          </p:nvSpPr>
          <p:spPr bwMode="auto">
            <a:xfrm>
              <a:off x="6496459" y="2409920"/>
              <a:ext cx="72922" cy="40787"/>
            </a:xfrm>
            <a:custGeom>
              <a:avLst/>
              <a:gdLst>
                <a:gd name="T0" fmla="*/ 10 w 25"/>
                <a:gd name="T1" fmla="*/ 14 h 14"/>
                <a:gd name="T2" fmla="*/ 21 w 25"/>
                <a:gd name="T3" fmla="*/ 14 h 14"/>
                <a:gd name="T4" fmla="*/ 23 w 25"/>
                <a:gd name="T5" fmla="*/ 14 h 14"/>
                <a:gd name="T6" fmla="*/ 24 w 25"/>
                <a:gd name="T7" fmla="*/ 13 h 14"/>
                <a:gd name="T8" fmla="*/ 24 w 25"/>
                <a:gd name="T9" fmla="*/ 8 h 14"/>
                <a:gd name="T10" fmla="*/ 21 w 25"/>
                <a:gd name="T11" fmla="*/ 4 h 14"/>
                <a:gd name="T12" fmla="*/ 15 w 25"/>
                <a:gd name="T13" fmla="*/ 2 h 14"/>
                <a:gd name="T14" fmla="*/ 15 w 25"/>
                <a:gd name="T15" fmla="*/ 0 h 14"/>
                <a:gd name="T16" fmla="*/ 9 w 25"/>
                <a:gd name="T17" fmla="*/ 0 h 14"/>
                <a:gd name="T18" fmla="*/ 4 w 25"/>
                <a:gd name="T19" fmla="*/ 0 h 14"/>
                <a:gd name="T20" fmla="*/ 2 w 25"/>
                <a:gd name="T21" fmla="*/ 0 h 14"/>
                <a:gd name="T22" fmla="*/ 1 w 25"/>
                <a:gd name="T23" fmla="*/ 2 h 14"/>
                <a:gd name="T24" fmla="*/ 1 w 25"/>
                <a:gd name="T25" fmla="*/ 7 h 14"/>
                <a:gd name="T26" fmla="*/ 1 w 25"/>
                <a:gd name="T27" fmla="*/ 9 h 14"/>
                <a:gd name="T28" fmla="*/ 4 w 25"/>
                <a:gd name="T29" fmla="*/ 9 h 14"/>
                <a:gd name="T30" fmla="*/ 9 w 25"/>
                <a:gd name="T31" fmla="*/ 9 h 14"/>
                <a:gd name="T32" fmla="*/ 10 w 25"/>
                <a:gd name="T33" fmla="*/ 10 h 14"/>
                <a:gd name="T34" fmla="*/ 10 w 25"/>
                <a:gd name="T35" fmla="*/ 14 h 14"/>
                <a:gd name="T36" fmla="*/ 10 w 25"/>
                <a:gd name="T3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4">
                  <a:moveTo>
                    <a:pt x="10" y="14"/>
                  </a:moveTo>
                  <a:cubicBezTo>
                    <a:pt x="14" y="14"/>
                    <a:pt x="17" y="14"/>
                    <a:pt x="21" y="14"/>
                  </a:cubicBezTo>
                  <a:cubicBezTo>
                    <a:pt x="22" y="14"/>
                    <a:pt x="22" y="14"/>
                    <a:pt x="23" y="14"/>
                  </a:cubicBezTo>
                  <a:cubicBezTo>
                    <a:pt x="24" y="14"/>
                    <a:pt x="25" y="14"/>
                    <a:pt x="24" y="13"/>
                  </a:cubicBezTo>
                  <a:cubicBezTo>
                    <a:pt x="24" y="11"/>
                    <a:pt x="24" y="9"/>
                    <a:pt x="24" y="8"/>
                  </a:cubicBezTo>
                  <a:cubicBezTo>
                    <a:pt x="24" y="6"/>
                    <a:pt x="23" y="4"/>
                    <a:pt x="21" y="4"/>
                  </a:cubicBezTo>
                  <a:cubicBezTo>
                    <a:pt x="18" y="4"/>
                    <a:pt x="16" y="5"/>
                    <a:pt x="15" y="2"/>
                  </a:cubicBezTo>
                  <a:cubicBezTo>
                    <a:pt x="15" y="2"/>
                    <a:pt x="15" y="1"/>
                    <a:pt x="15" y="0"/>
                  </a:cubicBezTo>
                  <a:cubicBezTo>
                    <a:pt x="13" y="0"/>
                    <a:pt x="11" y="0"/>
                    <a:pt x="9" y="0"/>
                  </a:cubicBezTo>
                  <a:cubicBezTo>
                    <a:pt x="7" y="0"/>
                    <a:pt x="6" y="0"/>
                    <a:pt x="4" y="0"/>
                  </a:cubicBezTo>
                  <a:cubicBezTo>
                    <a:pt x="4" y="0"/>
                    <a:pt x="3" y="0"/>
                    <a:pt x="2" y="0"/>
                  </a:cubicBezTo>
                  <a:cubicBezTo>
                    <a:pt x="0" y="0"/>
                    <a:pt x="1" y="0"/>
                    <a:pt x="1" y="2"/>
                  </a:cubicBezTo>
                  <a:cubicBezTo>
                    <a:pt x="1" y="4"/>
                    <a:pt x="1" y="5"/>
                    <a:pt x="1" y="7"/>
                  </a:cubicBezTo>
                  <a:cubicBezTo>
                    <a:pt x="1" y="8"/>
                    <a:pt x="1" y="8"/>
                    <a:pt x="1" y="9"/>
                  </a:cubicBezTo>
                  <a:cubicBezTo>
                    <a:pt x="2" y="9"/>
                    <a:pt x="3" y="9"/>
                    <a:pt x="4" y="9"/>
                  </a:cubicBezTo>
                  <a:cubicBezTo>
                    <a:pt x="6" y="9"/>
                    <a:pt x="7" y="9"/>
                    <a:pt x="9" y="9"/>
                  </a:cubicBezTo>
                  <a:cubicBezTo>
                    <a:pt x="10" y="9"/>
                    <a:pt x="11" y="9"/>
                    <a:pt x="10" y="10"/>
                  </a:cubicBezTo>
                  <a:cubicBezTo>
                    <a:pt x="10" y="11"/>
                    <a:pt x="10" y="13"/>
                    <a:pt x="10" y="14"/>
                  </a:cubicBezTo>
                  <a:cubicBezTo>
                    <a:pt x="13" y="14"/>
                    <a:pt x="10" y="12"/>
                    <a:pt x="10" y="1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3" name="Freeform 19"/>
            <p:cNvSpPr/>
            <p:nvPr/>
          </p:nvSpPr>
          <p:spPr bwMode="auto">
            <a:xfrm>
              <a:off x="5712855" y="2184974"/>
              <a:ext cx="304048" cy="212587"/>
            </a:xfrm>
            <a:custGeom>
              <a:avLst/>
              <a:gdLst>
                <a:gd name="T0" fmla="*/ 5 w 104"/>
                <a:gd name="T1" fmla="*/ 6 h 73"/>
                <a:gd name="T2" fmla="*/ 5 w 104"/>
                <a:gd name="T3" fmla="*/ 10 h 73"/>
                <a:gd name="T4" fmla="*/ 6 w 104"/>
                <a:gd name="T5" fmla="*/ 11 h 73"/>
                <a:gd name="T6" fmla="*/ 10 w 104"/>
                <a:gd name="T7" fmla="*/ 14 h 73"/>
                <a:gd name="T8" fmla="*/ 14 w 104"/>
                <a:gd name="T9" fmla="*/ 25 h 73"/>
                <a:gd name="T10" fmla="*/ 14 w 104"/>
                <a:gd name="T11" fmla="*/ 37 h 73"/>
                <a:gd name="T12" fmla="*/ 11 w 104"/>
                <a:gd name="T13" fmla="*/ 39 h 73"/>
                <a:gd name="T14" fmla="*/ 9 w 104"/>
                <a:gd name="T15" fmla="*/ 40 h 73"/>
                <a:gd name="T16" fmla="*/ 7 w 104"/>
                <a:gd name="T17" fmla="*/ 43 h 73"/>
                <a:gd name="T18" fmla="*/ 0 w 104"/>
                <a:gd name="T19" fmla="*/ 48 h 73"/>
                <a:gd name="T20" fmla="*/ 0 w 104"/>
                <a:gd name="T21" fmla="*/ 55 h 73"/>
                <a:gd name="T22" fmla="*/ 1 w 104"/>
                <a:gd name="T23" fmla="*/ 59 h 73"/>
                <a:gd name="T24" fmla="*/ 4 w 104"/>
                <a:gd name="T25" fmla="*/ 62 h 73"/>
                <a:gd name="T26" fmla="*/ 14 w 104"/>
                <a:gd name="T27" fmla="*/ 72 h 73"/>
                <a:gd name="T28" fmla="*/ 29 w 104"/>
                <a:gd name="T29" fmla="*/ 72 h 73"/>
                <a:gd name="T30" fmla="*/ 37 w 104"/>
                <a:gd name="T31" fmla="*/ 69 h 73"/>
                <a:gd name="T32" fmla="*/ 39 w 104"/>
                <a:gd name="T33" fmla="*/ 61 h 73"/>
                <a:gd name="T34" fmla="*/ 41 w 104"/>
                <a:gd name="T35" fmla="*/ 58 h 73"/>
                <a:gd name="T36" fmla="*/ 42 w 104"/>
                <a:gd name="T37" fmla="*/ 57 h 73"/>
                <a:gd name="T38" fmla="*/ 43 w 104"/>
                <a:gd name="T39" fmla="*/ 55 h 73"/>
                <a:gd name="T40" fmla="*/ 53 w 104"/>
                <a:gd name="T41" fmla="*/ 53 h 73"/>
                <a:gd name="T42" fmla="*/ 60 w 104"/>
                <a:gd name="T43" fmla="*/ 53 h 73"/>
                <a:gd name="T44" fmla="*/ 62 w 104"/>
                <a:gd name="T45" fmla="*/ 50 h 73"/>
                <a:gd name="T46" fmla="*/ 65 w 104"/>
                <a:gd name="T47" fmla="*/ 48 h 73"/>
                <a:gd name="T48" fmla="*/ 68 w 104"/>
                <a:gd name="T49" fmla="*/ 48 h 73"/>
                <a:gd name="T50" fmla="*/ 71 w 104"/>
                <a:gd name="T51" fmla="*/ 47 h 73"/>
                <a:gd name="T52" fmla="*/ 78 w 104"/>
                <a:gd name="T53" fmla="*/ 40 h 73"/>
                <a:gd name="T54" fmla="*/ 84 w 104"/>
                <a:gd name="T55" fmla="*/ 39 h 73"/>
                <a:gd name="T56" fmla="*/ 87 w 104"/>
                <a:gd name="T57" fmla="*/ 39 h 73"/>
                <a:gd name="T58" fmla="*/ 90 w 104"/>
                <a:gd name="T59" fmla="*/ 38 h 73"/>
                <a:gd name="T60" fmla="*/ 93 w 104"/>
                <a:gd name="T61" fmla="*/ 34 h 73"/>
                <a:gd name="T62" fmla="*/ 97 w 104"/>
                <a:gd name="T63" fmla="*/ 31 h 73"/>
                <a:gd name="T64" fmla="*/ 95 w 104"/>
                <a:gd name="T65" fmla="*/ 27 h 73"/>
                <a:gd name="T66" fmla="*/ 95 w 104"/>
                <a:gd name="T67" fmla="*/ 19 h 73"/>
                <a:gd name="T68" fmla="*/ 99 w 104"/>
                <a:gd name="T69" fmla="*/ 13 h 73"/>
                <a:gd name="T70" fmla="*/ 103 w 104"/>
                <a:gd name="T71" fmla="*/ 11 h 73"/>
                <a:gd name="T72" fmla="*/ 104 w 104"/>
                <a:gd name="T73" fmla="*/ 6 h 73"/>
                <a:gd name="T74" fmla="*/ 104 w 104"/>
                <a:gd name="T75" fmla="*/ 4 h 73"/>
                <a:gd name="T76" fmla="*/ 103 w 104"/>
                <a:gd name="T77" fmla="*/ 1 h 73"/>
                <a:gd name="T78" fmla="*/ 97 w 104"/>
                <a:gd name="T79" fmla="*/ 1 h 73"/>
                <a:gd name="T80" fmla="*/ 85 w 104"/>
                <a:gd name="T81" fmla="*/ 0 h 73"/>
                <a:gd name="T82" fmla="*/ 5 w 104"/>
                <a:gd name="T83" fmla="*/ 6 h 73"/>
                <a:gd name="T84" fmla="*/ 5 w 104"/>
                <a:gd name="T85" fmla="*/ 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73">
                  <a:moveTo>
                    <a:pt x="5" y="6"/>
                  </a:moveTo>
                  <a:cubicBezTo>
                    <a:pt x="5" y="7"/>
                    <a:pt x="5" y="8"/>
                    <a:pt x="5" y="10"/>
                  </a:cubicBezTo>
                  <a:cubicBezTo>
                    <a:pt x="5" y="11"/>
                    <a:pt x="5" y="11"/>
                    <a:pt x="6" y="11"/>
                  </a:cubicBezTo>
                  <a:cubicBezTo>
                    <a:pt x="8" y="12"/>
                    <a:pt x="9" y="13"/>
                    <a:pt x="10" y="14"/>
                  </a:cubicBezTo>
                  <a:cubicBezTo>
                    <a:pt x="14" y="17"/>
                    <a:pt x="14" y="20"/>
                    <a:pt x="14" y="25"/>
                  </a:cubicBezTo>
                  <a:cubicBezTo>
                    <a:pt x="14" y="29"/>
                    <a:pt x="15" y="33"/>
                    <a:pt x="14" y="37"/>
                  </a:cubicBezTo>
                  <a:cubicBezTo>
                    <a:pt x="13" y="38"/>
                    <a:pt x="12" y="39"/>
                    <a:pt x="11" y="39"/>
                  </a:cubicBezTo>
                  <a:cubicBezTo>
                    <a:pt x="10" y="39"/>
                    <a:pt x="10" y="39"/>
                    <a:pt x="9" y="40"/>
                  </a:cubicBezTo>
                  <a:cubicBezTo>
                    <a:pt x="9" y="41"/>
                    <a:pt x="8" y="42"/>
                    <a:pt x="7" y="43"/>
                  </a:cubicBezTo>
                  <a:cubicBezTo>
                    <a:pt x="6" y="45"/>
                    <a:pt x="3" y="48"/>
                    <a:pt x="0" y="48"/>
                  </a:cubicBezTo>
                  <a:cubicBezTo>
                    <a:pt x="0" y="51"/>
                    <a:pt x="0" y="53"/>
                    <a:pt x="0" y="55"/>
                  </a:cubicBezTo>
                  <a:cubicBezTo>
                    <a:pt x="0" y="57"/>
                    <a:pt x="0" y="58"/>
                    <a:pt x="1" y="59"/>
                  </a:cubicBezTo>
                  <a:cubicBezTo>
                    <a:pt x="2" y="60"/>
                    <a:pt x="3" y="61"/>
                    <a:pt x="4" y="62"/>
                  </a:cubicBezTo>
                  <a:cubicBezTo>
                    <a:pt x="8" y="65"/>
                    <a:pt x="11" y="69"/>
                    <a:pt x="14" y="72"/>
                  </a:cubicBezTo>
                  <a:cubicBezTo>
                    <a:pt x="19" y="72"/>
                    <a:pt x="24" y="72"/>
                    <a:pt x="29" y="72"/>
                  </a:cubicBezTo>
                  <a:cubicBezTo>
                    <a:pt x="32" y="72"/>
                    <a:pt x="37" y="73"/>
                    <a:pt x="37" y="69"/>
                  </a:cubicBezTo>
                  <a:cubicBezTo>
                    <a:pt x="38" y="66"/>
                    <a:pt x="38" y="63"/>
                    <a:pt x="39" y="61"/>
                  </a:cubicBezTo>
                  <a:cubicBezTo>
                    <a:pt x="39" y="60"/>
                    <a:pt x="40" y="58"/>
                    <a:pt x="41" y="58"/>
                  </a:cubicBezTo>
                  <a:cubicBezTo>
                    <a:pt x="42" y="58"/>
                    <a:pt x="42" y="58"/>
                    <a:pt x="42" y="57"/>
                  </a:cubicBezTo>
                  <a:cubicBezTo>
                    <a:pt x="43" y="56"/>
                    <a:pt x="43" y="56"/>
                    <a:pt x="43" y="55"/>
                  </a:cubicBezTo>
                  <a:cubicBezTo>
                    <a:pt x="44" y="52"/>
                    <a:pt x="50" y="53"/>
                    <a:pt x="53" y="53"/>
                  </a:cubicBezTo>
                  <a:cubicBezTo>
                    <a:pt x="55" y="53"/>
                    <a:pt x="58" y="53"/>
                    <a:pt x="60" y="53"/>
                  </a:cubicBezTo>
                  <a:cubicBezTo>
                    <a:pt x="62" y="53"/>
                    <a:pt x="61" y="51"/>
                    <a:pt x="62" y="50"/>
                  </a:cubicBezTo>
                  <a:cubicBezTo>
                    <a:pt x="63" y="49"/>
                    <a:pt x="64" y="48"/>
                    <a:pt x="65" y="48"/>
                  </a:cubicBezTo>
                  <a:cubicBezTo>
                    <a:pt x="66" y="48"/>
                    <a:pt x="67" y="48"/>
                    <a:pt x="68" y="48"/>
                  </a:cubicBezTo>
                  <a:cubicBezTo>
                    <a:pt x="70" y="48"/>
                    <a:pt x="71" y="49"/>
                    <a:pt x="71" y="47"/>
                  </a:cubicBezTo>
                  <a:cubicBezTo>
                    <a:pt x="73" y="44"/>
                    <a:pt x="75" y="41"/>
                    <a:pt x="78" y="40"/>
                  </a:cubicBezTo>
                  <a:cubicBezTo>
                    <a:pt x="80" y="39"/>
                    <a:pt x="82" y="39"/>
                    <a:pt x="84" y="39"/>
                  </a:cubicBezTo>
                  <a:cubicBezTo>
                    <a:pt x="85" y="39"/>
                    <a:pt x="86" y="39"/>
                    <a:pt x="87" y="39"/>
                  </a:cubicBezTo>
                  <a:cubicBezTo>
                    <a:pt x="89" y="39"/>
                    <a:pt x="89" y="39"/>
                    <a:pt x="90" y="38"/>
                  </a:cubicBezTo>
                  <a:cubicBezTo>
                    <a:pt x="90" y="36"/>
                    <a:pt x="91" y="34"/>
                    <a:pt x="93" y="34"/>
                  </a:cubicBezTo>
                  <a:cubicBezTo>
                    <a:pt x="95" y="34"/>
                    <a:pt x="98" y="34"/>
                    <a:pt x="97" y="31"/>
                  </a:cubicBezTo>
                  <a:cubicBezTo>
                    <a:pt x="96" y="30"/>
                    <a:pt x="95" y="29"/>
                    <a:pt x="95" y="27"/>
                  </a:cubicBezTo>
                  <a:cubicBezTo>
                    <a:pt x="94" y="25"/>
                    <a:pt x="94" y="21"/>
                    <a:pt x="95" y="19"/>
                  </a:cubicBezTo>
                  <a:cubicBezTo>
                    <a:pt x="96" y="17"/>
                    <a:pt x="97" y="14"/>
                    <a:pt x="99" y="13"/>
                  </a:cubicBezTo>
                  <a:cubicBezTo>
                    <a:pt x="100" y="12"/>
                    <a:pt x="101" y="11"/>
                    <a:pt x="103" y="11"/>
                  </a:cubicBezTo>
                  <a:cubicBezTo>
                    <a:pt x="104" y="10"/>
                    <a:pt x="104" y="8"/>
                    <a:pt x="104" y="6"/>
                  </a:cubicBezTo>
                  <a:cubicBezTo>
                    <a:pt x="104" y="5"/>
                    <a:pt x="104" y="4"/>
                    <a:pt x="104" y="4"/>
                  </a:cubicBezTo>
                  <a:cubicBezTo>
                    <a:pt x="104" y="2"/>
                    <a:pt x="104" y="1"/>
                    <a:pt x="103" y="1"/>
                  </a:cubicBezTo>
                  <a:cubicBezTo>
                    <a:pt x="101" y="1"/>
                    <a:pt x="99" y="1"/>
                    <a:pt x="97" y="1"/>
                  </a:cubicBezTo>
                  <a:cubicBezTo>
                    <a:pt x="93" y="1"/>
                    <a:pt x="89" y="0"/>
                    <a:pt x="85" y="0"/>
                  </a:cubicBezTo>
                  <a:cubicBezTo>
                    <a:pt x="58" y="0"/>
                    <a:pt x="32" y="6"/>
                    <a:pt x="5" y="6"/>
                  </a:cubicBezTo>
                  <a:cubicBezTo>
                    <a:pt x="5" y="8"/>
                    <a:pt x="39" y="5"/>
                    <a:pt x="5" y="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4" name="Freeform 20"/>
            <p:cNvSpPr/>
            <p:nvPr/>
          </p:nvSpPr>
          <p:spPr bwMode="auto">
            <a:xfrm>
              <a:off x="6265333" y="2313515"/>
              <a:ext cx="1202597" cy="2333508"/>
            </a:xfrm>
            <a:custGeom>
              <a:avLst/>
              <a:gdLst>
                <a:gd name="T0" fmla="*/ 382 w 411"/>
                <a:gd name="T1" fmla="*/ 360 h 798"/>
                <a:gd name="T2" fmla="*/ 358 w 411"/>
                <a:gd name="T3" fmla="*/ 312 h 798"/>
                <a:gd name="T4" fmla="*/ 321 w 411"/>
                <a:gd name="T5" fmla="*/ 256 h 798"/>
                <a:gd name="T6" fmla="*/ 325 w 411"/>
                <a:gd name="T7" fmla="*/ 240 h 798"/>
                <a:gd name="T8" fmla="*/ 352 w 411"/>
                <a:gd name="T9" fmla="*/ 276 h 798"/>
                <a:gd name="T10" fmla="*/ 368 w 411"/>
                <a:gd name="T11" fmla="*/ 308 h 798"/>
                <a:gd name="T12" fmla="*/ 386 w 411"/>
                <a:gd name="T13" fmla="*/ 343 h 798"/>
                <a:gd name="T14" fmla="*/ 384 w 411"/>
                <a:gd name="T15" fmla="*/ 273 h 798"/>
                <a:gd name="T16" fmla="*/ 367 w 411"/>
                <a:gd name="T17" fmla="*/ 240 h 798"/>
                <a:gd name="T18" fmla="*/ 353 w 411"/>
                <a:gd name="T19" fmla="*/ 215 h 798"/>
                <a:gd name="T20" fmla="*/ 335 w 411"/>
                <a:gd name="T21" fmla="*/ 184 h 798"/>
                <a:gd name="T22" fmla="*/ 305 w 411"/>
                <a:gd name="T23" fmla="*/ 147 h 798"/>
                <a:gd name="T24" fmla="*/ 229 w 411"/>
                <a:gd name="T25" fmla="*/ 76 h 798"/>
                <a:gd name="T26" fmla="*/ 189 w 411"/>
                <a:gd name="T27" fmla="*/ 44 h 798"/>
                <a:gd name="T28" fmla="*/ 114 w 411"/>
                <a:gd name="T29" fmla="*/ 5 h 798"/>
                <a:gd name="T30" fmla="*/ 118 w 411"/>
                <a:gd name="T31" fmla="*/ 38 h 798"/>
                <a:gd name="T32" fmla="*/ 112 w 411"/>
                <a:gd name="T33" fmla="*/ 56 h 798"/>
                <a:gd name="T34" fmla="*/ 76 w 411"/>
                <a:gd name="T35" fmla="*/ 74 h 798"/>
                <a:gd name="T36" fmla="*/ 125 w 411"/>
                <a:gd name="T37" fmla="*/ 127 h 798"/>
                <a:gd name="T38" fmla="*/ 154 w 411"/>
                <a:gd name="T39" fmla="*/ 135 h 798"/>
                <a:gd name="T40" fmla="*/ 189 w 411"/>
                <a:gd name="T41" fmla="*/ 166 h 798"/>
                <a:gd name="T42" fmla="*/ 146 w 411"/>
                <a:gd name="T43" fmla="*/ 109 h 798"/>
                <a:gd name="T44" fmla="*/ 179 w 411"/>
                <a:gd name="T45" fmla="*/ 122 h 798"/>
                <a:gd name="T46" fmla="*/ 215 w 411"/>
                <a:gd name="T47" fmla="*/ 152 h 798"/>
                <a:gd name="T48" fmla="*/ 212 w 411"/>
                <a:gd name="T49" fmla="*/ 113 h 798"/>
                <a:gd name="T50" fmla="*/ 246 w 411"/>
                <a:gd name="T51" fmla="*/ 118 h 798"/>
                <a:gd name="T52" fmla="*/ 252 w 411"/>
                <a:gd name="T53" fmla="*/ 136 h 798"/>
                <a:gd name="T54" fmla="*/ 259 w 411"/>
                <a:gd name="T55" fmla="*/ 169 h 798"/>
                <a:gd name="T56" fmla="*/ 289 w 411"/>
                <a:gd name="T57" fmla="*/ 188 h 798"/>
                <a:gd name="T58" fmla="*/ 266 w 411"/>
                <a:gd name="T59" fmla="*/ 212 h 798"/>
                <a:gd name="T60" fmla="*/ 202 w 411"/>
                <a:gd name="T61" fmla="*/ 198 h 798"/>
                <a:gd name="T62" fmla="*/ 174 w 411"/>
                <a:gd name="T63" fmla="*/ 171 h 798"/>
                <a:gd name="T64" fmla="*/ 85 w 411"/>
                <a:gd name="T65" fmla="*/ 179 h 798"/>
                <a:gd name="T66" fmla="*/ 56 w 411"/>
                <a:gd name="T67" fmla="*/ 208 h 798"/>
                <a:gd name="T68" fmla="*/ 26 w 411"/>
                <a:gd name="T69" fmla="*/ 238 h 798"/>
                <a:gd name="T70" fmla="*/ 3 w 411"/>
                <a:gd name="T71" fmla="*/ 290 h 798"/>
                <a:gd name="T72" fmla="*/ 12 w 411"/>
                <a:gd name="T73" fmla="*/ 321 h 798"/>
                <a:gd name="T74" fmla="*/ 12 w 411"/>
                <a:gd name="T75" fmla="*/ 366 h 798"/>
                <a:gd name="T76" fmla="*/ 61 w 411"/>
                <a:gd name="T77" fmla="*/ 423 h 798"/>
                <a:gd name="T78" fmla="*/ 90 w 411"/>
                <a:gd name="T79" fmla="*/ 448 h 798"/>
                <a:gd name="T80" fmla="*/ 119 w 411"/>
                <a:gd name="T81" fmla="*/ 443 h 798"/>
                <a:gd name="T82" fmla="*/ 152 w 411"/>
                <a:gd name="T83" fmla="*/ 435 h 798"/>
                <a:gd name="T84" fmla="*/ 212 w 411"/>
                <a:gd name="T85" fmla="*/ 448 h 798"/>
                <a:gd name="T86" fmla="*/ 226 w 411"/>
                <a:gd name="T87" fmla="*/ 497 h 798"/>
                <a:gd name="T88" fmla="*/ 250 w 411"/>
                <a:gd name="T89" fmla="*/ 540 h 798"/>
                <a:gd name="T90" fmla="*/ 255 w 411"/>
                <a:gd name="T91" fmla="*/ 587 h 798"/>
                <a:gd name="T92" fmla="*/ 235 w 411"/>
                <a:gd name="T93" fmla="*/ 632 h 798"/>
                <a:gd name="T94" fmla="*/ 231 w 411"/>
                <a:gd name="T95" fmla="*/ 689 h 798"/>
                <a:gd name="T96" fmla="*/ 239 w 411"/>
                <a:gd name="T97" fmla="*/ 761 h 798"/>
                <a:gd name="T98" fmla="*/ 247 w 411"/>
                <a:gd name="T99" fmla="*/ 791 h 798"/>
                <a:gd name="T100" fmla="*/ 317 w 411"/>
                <a:gd name="T101" fmla="*/ 754 h 798"/>
                <a:gd name="T102" fmla="*/ 321 w 411"/>
                <a:gd name="T103" fmla="*/ 719 h 798"/>
                <a:gd name="T104" fmla="*/ 350 w 411"/>
                <a:gd name="T105" fmla="*/ 666 h 798"/>
                <a:gd name="T106" fmla="*/ 382 w 411"/>
                <a:gd name="T107" fmla="*/ 617 h 798"/>
                <a:gd name="T108" fmla="*/ 396 w 411"/>
                <a:gd name="T109" fmla="*/ 514 h 798"/>
                <a:gd name="T110" fmla="*/ 403 w 411"/>
                <a:gd name="T111" fmla="*/ 458 h 798"/>
                <a:gd name="T112" fmla="*/ 396 w 411"/>
                <a:gd name="T113" fmla="*/ 391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1" h="798">
                  <a:moveTo>
                    <a:pt x="396" y="391"/>
                  </a:moveTo>
                  <a:cubicBezTo>
                    <a:pt x="396" y="388"/>
                    <a:pt x="396" y="385"/>
                    <a:pt x="396" y="382"/>
                  </a:cubicBezTo>
                  <a:cubicBezTo>
                    <a:pt x="396" y="380"/>
                    <a:pt x="396" y="379"/>
                    <a:pt x="396" y="377"/>
                  </a:cubicBezTo>
                  <a:cubicBezTo>
                    <a:pt x="395" y="377"/>
                    <a:pt x="394" y="377"/>
                    <a:pt x="393" y="376"/>
                  </a:cubicBezTo>
                  <a:cubicBezTo>
                    <a:pt x="391" y="376"/>
                    <a:pt x="391" y="374"/>
                    <a:pt x="391" y="372"/>
                  </a:cubicBezTo>
                  <a:cubicBezTo>
                    <a:pt x="391" y="370"/>
                    <a:pt x="390" y="368"/>
                    <a:pt x="389" y="367"/>
                  </a:cubicBezTo>
                  <a:cubicBezTo>
                    <a:pt x="388" y="366"/>
                    <a:pt x="387" y="363"/>
                    <a:pt x="386" y="363"/>
                  </a:cubicBezTo>
                  <a:cubicBezTo>
                    <a:pt x="384" y="363"/>
                    <a:pt x="382" y="362"/>
                    <a:pt x="382" y="360"/>
                  </a:cubicBezTo>
                  <a:cubicBezTo>
                    <a:pt x="381" y="359"/>
                    <a:pt x="383" y="353"/>
                    <a:pt x="381" y="353"/>
                  </a:cubicBezTo>
                  <a:cubicBezTo>
                    <a:pt x="379" y="353"/>
                    <a:pt x="377" y="353"/>
                    <a:pt x="377" y="351"/>
                  </a:cubicBezTo>
                  <a:cubicBezTo>
                    <a:pt x="377" y="350"/>
                    <a:pt x="377" y="349"/>
                    <a:pt x="377" y="348"/>
                  </a:cubicBezTo>
                  <a:cubicBezTo>
                    <a:pt x="376" y="347"/>
                    <a:pt x="376" y="347"/>
                    <a:pt x="376" y="346"/>
                  </a:cubicBezTo>
                  <a:cubicBezTo>
                    <a:pt x="375" y="345"/>
                    <a:pt x="374" y="344"/>
                    <a:pt x="373" y="343"/>
                  </a:cubicBezTo>
                  <a:cubicBezTo>
                    <a:pt x="371" y="340"/>
                    <a:pt x="369" y="338"/>
                    <a:pt x="367" y="336"/>
                  </a:cubicBezTo>
                  <a:cubicBezTo>
                    <a:pt x="362" y="330"/>
                    <a:pt x="361" y="323"/>
                    <a:pt x="363" y="316"/>
                  </a:cubicBezTo>
                  <a:cubicBezTo>
                    <a:pt x="360" y="315"/>
                    <a:pt x="358" y="315"/>
                    <a:pt x="358" y="312"/>
                  </a:cubicBezTo>
                  <a:cubicBezTo>
                    <a:pt x="358" y="309"/>
                    <a:pt x="356" y="306"/>
                    <a:pt x="354" y="304"/>
                  </a:cubicBezTo>
                  <a:cubicBezTo>
                    <a:pt x="352" y="302"/>
                    <a:pt x="350" y="300"/>
                    <a:pt x="349" y="298"/>
                  </a:cubicBezTo>
                  <a:cubicBezTo>
                    <a:pt x="348" y="295"/>
                    <a:pt x="343" y="297"/>
                    <a:pt x="344" y="293"/>
                  </a:cubicBezTo>
                  <a:cubicBezTo>
                    <a:pt x="344" y="291"/>
                    <a:pt x="344" y="289"/>
                    <a:pt x="344" y="287"/>
                  </a:cubicBezTo>
                  <a:cubicBezTo>
                    <a:pt x="343" y="287"/>
                    <a:pt x="341" y="287"/>
                    <a:pt x="340" y="286"/>
                  </a:cubicBezTo>
                  <a:cubicBezTo>
                    <a:pt x="339" y="286"/>
                    <a:pt x="339" y="284"/>
                    <a:pt x="339" y="283"/>
                  </a:cubicBezTo>
                  <a:cubicBezTo>
                    <a:pt x="338" y="281"/>
                    <a:pt x="336" y="279"/>
                    <a:pt x="335" y="278"/>
                  </a:cubicBezTo>
                  <a:cubicBezTo>
                    <a:pt x="330" y="271"/>
                    <a:pt x="325" y="263"/>
                    <a:pt x="321" y="256"/>
                  </a:cubicBezTo>
                  <a:cubicBezTo>
                    <a:pt x="316" y="249"/>
                    <a:pt x="312" y="243"/>
                    <a:pt x="306" y="236"/>
                  </a:cubicBezTo>
                  <a:cubicBezTo>
                    <a:pt x="305" y="234"/>
                    <a:pt x="299" y="230"/>
                    <a:pt x="303" y="228"/>
                  </a:cubicBezTo>
                  <a:cubicBezTo>
                    <a:pt x="305" y="226"/>
                    <a:pt x="307" y="229"/>
                    <a:pt x="308" y="231"/>
                  </a:cubicBezTo>
                  <a:cubicBezTo>
                    <a:pt x="309" y="232"/>
                    <a:pt x="310" y="233"/>
                    <a:pt x="310" y="234"/>
                  </a:cubicBezTo>
                  <a:cubicBezTo>
                    <a:pt x="311" y="235"/>
                    <a:pt x="310" y="235"/>
                    <a:pt x="312" y="235"/>
                  </a:cubicBezTo>
                  <a:cubicBezTo>
                    <a:pt x="313" y="235"/>
                    <a:pt x="314" y="235"/>
                    <a:pt x="316" y="235"/>
                  </a:cubicBezTo>
                  <a:cubicBezTo>
                    <a:pt x="316" y="233"/>
                    <a:pt x="318" y="231"/>
                    <a:pt x="320" y="233"/>
                  </a:cubicBezTo>
                  <a:cubicBezTo>
                    <a:pt x="322" y="235"/>
                    <a:pt x="324" y="238"/>
                    <a:pt x="325" y="240"/>
                  </a:cubicBezTo>
                  <a:cubicBezTo>
                    <a:pt x="328" y="240"/>
                    <a:pt x="330" y="241"/>
                    <a:pt x="330" y="245"/>
                  </a:cubicBezTo>
                  <a:cubicBezTo>
                    <a:pt x="332" y="245"/>
                    <a:pt x="335" y="246"/>
                    <a:pt x="335" y="249"/>
                  </a:cubicBezTo>
                  <a:cubicBezTo>
                    <a:pt x="334" y="251"/>
                    <a:pt x="334" y="253"/>
                    <a:pt x="334" y="256"/>
                  </a:cubicBezTo>
                  <a:cubicBezTo>
                    <a:pt x="334" y="257"/>
                    <a:pt x="334" y="258"/>
                    <a:pt x="334" y="259"/>
                  </a:cubicBezTo>
                  <a:cubicBezTo>
                    <a:pt x="335" y="259"/>
                    <a:pt x="336" y="259"/>
                    <a:pt x="336" y="259"/>
                  </a:cubicBezTo>
                  <a:cubicBezTo>
                    <a:pt x="340" y="260"/>
                    <a:pt x="339" y="263"/>
                    <a:pt x="339" y="266"/>
                  </a:cubicBezTo>
                  <a:cubicBezTo>
                    <a:pt x="340" y="270"/>
                    <a:pt x="344" y="268"/>
                    <a:pt x="346" y="269"/>
                  </a:cubicBezTo>
                  <a:cubicBezTo>
                    <a:pt x="349" y="271"/>
                    <a:pt x="351" y="273"/>
                    <a:pt x="352" y="276"/>
                  </a:cubicBezTo>
                  <a:cubicBezTo>
                    <a:pt x="353" y="278"/>
                    <a:pt x="353" y="279"/>
                    <a:pt x="353" y="281"/>
                  </a:cubicBezTo>
                  <a:cubicBezTo>
                    <a:pt x="353" y="283"/>
                    <a:pt x="355" y="283"/>
                    <a:pt x="357" y="283"/>
                  </a:cubicBezTo>
                  <a:cubicBezTo>
                    <a:pt x="360" y="285"/>
                    <a:pt x="357" y="292"/>
                    <a:pt x="359" y="292"/>
                  </a:cubicBezTo>
                  <a:cubicBezTo>
                    <a:pt x="363" y="293"/>
                    <a:pt x="363" y="294"/>
                    <a:pt x="363" y="298"/>
                  </a:cubicBezTo>
                  <a:cubicBezTo>
                    <a:pt x="363" y="299"/>
                    <a:pt x="363" y="300"/>
                    <a:pt x="363" y="300"/>
                  </a:cubicBezTo>
                  <a:cubicBezTo>
                    <a:pt x="363" y="302"/>
                    <a:pt x="363" y="301"/>
                    <a:pt x="364" y="302"/>
                  </a:cubicBezTo>
                  <a:cubicBezTo>
                    <a:pt x="365" y="302"/>
                    <a:pt x="367" y="302"/>
                    <a:pt x="367" y="303"/>
                  </a:cubicBezTo>
                  <a:cubicBezTo>
                    <a:pt x="368" y="305"/>
                    <a:pt x="367" y="306"/>
                    <a:pt x="368" y="308"/>
                  </a:cubicBezTo>
                  <a:cubicBezTo>
                    <a:pt x="368" y="309"/>
                    <a:pt x="369" y="310"/>
                    <a:pt x="370" y="312"/>
                  </a:cubicBezTo>
                  <a:cubicBezTo>
                    <a:pt x="371" y="313"/>
                    <a:pt x="371" y="314"/>
                    <a:pt x="372" y="315"/>
                  </a:cubicBezTo>
                  <a:cubicBezTo>
                    <a:pt x="372" y="316"/>
                    <a:pt x="374" y="316"/>
                    <a:pt x="375" y="316"/>
                  </a:cubicBezTo>
                  <a:cubicBezTo>
                    <a:pt x="378" y="318"/>
                    <a:pt x="375" y="325"/>
                    <a:pt x="378" y="325"/>
                  </a:cubicBezTo>
                  <a:cubicBezTo>
                    <a:pt x="382" y="326"/>
                    <a:pt x="382" y="327"/>
                    <a:pt x="382" y="331"/>
                  </a:cubicBezTo>
                  <a:cubicBezTo>
                    <a:pt x="382" y="333"/>
                    <a:pt x="382" y="336"/>
                    <a:pt x="382" y="338"/>
                  </a:cubicBezTo>
                  <a:cubicBezTo>
                    <a:pt x="382" y="340"/>
                    <a:pt x="383" y="339"/>
                    <a:pt x="385" y="340"/>
                  </a:cubicBezTo>
                  <a:cubicBezTo>
                    <a:pt x="386" y="340"/>
                    <a:pt x="387" y="342"/>
                    <a:pt x="386" y="343"/>
                  </a:cubicBezTo>
                  <a:cubicBezTo>
                    <a:pt x="386" y="345"/>
                    <a:pt x="387" y="346"/>
                    <a:pt x="388" y="348"/>
                  </a:cubicBezTo>
                  <a:cubicBezTo>
                    <a:pt x="390" y="350"/>
                    <a:pt x="393" y="352"/>
                    <a:pt x="396" y="353"/>
                  </a:cubicBezTo>
                  <a:cubicBezTo>
                    <a:pt x="392" y="340"/>
                    <a:pt x="388" y="327"/>
                    <a:pt x="386" y="314"/>
                  </a:cubicBezTo>
                  <a:cubicBezTo>
                    <a:pt x="385" y="307"/>
                    <a:pt x="384" y="300"/>
                    <a:pt x="384" y="293"/>
                  </a:cubicBezTo>
                  <a:cubicBezTo>
                    <a:pt x="384" y="290"/>
                    <a:pt x="384" y="287"/>
                    <a:pt x="384" y="284"/>
                  </a:cubicBezTo>
                  <a:cubicBezTo>
                    <a:pt x="385" y="281"/>
                    <a:pt x="386" y="279"/>
                    <a:pt x="386" y="276"/>
                  </a:cubicBezTo>
                  <a:cubicBezTo>
                    <a:pt x="386" y="274"/>
                    <a:pt x="387" y="273"/>
                    <a:pt x="386" y="273"/>
                  </a:cubicBezTo>
                  <a:cubicBezTo>
                    <a:pt x="385" y="273"/>
                    <a:pt x="384" y="273"/>
                    <a:pt x="384" y="273"/>
                  </a:cubicBezTo>
                  <a:cubicBezTo>
                    <a:pt x="382" y="272"/>
                    <a:pt x="382" y="272"/>
                    <a:pt x="381" y="270"/>
                  </a:cubicBezTo>
                  <a:cubicBezTo>
                    <a:pt x="381" y="268"/>
                    <a:pt x="382" y="266"/>
                    <a:pt x="382" y="264"/>
                  </a:cubicBezTo>
                  <a:cubicBezTo>
                    <a:pt x="380" y="264"/>
                    <a:pt x="378" y="264"/>
                    <a:pt x="377" y="262"/>
                  </a:cubicBezTo>
                  <a:cubicBezTo>
                    <a:pt x="376" y="261"/>
                    <a:pt x="377" y="259"/>
                    <a:pt x="377" y="258"/>
                  </a:cubicBezTo>
                  <a:cubicBezTo>
                    <a:pt x="377" y="257"/>
                    <a:pt x="377" y="256"/>
                    <a:pt x="377" y="254"/>
                  </a:cubicBezTo>
                  <a:cubicBezTo>
                    <a:pt x="376" y="254"/>
                    <a:pt x="375" y="254"/>
                    <a:pt x="375" y="254"/>
                  </a:cubicBezTo>
                  <a:cubicBezTo>
                    <a:pt x="371" y="253"/>
                    <a:pt x="372" y="248"/>
                    <a:pt x="372" y="245"/>
                  </a:cubicBezTo>
                  <a:cubicBezTo>
                    <a:pt x="369" y="245"/>
                    <a:pt x="367" y="244"/>
                    <a:pt x="367" y="240"/>
                  </a:cubicBezTo>
                  <a:cubicBezTo>
                    <a:pt x="367" y="239"/>
                    <a:pt x="367" y="238"/>
                    <a:pt x="367" y="237"/>
                  </a:cubicBezTo>
                  <a:cubicBezTo>
                    <a:pt x="367" y="235"/>
                    <a:pt x="367" y="236"/>
                    <a:pt x="366" y="235"/>
                  </a:cubicBezTo>
                  <a:cubicBezTo>
                    <a:pt x="365" y="235"/>
                    <a:pt x="363" y="235"/>
                    <a:pt x="363" y="233"/>
                  </a:cubicBezTo>
                  <a:cubicBezTo>
                    <a:pt x="362" y="232"/>
                    <a:pt x="363" y="230"/>
                    <a:pt x="362" y="228"/>
                  </a:cubicBezTo>
                  <a:cubicBezTo>
                    <a:pt x="362" y="227"/>
                    <a:pt x="361" y="226"/>
                    <a:pt x="360" y="225"/>
                  </a:cubicBezTo>
                  <a:cubicBezTo>
                    <a:pt x="359" y="224"/>
                    <a:pt x="358" y="223"/>
                    <a:pt x="358" y="221"/>
                  </a:cubicBezTo>
                  <a:cubicBezTo>
                    <a:pt x="357" y="221"/>
                    <a:pt x="355" y="221"/>
                    <a:pt x="354" y="220"/>
                  </a:cubicBezTo>
                  <a:cubicBezTo>
                    <a:pt x="353" y="219"/>
                    <a:pt x="353" y="217"/>
                    <a:pt x="353" y="215"/>
                  </a:cubicBezTo>
                  <a:cubicBezTo>
                    <a:pt x="353" y="214"/>
                    <a:pt x="353" y="213"/>
                    <a:pt x="353" y="212"/>
                  </a:cubicBezTo>
                  <a:cubicBezTo>
                    <a:pt x="353" y="212"/>
                    <a:pt x="352" y="212"/>
                    <a:pt x="351" y="212"/>
                  </a:cubicBezTo>
                  <a:cubicBezTo>
                    <a:pt x="347" y="211"/>
                    <a:pt x="349" y="207"/>
                    <a:pt x="348" y="204"/>
                  </a:cubicBezTo>
                  <a:cubicBezTo>
                    <a:pt x="347" y="203"/>
                    <a:pt x="346" y="202"/>
                    <a:pt x="345" y="201"/>
                  </a:cubicBezTo>
                  <a:cubicBezTo>
                    <a:pt x="345" y="200"/>
                    <a:pt x="344" y="198"/>
                    <a:pt x="343" y="198"/>
                  </a:cubicBezTo>
                  <a:cubicBezTo>
                    <a:pt x="342" y="198"/>
                    <a:pt x="341" y="197"/>
                    <a:pt x="340" y="196"/>
                  </a:cubicBezTo>
                  <a:cubicBezTo>
                    <a:pt x="338" y="195"/>
                    <a:pt x="339" y="193"/>
                    <a:pt x="339" y="191"/>
                  </a:cubicBezTo>
                  <a:cubicBezTo>
                    <a:pt x="338" y="189"/>
                    <a:pt x="336" y="187"/>
                    <a:pt x="335" y="184"/>
                  </a:cubicBezTo>
                  <a:cubicBezTo>
                    <a:pt x="334" y="183"/>
                    <a:pt x="332" y="182"/>
                    <a:pt x="331" y="182"/>
                  </a:cubicBezTo>
                  <a:cubicBezTo>
                    <a:pt x="329" y="181"/>
                    <a:pt x="328" y="180"/>
                    <a:pt x="327" y="178"/>
                  </a:cubicBezTo>
                  <a:cubicBezTo>
                    <a:pt x="325" y="175"/>
                    <a:pt x="325" y="172"/>
                    <a:pt x="323" y="169"/>
                  </a:cubicBezTo>
                  <a:cubicBezTo>
                    <a:pt x="322" y="168"/>
                    <a:pt x="321" y="167"/>
                    <a:pt x="321" y="166"/>
                  </a:cubicBezTo>
                  <a:cubicBezTo>
                    <a:pt x="320" y="165"/>
                    <a:pt x="321" y="165"/>
                    <a:pt x="319" y="164"/>
                  </a:cubicBezTo>
                  <a:cubicBezTo>
                    <a:pt x="318" y="164"/>
                    <a:pt x="317" y="163"/>
                    <a:pt x="316" y="163"/>
                  </a:cubicBezTo>
                  <a:cubicBezTo>
                    <a:pt x="313" y="161"/>
                    <a:pt x="311" y="159"/>
                    <a:pt x="309" y="156"/>
                  </a:cubicBezTo>
                  <a:cubicBezTo>
                    <a:pt x="307" y="153"/>
                    <a:pt x="306" y="150"/>
                    <a:pt x="305" y="147"/>
                  </a:cubicBezTo>
                  <a:cubicBezTo>
                    <a:pt x="302" y="142"/>
                    <a:pt x="296" y="140"/>
                    <a:pt x="293" y="135"/>
                  </a:cubicBezTo>
                  <a:cubicBezTo>
                    <a:pt x="292" y="134"/>
                    <a:pt x="292" y="132"/>
                    <a:pt x="291" y="131"/>
                  </a:cubicBezTo>
                  <a:cubicBezTo>
                    <a:pt x="289" y="130"/>
                    <a:pt x="288" y="129"/>
                    <a:pt x="286" y="127"/>
                  </a:cubicBezTo>
                  <a:cubicBezTo>
                    <a:pt x="282" y="125"/>
                    <a:pt x="279" y="122"/>
                    <a:pt x="276" y="119"/>
                  </a:cubicBezTo>
                  <a:cubicBezTo>
                    <a:pt x="270" y="113"/>
                    <a:pt x="264" y="106"/>
                    <a:pt x="259" y="99"/>
                  </a:cubicBezTo>
                  <a:cubicBezTo>
                    <a:pt x="253" y="97"/>
                    <a:pt x="249" y="91"/>
                    <a:pt x="245" y="87"/>
                  </a:cubicBezTo>
                  <a:cubicBezTo>
                    <a:pt x="243" y="84"/>
                    <a:pt x="241" y="82"/>
                    <a:pt x="238" y="81"/>
                  </a:cubicBezTo>
                  <a:cubicBezTo>
                    <a:pt x="235" y="79"/>
                    <a:pt x="232" y="78"/>
                    <a:pt x="229" y="76"/>
                  </a:cubicBezTo>
                  <a:cubicBezTo>
                    <a:pt x="226" y="74"/>
                    <a:pt x="224" y="71"/>
                    <a:pt x="222" y="68"/>
                  </a:cubicBezTo>
                  <a:cubicBezTo>
                    <a:pt x="222" y="67"/>
                    <a:pt x="222" y="67"/>
                    <a:pt x="221" y="66"/>
                  </a:cubicBezTo>
                  <a:cubicBezTo>
                    <a:pt x="220" y="66"/>
                    <a:pt x="219" y="66"/>
                    <a:pt x="218" y="66"/>
                  </a:cubicBezTo>
                  <a:cubicBezTo>
                    <a:pt x="216" y="66"/>
                    <a:pt x="214" y="64"/>
                    <a:pt x="212" y="63"/>
                  </a:cubicBezTo>
                  <a:cubicBezTo>
                    <a:pt x="209" y="62"/>
                    <a:pt x="207" y="59"/>
                    <a:pt x="205" y="56"/>
                  </a:cubicBezTo>
                  <a:cubicBezTo>
                    <a:pt x="204" y="55"/>
                    <a:pt x="203" y="53"/>
                    <a:pt x="202" y="52"/>
                  </a:cubicBezTo>
                  <a:cubicBezTo>
                    <a:pt x="200" y="52"/>
                    <a:pt x="198" y="52"/>
                    <a:pt x="195" y="50"/>
                  </a:cubicBezTo>
                  <a:cubicBezTo>
                    <a:pt x="193" y="49"/>
                    <a:pt x="190" y="47"/>
                    <a:pt x="189" y="44"/>
                  </a:cubicBezTo>
                  <a:cubicBezTo>
                    <a:pt x="188" y="42"/>
                    <a:pt x="189" y="42"/>
                    <a:pt x="187" y="42"/>
                  </a:cubicBezTo>
                  <a:cubicBezTo>
                    <a:pt x="186" y="42"/>
                    <a:pt x="185" y="42"/>
                    <a:pt x="184" y="42"/>
                  </a:cubicBezTo>
                  <a:cubicBezTo>
                    <a:pt x="182" y="40"/>
                    <a:pt x="180" y="39"/>
                    <a:pt x="179" y="37"/>
                  </a:cubicBezTo>
                  <a:cubicBezTo>
                    <a:pt x="173" y="32"/>
                    <a:pt x="166" y="27"/>
                    <a:pt x="159" y="23"/>
                  </a:cubicBezTo>
                  <a:cubicBezTo>
                    <a:pt x="144" y="15"/>
                    <a:pt x="128" y="8"/>
                    <a:pt x="114" y="0"/>
                  </a:cubicBezTo>
                  <a:cubicBezTo>
                    <a:pt x="113" y="0"/>
                    <a:pt x="113" y="0"/>
                    <a:pt x="113" y="0"/>
                  </a:cubicBezTo>
                  <a:cubicBezTo>
                    <a:pt x="113" y="1"/>
                    <a:pt x="113" y="2"/>
                    <a:pt x="113" y="3"/>
                  </a:cubicBezTo>
                  <a:cubicBezTo>
                    <a:pt x="113" y="5"/>
                    <a:pt x="113" y="4"/>
                    <a:pt x="114" y="5"/>
                  </a:cubicBezTo>
                  <a:cubicBezTo>
                    <a:pt x="115" y="5"/>
                    <a:pt x="117" y="5"/>
                    <a:pt x="117" y="6"/>
                  </a:cubicBezTo>
                  <a:cubicBezTo>
                    <a:pt x="118" y="8"/>
                    <a:pt x="117" y="10"/>
                    <a:pt x="117" y="11"/>
                  </a:cubicBezTo>
                  <a:cubicBezTo>
                    <a:pt x="117" y="13"/>
                    <a:pt x="117" y="14"/>
                    <a:pt x="118" y="14"/>
                  </a:cubicBezTo>
                  <a:cubicBezTo>
                    <a:pt x="119" y="14"/>
                    <a:pt x="120" y="14"/>
                    <a:pt x="120" y="14"/>
                  </a:cubicBezTo>
                  <a:cubicBezTo>
                    <a:pt x="124" y="15"/>
                    <a:pt x="122" y="21"/>
                    <a:pt x="122" y="23"/>
                  </a:cubicBezTo>
                  <a:cubicBezTo>
                    <a:pt x="122" y="26"/>
                    <a:pt x="121" y="29"/>
                    <a:pt x="117" y="28"/>
                  </a:cubicBezTo>
                  <a:cubicBezTo>
                    <a:pt x="117" y="30"/>
                    <a:pt x="117" y="31"/>
                    <a:pt x="117" y="33"/>
                  </a:cubicBezTo>
                  <a:cubicBezTo>
                    <a:pt x="117" y="34"/>
                    <a:pt x="117" y="37"/>
                    <a:pt x="118" y="38"/>
                  </a:cubicBezTo>
                  <a:cubicBezTo>
                    <a:pt x="121" y="38"/>
                    <a:pt x="123" y="40"/>
                    <a:pt x="124" y="42"/>
                  </a:cubicBezTo>
                  <a:cubicBezTo>
                    <a:pt x="126" y="44"/>
                    <a:pt x="126" y="46"/>
                    <a:pt x="128" y="47"/>
                  </a:cubicBezTo>
                  <a:cubicBezTo>
                    <a:pt x="130" y="48"/>
                    <a:pt x="131" y="50"/>
                    <a:pt x="132" y="52"/>
                  </a:cubicBezTo>
                  <a:cubicBezTo>
                    <a:pt x="132" y="53"/>
                    <a:pt x="132" y="54"/>
                    <a:pt x="132" y="55"/>
                  </a:cubicBezTo>
                  <a:cubicBezTo>
                    <a:pt x="132" y="57"/>
                    <a:pt x="130" y="56"/>
                    <a:pt x="129" y="57"/>
                  </a:cubicBezTo>
                  <a:cubicBezTo>
                    <a:pt x="128" y="57"/>
                    <a:pt x="126" y="58"/>
                    <a:pt x="125" y="59"/>
                  </a:cubicBezTo>
                  <a:cubicBezTo>
                    <a:pt x="123" y="60"/>
                    <a:pt x="123" y="57"/>
                    <a:pt x="122" y="56"/>
                  </a:cubicBezTo>
                  <a:cubicBezTo>
                    <a:pt x="119" y="56"/>
                    <a:pt x="115" y="56"/>
                    <a:pt x="112" y="56"/>
                  </a:cubicBezTo>
                  <a:cubicBezTo>
                    <a:pt x="110" y="56"/>
                    <a:pt x="108" y="56"/>
                    <a:pt x="108" y="57"/>
                  </a:cubicBezTo>
                  <a:cubicBezTo>
                    <a:pt x="108" y="58"/>
                    <a:pt x="108" y="59"/>
                    <a:pt x="107" y="60"/>
                  </a:cubicBezTo>
                  <a:cubicBezTo>
                    <a:pt x="106" y="62"/>
                    <a:pt x="102" y="61"/>
                    <a:pt x="100" y="61"/>
                  </a:cubicBezTo>
                  <a:cubicBezTo>
                    <a:pt x="98" y="61"/>
                    <a:pt x="97" y="61"/>
                    <a:pt x="95" y="61"/>
                  </a:cubicBezTo>
                  <a:cubicBezTo>
                    <a:pt x="93" y="61"/>
                    <a:pt x="94" y="62"/>
                    <a:pt x="93" y="63"/>
                  </a:cubicBezTo>
                  <a:cubicBezTo>
                    <a:pt x="91" y="65"/>
                    <a:pt x="89" y="66"/>
                    <a:pt x="87" y="66"/>
                  </a:cubicBezTo>
                  <a:cubicBezTo>
                    <a:pt x="84" y="66"/>
                    <a:pt x="82" y="66"/>
                    <a:pt x="80" y="68"/>
                  </a:cubicBezTo>
                  <a:cubicBezTo>
                    <a:pt x="78" y="69"/>
                    <a:pt x="77" y="72"/>
                    <a:pt x="76" y="74"/>
                  </a:cubicBezTo>
                  <a:cubicBezTo>
                    <a:pt x="75" y="76"/>
                    <a:pt x="74" y="78"/>
                    <a:pt x="72" y="80"/>
                  </a:cubicBezTo>
                  <a:cubicBezTo>
                    <a:pt x="71" y="82"/>
                    <a:pt x="68" y="83"/>
                    <a:pt x="66" y="85"/>
                  </a:cubicBezTo>
                  <a:cubicBezTo>
                    <a:pt x="71" y="94"/>
                    <a:pt x="80" y="102"/>
                    <a:pt x="88" y="110"/>
                  </a:cubicBezTo>
                  <a:cubicBezTo>
                    <a:pt x="96" y="119"/>
                    <a:pt x="102" y="129"/>
                    <a:pt x="103" y="141"/>
                  </a:cubicBezTo>
                  <a:cubicBezTo>
                    <a:pt x="107" y="140"/>
                    <a:pt x="108" y="137"/>
                    <a:pt x="108" y="134"/>
                  </a:cubicBezTo>
                  <a:cubicBezTo>
                    <a:pt x="108" y="130"/>
                    <a:pt x="108" y="126"/>
                    <a:pt x="113" y="127"/>
                  </a:cubicBezTo>
                  <a:cubicBezTo>
                    <a:pt x="116" y="127"/>
                    <a:pt x="118" y="127"/>
                    <a:pt x="121" y="127"/>
                  </a:cubicBezTo>
                  <a:cubicBezTo>
                    <a:pt x="122" y="127"/>
                    <a:pt x="123" y="127"/>
                    <a:pt x="125" y="127"/>
                  </a:cubicBezTo>
                  <a:cubicBezTo>
                    <a:pt x="126" y="127"/>
                    <a:pt x="127" y="127"/>
                    <a:pt x="127" y="126"/>
                  </a:cubicBezTo>
                  <a:cubicBezTo>
                    <a:pt x="128" y="124"/>
                    <a:pt x="130" y="123"/>
                    <a:pt x="133" y="122"/>
                  </a:cubicBezTo>
                  <a:cubicBezTo>
                    <a:pt x="135" y="122"/>
                    <a:pt x="138" y="123"/>
                    <a:pt x="140" y="125"/>
                  </a:cubicBezTo>
                  <a:cubicBezTo>
                    <a:pt x="140" y="125"/>
                    <a:pt x="141" y="126"/>
                    <a:pt x="141" y="126"/>
                  </a:cubicBezTo>
                  <a:cubicBezTo>
                    <a:pt x="141" y="127"/>
                    <a:pt x="142" y="127"/>
                    <a:pt x="143" y="127"/>
                  </a:cubicBezTo>
                  <a:cubicBezTo>
                    <a:pt x="146" y="127"/>
                    <a:pt x="148" y="127"/>
                    <a:pt x="150" y="129"/>
                  </a:cubicBezTo>
                  <a:cubicBezTo>
                    <a:pt x="151" y="130"/>
                    <a:pt x="152" y="131"/>
                    <a:pt x="153" y="133"/>
                  </a:cubicBezTo>
                  <a:cubicBezTo>
                    <a:pt x="154" y="134"/>
                    <a:pt x="154" y="134"/>
                    <a:pt x="154" y="135"/>
                  </a:cubicBezTo>
                  <a:cubicBezTo>
                    <a:pt x="155" y="137"/>
                    <a:pt x="156" y="136"/>
                    <a:pt x="158" y="136"/>
                  </a:cubicBezTo>
                  <a:cubicBezTo>
                    <a:pt x="161" y="136"/>
                    <a:pt x="166" y="136"/>
                    <a:pt x="165" y="141"/>
                  </a:cubicBezTo>
                  <a:cubicBezTo>
                    <a:pt x="168" y="141"/>
                    <a:pt x="172" y="141"/>
                    <a:pt x="174" y="144"/>
                  </a:cubicBezTo>
                  <a:cubicBezTo>
                    <a:pt x="176" y="146"/>
                    <a:pt x="179" y="149"/>
                    <a:pt x="179" y="152"/>
                  </a:cubicBezTo>
                  <a:cubicBezTo>
                    <a:pt x="179" y="156"/>
                    <a:pt x="179" y="160"/>
                    <a:pt x="179" y="165"/>
                  </a:cubicBezTo>
                  <a:cubicBezTo>
                    <a:pt x="182" y="165"/>
                    <a:pt x="184" y="166"/>
                    <a:pt x="184" y="169"/>
                  </a:cubicBezTo>
                  <a:cubicBezTo>
                    <a:pt x="185" y="169"/>
                    <a:pt x="187" y="169"/>
                    <a:pt x="188" y="169"/>
                  </a:cubicBezTo>
                  <a:cubicBezTo>
                    <a:pt x="188" y="168"/>
                    <a:pt x="189" y="167"/>
                    <a:pt x="189" y="166"/>
                  </a:cubicBezTo>
                  <a:cubicBezTo>
                    <a:pt x="190" y="164"/>
                    <a:pt x="192" y="162"/>
                    <a:pt x="193" y="160"/>
                  </a:cubicBezTo>
                  <a:cubicBezTo>
                    <a:pt x="193" y="156"/>
                    <a:pt x="193" y="152"/>
                    <a:pt x="193" y="148"/>
                  </a:cubicBezTo>
                  <a:cubicBezTo>
                    <a:pt x="193" y="146"/>
                    <a:pt x="193" y="144"/>
                    <a:pt x="193" y="142"/>
                  </a:cubicBezTo>
                  <a:cubicBezTo>
                    <a:pt x="193" y="141"/>
                    <a:pt x="191" y="140"/>
                    <a:pt x="190" y="140"/>
                  </a:cubicBezTo>
                  <a:cubicBezTo>
                    <a:pt x="185" y="137"/>
                    <a:pt x="181" y="132"/>
                    <a:pt x="179" y="127"/>
                  </a:cubicBezTo>
                  <a:cubicBezTo>
                    <a:pt x="175" y="127"/>
                    <a:pt x="163" y="129"/>
                    <a:pt x="165" y="122"/>
                  </a:cubicBezTo>
                  <a:cubicBezTo>
                    <a:pt x="161" y="122"/>
                    <a:pt x="154" y="123"/>
                    <a:pt x="155" y="118"/>
                  </a:cubicBezTo>
                  <a:cubicBezTo>
                    <a:pt x="151" y="117"/>
                    <a:pt x="148" y="113"/>
                    <a:pt x="146" y="109"/>
                  </a:cubicBezTo>
                  <a:cubicBezTo>
                    <a:pt x="146" y="108"/>
                    <a:pt x="144" y="108"/>
                    <a:pt x="143" y="107"/>
                  </a:cubicBezTo>
                  <a:cubicBezTo>
                    <a:pt x="142" y="105"/>
                    <a:pt x="144" y="104"/>
                    <a:pt x="145" y="104"/>
                  </a:cubicBezTo>
                  <a:cubicBezTo>
                    <a:pt x="148" y="103"/>
                    <a:pt x="156" y="103"/>
                    <a:pt x="155" y="108"/>
                  </a:cubicBezTo>
                  <a:cubicBezTo>
                    <a:pt x="158" y="108"/>
                    <a:pt x="160" y="110"/>
                    <a:pt x="163" y="112"/>
                  </a:cubicBezTo>
                  <a:cubicBezTo>
                    <a:pt x="166" y="114"/>
                    <a:pt x="168" y="114"/>
                    <a:pt x="171" y="117"/>
                  </a:cubicBezTo>
                  <a:cubicBezTo>
                    <a:pt x="172" y="118"/>
                    <a:pt x="173" y="119"/>
                    <a:pt x="173" y="121"/>
                  </a:cubicBezTo>
                  <a:cubicBezTo>
                    <a:pt x="174" y="122"/>
                    <a:pt x="174" y="122"/>
                    <a:pt x="175" y="122"/>
                  </a:cubicBezTo>
                  <a:cubicBezTo>
                    <a:pt x="176" y="122"/>
                    <a:pt x="178" y="122"/>
                    <a:pt x="179" y="122"/>
                  </a:cubicBezTo>
                  <a:cubicBezTo>
                    <a:pt x="182" y="123"/>
                    <a:pt x="184" y="123"/>
                    <a:pt x="184" y="127"/>
                  </a:cubicBezTo>
                  <a:cubicBezTo>
                    <a:pt x="187" y="127"/>
                    <a:pt x="194" y="126"/>
                    <a:pt x="193" y="132"/>
                  </a:cubicBezTo>
                  <a:cubicBezTo>
                    <a:pt x="195" y="132"/>
                    <a:pt x="201" y="131"/>
                    <a:pt x="202" y="134"/>
                  </a:cubicBezTo>
                  <a:cubicBezTo>
                    <a:pt x="203" y="135"/>
                    <a:pt x="202" y="137"/>
                    <a:pt x="203" y="138"/>
                  </a:cubicBezTo>
                  <a:cubicBezTo>
                    <a:pt x="203" y="140"/>
                    <a:pt x="204" y="141"/>
                    <a:pt x="205" y="142"/>
                  </a:cubicBezTo>
                  <a:cubicBezTo>
                    <a:pt x="206" y="143"/>
                    <a:pt x="207" y="144"/>
                    <a:pt x="207" y="146"/>
                  </a:cubicBezTo>
                  <a:cubicBezTo>
                    <a:pt x="209" y="146"/>
                    <a:pt x="210" y="147"/>
                    <a:pt x="212" y="148"/>
                  </a:cubicBezTo>
                  <a:cubicBezTo>
                    <a:pt x="213" y="149"/>
                    <a:pt x="214" y="150"/>
                    <a:pt x="215" y="152"/>
                  </a:cubicBezTo>
                  <a:cubicBezTo>
                    <a:pt x="215" y="152"/>
                    <a:pt x="215" y="153"/>
                    <a:pt x="216" y="154"/>
                  </a:cubicBezTo>
                  <a:cubicBezTo>
                    <a:pt x="216" y="155"/>
                    <a:pt x="216" y="155"/>
                    <a:pt x="218" y="155"/>
                  </a:cubicBezTo>
                  <a:cubicBezTo>
                    <a:pt x="219" y="155"/>
                    <a:pt x="220" y="155"/>
                    <a:pt x="221" y="154"/>
                  </a:cubicBezTo>
                  <a:cubicBezTo>
                    <a:pt x="221" y="153"/>
                    <a:pt x="221" y="152"/>
                    <a:pt x="221" y="152"/>
                  </a:cubicBezTo>
                  <a:cubicBezTo>
                    <a:pt x="221" y="150"/>
                    <a:pt x="222" y="150"/>
                    <a:pt x="223" y="149"/>
                  </a:cubicBezTo>
                  <a:cubicBezTo>
                    <a:pt x="225" y="146"/>
                    <a:pt x="226" y="143"/>
                    <a:pt x="226" y="139"/>
                  </a:cubicBezTo>
                  <a:cubicBezTo>
                    <a:pt x="225" y="132"/>
                    <a:pt x="221" y="126"/>
                    <a:pt x="217" y="120"/>
                  </a:cubicBezTo>
                  <a:cubicBezTo>
                    <a:pt x="215" y="118"/>
                    <a:pt x="213" y="115"/>
                    <a:pt x="212" y="113"/>
                  </a:cubicBezTo>
                  <a:cubicBezTo>
                    <a:pt x="212" y="111"/>
                    <a:pt x="211" y="109"/>
                    <a:pt x="213" y="107"/>
                  </a:cubicBezTo>
                  <a:cubicBezTo>
                    <a:pt x="213" y="105"/>
                    <a:pt x="214" y="104"/>
                    <a:pt x="216" y="104"/>
                  </a:cubicBezTo>
                  <a:cubicBezTo>
                    <a:pt x="220" y="101"/>
                    <a:pt x="226" y="104"/>
                    <a:pt x="230" y="106"/>
                  </a:cubicBezTo>
                  <a:cubicBezTo>
                    <a:pt x="233" y="107"/>
                    <a:pt x="235" y="109"/>
                    <a:pt x="237" y="110"/>
                  </a:cubicBezTo>
                  <a:cubicBezTo>
                    <a:pt x="238" y="111"/>
                    <a:pt x="238" y="112"/>
                    <a:pt x="239" y="112"/>
                  </a:cubicBezTo>
                  <a:cubicBezTo>
                    <a:pt x="240" y="113"/>
                    <a:pt x="241" y="113"/>
                    <a:pt x="243" y="113"/>
                  </a:cubicBezTo>
                  <a:cubicBezTo>
                    <a:pt x="244" y="114"/>
                    <a:pt x="245" y="115"/>
                    <a:pt x="245" y="116"/>
                  </a:cubicBezTo>
                  <a:cubicBezTo>
                    <a:pt x="245" y="117"/>
                    <a:pt x="244" y="117"/>
                    <a:pt x="246" y="118"/>
                  </a:cubicBezTo>
                  <a:cubicBezTo>
                    <a:pt x="246" y="118"/>
                    <a:pt x="247" y="119"/>
                    <a:pt x="248" y="119"/>
                  </a:cubicBezTo>
                  <a:cubicBezTo>
                    <a:pt x="251" y="121"/>
                    <a:pt x="254" y="123"/>
                    <a:pt x="256" y="126"/>
                  </a:cubicBezTo>
                  <a:cubicBezTo>
                    <a:pt x="257" y="127"/>
                    <a:pt x="258" y="132"/>
                    <a:pt x="259" y="132"/>
                  </a:cubicBezTo>
                  <a:cubicBezTo>
                    <a:pt x="261" y="132"/>
                    <a:pt x="262" y="132"/>
                    <a:pt x="263" y="134"/>
                  </a:cubicBezTo>
                  <a:cubicBezTo>
                    <a:pt x="263" y="135"/>
                    <a:pt x="264" y="139"/>
                    <a:pt x="262" y="139"/>
                  </a:cubicBezTo>
                  <a:cubicBezTo>
                    <a:pt x="261" y="140"/>
                    <a:pt x="260" y="139"/>
                    <a:pt x="260" y="138"/>
                  </a:cubicBezTo>
                  <a:cubicBezTo>
                    <a:pt x="259" y="137"/>
                    <a:pt x="259" y="136"/>
                    <a:pt x="258" y="136"/>
                  </a:cubicBezTo>
                  <a:cubicBezTo>
                    <a:pt x="256" y="136"/>
                    <a:pt x="254" y="136"/>
                    <a:pt x="252" y="136"/>
                  </a:cubicBezTo>
                  <a:cubicBezTo>
                    <a:pt x="250" y="136"/>
                    <a:pt x="249" y="136"/>
                    <a:pt x="247" y="136"/>
                  </a:cubicBezTo>
                  <a:cubicBezTo>
                    <a:pt x="245" y="136"/>
                    <a:pt x="245" y="136"/>
                    <a:pt x="245" y="139"/>
                  </a:cubicBezTo>
                  <a:cubicBezTo>
                    <a:pt x="244" y="141"/>
                    <a:pt x="242" y="142"/>
                    <a:pt x="240" y="141"/>
                  </a:cubicBezTo>
                  <a:cubicBezTo>
                    <a:pt x="240" y="145"/>
                    <a:pt x="241" y="149"/>
                    <a:pt x="243" y="153"/>
                  </a:cubicBezTo>
                  <a:cubicBezTo>
                    <a:pt x="244" y="154"/>
                    <a:pt x="244" y="155"/>
                    <a:pt x="246" y="155"/>
                  </a:cubicBezTo>
                  <a:cubicBezTo>
                    <a:pt x="248" y="156"/>
                    <a:pt x="249" y="156"/>
                    <a:pt x="250" y="158"/>
                  </a:cubicBezTo>
                  <a:cubicBezTo>
                    <a:pt x="250" y="160"/>
                    <a:pt x="249" y="165"/>
                    <a:pt x="253" y="165"/>
                  </a:cubicBezTo>
                  <a:cubicBezTo>
                    <a:pt x="256" y="165"/>
                    <a:pt x="260" y="165"/>
                    <a:pt x="259" y="169"/>
                  </a:cubicBezTo>
                  <a:cubicBezTo>
                    <a:pt x="262" y="170"/>
                    <a:pt x="263" y="171"/>
                    <a:pt x="265" y="172"/>
                  </a:cubicBezTo>
                  <a:cubicBezTo>
                    <a:pt x="268" y="174"/>
                    <a:pt x="270" y="175"/>
                    <a:pt x="273" y="174"/>
                  </a:cubicBezTo>
                  <a:cubicBezTo>
                    <a:pt x="273" y="171"/>
                    <a:pt x="274" y="169"/>
                    <a:pt x="278" y="169"/>
                  </a:cubicBezTo>
                  <a:cubicBezTo>
                    <a:pt x="281" y="170"/>
                    <a:pt x="283" y="171"/>
                    <a:pt x="283" y="174"/>
                  </a:cubicBezTo>
                  <a:cubicBezTo>
                    <a:pt x="284" y="174"/>
                    <a:pt x="287" y="175"/>
                    <a:pt x="287" y="176"/>
                  </a:cubicBezTo>
                  <a:cubicBezTo>
                    <a:pt x="288" y="178"/>
                    <a:pt x="287" y="179"/>
                    <a:pt x="287" y="180"/>
                  </a:cubicBezTo>
                  <a:cubicBezTo>
                    <a:pt x="287" y="182"/>
                    <a:pt x="287" y="184"/>
                    <a:pt x="287" y="186"/>
                  </a:cubicBezTo>
                  <a:cubicBezTo>
                    <a:pt x="287" y="188"/>
                    <a:pt x="287" y="188"/>
                    <a:pt x="289" y="188"/>
                  </a:cubicBezTo>
                  <a:cubicBezTo>
                    <a:pt x="290" y="189"/>
                    <a:pt x="291" y="189"/>
                    <a:pt x="291" y="190"/>
                  </a:cubicBezTo>
                  <a:cubicBezTo>
                    <a:pt x="293" y="191"/>
                    <a:pt x="292" y="196"/>
                    <a:pt x="292" y="198"/>
                  </a:cubicBezTo>
                  <a:cubicBezTo>
                    <a:pt x="294" y="198"/>
                    <a:pt x="296" y="198"/>
                    <a:pt x="297" y="200"/>
                  </a:cubicBezTo>
                  <a:cubicBezTo>
                    <a:pt x="297" y="202"/>
                    <a:pt x="297" y="205"/>
                    <a:pt x="296" y="207"/>
                  </a:cubicBezTo>
                  <a:cubicBezTo>
                    <a:pt x="295" y="211"/>
                    <a:pt x="292" y="213"/>
                    <a:pt x="287" y="212"/>
                  </a:cubicBezTo>
                  <a:cubicBezTo>
                    <a:pt x="287" y="217"/>
                    <a:pt x="279" y="217"/>
                    <a:pt x="275" y="215"/>
                  </a:cubicBezTo>
                  <a:cubicBezTo>
                    <a:pt x="274" y="214"/>
                    <a:pt x="274" y="214"/>
                    <a:pt x="273" y="212"/>
                  </a:cubicBezTo>
                  <a:cubicBezTo>
                    <a:pt x="273" y="211"/>
                    <a:pt x="267" y="212"/>
                    <a:pt x="266" y="212"/>
                  </a:cubicBezTo>
                  <a:cubicBezTo>
                    <a:pt x="263" y="212"/>
                    <a:pt x="258" y="212"/>
                    <a:pt x="259" y="207"/>
                  </a:cubicBezTo>
                  <a:cubicBezTo>
                    <a:pt x="255" y="207"/>
                    <a:pt x="253" y="203"/>
                    <a:pt x="250" y="202"/>
                  </a:cubicBezTo>
                  <a:cubicBezTo>
                    <a:pt x="250" y="206"/>
                    <a:pt x="250" y="211"/>
                    <a:pt x="248" y="214"/>
                  </a:cubicBezTo>
                  <a:cubicBezTo>
                    <a:pt x="246" y="218"/>
                    <a:pt x="242" y="217"/>
                    <a:pt x="238" y="216"/>
                  </a:cubicBezTo>
                  <a:cubicBezTo>
                    <a:pt x="235" y="216"/>
                    <a:pt x="231" y="216"/>
                    <a:pt x="231" y="212"/>
                  </a:cubicBezTo>
                  <a:cubicBezTo>
                    <a:pt x="227" y="212"/>
                    <a:pt x="220" y="213"/>
                    <a:pt x="221" y="207"/>
                  </a:cubicBezTo>
                  <a:cubicBezTo>
                    <a:pt x="218" y="207"/>
                    <a:pt x="216" y="206"/>
                    <a:pt x="217" y="202"/>
                  </a:cubicBezTo>
                  <a:cubicBezTo>
                    <a:pt x="213" y="202"/>
                    <a:pt x="201" y="205"/>
                    <a:pt x="202" y="198"/>
                  </a:cubicBezTo>
                  <a:cubicBezTo>
                    <a:pt x="198" y="197"/>
                    <a:pt x="193" y="198"/>
                    <a:pt x="188" y="198"/>
                  </a:cubicBezTo>
                  <a:cubicBezTo>
                    <a:pt x="183" y="197"/>
                    <a:pt x="182" y="193"/>
                    <a:pt x="184" y="188"/>
                  </a:cubicBezTo>
                  <a:cubicBezTo>
                    <a:pt x="182" y="188"/>
                    <a:pt x="181" y="188"/>
                    <a:pt x="180" y="187"/>
                  </a:cubicBezTo>
                  <a:cubicBezTo>
                    <a:pt x="178" y="186"/>
                    <a:pt x="179" y="184"/>
                    <a:pt x="179" y="182"/>
                  </a:cubicBezTo>
                  <a:cubicBezTo>
                    <a:pt x="179" y="181"/>
                    <a:pt x="179" y="180"/>
                    <a:pt x="179" y="179"/>
                  </a:cubicBezTo>
                  <a:cubicBezTo>
                    <a:pt x="178" y="179"/>
                    <a:pt x="177" y="179"/>
                    <a:pt x="177" y="179"/>
                  </a:cubicBezTo>
                  <a:cubicBezTo>
                    <a:pt x="175" y="178"/>
                    <a:pt x="174" y="177"/>
                    <a:pt x="174" y="176"/>
                  </a:cubicBezTo>
                  <a:cubicBezTo>
                    <a:pt x="174" y="174"/>
                    <a:pt x="175" y="173"/>
                    <a:pt x="174" y="171"/>
                  </a:cubicBezTo>
                  <a:cubicBezTo>
                    <a:pt x="173" y="170"/>
                    <a:pt x="171" y="170"/>
                    <a:pt x="170" y="170"/>
                  </a:cubicBezTo>
                  <a:cubicBezTo>
                    <a:pt x="167" y="169"/>
                    <a:pt x="164" y="169"/>
                    <a:pt x="165" y="165"/>
                  </a:cubicBezTo>
                  <a:cubicBezTo>
                    <a:pt x="158" y="165"/>
                    <a:pt x="157" y="174"/>
                    <a:pt x="151" y="175"/>
                  </a:cubicBezTo>
                  <a:cubicBezTo>
                    <a:pt x="146" y="175"/>
                    <a:pt x="142" y="171"/>
                    <a:pt x="138" y="170"/>
                  </a:cubicBezTo>
                  <a:cubicBezTo>
                    <a:pt x="131" y="169"/>
                    <a:pt x="124" y="169"/>
                    <a:pt x="117" y="169"/>
                  </a:cubicBezTo>
                  <a:cubicBezTo>
                    <a:pt x="119" y="175"/>
                    <a:pt x="112" y="174"/>
                    <a:pt x="108" y="174"/>
                  </a:cubicBezTo>
                  <a:cubicBezTo>
                    <a:pt x="109" y="182"/>
                    <a:pt x="99" y="179"/>
                    <a:pt x="94" y="179"/>
                  </a:cubicBezTo>
                  <a:cubicBezTo>
                    <a:pt x="91" y="178"/>
                    <a:pt x="88" y="178"/>
                    <a:pt x="85" y="179"/>
                  </a:cubicBezTo>
                  <a:cubicBezTo>
                    <a:pt x="83" y="179"/>
                    <a:pt x="81" y="178"/>
                    <a:pt x="80" y="180"/>
                  </a:cubicBezTo>
                  <a:cubicBezTo>
                    <a:pt x="80" y="181"/>
                    <a:pt x="80" y="182"/>
                    <a:pt x="80" y="183"/>
                  </a:cubicBezTo>
                  <a:cubicBezTo>
                    <a:pt x="80" y="184"/>
                    <a:pt x="79" y="185"/>
                    <a:pt x="78" y="187"/>
                  </a:cubicBezTo>
                  <a:cubicBezTo>
                    <a:pt x="76" y="191"/>
                    <a:pt x="72" y="193"/>
                    <a:pt x="67" y="193"/>
                  </a:cubicBezTo>
                  <a:cubicBezTo>
                    <a:pt x="65" y="193"/>
                    <a:pt x="66" y="194"/>
                    <a:pt x="65" y="195"/>
                  </a:cubicBezTo>
                  <a:cubicBezTo>
                    <a:pt x="65" y="196"/>
                    <a:pt x="65" y="197"/>
                    <a:pt x="64" y="197"/>
                  </a:cubicBezTo>
                  <a:cubicBezTo>
                    <a:pt x="63" y="199"/>
                    <a:pt x="60" y="197"/>
                    <a:pt x="59" y="198"/>
                  </a:cubicBezTo>
                  <a:cubicBezTo>
                    <a:pt x="55" y="199"/>
                    <a:pt x="56" y="205"/>
                    <a:pt x="56" y="208"/>
                  </a:cubicBezTo>
                  <a:cubicBezTo>
                    <a:pt x="56" y="211"/>
                    <a:pt x="56" y="216"/>
                    <a:pt x="51" y="217"/>
                  </a:cubicBezTo>
                  <a:cubicBezTo>
                    <a:pt x="52" y="221"/>
                    <a:pt x="53" y="228"/>
                    <a:pt x="48" y="230"/>
                  </a:cubicBezTo>
                  <a:cubicBezTo>
                    <a:pt x="46" y="232"/>
                    <a:pt x="44" y="232"/>
                    <a:pt x="41" y="231"/>
                  </a:cubicBezTo>
                  <a:cubicBezTo>
                    <a:pt x="40" y="231"/>
                    <a:pt x="38" y="230"/>
                    <a:pt x="37" y="231"/>
                  </a:cubicBezTo>
                  <a:cubicBezTo>
                    <a:pt x="37" y="233"/>
                    <a:pt x="36" y="234"/>
                    <a:pt x="34" y="235"/>
                  </a:cubicBezTo>
                  <a:cubicBezTo>
                    <a:pt x="33" y="235"/>
                    <a:pt x="31" y="236"/>
                    <a:pt x="30" y="236"/>
                  </a:cubicBezTo>
                  <a:cubicBezTo>
                    <a:pt x="29" y="236"/>
                    <a:pt x="28" y="235"/>
                    <a:pt x="27" y="236"/>
                  </a:cubicBezTo>
                  <a:cubicBezTo>
                    <a:pt x="27" y="237"/>
                    <a:pt x="27" y="237"/>
                    <a:pt x="26" y="238"/>
                  </a:cubicBezTo>
                  <a:cubicBezTo>
                    <a:pt x="24" y="242"/>
                    <a:pt x="23" y="246"/>
                    <a:pt x="23" y="250"/>
                  </a:cubicBezTo>
                  <a:cubicBezTo>
                    <a:pt x="22" y="252"/>
                    <a:pt x="23" y="255"/>
                    <a:pt x="21" y="257"/>
                  </a:cubicBezTo>
                  <a:cubicBezTo>
                    <a:pt x="21" y="258"/>
                    <a:pt x="20" y="259"/>
                    <a:pt x="18" y="259"/>
                  </a:cubicBezTo>
                  <a:cubicBezTo>
                    <a:pt x="18" y="262"/>
                    <a:pt x="18" y="265"/>
                    <a:pt x="18" y="267"/>
                  </a:cubicBezTo>
                  <a:cubicBezTo>
                    <a:pt x="18" y="270"/>
                    <a:pt x="16" y="274"/>
                    <a:pt x="14" y="276"/>
                  </a:cubicBezTo>
                  <a:cubicBezTo>
                    <a:pt x="12" y="277"/>
                    <a:pt x="11" y="278"/>
                    <a:pt x="9" y="278"/>
                  </a:cubicBezTo>
                  <a:cubicBezTo>
                    <a:pt x="9" y="280"/>
                    <a:pt x="9" y="282"/>
                    <a:pt x="8" y="284"/>
                  </a:cubicBezTo>
                  <a:cubicBezTo>
                    <a:pt x="7" y="286"/>
                    <a:pt x="6" y="289"/>
                    <a:pt x="3" y="290"/>
                  </a:cubicBezTo>
                  <a:cubicBezTo>
                    <a:pt x="2" y="291"/>
                    <a:pt x="1" y="292"/>
                    <a:pt x="0" y="292"/>
                  </a:cubicBezTo>
                  <a:cubicBezTo>
                    <a:pt x="0" y="295"/>
                    <a:pt x="0" y="298"/>
                    <a:pt x="0" y="300"/>
                  </a:cubicBezTo>
                  <a:cubicBezTo>
                    <a:pt x="0" y="304"/>
                    <a:pt x="2" y="305"/>
                    <a:pt x="4" y="308"/>
                  </a:cubicBezTo>
                  <a:cubicBezTo>
                    <a:pt x="4" y="309"/>
                    <a:pt x="4" y="309"/>
                    <a:pt x="4" y="310"/>
                  </a:cubicBezTo>
                  <a:cubicBezTo>
                    <a:pt x="4" y="311"/>
                    <a:pt x="5" y="311"/>
                    <a:pt x="6" y="311"/>
                  </a:cubicBezTo>
                  <a:cubicBezTo>
                    <a:pt x="7" y="311"/>
                    <a:pt x="9" y="312"/>
                    <a:pt x="9" y="313"/>
                  </a:cubicBezTo>
                  <a:cubicBezTo>
                    <a:pt x="10" y="315"/>
                    <a:pt x="9" y="317"/>
                    <a:pt x="9" y="319"/>
                  </a:cubicBezTo>
                  <a:cubicBezTo>
                    <a:pt x="9" y="321"/>
                    <a:pt x="11" y="320"/>
                    <a:pt x="12" y="321"/>
                  </a:cubicBezTo>
                  <a:cubicBezTo>
                    <a:pt x="14" y="322"/>
                    <a:pt x="14" y="323"/>
                    <a:pt x="14" y="324"/>
                  </a:cubicBezTo>
                  <a:cubicBezTo>
                    <a:pt x="14" y="326"/>
                    <a:pt x="14" y="329"/>
                    <a:pt x="15" y="331"/>
                  </a:cubicBezTo>
                  <a:cubicBezTo>
                    <a:pt x="15" y="335"/>
                    <a:pt x="14" y="340"/>
                    <a:pt x="11" y="343"/>
                  </a:cubicBezTo>
                  <a:cubicBezTo>
                    <a:pt x="9" y="347"/>
                    <a:pt x="6" y="350"/>
                    <a:pt x="4" y="353"/>
                  </a:cubicBezTo>
                  <a:cubicBezTo>
                    <a:pt x="6" y="353"/>
                    <a:pt x="7" y="354"/>
                    <a:pt x="8" y="355"/>
                  </a:cubicBezTo>
                  <a:cubicBezTo>
                    <a:pt x="10" y="356"/>
                    <a:pt x="9" y="359"/>
                    <a:pt x="9" y="360"/>
                  </a:cubicBezTo>
                  <a:cubicBezTo>
                    <a:pt x="9" y="362"/>
                    <a:pt x="9" y="362"/>
                    <a:pt x="10" y="363"/>
                  </a:cubicBezTo>
                  <a:cubicBezTo>
                    <a:pt x="11" y="364"/>
                    <a:pt x="12" y="365"/>
                    <a:pt x="12" y="366"/>
                  </a:cubicBezTo>
                  <a:cubicBezTo>
                    <a:pt x="14" y="368"/>
                    <a:pt x="15" y="370"/>
                    <a:pt x="16" y="372"/>
                  </a:cubicBezTo>
                  <a:cubicBezTo>
                    <a:pt x="17" y="373"/>
                    <a:pt x="18" y="376"/>
                    <a:pt x="19" y="377"/>
                  </a:cubicBezTo>
                  <a:cubicBezTo>
                    <a:pt x="20" y="378"/>
                    <a:pt x="21" y="379"/>
                    <a:pt x="23" y="380"/>
                  </a:cubicBezTo>
                  <a:cubicBezTo>
                    <a:pt x="25" y="382"/>
                    <a:pt x="28" y="383"/>
                    <a:pt x="31" y="386"/>
                  </a:cubicBezTo>
                  <a:cubicBezTo>
                    <a:pt x="36" y="391"/>
                    <a:pt x="38" y="397"/>
                    <a:pt x="37" y="404"/>
                  </a:cubicBezTo>
                  <a:cubicBezTo>
                    <a:pt x="37" y="407"/>
                    <a:pt x="36" y="413"/>
                    <a:pt x="40" y="414"/>
                  </a:cubicBezTo>
                  <a:cubicBezTo>
                    <a:pt x="43" y="415"/>
                    <a:pt x="48" y="415"/>
                    <a:pt x="47" y="419"/>
                  </a:cubicBezTo>
                  <a:cubicBezTo>
                    <a:pt x="50" y="419"/>
                    <a:pt x="60" y="419"/>
                    <a:pt x="61" y="423"/>
                  </a:cubicBezTo>
                  <a:cubicBezTo>
                    <a:pt x="61" y="425"/>
                    <a:pt x="64" y="424"/>
                    <a:pt x="66" y="424"/>
                  </a:cubicBezTo>
                  <a:cubicBezTo>
                    <a:pt x="67" y="424"/>
                    <a:pt x="68" y="424"/>
                    <a:pt x="69" y="425"/>
                  </a:cubicBezTo>
                  <a:cubicBezTo>
                    <a:pt x="70" y="426"/>
                    <a:pt x="71" y="427"/>
                    <a:pt x="70" y="428"/>
                  </a:cubicBezTo>
                  <a:cubicBezTo>
                    <a:pt x="70" y="430"/>
                    <a:pt x="71" y="431"/>
                    <a:pt x="72" y="432"/>
                  </a:cubicBezTo>
                  <a:cubicBezTo>
                    <a:pt x="74" y="435"/>
                    <a:pt x="76" y="437"/>
                    <a:pt x="79" y="438"/>
                  </a:cubicBezTo>
                  <a:cubicBezTo>
                    <a:pt x="82" y="439"/>
                    <a:pt x="85" y="441"/>
                    <a:pt x="87" y="443"/>
                  </a:cubicBezTo>
                  <a:cubicBezTo>
                    <a:pt x="87" y="444"/>
                    <a:pt x="88" y="445"/>
                    <a:pt x="89" y="446"/>
                  </a:cubicBezTo>
                  <a:cubicBezTo>
                    <a:pt x="89" y="447"/>
                    <a:pt x="89" y="448"/>
                    <a:pt x="90" y="448"/>
                  </a:cubicBezTo>
                  <a:cubicBezTo>
                    <a:pt x="92" y="448"/>
                    <a:pt x="93" y="448"/>
                    <a:pt x="94" y="448"/>
                  </a:cubicBezTo>
                  <a:cubicBezTo>
                    <a:pt x="94" y="445"/>
                    <a:pt x="95" y="443"/>
                    <a:pt x="98" y="443"/>
                  </a:cubicBezTo>
                  <a:cubicBezTo>
                    <a:pt x="100" y="443"/>
                    <a:pt x="101" y="443"/>
                    <a:pt x="103" y="443"/>
                  </a:cubicBezTo>
                  <a:cubicBezTo>
                    <a:pt x="103" y="442"/>
                    <a:pt x="104" y="441"/>
                    <a:pt x="104" y="440"/>
                  </a:cubicBezTo>
                  <a:cubicBezTo>
                    <a:pt x="106" y="439"/>
                    <a:pt x="108" y="438"/>
                    <a:pt x="110" y="438"/>
                  </a:cubicBezTo>
                  <a:cubicBezTo>
                    <a:pt x="112" y="438"/>
                    <a:pt x="114" y="439"/>
                    <a:pt x="116" y="440"/>
                  </a:cubicBezTo>
                  <a:cubicBezTo>
                    <a:pt x="116" y="441"/>
                    <a:pt x="117" y="441"/>
                    <a:pt x="117" y="442"/>
                  </a:cubicBezTo>
                  <a:cubicBezTo>
                    <a:pt x="118" y="443"/>
                    <a:pt x="117" y="443"/>
                    <a:pt x="119" y="443"/>
                  </a:cubicBezTo>
                  <a:cubicBezTo>
                    <a:pt x="120" y="443"/>
                    <a:pt x="121" y="443"/>
                    <a:pt x="122" y="443"/>
                  </a:cubicBezTo>
                  <a:cubicBezTo>
                    <a:pt x="123" y="443"/>
                    <a:pt x="127" y="442"/>
                    <a:pt x="127" y="444"/>
                  </a:cubicBezTo>
                  <a:cubicBezTo>
                    <a:pt x="127" y="445"/>
                    <a:pt x="128" y="446"/>
                    <a:pt x="129" y="446"/>
                  </a:cubicBezTo>
                  <a:cubicBezTo>
                    <a:pt x="131" y="447"/>
                    <a:pt x="134" y="447"/>
                    <a:pt x="137" y="447"/>
                  </a:cubicBezTo>
                  <a:cubicBezTo>
                    <a:pt x="138" y="447"/>
                    <a:pt x="139" y="447"/>
                    <a:pt x="140" y="448"/>
                  </a:cubicBezTo>
                  <a:cubicBezTo>
                    <a:pt x="142" y="448"/>
                    <a:pt x="146" y="448"/>
                    <a:pt x="146" y="447"/>
                  </a:cubicBezTo>
                  <a:cubicBezTo>
                    <a:pt x="146" y="444"/>
                    <a:pt x="147" y="442"/>
                    <a:pt x="150" y="443"/>
                  </a:cubicBezTo>
                  <a:cubicBezTo>
                    <a:pt x="150" y="440"/>
                    <a:pt x="151" y="438"/>
                    <a:pt x="152" y="435"/>
                  </a:cubicBezTo>
                  <a:cubicBezTo>
                    <a:pt x="153" y="433"/>
                    <a:pt x="155" y="431"/>
                    <a:pt x="157" y="430"/>
                  </a:cubicBezTo>
                  <a:cubicBezTo>
                    <a:pt x="159" y="428"/>
                    <a:pt x="163" y="429"/>
                    <a:pt x="166" y="429"/>
                  </a:cubicBezTo>
                  <a:cubicBezTo>
                    <a:pt x="169" y="429"/>
                    <a:pt x="173" y="429"/>
                    <a:pt x="176" y="429"/>
                  </a:cubicBezTo>
                  <a:cubicBezTo>
                    <a:pt x="181" y="429"/>
                    <a:pt x="186" y="432"/>
                    <a:pt x="188" y="436"/>
                  </a:cubicBezTo>
                  <a:cubicBezTo>
                    <a:pt x="188" y="438"/>
                    <a:pt x="188" y="438"/>
                    <a:pt x="191" y="438"/>
                  </a:cubicBezTo>
                  <a:cubicBezTo>
                    <a:pt x="192" y="438"/>
                    <a:pt x="194" y="438"/>
                    <a:pt x="195" y="439"/>
                  </a:cubicBezTo>
                  <a:cubicBezTo>
                    <a:pt x="197" y="439"/>
                    <a:pt x="198" y="441"/>
                    <a:pt x="198" y="443"/>
                  </a:cubicBezTo>
                  <a:cubicBezTo>
                    <a:pt x="201" y="443"/>
                    <a:pt x="213" y="441"/>
                    <a:pt x="212" y="448"/>
                  </a:cubicBezTo>
                  <a:cubicBezTo>
                    <a:pt x="215" y="448"/>
                    <a:pt x="217" y="448"/>
                    <a:pt x="220" y="449"/>
                  </a:cubicBezTo>
                  <a:cubicBezTo>
                    <a:pt x="222" y="450"/>
                    <a:pt x="224" y="452"/>
                    <a:pt x="225" y="453"/>
                  </a:cubicBezTo>
                  <a:cubicBezTo>
                    <a:pt x="229" y="457"/>
                    <a:pt x="231" y="461"/>
                    <a:pt x="231" y="467"/>
                  </a:cubicBezTo>
                  <a:cubicBezTo>
                    <a:pt x="231" y="471"/>
                    <a:pt x="229" y="474"/>
                    <a:pt x="227" y="477"/>
                  </a:cubicBezTo>
                  <a:cubicBezTo>
                    <a:pt x="226" y="481"/>
                    <a:pt x="226" y="487"/>
                    <a:pt x="221" y="485"/>
                  </a:cubicBezTo>
                  <a:cubicBezTo>
                    <a:pt x="221" y="487"/>
                    <a:pt x="221" y="489"/>
                    <a:pt x="221" y="490"/>
                  </a:cubicBezTo>
                  <a:cubicBezTo>
                    <a:pt x="222" y="490"/>
                    <a:pt x="223" y="490"/>
                    <a:pt x="224" y="491"/>
                  </a:cubicBezTo>
                  <a:cubicBezTo>
                    <a:pt x="227" y="492"/>
                    <a:pt x="226" y="495"/>
                    <a:pt x="226" y="497"/>
                  </a:cubicBezTo>
                  <a:cubicBezTo>
                    <a:pt x="226" y="499"/>
                    <a:pt x="226" y="499"/>
                    <a:pt x="227" y="500"/>
                  </a:cubicBezTo>
                  <a:cubicBezTo>
                    <a:pt x="229" y="500"/>
                    <a:pt x="230" y="501"/>
                    <a:pt x="231" y="501"/>
                  </a:cubicBezTo>
                  <a:cubicBezTo>
                    <a:pt x="232" y="503"/>
                    <a:pt x="234" y="505"/>
                    <a:pt x="235" y="506"/>
                  </a:cubicBezTo>
                  <a:cubicBezTo>
                    <a:pt x="236" y="510"/>
                    <a:pt x="237" y="514"/>
                    <a:pt x="240" y="518"/>
                  </a:cubicBezTo>
                  <a:cubicBezTo>
                    <a:pt x="241" y="520"/>
                    <a:pt x="240" y="523"/>
                    <a:pt x="240" y="525"/>
                  </a:cubicBezTo>
                  <a:cubicBezTo>
                    <a:pt x="241" y="527"/>
                    <a:pt x="242" y="528"/>
                    <a:pt x="243" y="529"/>
                  </a:cubicBezTo>
                  <a:cubicBezTo>
                    <a:pt x="245" y="531"/>
                    <a:pt x="248" y="532"/>
                    <a:pt x="249" y="535"/>
                  </a:cubicBezTo>
                  <a:cubicBezTo>
                    <a:pt x="250" y="536"/>
                    <a:pt x="250" y="538"/>
                    <a:pt x="250" y="540"/>
                  </a:cubicBezTo>
                  <a:cubicBezTo>
                    <a:pt x="250" y="541"/>
                    <a:pt x="250" y="543"/>
                    <a:pt x="250" y="544"/>
                  </a:cubicBezTo>
                  <a:cubicBezTo>
                    <a:pt x="250" y="545"/>
                    <a:pt x="250" y="546"/>
                    <a:pt x="250" y="547"/>
                  </a:cubicBezTo>
                  <a:cubicBezTo>
                    <a:pt x="250" y="547"/>
                    <a:pt x="251" y="547"/>
                    <a:pt x="252" y="547"/>
                  </a:cubicBezTo>
                  <a:cubicBezTo>
                    <a:pt x="254" y="548"/>
                    <a:pt x="255" y="549"/>
                    <a:pt x="254" y="551"/>
                  </a:cubicBezTo>
                  <a:cubicBezTo>
                    <a:pt x="254" y="555"/>
                    <a:pt x="254" y="558"/>
                    <a:pt x="254" y="562"/>
                  </a:cubicBezTo>
                  <a:cubicBezTo>
                    <a:pt x="254" y="566"/>
                    <a:pt x="256" y="576"/>
                    <a:pt x="250" y="575"/>
                  </a:cubicBezTo>
                  <a:cubicBezTo>
                    <a:pt x="250" y="578"/>
                    <a:pt x="250" y="581"/>
                    <a:pt x="250" y="584"/>
                  </a:cubicBezTo>
                  <a:cubicBezTo>
                    <a:pt x="251" y="585"/>
                    <a:pt x="253" y="586"/>
                    <a:pt x="255" y="587"/>
                  </a:cubicBezTo>
                  <a:cubicBezTo>
                    <a:pt x="256" y="588"/>
                    <a:pt x="257" y="590"/>
                    <a:pt x="257" y="591"/>
                  </a:cubicBezTo>
                  <a:cubicBezTo>
                    <a:pt x="257" y="592"/>
                    <a:pt x="257" y="593"/>
                    <a:pt x="256" y="593"/>
                  </a:cubicBezTo>
                  <a:cubicBezTo>
                    <a:pt x="256" y="593"/>
                    <a:pt x="255" y="593"/>
                    <a:pt x="255" y="594"/>
                  </a:cubicBezTo>
                  <a:cubicBezTo>
                    <a:pt x="254" y="594"/>
                    <a:pt x="254" y="594"/>
                    <a:pt x="254" y="595"/>
                  </a:cubicBezTo>
                  <a:cubicBezTo>
                    <a:pt x="252" y="599"/>
                    <a:pt x="249" y="601"/>
                    <a:pt x="246" y="605"/>
                  </a:cubicBezTo>
                  <a:cubicBezTo>
                    <a:pt x="244" y="608"/>
                    <a:pt x="245" y="614"/>
                    <a:pt x="240" y="613"/>
                  </a:cubicBezTo>
                  <a:cubicBezTo>
                    <a:pt x="240" y="617"/>
                    <a:pt x="240" y="622"/>
                    <a:pt x="240" y="627"/>
                  </a:cubicBezTo>
                  <a:cubicBezTo>
                    <a:pt x="240" y="630"/>
                    <a:pt x="239" y="632"/>
                    <a:pt x="235" y="632"/>
                  </a:cubicBezTo>
                  <a:cubicBezTo>
                    <a:pt x="235" y="635"/>
                    <a:pt x="233" y="637"/>
                    <a:pt x="231" y="640"/>
                  </a:cubicBezTo>
                  <a:cubicBezTo>
                    <a:pt x="230" y="643"/>
                    <a:pt x="231" y="647"/>
                    <a:pt x="226" y="646"/>
                  </a:cubicBezTo>
                  <a:cubicBezTo>
                    <a:pt x="226" y="653"/>
                    <a:pt x="226" y="661"/>
                    <a:pt x="226" y="669"/>
                  </a:cubicBezTo>
                  <a:cubicBezTo>
                    <a:pt x="226" y="673"/>
                    <a:pt x="226" y="677"/>
                    <a:pt x="226" y="681"/>
                  </a:cubicBezTo>
                  <a:cubicBezTo>
                    <a:pt x="226" y="682"/>
                    <a:pt x="226" y="683"/>
                    <a:pt x="226" y="683"/>
                  </a:cubicBezTo>
                  <a:cubicBezTo>
                    <a:pt x="227" y="684"/>
                    <a:pt x="227" y="684"/>
                    <a:pt x="228" y="684"/>
                  </a:cubicBezTo>
                  <a:cubicBezTo>
                    <a:pt x="229" y="684"/>
                    <a:pt x="230" y="684"/>
                    <a:pt x="230" y="685"/>
                  </a:cubicBezTo>
                  <a:cubicBezTo>
                    <a:pt x="231" y="686"/>
                    <a:pt x="231" y="688"/>
                    <a:pt x="231" y="689"/>
                  </a:cubicBezTo>
                  <a:cubicBezTo>
                    <a:pt x="231" y="690"/>
                    <a:pt x="231" y="691"/>
                    <a:pt x="231" y="692"/>
                  </a:cubicBezTo>
                  <a:cubicBezTo>
                    <a:pt x="231" y="693"/>
                    <a:pt x="231" y="693"/>
                    <a:pt x="232" y="693"/>
                  </a:cubicBezTo>
                  <a:cubicBezTo>
                    <a:pt x="235" y="693"/>
                    <a:pt x="236" y="695"/>
                    <a:pt x="235" y="698"/>
                  </a:cubicBezTo>
                  <a:cubicBezTo>
                    <a:pt x="235" y="701"/>
                    <a:pt x="237" y="713"/>
                    <a:pt x="231" y="712"/>
                  </a:cubicBezTo>
                  <a:cubicBezTo>
                    <a:pt x="231" y="722"/>
                    <a:pt x="231" y="732"/>
                    <a:pt x="231" y="742"/>
                  </a:cubicBezTo>
                  <a:cubicBezTo>
                    <a:pt x="231" y="745"/>
                    <a:pt x="231" y="747"/>
                    <a:pt x="231" y="749"/>
                  </a:cubicBezTo>
                  <a:cubicBezTo>
                    <a:pt x="232" y="750"/>
                    <a:pt x="233" y="751"/>
                    <a:pt x="234" y="752"/>
                  </a:cubicBezTo>
                  <a:cubicBezTo>
                    <a:pt x="237" y="755"/>
                    <a:pt x="238" y="758"/>
                    <a:pt x="239" y="761"/>
                  </a:cubicBezTo>
                  <a:cubicBezTo>
                    <a:pt x="240" y="764"/>
                    <a:pt x="241" y="768"/>
                    <a:pt x="239" y="771"/>
                  </a:cubicBezTo>
                  <a:cubicBezTo>
                    <a:pt x="238" y="774"/>
                    <a:pt x="236" y="776"/>
                    <a:pt x="233" y="777"/>
                  </a:cubicBezTo>
                  <a:cubicBezTo>
                    <a:pt x="231" y="778"/>
                    <a:pt x="228" y="779"/>
                    <a:pt x="225" y="780"/>
                  </a:cubicBezTo>
                  <a:cubicBezTo>
                    <a:pt x="224" y="781"/>
                    <a:pt x="223" y="781"/>
                    <a:pt x="222" y="782"/>
                  </a:cubicBezTo>
                  <a:cubicBezTo>
                    <a:pt x="220" y="783"/>
                    <a:pt x="221" y="787"/>
                    <a:pt x="222" y="788"/>
                  </a:cubicBezTo>
                  <a:cubicBezTo>
                    <a:pt x="222" y="791"/>
                    <a:pt x="222" y="794"/>
                    <a:pt x="224" y="796"/>
                  </a:cubicBezTo>
                  <a:cubicBezTo>
                    <a:pt x="226" y="798"/>
                    <a:pt x="228" y="794"/>
                    <a:pt x="230" y="793"/>
                  </a:cubicBezTo>
                  <a:cubicBezTo>
                    <a:pt x="235" y="791"/>
                    <a:pt x="242" y="791"/>
                    <a:pt x="247" y="791"/>
                  </a:cubicBezTo>
                  <a:cubicBezTo>
                    <a:pt x="253" y="791"/>
                    <a:pt x="259" y="791"/>
                    <a:pt x="264" y="787"/>
                  </a:cubicBezTo>
                  <a:cubicBezTo>
                    <a:pt x="266" y="787"/>
                    <a:pt x="268" y="787"/>
                    <a:pt x="271" y="787"/>
                  </a:cubicBezTo>
                  <a:cubicBezTo>
                    <a:pt x="272" y="787"/>
                    <a:pt x="273" y="788"/>
                    <a:pt x="273" y="786"/>
                  </a:cubicBezTo>
                  <a:cubicBezTo>
                    <a:pt x="274" y="785"/>
                    <a:pt x="274" y="785"/>
                    <a:pt x="274" y="784"/>
                  </a:cubicBezTo>
                  <a:cubicBezTo>
                    <a:pt x="276" y="781"/>
                    <a:pt x="279" y="779"/>
                    <a:pt x="283" y="778"/>
                  </a:cubicBezTo>
                  <a:cubicBezTo>
                    <a:pt x="283" y="769"/>
                    <a:pt x="283" y="761"/>
                    <a:pt x="291" y="757"/>
                  </a:cubicBezTo>
                  <a:cubicBezTo>
                    <a:pt x="295" y="755"/>
                    <a:pt x="299" y="754"/>
                    <a:pt x="303" y="754"/>
                  </a:cubicBezTo>
                  <a:cubicBezTo>
                    <a:pt x="307" y="754"/>
                    <a:pt x="312" y="755"/>
                    <a:pt x="317" y="754"/>
                  </a:cubicBezTo>
                  <a:cubicBezTo>
                    <a:pt x="319" y="754"/>
                    <a:pt x="320" y="753"/>
                    <a:pt x="320" y="751"/>
                  </a:cubicBezTo>
                  <a:cubicBezTo>
                    <a:pt x="321" y="748"/>
                    <a:pt x="320" y="744"/>
                    <a:pt x="320" y="741"/>
                  </a:cubicBezTo>
                  <a:cubicBezTo>
                    <a:pt x="320" y="740"/>
                    <a:pt x="320" y="738"/>
                    <a:pt x="320" y="737"/>
                  </a:cubicBezTo>
                  <a:cubicBezTo>
                    <a:pt x="320" y="735"/>
                    <a:pt x="320" y="736"/>
                    <a:pt x="319" y="735"/>
                  </a:cubicBezTo>
                  <a:cubicBezTo>
                    <a:pt x="317" y="734"/>
                    <a:pt x="317" y="733"/>
                    <a:pt x="316" y="732"/>
                  </a:cubicBezTo>
                  <a:cubicBezTo>
                    <a:pt x="315" y="729"/>
                    <a:pt x="316" y="725"/>
                    <a:pt x="318" y="723"/>
                  </a:cubicBezTo>
                  <a:cubicBezTo>
                    <a:pt x="318" y="722"/>
                    <a:pt x="319" y="722"/>
                    <a:pt x="319" y="721"/>
                  </a:cubicBezTo>
                  <a:cubicBezTo>
                    <a:pt x="321" y="721"/>
                    <a:pt x="320" y="720"/>
                    <a:pt x="321" y="719"/>
                  </a:cubicBezTo>
                  <a:cubicBezTo>
                    <a:pt x="321" y="717"/>
                    <a:pt x="323" y="716"/>
                    <a:pt x="325" y="716"/>
                  </a:cubicBezTo>
                  <a:cubicBezTo>
                    <a:pt x="325" y="715"/>
                    <a:pt x="325" y="713"/>
                    <a:pt x="327" y="712"/>
                  </a:cubicBezTo>
                  <a:cubicBezTo>
                    <a:pt x="328" y="711"/>
                    <a:pt x="331" y="712"/>
                    <a:pt x="333" y="711"/>
                  </a:cubicBezTo>
                  <a:cubicBezTo>
                    <a:pt x="337" y="710"/>
                    <a:pt x="338" y="706"/>
                    <a:pt x="339" y="702"/>
                  </a:cubicBezTo>
                  <a:cubicBezTo>
                    <a:pt x="340" y="698"/>
                    <a:pt x="339" y="693"/>
                    <a:pt x="339" y="688"/>
                  </a:cubicBezTo>
                  <a:cubicBezTo>
                    <a:pt x="339" y="685"/>
                    <a:pt x="338" y="678"/>
                    <a:pt x="344" y="679"/>
                  </a:cubicBezTo>
                  <a:cubicBezTo>
                    <a:pt x="344" y="676"/>
                    <a:pt x="344" y="673"/>
                    <a:pt x="345" y="671"/>
                  </a:cubicBezTo>
                  <a:cubicBezTo>
                    <a:pt x="346" y="669"/>
                    <a:pt x="348" y="667"/>
                    <a:pt x="350" y="666"/>
                  </a:cubicBezTo>
                  <a:cubicBezTo>
                    <a:pt x="352" y="665"/>
                    <a:pt x="355" y="665"/>
                    <a:pt x="356" y="663"/>
                  </a:cubicBezTo>
                  <a:cubicBezTo>
                    <a:pt x="358" y="661"/>
                    <a:pt x="358" y="659"/>
                    <a:pt x="358" y="657"/>
                  </a:cubicBezTo>
                  <a:cubicBezTo>
                    <a:pt x="358" y="655"/>
                    <a:pt x="357" y="651"/>
                    <a:pt x="359" y="650"/>
                  </a:cubicBezTo>
                  <a:cubicBezTo>
                    <a:pt x="360" y="647"/>
                    <a:pt x="362" y="645"/>
                    <a:pt x="364" y="642"/>
                  </a:cubicBezTo>
                  <a:cubicBezTo>
                    <a:pt x="367" y="638"/>
                    <a:pt x="372" y="634"/>
                    <a:pt x="377" y="630"/>
                  </a:cubicBezTo>
                  <a:cubicBezTo>
                    <a:pt x="378" y="629"/>
                    <a:pt x="379" y="629"/>
                    <a:pt x="380" y="628"/>
                  </a:cubicBezTo>
                  <a:cubicBezTo>
                    <a:pt x="381" y="627"/>
                    <a:pt x="382" y="627"/>
                    <a:pt x="382" y="625"/>
                  </a:cubicBezTo>
                  <a:cubicBezTo>
                    <a:pt x="382" y="622"/>
                    <a:pt x="382" y="620"/>
                    <a:pt x="382" y="617"/>
                  </a:cubicBezTo>
                  <a:cubicBezTo>
                    <a:pt x="382" y="611"/>
                    <a:pt x="381" y="606"/>
                    <a:pt x="381" y="600"/>
                  </a:cubicBezTo>
                  <a:cubicBezTo>
                    <a:pt x="382" y="596"/>
                    <a:pt x="382" y="591"/>
                    <a:pt x="384" y="588"/>
                  </a:cubicBezTo>
                  <a:cubicBezTo>
                    <a:pt x="384" y="587"/>
                    <a:pt x="385" y="586"/>
                    <a:pt x="385" y="585"/>
                  </a:cubicBezTo>
                  <a:cubicBezTo>
                    <a:pt x="386" y="584"/>
                    <a:pt x="386" y="584"/>
                    <a:pt x="387" y="582"/>
                  </a:cubicBezTo>
                  <a:cubicBezTo>
                    <a:pt x="387" y="580"/>
                    <a:pt x="389" y="579"/>
                    <a:pt x="391" y="580"/>
                  </a:cubicBezTo>
                  <a:cubicBezTo>
                    <a:pt x="392" y="566"/>
                    <a:pt x="390" y="552"/>
                    <a:pt x="391" y="539"/>
                  </a:cubicBezTo>
                  <a:cubicBezTo>
                    <a:pt x="391" y="533"/>
                    <a:pt x="391" y="527"/>
                    <a:pt x="393" y="521"/>
                  </a:cubicBezTo>
                  <a:cubicBezTo>
                    <a:pt x="393" y="518"/>
                    <a:pt x="394" y="516"/>
                    <a:pt x="396" y="514"/>
                  </a:cubicBezTo>
                  <a:cubicBezTo>
                    <a:pt x="396" y="511"/>
                    <a:pt x="397" y="508"/>
                    <a:pt x="400" y="509"/>
                  </a:cubicBezTo>
                  <a:cubicBezTo>
                    <a:pt x="400" y="505"/>
                    <a:pt x="399" y="498"/>
                    <a:pt x="405" y="500"/>
                  </a:cubicBezTo>
                  <a:cubicBezTo>
                    <a:pt x="405" y="497"/>
                    <a:pt x="405" y="494"/>
                    <a:pt x="405" y="491"/>
                  </a:cubicBezTo>
                  <a:cubicBezTo>
                    <a:pt x="405" y="490"/>
                    <a:pt x="405" y="488"/>
                    <a:pt x="405" y="487"/>
                  </a:cubicBezTo>
                  <a:cubicBezTo>
                    <a:pt x="405" y="485"/>
                    <a:pt x="405" y="485"/>
                    <a:pt x="403" y="485"/>
                  </a:cubicBezTo>
                  <a:cubicBezTo>
                    <a:pt x="399" y="482"/>
                    <a:pt x="400" y="476"/>
                    <a:pt x="400" y="472"/>
                  </a:cubicBezTo>
                  <a:cubicBezTo>
                    <a:pt x="400" y="468"/>
                    <a:pt x="400" y="463"/>
                    <a:pt x="402" y="459"/>
                  </a:cubicBezTo>
                  <a:cubicBezTo>
                    <a:pt x="402" y="459"/>
                    <a:pt x="403" y="458"/>
                    <a:pt x="403" y="458"/>
                  </a:cubicBezTo>
                  <a:cubicBezTo>
                    <a:pt x="405" y="457"/>
                    <a:pt x="405" y="458"/>
                    <a:pt x="405" y="456"/>
                  </a:cubicBezTo>
                  <a:cubicBezTo>
                    <a:pt x="405" y="453"/>
                    <a:pt x="405" y="450"/>
                    <a:pt x="405" y="447"/>
                  </a:cubicBezTo>
                  <a:cubicBezTo>
                    <a:pt x="406" y="444"/>
                    <a:pt x="405" y="440"/>
                    <a:pt x="406" y="436"/>
                  </a:cubicBezTo>
                  <a:cubicBezTo>
                    <a:pt x="407" y="435"/>
                    <a:pt x="408" y="434"/>
                    <a:pt x="410" y="434"/>
                  </a:cubicBezTo>
                  <a:cubicBezTo>
                    <a:pt x="410" y="430"/>
                    <a:pt x="410" y="427"/>
                    <a:pt x="410" y="424"/>
                  </a:cubicBezTo>
                  <a:cubicBezTo>
                    <a:pt x="410" y="420"/>
                    <a:pt x="410" y="417"/>
                    <a:pt x="410" y="414"/>
                  </a:cubicBezTo>
                  <a:cubicBezTo>
                    <a:pt x="410" y="411"/>
                    <a:pt x="411" y="406"/>
                    <a:pt x="409" y="404"/>
                  </a:cubicBezTo>
                  <a:cubicBezTo>
                    <a:pt x="404" y="400"/>
                    <a:pt x="400" y="396"/>
                    <a:pt x="396" y="391"/>
                  </a:cubicBezTo>
                  <a:cubicBezTo>
                    <a:pt x="396" y="386"/>
                    <a:pt x="400" y="396"/>
                    <a:pt x="396" y="39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Freeform 21"/>
            <p:cNvSpPr/>
            <p:nvPr/>
          </p:nvSpPr>
          <p:spPr bwMode="auto">
            <a:xfrm>
              <a:off x="4553517" y="2298683"/>
              <a:ext cx="1284171" cy="2708007"/>
            </a:xfrm>
            <a:custGeom>
              <a:avLst/>
              <a:gdLst>
                <a:gd name="T0" fmla="*/ 394 w 439"/>
                <a:gd name="T1" fmla="*/ 523 h 926"/>
                <a:gd name="T2" fmla="*/ 349 w 439"/>
                <a:gd name="T3" fmla="*/ 520 h 926"/>
                <a:gd name="T4" fmla="*/ 328 w 439"/>
                <a:gd name="T5" fmla="*/ 505 h 926"/>
                <a:gd name="T6" fmla="*/ 310 w 439"/>
                <a:gd name="T7" fmla="*/ 490 h 926"/>
                <a:gd name="T8" fmla="*/ 283 w 439"/>
                <a:gd name="T9" fmla="*/ 457 h 926"/>
                <a:gd name="T10" fmla="*/ 230 w 439"/>
                <a:gd name="T11" fmla="*/ 424 h 926"/>
                <a:gd name="T12" fmla="*/ 198 w 439"/>
                <a:gd name="T13" fmla="*/ 402 h 926"/>
                <a:gd name="T14" fmla="*/ 141 w 439"/>
                <a:gd name="T15" fmla="*/ 387 h 926"/>
                <a:gd name="T16" fmla="*/ 117 w 439"/>
                <a:gd name="T17" fmla="*/ 393 h 926"/>
                <a:gd name="T18" fmla="*/ 94 w 439"/>
                <a:gd name="T19" fmla="*/ 415 h 926"/>
                <a:gd name="T20" fmla="*/ 68 w 439"/>
                <a:gd name="T21" fmla="*/ 405 h 926"/>
                <a:gd name="T22" fmla="*/ 70 w 439"/>
                <a:gd name="T23" fmla="*/ 375 h 926"/>
                <a:gd name="T24" fmla="*/ 52 w 439"/>
                <a:gd name="T25" fmla="*/ 324 h 926"/>
                <a:gd name="T26" fmla="*/ 38 w 439"/>
                <a:gd name="T27" fmla="*/ 320 h 926"/>
                <a:gd name="T28" fmla="*/ 28 w 439"/>
                <a:gd name="T29" fmla="*/ 297 h 926"/>
                <a:gd name="T30" fmla="*/ 61 w 439"/>
                <a:gd name="T31" fmla="*/ 237 h 926"/>
                <a:gd name="T32" fmla="*/ 107 w 439"/>
                <a:gd name="T33" fmla="*/ 251 h 926"/>
                <a:gd name="T34" fmla="*/ 127 w 439"/>
                <a:gd name="T35" fmla="*/ 222 h 926"/>
                <a:gd name="T36" fmla="*/ 139 w 439"/>
                <a:gd name="T37" fmla="*/ 203 h 926"/>
                <a:gd name="T38" fmla="*/ 176 w 439"/>
                <a:gd name="T39" fmla="*/ 180 h 926"/>
                <a:gd name="T40" fmla="*/ 209 w 439"/>
                <a:gd name="T41" fmla="*/ 146 h 926"/>
                <a:gd name="T42" fmla="*/ 240 w 439"/>
                <a:gd name="T43" fmla="*/ 118 h 926"/>
                <a:gd name="T44" fmla="*/ 269 w 439"/>
                <a:gd name="T45" fmla="*/ 99 h 926"/>
                <a:gd name="T46" fmla="*/ 259 w 439"/>
                <a:gd name="T47" fmla="*/ 90 h 926"/>
                <a:gd name="T48" fmla="*/ 310 w 439"/>
                <a:gd name="T49" fmla="*/ 76 h 926"/>
                <a:gd name="T50" fmla="*/ 330 w 439"/>
                <a:gd name="T51" fmla="*/ 38 h 926"/>
                <a:gd name="T52" fmla="*/ 298 w 439"/>
                <a:gd name="T53" fmla="*/ 28 h 926"/>
                <a:gd name="T54" fmla="*/ 264 w 439"/>
                <a:gd name="T55" fmla="*/ 54 h 926"/>
                <a:gd name="T56" fmla="*/ 234 w 439"/>
                <a:gd name="T57" fmla="*/ 67 h 926"/>
                <a:gd name="T58" fmla="*/ 245 w 439"/>
                <a:gd name="T59" fmla="*/ 28 h 926"/>
                <a:gd name="T60" fmla="*/ 279 w 439"/>
                <a:gd name="T61" fmla="*/ 15 h 926"/>
                <a:gd name="T62" fmla="*/ 45 w 439"/>
                <a:gd name="T63" fmla="*/ 186 h 926"/>
                <a:gd name="T64" fmla="*/ 0 w 439"/>
                <a:gd name="T65" fmla="*/ 320 h 926"/>
                <a:gd name="T66" fmla="*/ 20 w 439"/>
                <a:gd name="T67" fmla="*/ 359 h 926"/>
                <a:gd name="T68" fmla="*/ 56 w 439"/>
                <a:gd name="T69" fmla="*/ 408 h 926"/>
                <a:gd name="T70" fmla="*/ 80 w 439"/>
                <a:gd name="T71" fmla="*/ 420 h 926"/>
                <a:gd name="T72" fmla="*/ 71 w 439"/>
                <a:gd name="T73" fmla="*/ 495 h 926"/>
                <a:gd name="T74" fmla="*/ 66 w 439"/>
                <a:gd name="T75" fmla="*/ 541 h 926"/>
                <a:gd name="T76" fmla="*/ 94 w 439"/>
                <a:gd name="T77" fmla="*/ 587 h 926"/>
                <a:gd name="T78" fmla="*/ 112 w 439"/>
                <a:gd name="T79" fmla="*/ 634 h 926"/>
                <a:gd name="T80" fmla="*/ 137 w 439"/>
                <a:gd name="T81" fmla="*/ 664 h 926"/>
                <a:gd name="T82" fmla="*/ 160 w 439"/>
                <a:gd name="T83" fmla="*/ 690 h 926"/>
                <a:gd name="T84" fmla="*/ 173 w 439"/>
                <a:gd name="T85" fmla="*/ 719 h 926"/>
                <a:gd name="T86" fmla="*/ 181 w 439"/>
                <a:gd name="T87" fmla="*/ 784 h 926"/>
                <a:gd name="T88" fmla="*/ 207 w 439"/>
                <a:gd name="T89" fmla="*/ 858 h 926"/>
                <a:gd name="T90" fmla="*/ 232 w 439"/>
                <a:gd name="T91" fmla="*/ 896 h 926"/>
                <a:gd name="T92" fmla="*/ 255 w 439"/>
                <a:gd name="T93" fmla="*/ 920 h 926"/>
                <a:gd name="T94" fmla="*/ 265 w 439"/>
                <a:gd name="T95" fmla="*/ 900 h 926"/>
                <a:gd name="T96" fmla="*/ 255 w 439"/>
                <a:gd name="T97" fmla="*/ 858 h 926"/>
                <a:gd name="T98" fmla="*/ 279 w 439"/>
                <a:gd name="T99" fmla="*/ 830 h 926"/>
                <a:gd name="T100" fmla="*/ 297 w 439"/>
                <a:gd name="T101" fmla="*/ 797 h 926"/>
                <a:gd name="T102" fmla="*/ 323 w 439"/>
                <a:gd name="T103" fmla="*/ 726 h 926"/>
                <a:gd name="T104" fmla="*/ 371 w 439"/>
                <a:gd name="T105" fmla="*/ 697 h 926"/>
                <a:gd name="T106" fmla="*/ 401 w 439"/>
                <a:gd name="T107" fmla="*/ 633 h 926"/>
                <a:gd name="T108" fmla="*/ 411 w 439"/>
                <a:gd name="T109" fmla="*/ 608 h 926"/>
                <a:gd name="T110" fmla="*/ 434 w 439"/>
                <a:gd name="T111" fmla="*/ 573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39" h="926">
                  <a:moveTo>
                    <a:pt x="434" y="542"/>
                  </a:moveTo>
                  <a:cubicBezTo>
                    <a:pt x="427" y="542"/>
                    <a:pt x="418" y="544"/>
                    <a:pt x="413" y="538"/>
                  </a:cubicBezTo>
                  <a:cubicBezTo>
                    <a:pt x="412" y="537"/>
                    <a:pt x="411" y="535"/>
                    <a:pt x="411" y="534"/>
                  </a:cubicBezTo>
                  <a:cubicBezTo>
                    <a:pt x="410" y="533"/>
                    <a:pt x="411" y="533"/>
                    <a:pt x="409" y="533"/>
                  </a:cubicBezTo>
                  <a:cubicBezTo>
                    <a:pt x="408" y="533"/>
                    <a:pt x="407" y="533"/>
                    <a:pt x="405" y="533"/>
                  </a:cubicBezTo>
                  <a:cubicBezTo>
                    <a:pt x="402" y="531"/>
                    <a:pt x="399" y="530"/>
                    <a:pt x="397" y="527"/>
                  </a:cubicBezTo>
                  <a:cubicBezTo>
                    <a:pt x="397" y="526"/>
                    <a:pt x="396" y="525"/>
                    <a:pt x="396" y="524"/>
                  </a:cubicBezTo>
                  <a:cubicBezTo>
                    <a:pt x="396" y="523"/>
                    <a:pt x="395" y="523"/>
                    <a:pt x="394" y="523"/>
                  </a:cubicBezTo>
                  <a:cubicBezTo>
                    <a:pt x="392" y="523"/>
                    <a:pt x="390" y="523"/>
                    <a:pt x="388" y="523"/>
                  </a:cubicBezTo>
                  <a:cubicBezTo>
                    <a:pt x="385" y="523"/>
                    <a:pt x="382" y="523"/>
                    <a:pt x="378" y="523"/>
                  </a:cubicBezTo>
                  <a:cubicBezTo>
                    <a:pt x="376" y="523"/>
                    <a:pt x="373" y="522"/>
                    <a:pt x="373" y="519"/>
                  </a:cubicBezTo>
                  <a:cubicBezTo>
                    <a:pt x="372" y="518"/>
                    <a:pt x="360" y="519"/>
                    <a:pt x="358" y="519"/>
                  </a:cubicBezTo>
                  <a:cubicBezTo>
                    <a:pt x="357" y="519"/>
                    <a:pt x="356" y="519"/>
                    <a:pt x="355" y="519"/>
                  </a:cubicBezTo>
                  <a:cubicBezTo>
                    <a:pt x="353" y="519"/>
                    <a:pt x="354" y="519"/>
                    <a:pt x="353" y="520"/>
                  </a:cubicBezTo>
                  <a:cubicBezTo>
                    <a:pt x="353" y="521"/>
                    <a:pt x="352" y="521"/>
                    <a:pt x="352" y="522"/>
                  </a:cubicBezTo>
                  <a:cubicBezTo>
                    <a:pt x="350" y="522"/>
                    <a:pt x="350" y="521"/>
                    <a:pt x="349" y="520"/>
                  </a:cubicBezTo>
                  <a:cubicBezTo>
                    <a:pt x="349" y="519"/>
                    <a:pt x="349" y="514"/>
                    <a:pt x="348" y="514"/>
                  </a:cubicBezTo>
                  <a:cubicBezTo>
                    <a:pt x="345" y="514"/>
                    <a:pt x="342" y="514"/>
                    <a:pt x="339" y="513"/>
                  </a:cubicBezTo>
                  <a:cubicBezTo>
                    <a:pt x="338" y="513"/>
                    <a:pt x="337" y="513"/>
                    <a:pt x="336" y="512"/>
                  </a:cubicBezTo>
                  <a:cubicBezTo>
                    <a:pt x="336" y="511"/>
                    <a:pt x="335" y="511"/>
                    <a:pt x="335" y="510"/>
                  </a:cubicBezTo>
                  <a:cubicBezTo>
                    <a:pt x="334" y="509"/>
                    <a:pt x="335" y="510"/>
                    <a:pt x="333" y="509"/>
                  </a:cubicBezTo>
                  <a:cubicBezTo>
                    <a:pt x="332" y="509"/>
                    <a:pt x="331" y="508"/>
                    <a:pt x="330" y="507"/>
                  </a:cubicBezTo>
                  <a:cubicBezTo>
                    <a:pt x="330" y="507"/>
                    <a:pt x="330" y="506"/>
                    <a:pt x="330" y="505"/>
                  </a:cubicBezTo>
                  <a:cubicBezTo>
                    <a:pt x="330" y="504"/>
                    <a:pt x="329" y="505"/>
                    <a:pt x="328" y="505"/>
                  </a:cubicBezTo>
                  <a:cubicBezTo>
                    <a:pt x="322" y="505"/>
                    <a:pt x="317" y="505"/>
                    <a:pt x="312" y="505"/>
                  </a:cubicBezTo>
                  <a:cubicBezTo>
                    <a:pt x="309" y="505"/>
                    <a:pt x="305" y="504"/>
                    <a:pt x="301" y="505"/>
                  </a:cubicBezTo>
                  <a:cubicBezTo>
                    <a:pt x="298" y="505"/>
                    <a:pt x="295" y="505"/>
                    <a:pt x="292" y="504"/>
                  </a:cubicBezTo>
                  <a:cubicBezTo>
                    <a:pt x="288" y="503"/>
                    <a:pt x="285" y="497"/>
                    <a:pt x="290" y="495"/>
                  </a:cubicBezTo>
                  <a:cubicBezTo>
                    <a:pt x="292" y="495"/>
                    <a:pt x="295" y="496"/>
                    <a:pt x="296" y="494"/>
                  </a:cubicBezTo>
                  <a:cubicBezTo>
                    <a:pt x="297" y="493"/>
                    <a:pt x="297" y="491"/>
                    <a:pt x="297" y="490"/>
                  </a:cubicBezTo>
                  <a:cubicBezTo>
                    <a:pt x="299" y="490"/>
                    <a:pt x="302" y="490"/>
                    <a:pt x="304" y="490"/>
                  </a:cubicBezTo>
                  <a:cubicBezTo>
                    <a:pt x="306" y="490"/>
                    <a:pt x="308" y="490"/>
                    <a:pt x="310" y="490"/>
                  </a:cubicBezTo>
                  <a:cubicBezTo>
                    <a:pt x="311" y="491"/>
                    <a:pt x="311" y="490"/>
                    <a:pt x="311" y="489"/>
                  </a:cubicBezTo>
                  <a:cubicBezTo>
                    <a:pt x="311" y="488"/>
                    <a:pt x="311" y="488"/>
                    <a:pt x="311" y="487"/>
                  </a:cubicBezTo>
                  <a:cubicBezTo>
                    <a:pt x="311" y="484"/>
                    <a:pt x="310" y="482"/>
                    <a:pt x="308" y="480"/>
                  </a:cubicBezTo>
                  <a:cubicBezTo>
                    <a:pt x="306" y="476"/>
                    <a:pt x="301" y="474"/>
                    <a:pt x="297" y="472"/>
                  </a:cubicBezTo>
                  <a:cubicBezTo>
                    <a:pt x="295" y="472"/>
                    <a:pt x="293" y="472"/>
                    <a:pt x="292" y="471"/>
                  </a:cubicBezTo>
                  <a:cubicBezTo>
                    <a:pt x="291" y="470"/>
                    <a:pt x="291" y="468"/>
                    <a:pt x="290" y="467"/>
                  </a:cubicBezTo>
                  <a:cubicBezTo>
                    <a:pt x="288" y="465"/>
                    <a:pt x="286" y="463"/>
                    <a:pt x="284" y="462"/>
                  </a:cubicBezTo>
                  <a:cubicBezTo>
                    <a:pt x="282" y="462"/>
                    <a:pt x="283" y="459"/>
                    <a:pt x="283" y="457"/>
                  </a:cubicBezTo>
                  <a:cubicBezTo>
                    <a:pt x="282" y="456"/>
                    <a:pt x="282" y="455"/>
                    <a:pt x="281" y="454"/>
                  </a:cubicBezTo>
                  <a:cubicBezTo>
                    <a:pt x="279" y="452"/>
                    <a:pt x="277" y="450"/>
                    <a:pt x="275" y="448"/>
                  </a:cubicBezTo>
                  <a:cubicBezTo>
                    <a:pt x="273" y="447"/>
                    <a:pt x="271" y="446"/>
                    <a:pt x="269" y="444"/>
                  </a:cubicBezTo>
                  <a:cubicBezTo>
                    <a:pt x="267" y="443"/>
                    <a:pt x="265" y="439"/>
                    <a:pt x="263" y="439"/>
                  </a:cubicBezTo>
                  <a:cubicBezTo>
                    <a:pt x="259" y="439"/>
                    <a:pt x="250" y="439"/>
                    <a:pt x="250" y="434"/>
                  </a:cubicBezTo>
                  <a:cubicBezTo>
                    <a:pt x="245" y="434"/>
                    <a:pt x="241" y="435"/>
                    <a:pt x="236" y="433"/>
                  </a:cubicBezTo>
                  <a:cubicBezTo>
                    <a:pt x="235" y="432"/>
                    <a:pt x="234" y="431"/>
                    <a:pt x="233" y="429"/>
                  </a:cubicBezTo>
                  <a:cubicBezTo>
                    <a:pt x="232" y="428"/>
                    <a:pt x="231" y="424"/>
                    <a:pt x="230" y="424"/>
                  </a:cubicBezTo>
                  <a:cubicBezTo>
                    <a:pt x="229" y="424"/>
                    <a:pt x="227" y="424"/>
                    <a:pt x="226" y="422"/>
                  </a:cubicBezTo>
                  <a:cubicBezTo>
                    <a:pt x="226" y="421"/>
                    <a:pt x="226" y="419"/>
                    <a:pt x="226" y="418"/>
                  </a:cubicBezTo>
                  <a:cubicBezTo>
                    <a:pt x="224" y="416"/>
                    <a:pt x="222" y="415"/>
                    <a:pt x="220" y="415"/>
                  </a:cubicBezTo>
                  <a:cubicBezTo>
                    <a:pt x="215" y="414"/>
                    <a:pt x="211" y="415"/>
                    <a:pt x="206" y="414"/>
                  </a:cubicBezTo>
                  <a:cubicBezTo>
                    <a:pt x="200" y="413"/>
                    <a:pt x="205" y="408"/>
                    <a:pt x="207" y="406"/>
                  </a:cubicBezTo>
                  <a:cubicBezTo>
                    <a:pt x="204" y="405"/>
                    <a:pt x="202" y="404"/>
                    <a:pt x="203" y="401"/>
                  </a:cubicBezTo>
                  <a:cubicBezTo>
                    <a:pt x="201" y="401"/>
                    <a:pt x="200" y="401"/>
                    <a:pt x="199" y="401"/>
                  </a:cubicBezTo>
                  <a:cubicBezTo>
                    <a:pt x="197" y="401"/>
                    <a:pt x="198" y="401"/>
                    <a:pt x="198" y="402"/>
                  </a:cubicBezTo>
                  <a:cubicBezTo>
                    <a:pt x="198" y="403"/>
                    <a:pt x="197" y="404"/>
                    <a:pt x="197" y="405"/>
                  </a:cubicBezTo>
                  <a:cubicBezTo>
                    <a:pt x="195" y="406"/>
                    <a:pt x="193" y="406"/>
                    <a:pt x="191" y="405"/>
                  </a:cubicBezTo>
                  <a:cubicBezTo>
                    <a:pt x="188" y="404"/>
                    <a:pt x="183" y="400"/>
                    <a:pt x="184" y="396"/>
                  </a:cubicBezTo>
                  <a:cubicBezTo>
                    <a:pt x="178" y="398"/>
                    <a:pt x="172" y="398"/>
                    <a:pt x="166" y="396"/>
                  </a:cubicBezTo>
                  <a:cubicBezTo>
                    <a:pt x="162" y="394"/>
                    <a:pt x="158" y="391"/>
                    <a:pt x="154" y="389"/>
                  </a:cubicBezTo>
                  <a:cubicBezTo>
                    <a:pt x="152" y="388"/>
                    <a:pt x="150" y="387"/>
                    <a:pt x="147" y="387"/>
                  </a:cubicBezTo>
                  <a:cubicBezTo>
                    <a:pt x="146" y="386"/>
                    <a:pt x="144" y="386"/>
                    <a:pt x="143" y="387"/>
                  </a:cubicBezTo>
                  <a:cubicBezTo>
                    <a:pt x="142" y="387"/>
                    <a:pt x="141" y="386"/>
                    <a:pt x="141" y="387"/>
                  </a:cubicBezTo>
                  <a:cubicBezTo>
                    <a:pt x="141" y="388"/>
                    <a:pt x="141" y="389"/>
                    <a:pt x="141" y="390"/>
                  </a:cubicBezTo>
                  <a:cubicBezTo>
                    <a:pt x="141" y="395"/>
                    <a:pt x="143" y="405"/>
                    <a:pt x="137" y="406"/>
                  </a:cubicBezTo>
                  <a:cubicBezTo>
                    <a:pt x="136" y="401"/>
                    <a:pt x="137" y="397"/>
                    <a:pt x="137" y="393"/>
                  </a:cubicBezTo>
                  <a:cubicBezTo>
                    <a:pt x="136" y="387"/>
                    <a:pt x="132" y="387"/>
                    <a:pt x="127" y="387"/>
                  </a:cubicBezTo>
                  <a:cubicBezTo>
                    <a:pt x="128" y="389"/>
                    <a:pt x="127" y="391"/>
                    <a:pt x="125" y="391"/>
                  </a:cubicBezTo>
                  <a:cubicBezTo>
                    <a:pt x="123" y="391"/>
                    <a:pt x="122" y="391"/>
                    <a:pt x="121" y="391"/>
                  </a:cubicBezTo>
                  <a:cubicBezTo>
                    <a:pt x="121" y="391"/>
                    <a:pt x="120" y="391"/>
                    <a:pt x="119" y="391"/>
                  </a:cubicBezTo>
                  <a:cubicBezTo>
                    <a:pt x="117" y="391"/>
                    <a:pt x="118" y="391"/>
                    <a:pt x="117" y="393"/>
                  </a:cubicBezTo>
                  <a:cubicBezTo>
                    <a:pt x="115" y="398"/>
                    <a:pt x="108" y="396"/>
                    <a:pt x="104" y="396"/>
                  </a:cubicBezTo>
                  <a:cubicBezTo>
                    <a:pt x="104" y="399"/>
                    <a:pt x="107" y="400"/>
                    <a:pt x="108" y="403"/>
                  </a:cubicBezTo>
                  <a:cubicBezTo>
                    <a:pt x="108" y="404"/>
                    <a:pt x="108" y="405"/>
                    <a:pt x="108" y="406"/>
                  </a:cubicBezTo>
                  <a:cubicBezTo>
                    <a:pt x="109" y="406"/>
                    <a:pt x="110" y="406"/>
                    <a:pt x="110" y="406"/>
                  </a:cubicBezTo>
                  <a:cubicBezTo>
                    <a:pt x="111" y="407"/>
                    <a:pt x="111" y="409"/>
                    <a:pt x="111" y="410"/>
                  </a:cubicBezTo>
                  <a:cubicBezTo>
                    <a:pt x="110" y="412"/>
                    <a:pt x="107" y="414"/>
                    <a:pt x="104" y="415"/>
                  </a:cubicBezTo>
                  <a:cubicBezTo>
                    <a:pt x="102" y="415"/>
                    <a:pt x="100" y="415"/>
                    <a:pt x="98" y="415"/>
                  </a:cubicBezTo>
                  <a:cubicBezTo>
                    <a:pt x="97" y="415"/>
                    <a:pt x="95" y="415"/>
                    <a:pt x="94" y="415"/>
                  </a:cubicBezTo>
                  <a:cubicBezTo>
                    <a:pt x="94" y="414"/>
                    <a:pt x="94" y="413"/>
                    <a:pt x="94" y="412"/>
                  </a:cubicBezTo>
                  <a:cubicBezTo>
                    <a:pt x="93" y="411"/>
                    <a:pt x="92" y="410"/>
                    <a:pt x="91" y="409"/>
                  </a:cubicBezTo>
                  <a:cubicBezTo>
                    <a:pt x="90" y="407"/>
                    <a:pt x="90" y="406"/>
                    <a:pt x="89" y="405"/>
                  </a:cubicBezTo>
                  <a:cubicBezTo>
                    <a:pt x="88" y="402"/>
                    <a:pt x="85" y="401"/>
                    <a:pt x="82" y="403"/>
                  </a:cubicBezTo>
                  <a:cubicBezTo>
                    <a:pt x="81" y="403"/>
                    <a:pt x="75" y="405"/>
                    <a:pt x="75" y="406"/>
                  </a:cubicBezTo>
                  <a:cubicBezTo>
                    <a:pt x="75" y="408"/>
                    <a:pt x="72" y="410"/>
                    <a:pt x="71" y="407"/>
                  </a:cubicBezTo>
                  <a:cubicBezTo>
                    <a:pt x="71" y="406"/>
                    <a:pt x="71" y="406"/>
                    <a:pt x="70" y="406"/>
                  </a:cubicBezTo>
                  <a:cubicBezTo>
                    <a:pt x="69" y="406"/>
                    <a:pt x="68" y="406"/>
                    <a:pt x="68" y="405"/>
                  </a:cubicBezTo>
                  <a:cubicBezTo>
                    <a:pt x="67" y="405"/>
                    <a:pt x="66" y="403"/>
                    <a:pt x="66" y="402"/>
                  </a:cubicBezTo>
                  <a:cubicBezTo>
                    <a:pt x="66" y="400"/>
                    <a:pt x="65" y="401"/>
                    <a:pt x="63" y="400"/>
                  </a:cubicBezTo>
                  <a:cubicBezTo>
                    <a:pt x="62" y="400"/>
                    <a:pt x="61" y="399"/>
                    <a:pt x="61" y="397"/>
                  </a:cubicBezTo>
                  <a:cubicBezTo>
                    <a:pt x="61" y="395"/>
                    <a:pt x="60" y="394"/>
                    <a:pt x="59" y="393"/>
                  </a:cubicBezTo>
                  <a:cubicBezTo>
                    <a:pt x="58" y="391"/>
                    <a:pt x="58" y="390"/>
                    <a:pt x="57" y="388"/>
                  </a:cubicBezTo>
                  <a:cubicBezTo>
                    <a:pt x="57" y="386"/>
                    <a:pt x="56" y="384"/>
                    <a:pt x="56" y="382"/>
                  </a:cubicBezTo>
                  <a:cubicBezTo>
                    <a:pt x="57" y="381"/>
                    <a:pt x="58" y="381"/>
                    <a:pt x="59" y="380"/>
                  </a:cubicBezTo>
                  <a:cubicBezTo>
                    <a:pt x="63" y="379"/>
                    <a:pt x="68" y="379"/>
                    <a:pt x="70" y="375"/>
                  </a:cubicBezTo>
                  <a:cubicBezTo>
                    <a:pt x="72" y="373"/>
                    <a:pt x="71" y="370"/>
                    <a:pt x="71" y="368"/>
                  </a:cubicBezTo>
                  <a:cubicBezTo>
                    <a:pt x="68" y="367"/>
                    <a:pt x="67" y="364"/>
                    <a:pt x="66" y="362"/>
                  </a:cubicBezTo>
                  <a:cubicBezTo>
                    <a:pt x="66" y="358"/>
                    <a:pt x="66" y="354"/>
                    <a:pt x="66" y="350"/>
                  </a:cubicBezTo>
                  <a:cubicBezTo>
                    <a:pt x="66" y="348"/>
                    <a:pt x="62" y="349"/>
                    <a:pt x="61" y="349"/>
                  </a:cubicBezTo>
                  <a:cubicBezTo>
                    <a:pt x="58" y="349"/>
                    <a:pt x="56" y="349"/>
                    <a:pt x="54" y="349"/>
                  </a:cubicBezTo>
                  <a:cubicBezTo>
                    <a:pt x="51" y="349"/>
                    <a:pt x="47" y="348"/>
                    <a:pt x="47" y="344"/>
                  </a:cubicBezTo>
                  <a:cubicBezTo>
                    <a:pt x="47" y="341"/>
                    <a:pt x="46" y="334"/>
                    <a:pt x="52" y="335"/>
                  </a:cubicBezTo>
                  <a:cubicBezTo>
                    <a:pt x="52" y="331"/>
                    <a:pt x="51" y="327"/>
                    <a:pt x="52" y="324"/>
                  </a:cubicBezTo>
                  <a:cubicBezTo>
                    <a:pt x="52" y="321"/>
                    <a:pt x="54" y="320"/>
                    <a:pt x="57" y="321"/>
                  </a:cubicBezTo>
                  <a:cubicBezTo>
                    <a:pt x="63" y="322"/>
                    <a:pt x="65" y="318"/>
                    <a:pt x="66" y="313"/>
                  </a:cubicBezTo>
                  <a:cubicBezTo>
                    <a:pt x="66" y="309"/>
                    <a:pt x="66" y="305"/>
                    <a:pt x="66" y="302"/>
                  </a:cubicBezTo>
                  <a:cubicBezTo>
                    <a:pt x="63" y="302"/>
                    <a:pt x="59" y="301"/>
                    <a:pt x="56" y="302"/>
                  </a:cubicBezTo>
                  <a:cubicBezTo>
                    <a:pt x="53" y="303"/>
                    <a:pt x="52" y="304"/>
                    <a:pt x="52" y="307"/>
                  </a:cubicBezTo>
                  <a:cubicBezTo>
                    <a:pt x="51" y="310"/>
                    <a:pt x="50" y="312"/>
                    <a:pt x="47" y="311"/>
                  </a:cubicBezTo>
                  <a:cubicBezTo>
                    <a:pt x="47" y="314"/>
                    <a:pt x="46" y="317"/>
                    <a:pt x="42" y="316"/>
                  </a:cubicBezTo>
                  <a:cubicBezTo>
                    <a:pt x="41" y="317"/>
                    <a:pt x="39" y="319"/>
                    <a:pt x="38" y="320"/>
                  </a:cubicBezTo>
                  <a:cubicBezTo>
                    <a:pt x="35" y="323"/>
                    <a:pt x="31" y="327"/>
                    <a:pt x="27" y="328"/>
                  </a:cubicBezTo>
                  <a:cubicBezTo>
                    <a:pt x="25" y="329"/>
                    <a:pt x="24" y="328"/>
                    <a:pt x="24" y="326"/>
                  </a:cubicBezTo>
                  <a:cubicBezTo>
                    <a:pt x="23" y="325"/>
                    <a:pt x="23" y="322"/>
                    <a:pt x="23" y="321"/>
                  </a:cubicBezTo>
                  <a:cubicBezTo>
                    <a:pt x="23" y="319"/>
                    <a:pt x="23" y="318"/>
                    <a:pt x="23" y="317"/>
                  </a:cubicBezTo>
                  <a:cubicBezTo>
                    <a:pt x="23" y="315"/>
                    <a:pt x="23" y="316"/>
                    <a:pt x="21" y="316"/>
                  </a:cubicBezTo>
                  <a:cubicBezTo>
                    <a:pt x="17" y="315"/>
                    <a:pt x="19" y="311"/>
                    <a:pt x="19" y="308"/>
                  </a:cubicBezTo>
                  <a:cubicBezTo>
                    <a:pt x="19" y="304"/>
                    <a:pt x="19" y="301"/>
                    <a:pt x="23" y="302"/>
                  </a:cubicBezTo>
                  <a:cubicBezTo>
                    <a:pt x="24" y="299"/>
                    <a:pt x="25" y="296"/>
                    <a:pt x="28" y="297"/>
                  </a:cubicBezTo>
                  <a:cubicBezTo>
                    <a:pt x="28" y="294"/>
                    <a:pt x="27" y="286"/>
                    <a:pt x="33" y="288"/>
                  </a:cubicBezTo>
                  <a:cubicBezTo>
                    <a:pt x="33" y="284"/>
                    <a:pt x="31" y="272"/>
                    <a:pt x="38" y="273"/>
                  </a:cubicBezTo>
                  <a:cubicBezTo>
                    <a:pt x="38" y="270"/>
                    <a:pt x="37" y="263"/>
                    <a:pt x="42" y="264"/>
                  </a:cubicBezTo>
                  <a:cubicBezTo>
                    <a:pt x="42" y="262"/>
                    <a:pt x="41" y="256"/>
                    <a:pt x="44" y="255"/>
                  </a:cubicBezTo>
                  <a:cubicBezTo>
                    <a:pt x="45" y="254"/>
                    <a:pt x="45" y="254"/>
                    <a:pt x="46" y="254"/>
                  </a:cubicBezTo>
                  <a:cubicBezTo>
                    <a:pt x="48" y="255"/>
                    <a:pt x="47" y="254"/>
                    <a:pt x="47" y="253"/>
                  </a:cubicBezTo>
                  <a:cubicBezTo>
                    <a:pt x="48" y="252"/>
                    <a:pt x="49" y="250"/>
                    <a:pt x="50" y="249"/>
                  </a:cubicBezTo>
                  <a:cubicBezTo>
                    <a:pt x="53" y="245"/>
                    <a:pt x="59" y="243"/>
                    <a:pt x="61" y="237"/>
                  </a:cubicBezTo>
                  <a:cubicBezTo>
                    <a:pt x="61" y="235"/>
                    <a:pt x="61" y="231"/>
                    <a:pt x="64" y="231"/>
                  </a:cubicBezTo>
                  <a:cubicBezTo>
                    <a:pt x="66" y="231"/>
                    <a:pt x="68" y="232"/>
                    <a:pt x="70" y="233"/>
                  </a:cubicBezTo>
                  <a:cubicBezTo>
                    <a:pt x="71" y="234"/>
                    <a:pt x="73" y="234"/>
                    <a:pt x="75" y="234"/>
                  </a:cubicBezTo>
                  <a:cubicBezTo>
                    <a:pt x="80" y="235"/>
                    <a:pt x="83" y="232"/>
                    <a:pt x="86" y="230"/>
                  </a:cubicBezTo>
                  <a:cubicBezTo>
                    <a:pt x="89" y="228"/>
                    <a:pt x="92" y="226"/>
                    <a:pt x="95" y="226"/>
                  </a:cubicBezTo>
                  <a:cubicBezTo>
                    <a:pt x="98" y="226"/>
                    <a:pt x="101" y="226"/>
                    <a:pt x="103" y="227"/>
                  </a:cubicBezTo>
                  <a:cubicBezTo>
                    <a:pt x="107" y="229"/>
                    <a:pt x="108" y="234"/>
                    <a:pt x="109" y="238"/>
                  </a:cubicBezTo>
                  <a:cubicBezTo>
                    <a:pt x="110" y="242"/>
                    <a:pt x="110" y="248"/>
                    <a:pt x="107" y="251"/>
                  </a:cubicBezTo>
                  <a:cubicBezTo>
                    <a:pt x="107" y="253"/>
                    <a:pt x="105" y="254"/>
                    <a:pt x="104" y="255"/>
                  </a:cubicBezTo>
                  <a:cubicBezTo>
                    <a:pt x="104" y="256"/>
                    <a:pt x="104" y="257"/>
                    <a:pt x="104" y="258"/>
                  </a:cubicBezTo>
                  <a:cubicBezTo>
                    <a:pt x="104" y="260"/>
                    <a:pt x="104" y="259"/>
                    <a:pt x="105" y="260"/>
                  </a:cubicBezTo>
                  <a:cubicBezTo>
                    <a:pt x="106" y="260"/>
                    <a:pt x="108" y="260"/>
                    <a:pt x="108" y="262"/>
                  </a:cubicBezTo>
                  <a:cubicBezTo>
                    <a:pt x="109" y="262"/>
                    <a:pt x="108" y="263"/>
                    <a:pt x="108" y="264"/>
                  </a:cubicBezTo>
                  <a:cubicBezTo>
                    <a:pt x="117" y="263"/>
                    <a:pt x="108" y="243"/>
                    <a:pt x="118" y="245"/>
                  </a:cubicBezTo>
                  <a:cubicBezTo>
                    <a:pt x="118" y="242"/>
                    <a:pt x="117" y="235"/>
                    <a:pt x="122" y="236"/>
                  </a:cubicBezTo>
                  <a:cubicBezTo>
                    <a:pt x="122" y="232"/>
                    <a:pt x="120" y="220"/>
                    <a:pt x="127" y="222"/>
                  </a:cubicBezTo>
                  <a:cubicBezTo>
                    <a:pt x="129" y="222"/>
                    <a:pt x="132" y="222"/>
                    <a:pt x="132" y="221"/>
                  </a:cubicBezTo>
                  <a:cubicBezTo>
                    <a:pt x="132" y="220"/>
                    <a:pt x="133" y="219"/>
                    <a:pt x="134" y="218"/>
                  </a:cubicBezTo>
                  <a:cubicBezTo>
                    <a:pt x="136" y="217"/>
                    <a:pt x="139" y="217"/>
                    <a:pt x="141" y="217"/>
                  </a:cubicBezTo>
                  <a:cubicBezTo>
                    <a:pt x="141" y="216"/>
                    <a:pt x="142" y="212"/>
                    <a:pt x="141" y="212"/>
                  </a:cubicBezTo>
                  <a:cubicBezTo>
                    <a:pt x="139" y="212"/>
                    <a:pt x="138" y="211"/>
                    <a:pt x="138" y="210"/>
                  </a:cubicBezTo>
                  <a:cubicBezTo>
                    <a:pt x="137" y="209"/>
                    <a:pt x="137" y="208"/>
                    <a:pt x="137" y="206"/>
                  </a:cubicBezTo>
                  <a:cubicBezTo>
                    <a:pt x="136" y="206"/>
                    <a:pt x="136" y="205"/>
                    <a:pt x="137" y="204"/>
                  </a:cubicBezTo>
                  <a:cubicBezTo>
                    <a:pt x="137" y="202"/>
                    <a:pt x="138" y="203"/>
                    <a:pt x="139" y="203"/>
                  </a:cubicBezTo>
                  <a:cubicBezTo>
                    <a:pt x="141" y="203"/>
                    <a:pt x="143" y="203"/>
                    <a:pt x="145" y="203"/>
                  </a:cubicBezTo>
                  <a:cubicBezTo>
                    <a:pt x="147" y="203"/>
                    <a:pt x="150" y="203"/>
                    <a:pt x="151" y="202"/>
                  </a:cubicBezTo>
                  <a:cubicBezTo>
                    <a:pt x="152" y="199"/>
                    <a:pt x="154" y="196"/>
                    <a:pt x="157" y="194"/>
                  </a:cubicBezTo>
                  <a:cubicBezTo>
                    <a:pt x="159" y="191"/>
                    <a:pt x="162" y="190"/>
                    <a:pt x="165" y="189"/>
                  </a:cubicBezTo>
                  <a:cubicBezTo>
                    <a:pt x="166" y="189"/>
                    <a:pt x="167" y="189"/>
                    <a:pt x="168" y="189"/>
                  </a:cubicBezTo>
                  <a:cubicBezTo>
                    <a:pt x="170" y="189"/>
                    <a:pt x="170" y="188"/>
                    <a:pt x="170" y="187"/>
                  </a:cubicBezTo>
                  <a:cubicBezTo>
                    <a:pt x="171" y="186"/>
                    <a:pt x="172" y="184"/>
                    <a:pt x="173" y="183"/>
                  </a:cubicBezTo>
                  <a:cubicBezTo>
                    <a:pt x="174" y="182"/>
                    <a:pt x="175" y="181"/>
                    <a:pt x="176" y="180"/>
                  </a:cubicBezTo>
                  <a:cubicBezTo>
                    <a:pt x="177" y="180"/>
                    <a:pt x="177" y="180"/>
                    <a:pt x="178" y="179"/>
                  </a:cubicBezTo>
                  <a:cubicBezTo>
                    <a:pt x="180" y="179"/>
                    <a:pt x="179" y="178"/>
                    <a:pt x="179" y="177"/>
                  </a:cubicBezTo>
                  <a:cubicBezTo>
                    <a:pt x="179" y="174"/>
                    <a:pt x="179" y="172"/>
                    <a:pt x="179" y="170"/>
                  </a:cubicBezTo>
                  <a:cubicBezTo>
                    <a:pt x="180" y="168"/>
                    <a:pt x="181" y="166"/>
                    <a:pt x="182" y="165"/>
                  </a:cubicBezTo>
                  <a:cubicBezTo>
                    <a:pt x="186" y="159"/>
                    <a:pt x="192" y="154"/>
                    <a:pt x="198" y="151"/>
                  </a:cubicBezTo>
                  <a:cubicBezTo>
                    <a:pt x="199" y="151"/>
                    <a:pt x="203" y="151"/>
                    <a:pt x="203" y="150"/>
                  </a:cubicBezTo>
                  <a:cubicBezTo>
                    <a:pt x="203" y="149"/>
                    <a:pt x="203" y="148"/>
                    <a:pt x="204" y="147"/>
                  </a:cubicBezTo>
                  <a:cubicBezTo>
                    <a:pt x="205" y="146"/>
                    <a:pt x="207" y="146"/>
                    <a:pt x="209" y="146"/>
                  </a:cubicBezTo>
                  <a:cubicBezTo>
                    <a:pt x="211" y="146"/>
                    <a:pt x="213" y="146"/>
                    <a:pt x="216" y="146"/>
                  </a:cubicBezTo>
                  <a:cubicBezTo>
                    <a:pt x="217" y="146"/>
                    <a:pt x="217" y="145"/>
                    <a:pt x="218" y="144"/>
                  </a:cubicBezTo>
                  <a:cubicBezTo>
                    <a:pt x="219" y="143"/>
                    <a:pt x="220" y="142"/>
                    <a:pt x="220" y="140"/>
                  </a:cubicBezTo>
                  <a:cubicBezTo>
                    <a:pt x="222" y="138"/>
                    <a:pt x="222" y="135"/>
                    <a:pt x="222" y="132"/>
                  </a:cubicBezTo>
                  <a:cubicBezTo>
                    <a:pt x="223" y="130"/>
                    <a:pt x="224" y="127"/>
                    <a:pt x="226" y="127"/>
                  </a:cubicBezTo>
                  <a:cubicBezTo>
                    <a:pt x="226" y="124"/>
                    <a:pt x="227" y="122"/>
                    <a:pt x="231" y="123"/>
                  </a:cubicBezTo>
                  <a:cubicBezTo>
                    <a:pt x="231" y="121"/>
                    <a:pt x="231" y="119"/>
                    <a:pt x="233" y="118"/>
                  </a:cubicBezTo>
                  <a:cubicBezTo>
                    <a:pt x="235" y="117"/>
                    <a:pt x="238" y="118"/>
                    <a:pt x="240" y="118"/>
                  </a:cubicBezTo>
                  <a:cubicBezTo>
                    <a:pt x="241" y="116"/>
                    <a:pt x="241" y="114"/>
                    <a:pt x="242" y="113"/>
                  </a:cubicBezTo>
                  <a:cubicBezTo>
                    <a:pt x="244" y="112"/>
                    <a:pt x="250" y="114"/>
                    <a:pt x="250" y="112"/>
                  </a:cubicBezTo>
                  <a:cubicBezTo>
                    <a:pt x="250" y="111"/>
                    <a:pt x="250" y="109"/>
                    <a:pt x="252" y="108"/>
                  </a:cubicBezTo>
                  <a:cubicBezTo>
                    <a:pt x="253" y="108"/>
                    <a:pt x="255" y="108"/>
                    <a:pt x="256" y="108"/>
                  </a:cubicBezTo>
                  <a:cubicBezTo>
                    <a:pt x="258" y="108"/>
                    <a:pt x="260" y="108"/>
                    <a:pt x="262" y="108"/>
                  </a:cubicBezTo>
                  <a:cubicBezTo>
                    <a:pt x="264" y="108"/>
                    <a:pt x="264" y="109"/>
                    <a:pt x="264" y="107"/>
                  </a:cubicBezTo>
                  <a:cubicBezTo>
                    <a:pt x="265" y="106"/>
                    <a:pt x="265" y="106"/>
                    <a:pt x="266" y="105"/>
                  </a:cubicBezTo>
                  <a:cubicBezTo>
                    <a:pt x="267" y="103"/>
                    <a:pt x="269" y="101"/>
                    <a:pt x="269" y="99"/>
                  </a:cubicBezTo>
                  <a:cubicBezTo>
                    <a:pt x="266" y="99"/>
                    <a:pt x="263" y="99"/>
                    <a:pt x="260" y="99"/>
                  </a:cubicBezTo>
                  <a:cubicBezTo>
                    <a:pt x="259" y="99"/>
                    <a:pt x="259" y="99"/>
                    <a:pt x="259" y="100"/>
                  </a:cubicBezTo>
                  <a:cubicBezTo>
                    <a:pt x="259" y="101"/>
                    <a:pt x="258" y="102"/>
                    <a:pt x="258" y="102"/>
                  </a:cubicBezTo>
                  <a:cubicBezTo>
                    <a:pt x="256" y="104"/>
                    <a:pt x="252" y="104"/>
                    <a:pt x="249" y="103"/>
                  </a:cubicBezTo>
                  <a:cubicBezTo>
                    <a:pt x="247" y="102"/>
                    <a:pt x="244" y="99"/>
                    <a:pt x="245" y="96"/>
                  </a:cubicBezTo>
                  <a:cubicBezTo>
                    <a:pt x="246" y="95"/>
                    <a:pt x="248" y="94"/>
                    <a:pt x="250" y="94"/>
                  </a:cubicBezTo>
                  <a:cubicBezTo>
                    <a:pt x="250" y="93"/>
                    <a:pt x="250" y="91"/>
                    <a:pt x="252" y="90"/>
                  </a:cubicBezTo>
                  <a:cubicBezTo>
                    <a:pt x="253" y="89"/>
                    <a:pt x="257" y="90"/>
                    <a:pt x="259" y="90"/>
                  </a:cubicBezTo>
                  <a:cubicBezTo>
                    <a:pt x="259" y="88"/>
                    <a:pt x="259" y="86"/>
                    <a:pt x="261" y="85"/>
                  </a:cubicBezTo>
                  <a:cubicBezTo>
                    <a:pt x="263" y="84"/>
                    <a:pt x="267" y="85"/>
                    <a:pt x="269" y="85"/>
                  </a:cubicBezTo>
                  <a:cubicBezTo>
                    <a:pt x="272" y="85"/>
                    <a:pt x="275" y="85"/>
                    <a:pt x="278" y="85"/>
                  </a:cubicBezTo>
                  <a:cubicBezTo>
                    <a:pt x="284" y="85"/>
                    <a:pt x="291" y="85"/>
                    <a:pt x="297" y="85"/>
                  </a:cubicBezTo>
                  <a:cubicBezTo>
                    <a:pt x="299" y="85"/>
                    <a:pt x="300" y="85"/>
                    <a:pt x="302" y="85"/>
                  </a:cubicBezTo>
                  <a:cubicBezTo>
                    <a:pt x="302" y="84"/>
                    <a:pt x="302" y="83"/>
                    <a:pt x="302" y="82"/>
                  </a:cubicBezTo>
                  <a:cubicBezTo>
                    <a:pt x="303" y="80"/>
                    <a:pt x="304" y="80"/>
                    <a:pt x="306" y="80"/>
                  </a:cubicBezTo>
                  <a:cubicBezTo>
                    <a:pt x="306" y="77"/>
                    <a:pt x="307" y="76"/>
                    <a:pt x="310" y="76"/>
                  </a:cubicBezTo>
                  <a:cubicBezTo>
                    <a:pt x="311" y="75"/>
                    <a:pt x="311" y="75"/>
                    <a:pt x="312" y="74"/>
                  </a:cubicBezTo>
                  <a:cubicBezTo>
                    <a:pt x="312" y="73"/>
                    <a:pt x="313" y="72"/>
                    <a:pt x="314" y="71"/>
                  </a:cubicBezTo>
                  <a:cubicBezTo>
                    <a:pt x="319" y="69"/>
                    <a:pt x="325" y="71"/>
                    <a:pt x="330" y="71"/>
                  </a:cubicBezTo>
                  <a:cubicBezTo>
                    <a:pt x="332" y="71"/>
                    <a:pt x="335" y="71"/>
                    <a:pt x="335" y="70"/>
                  </a:cubicBezTo>
                  <a:cubicBezTo>
                    <a:pt x="335" y="68"/>
                    <a:pt x="335" y="67"/>
                    <a:pt x="335" y="65"/>
                  </a:cubicBezTo>
                  <a:cubicBezTo>
                    <a:pt x="335" y="63"/>
                    <a:pt x="334" y="60"/>
                    <a:pt x="333" y="58"/>
                  </a:cubicBezTo>
                  <a:cubicBezTo>
                    <a:pt x="331" y="56"/>
                    <a:pt x="330" y="53"/>
                    <a:pt x="330" y="51"/>
                  </a:cubicBezTo>
                  <a:cubicBezTo>
                    <a:pt x="330" y="46"/>
                    <a:pt x="330" y="42"/>
                    <a:pt x="330" y="38"/>
                  </a:cubicBezTo>
                  <a:cubicBezTo>
                    <a:pt x="327" y="38"/>
                    <a:pt x="326" y="41"/>
                    <a:pt x="324" y="42"/>
                  </a:cubicBezTo>
                  <a:cubicBezTo>
                    <a:pt x="321" y="43"/>
                    <a:pt x="318" y="42"/>
                    <a:pt x="316" y="42"/>
                  </a:cubicBezTo>
                  <a:cubicBezTo>
                    <a:pt x="313" y="41"/>
                    <a:pt x="311" y="40"/>
                    <a:pt x="311" y="38"/>
                  </a:cubicBezTo>
                  <a:cubicBezTo>
                    <a:pt x="311" y="35"/>
                    <a:pt x="312" y="32"/>
                    <a:pt x="316" y="33"/>
                  </a:cubicBezTo>
                  <a:cubicBezTo>
                    <a:pt x="316" y="32"/>
                    <a:pt x="316" y="31"/>
                    <a:pt x="316" y="29"/>
                  </a:cubicBezTo>
                  <a:cubicBezTo>
                    <a:pt x="316" y="28"/>
                    <a:pt x="315" y="28"/>
                    <a:pt x="313" y="28"/>
                  </a:cubicBezTo>
                  <a:cubicBezTo>
                    <a:pt x="311" y="28"/>
                    <a:pt x="308" y="28"/>
                    <a:pt x="305" y="28"/>
                  </a:cubicBezTo>
                  <a:cubicBezTo>
                    <a:pt x="303" y="28"/>
                    <a:pt x="300" y="28"/>
                    <a:pt x="298" y="28"/>
                  </a:cubicBezTo>
                  <a:cubicBezTo>
                    <a:pt x="297" y="28"/>
                    <a:pt x="296" y="28"/>
                    <a:pt x="295" y="28"/>
                  </a:cubicBezTo>
                  <a:cubicBezTo>
                    <a:pt x="293" y="28"/>
                    <a:pt x="292" y="28"/>
                    <a:pt x="291" y="30"/>
                  </a:cubicBezTo>
                  <a:cubicBezTo>
                    <a:pt x="290" y="33"/>
                    <a:pt x="288" y="36"/>
                    <a:pt x="285" y="37"/>
                  </a:cubicBezTo>
                  <a:cubicBezTo>
                    <a:pt x="282" y="38"/>
                    <a:pt x="279" y="38"/>
                    <a:pt x="277" y="38"/>
                  </a:cubicBezTo>
                  <a:cubicBezTo>
                    <a:pt x="274" y="38"/>
                    <a:pt x="271" y="38"/>
                    <a:pt x="269" y="38"/>
                  </a:cubicBezTo>
                  <a:cubicBezTo>
                    <a:pt x="269" y="41"/>
                    <a:pt x="270" y="47"/>
                    <a:pt x="267" y="50"/>
                  </a:cubicBezTo>
                  <a:cubicBezTo>
                    <a:pt x="267" y="51"/>
                    <a:pt x="266" y="51"/>
                    <a:pt x="265" y="51"/>
                  </a:cubicBezTo>
                  <a:cubicBezTo>
                    <a:pt x="264" y="52"/>
                    <a:pt x="264" y="52"/>
                    <a:pt x="264" y="54"/>
                  </a:cubicBezTo>
                  <a:cubicBezTo>
                    <a:pt x="264" y="56"/>
                    <a:pt x="264" y="58"/>
                    <a:pt x="262" y="60"/>
                  </a:cubicBezTo>
                  <a:cubicBezTo>
                    <a:pt x="260" y="61"/>
                    <a:pt x="258" y="61"/>
                    <a:pt x="256" y="61"/>
                  </a:cubicBezTo>
                  <a:cubicBezTo>
                    <a:pt x="254" y="61"/>
                    <a:pt x="252" y="62"/>
                    <a:pt x="250" y="63"/>
                  </a:cubicBezTo>
                  <a:cubicBezTo>
                    <a:pt x="247" y="66"/>
                    <a:pt x="245" y="70"/>
                    <a:pt x="241" y="71"/>
                  </a:cubicBezTo>
                  <a:cubicBezTo>
                    <a:pt x="240" y="71"/>
                    <a:pt x="241" y="73"/>
                    <a:pt x="239" y="74"/>
                  </a:cubicBezTo>
                  <a:cubicBezTo>
                    <a:pt x="238" y="75"/>
                    <a:pt x="236" y="76"/>
                    <a:pt x="234" y="75"/>
                  </a:cubicBezTo>
                  <a:cubicBezTo>
                    <a:pt x="233" y="75"/>
                    <a:pt x="231" y="74"/>
                    <a:pt x="231" y="72"/>
                  </a:cubicBezTo>
                  <a:cubicBezTo>
                    <a:pt x="231" y="70"/>
                    <a:pt x="233" y="69"/>
                    <a:pt x="234" y="67"/>
                  </a:cubicBezTo>
                  <a:cubicBezTo>
                    <a:pt x="235" y="63"/>
                    <a:pt x="232" y="60"/>
                    <a:pt x="231" y="57"/>
                  </a:cubicBezTo>
                  <a:cubicBezTo>
                    <a:pt x="231" y="53"/>
                    <a:pt x="230" y="46"/>
                    <a:pt x="236" y="47"/>
                  </a:cubicBezTo>
                  <a:cubicBezTo>
                    <a:pt x="236" y="46"/>
                    <a:pt x="236" y="45"/>
                    <a:pt x="236" y="44"/>
                  </a:cubicBezTo>
                  <a:cubicBezTo>
                    <a:pt x="235" y="42"/>
                    <a:pt x="236" y="42"/>
                    <a:pt x="237" y="42"/>
                  </a:cubicBezTo>
                  <a:cubicBezTo>
                    <a:pt x="238" y="42"/>
                    <a:pt x="238" y="42"/>
                    <a:pt x="239" y="42"/>
                  </a:cubicBezTo>
                  <a:cubicBezTo>
                    <a:pt x="241" y="42"/>
                    <a:pt x="240" y="42"/>
                    <a:pt x="240" y="40"/>
                  </a:cubicBezTo>
                  <a:cubicBezTo>
                    <a:pt x="240" y="38"/>
                    <a:pt x="240" y="37"/>
                    <a:pt x="240" y="35"/>
                  </a:cubicBezTo>
                  <a:cubicBezTo>
                    <a:pt x="240" y="32"/>
                    <a:pt x="240" y="27"/>
                    <a:pt x="245" y="28"/>
                  </a:cubicBezTo>
                  <a:cubicBezTo>
                    <a:pt x="245" y="25"/>
                    <a:pt x="246" y="23"/>
                    <a:pt x="250" y="24"/>
                  </a:cubicBezTo>
                  <a:cubicBezTo>
                    <a:pt x="252" y="24"/>
                    <a:pt x="255" y="24"/>
                    <a:pt x="257" y="24"/>
                  </a:cubicBezTo>
                  <a:cubicBezTo>
                    <a:pt x="258" y="24"/>
                    <a:pt x="259" y="24"/>
                    <a:pt x="260" y="24"/>
                  </a:cubicBezTo>
                  <a:cubicBezTo>
                    <a:pt x="262" y="24"/>
                    <a:pt x="264" y="24"/>
                    <a:pt x="264" y="23"/>
                  </a:cubicBezTo>
                  <a:cubicBezTo>
                    <a:pt x="264" y="19"/>
                    <a:pt x="266" y="19"/>
                    <a:pt x="270" y="19"/>
                  </a:cubicBezTo>
                  <a:cubicBezTo>
                    <a:pt x="272" y="19"/>
                    <a:pt x="275" y="19"/>
                    <a:pt x="277" y="19"/>
                  </a:cubicBezTo>
                  <a:cubicBezTo>
                    <a:pt x="279" y="19"/>
                    <a:pt x="278" y="19"/>
                    <a:pt x="278" y="17"/>
                  </a:cubicBezTo>
                  <a:cubicBezTo>
                    <a:pt x="278" y="17"/>
                    <a:pt x="279" y="16"/>
                    <a:pt x="279" y="15"/>
                  </a:cubicBezTo>
                  <a:cubicBezTo>
                    <a:pt x="280" y="14"/>
                    <a:pt x="281" y="14"/>
                    <a:pt x="283" y="14"/>
                  </a:cubicBezTo>
                  <a:cubicBezTo>
                    <a:pt x="284" y="13"/>
                    <a:pt x="284" y="12"/>
                    <a:pt x="285" y="11"/>
                  </a:cubicBezTo>
                  <a:cubicBezTo>
                    <a:pt x="286" y="9"/>
                    <a:pt x="287" y="6"/>
                    <a:pt x="287" y="4"/>
                  </a:cubicBezTo>
                  <a:cubicBezTo>
                    <a:pt x="286" y="0"/>
                    <a:pt x="283" y="0"/>
                    <a:pt x="280" y="0"/>
                  </a:cubicBezTo>
                  <a:cubicBezTo>
                    <a:pt x="278" y="0"/>
                    <a:pt x="276" y="0"/>
                    <a:pt x="273" y="0"/>
                  </a:cubicBezTo>
                  <a:cubicBezTo>
                    <a:pt x="270" y="0"/>
                    <a:pt x="269" y="0"/>
                    <a:pt x="266" y="1"/>
                  </a:cubicBezTo>
                  <a:cubicBezTo>
                    <a:pt x="237" y="17"/>
                    <a:pt x="209" y="34"/>
                    <a:pt x="182" y="53"/>
                  </a:cubicBezTo>
                  <a:cubicBezTo>
                    <a:pt x="130" y="90"/>
                    <a:pt x="83" y="135"/>
                    <a:pt x="45" y="186"/>
                  </a:cubicBezTo>
                  <a:cubicBezTo>
                    <a:pt x="30" y="207"/>
                    <a:pt x="17" y="228"/>
                    <a:pt x="5" y="250"/>
                  </a:cubicBezTo>
                  <a:cubicBezTo>
                    <a:pt x="7" y="250"/>
                    <a:pt x="11" y="249"/>
                    <a:pt x="13" y="252"/>
                  </a:cubicBezTo>
                  <a:cubicBezTo>
                    <a:pt x="14" y="254"/>
                    <a:pt x="14" y="256"/>
                    <a:pt x="12" y="258"/>
                  </a:cubicBezTo>
                  <a:cubicBezTo>
                    <a:pt x="11" y="259"/>
                    <a:pt x="9" y="259"/>
                    <a:pt x="9" y="261"/>
                  </a:cubicBezTo>
                  <a:cubicBezTo>
                    <a:pt x="9" y="263"/>
                    <a:pt x="9" y="265"/>
                    <a:pt x="9" y="268"/>
                  </a:cubicBezTo>
                  <a:cubicBezTo>
                    <a:pt x="9" y="271"/>
                    <a:pt x="9" y="274"/>
                    <a:pt x="5" y="273"/>
                  </a:cubicBezTo>
                  <a:cubicBezTo>
                    <a:pt x="5" y="277"/>
                    <a:pt x="6" y="284"/>
                    <a:pt x="0" y="283"/>
                  </a:cubicBezTo>
                  <a:cubicBezTo>
                    <a:pt x="0" y="295"/>
                    <a:pt x="0" y="307"/>
                    <a:pt x="0" y="320"/>
                  </a:cubicBezTo>
                  <a:cubicBezTo>
                    <a:pt x="0" y="326"/>
                    <a:pt x="0" y="332"/>
                    <a:pt x="0" y="338"/>
                  </a:cubicBezTo>
                  <a:cubicBezTo>
                    <a:pt x="0" y="340"/>
                    <a:pt x="0" y="341"/>
                    <a:pt x="0" y="343"/>
                  </a:cubicBezTo>
                  <a:cubicBezTo>
                    <a:pt x="0" y="345"/>
                    <a:pt x="1" y="344"/>
                    <a:pt x="2" y="345"/>
                  </a:cubicBezTo>
                  <a:cubicBezTo>
                    <a:pt x="4" y="345"/>
                    <a:pt x="5" y="347"/>
                    <a:pt x="7" y="348"/>
                  </a:cubicBezTo>
                  <a:cubicBezTo>
                    <a:pt x="10" y="350"/>
                    <a:pt x="13" y="349"/>
                    <a:pt x="16" y="351"/>
                  </a:cubicBezTo>
                  <a:cubicBezTo>
                    <a:pt x="18" y="351"/>
                    <a:pt x="18" y="352"/>
                    <a:pt x="19" y="354"/>
                  </a:cubicBezTo>
                  <a:cubicBezTo>
                    <a:pt x="19" y="355"/>
                    <a:pt x="19" y="356"/>
                    <a:pt x="19" y="356"/>
                  </a:cubicBezTo>
                  <a:cubicBezTo>
                    <a:pt x="19" y="359"/>
                    <a:pt x="19" y="358"/>
                    <a:pt x="20" y="359"/>
                  </a:cubicBezTo>
                  <a:cubicBezTo>
                    <a:pt x="24" y="360"/>
                    <a:pt x="26" y="364"/>
                    <a:pt x="28" y="368"/>
                  </a:cubicBezTo>
                  <a:cubicBezTo>
                    <a:pt x="32" y="368"/>
                    <a:pt x="39" y="367"/>
                    <a:pt x="38" y="373"/>
                  </a:cubicBezTo>
                  <a:cubicBezTo>
                    <a:pt x="41" y="373"/>
                    <a:pt x="43" y="374"/>
                    <a:pt x="42" y="377"/>
                  </a:cubicBezTo>
                  <a:cubicBezTo>
                    <a:pt x="44" y="377"/>
                    <a:pt x="46" y="378"/>
                    <a:pt x="47" y="380"/>
                  </a:cubicBezTo>
                  <a:cubicBezTo>
                    <a:pt x="48" y="382"/>
                    <a:pt x="47" y="384"/>
                    <a:pt x="48" y="386"/>
                  </a:cubicBezTo>
                  <a:cubicBezTo>
                    <a:pt x="50" y="388"/>
                    <a:pt x="51" y="389"/>
                    <a:pt x="52" y="391"/>
                  </a:cubicBezTo>
                  <a:cubicBezTo>
                    <a:pt x="54" y="392"/>
                    <a:pt x="55" y="393"/>
                    <a:pt x="56" y="395"/>
                  </a:cubicBezTo>
                  <a:cubicBezTo>
                    <a:pt x="57" y="399"/>
                    <a:pt x="56" y="404"/>
                    <a:pt x="56" y="408"/>
                  </a:cubicBezTo>
                  <a:cubicBezTo>
                    <a:pt x="56" y="409"/>
                    <a:pt x="56" y="410"/>
                    <a:pt x="56" y="411"/>
                  </a:cubicBezTo>
                  <a:cubicBezTo>
                    <a:pt x="56" y="412"/>
                    <a:pt x="56" y="413"/>
                    <a:pt x="56" y="414"/>
                  </a:cubicBezTo>
                  <a:cubicBezTo>
                    <a:pt x="56" y="415"/>
                    <a:pt x="57" y="415"/>
                    <a:pt x="58" y="415"/>
                  </a:cubicBezTo>
                  <a:cubicBezTo>
                    <a:pt x="60" y="416"/>
                    <a:pt x="62" y="417"/>
                    <a:pt x="61" y="420"/>
                  </a:cubicBezTo>
                  <a:cubicBezTo>
                    <a:pt x="64" y="420"/>
                    <a:pt x="67" y="420"/>
                    <a:pt x="69" y="420"/>
                  </a:cubicBezTo>
                  <a:cubicBezTo>
                    <a:pt x="71" y="420"/>
                    <a:pt x="72" y="420"/>
                    <a:pt x="73" y="420"/>
                  </a:cubicBezTo>
                  <a:cubicBezTo>
                    <a:pt x="75" y="420"/>
                    <a:pt x="75" y="420"/>
                    <a:pt x="75" y="419"/>
                  </a:cubicBezTo>
                  <a:cubicBezTo>
                    <a:pt x="77" y="415"/>
                    <a:pt x="80" y="417"/>
                    <a:pt x="80" y="420"/>
                  </a:cubicBezTo>
                  <a:cubicBezTo>
                    <a:pt x="80" y="422"/>
                    <a:pt x="80" y="425"/>
                    <a:pt x="80" y="428"/>
                  </a:cubicBezTo>
                  <a:cubicBezTo>
                    <a:pt x="80" y="430"/>
                    <a:pt x="82" y="430"/>
                    <a:pt x="83" y="431"/>
                  </a:cubicBezTo>
                  <a:cubicBezTo>
                    <a:pt x="86" y="434"/>
                    <a:pt x="85" y="440"/>
                    <a:pt x="85" y="443"/>
                  </a:cubicBezTo>
                  <a:cubicBezTo>
                    <a:pt x="93" y="440"/>
                    <a:pt x="93" y="466"/>
                    <a:pt x="85" y="462"/>
                  </a:cubicBezTo>
                  <a:cubicBezTo>
                    <a:pt x="85" y="467"/>
                    <a:pt x="85" y="472"/>
                    <a:pt x="85" y="476"/>
                  </a:cubicBezTo>
                  <a:cubicBezTo>
                    <a:pt x="84" y="479"/>
                    <a:pt x="84" y="482"/>
                    <a:pt x="80" y="481"/>
                  </a:cubicBezTo>
                  <a:cubicBezTo>
                    <a:pt x="80" y="485"/>
                    <a:pt x="77" y="486"/>
                    <a:pt x="76" y="489"/>
                  </a:cubicBezTo>
                  <a:cubicBezTo>
                    <a:pt x="74" y="492"/>
                    <a:pt x="75" y="496"/>
                    <a:pt x="71" y="495"/>
                  </a:cubicBezTo>
                  <a:cubicBezTo>
                    <a:pt x="71" y="497"/>
                    <a:pt x="71" y="500"/>
                    <a:pt x="71" y="502"/>
                  </a:cubicBezTo>
                  <a:cubicBezTo>
                    <a:pt x="71" y="504"/>
                    <a:pt x="70" y="509"/>
                    <a:pt x="71" y="509"/>
                  </a:cubicBezTo>
                  <a:cubicBezTo>
                    <a:pt x="74" y="510"/>
                    <a:pt x="75" y="512"/>
                    <a:pt x="75" y="514"/>
                  </a:cubicBezTo>
                  <a:cubicBezTo>
                    <a:pt x="75" y="515"/>
                    <a:pt x="74" y="516"/>
                    <a:pt x="73" y="517"/>
                  </a:cubicBezTo>
                  <a:cubicBezTo>
                    <a:pt x="73" y="518"/>
                    <a:pt x="72" y="518"/>
                    <a:pt x="72" y="518"/>
                  </a:cubicBezTo>
                  <a:cubicBezTo>
                    <a:pt x="70" y="519"/>
                    <a:pt x="71" y="519"/>
                    <a:pt x="71" y="521"/>
                  </a:cubicBezTo>
                  <a:cubicBezTo>
                    <a:pt x="71" y="524"/>
                    <a:pt x="71" y="529"/>
                    <a:pt x="66" y="528"/>
                  </a:cubicBezTo>
                  <a:cubicBezTo>
                    <a:pt x="66" y="532"/>
                    <a:pt x="66" y="537"/>
                    <a:pt x="66" y="541"/>
                  </a:cubicBezTo>
                  <a:cubicBezTo>
                    <a:pt x="66" y="543"/>
                    <a:pt x="65" y="547"/>
                    <a:pt x="67" y="547"/>
                  </a:cubicBezTo>
                  <a:cubicBezTo>
                    <a:pt x="68" y="548"/>
                    <a:pt x="70" y="549"/>
                    <a:pt x="71" y="550"/>
                  </a:cubicBezTo>
                  <a:cubicBezTo>
                    <a:pt x="78" y="554"/>
                    <a:pt x="79" y="560"/>
                    <a:pt x="83" y="567"/>
                  </a:cubicBezTo>
                  <a:cubicBezTo>
                    <a:pt x="84" y="570"/>
                    <a:pt x="86" y="573"/>
                    <a:pt x="88" y="576"/>
                  </a:cubicBezTo>
                  <a:cubicBezTo>
                    <a:pt x="88" y="577"/>
                    <a:pt x="89" y="578"/>
                    <a:pt x="89" y="579"/>
                  </a:cubicBezTo>
                  <a:cubicBezTo>
                    <a:pt x="90" y="580"/>
                    <a:pt x="90" y="580"/>
                    <a:pt x="91" y="580"/>
                  </a:cubicBezTo>
                  <a:cubicBezTo>
                    <a:pt x="92" y="580"/>
                    <a:pt x="93" y="581"/>
                    <a:pt x="94" y="582"/>
                  </a:cubicBezTo>
                  <a:cubicBezTo>
                    <a:pt x="95" y="583"/>
                    <a:pt x="94" y="586"/>
                    <a:pt x="94" y="587"/>
                  </a:cubicBezTo>
                  <a:cubicBezTo>
                    <a:pt x="94" y="588"/>
                    <a:pt x="94" y="589"/>
                    <a:pt x="95" y="589"/>
                  </a:cubicBezTo>
                  <a:cubicBezTo>
                    <a:pt x="96" y="590"/>
                    <a:pt x="96" y="590"/>
                    <a:pt x="97" y="590"/>
                  </a:cubicBezTo>
                  <a:cubicBezTo>
                    <a:pt x="100" y="591"/>
                    <a:pt x="99" y="596"/>
                    <a:pt x="99" y="599"/>
                  </a:cubicBezTo>
                  <a:cubicBezTo>
                    <a:pt x="108" y="598"/>
                    <a:pt x="103" y="616"/>
                    <a:pt x="103" y="621"/>
                  </a:cubicBezTo>
                  <a:cubicBezTo>
                    <a:pt x="103" y="622"/>
                    <a:pt x="104" y="623"/>
                    <a:pt x="104" y="624"/>
                  </a:cubicBezTo>
                  <a:cubicBezTo>
                    <a:pt x="104" y="625"/>
                    <a:pt x="104" y="626"/>
                    <a:pt x="104" y="627"/>
                  </a:cubicBezTo>
                  <a:cubicBezTo>
                    <a:pt x="104" y="627"/>
                    <a:pt x="105" y="628"/>
                    <a:pt x="106" y="628"/>
                  </a:cubicBezTo>
                  <a:cubicBezTo>
                    <a:pt x="109" y="629"/>
                    <a:pt x="111" y="632"/>
                    <a:pt x="112" y="634"/>
                  </a:cubicBezTo>
                  <a:cubicBezTo>
                    <a:pt x="113" y="636"/>
                    <a:pt x="113" y="637"/>
                    <a:pt x="113" y="639"/>
                  </a:cubicBezTo>
                  <a:cubicBezTo>
                    <a:pt x="113" y="640"/>
                    <a:pt x="113" y="641"/>
                    <a:pt x="114" y="642"/>
                  </a:cubicBezTo>
                  <a:cubicBezTo>
                    <a:pt x="114" y="642"/>
                    <a:pt x="115" y="642"/>
                    <a:pt x="115" y="642"/>
                  </a:cubicBezTo>
                  <a:cubicBezTo>
                    <a:pt x="118" y="644"/>
                    <a:pt x="118" y="648"/>
                    <a:pt x="118" y="651"/>
                  </a:cubicBezTo>
                  <a:cubicBezTo>
                    <a:pt x="122" y="651"/>
                    <a:pt x="127" y="651"/>
                    <a:pt x="132" y="651"/>
                  </a:cubicBezTo>
                  <a:cubicBezTo>
                    <a:pt x="133" y="651"/>
                    <a:pt x="135" y="651"/>
                    <a:pt x="136" y="652"/>
                  </a:cubicBezTo>
                  <a:cubicBezTo>
                    <a:pt x="137" y="653"/>
                    <a:pt x="137" y="655"/>
                    <a:pt x="137" y="657"/>
                  </a:cubicBezTo>
                  <a:cubicBezTo>
                    <a:pt x="137" y="659"/>
                    <a:pt x="137" y="661"/>
                    <a:pt x="137" y="664"/>
                  </a:cubicBezTo>
                  <a:cubicBezTo>
                    <a:pt x="137" y="666"/>
                    <a:pt x="137" y="665"/>
                    <a:pt x="139" y="665"/>
                  </a:cubicBezTo>
                  <a:cubicBezTo>
                    <a:pt x="140" y="665"/>
                    <a:pt x="141" y="665"/>
                    <a:pt x="142" y="665"/>
                  </a:cubicBezTo>
                  <a:cubicBezTo>
                    <a:pt x="144" y="666"/>
                    <a:pt x="148" y="665"/>
                    <a:pt x="150" y="667"/>
                  </a:cubicBezTo>
                  <a:cubicBezTo>
                    <a:pt x="150" y="668"/>
                    <a:pt x="151" y="668"/>
                    <a:pt x="151" y="669"/>
                  </a:cubicBezTo>
                  <a:cubicBezTo>
                    <a:pt x="151" y="670"/>
                    <a:pt x="152" y="670"/>
                    <a:pt x="153" y="670"/>
                  </a:cubicBezTo>
                  <a:cubicBezTo>
                    <a:pt x="155" y="670"/>
                    <a:pt x="156" y="669"/>
                    <a:pt x="158" y="670"/>
                  </a:cubicBezTo>
                  <a:cubicBezTo>
                    <a:pt x="160" y="670"/>
                    <a:pt x="160" y="672"/>
                    <a:pt x="161" y="674"/>
                  </a:cubicBezTo>
                  <a:cubicBezTo>
                    <a:pt x="161" y="679"/>
                    <a:pt x="160" y="684"/>
                    <a:pt x="160" y="690"/>
                  </a:cubicBezTo>
                  <a:cubicBezTo>
                    <a:pt x="160" y="691"/>
                    <a:pt x="160" y="692"/>
                    <a:pt x="160" y="693"/>
                  </a:cubicBezTo>
                  <a:cubicBezTo>
                    <a:pt x="160" y="694"/>
                    <a:pt x="159" y="698"/>
                    <a:pt x="161" y="698"/>
                  </a:cubicBezTo>
                  <a:cubicBezTo>
                    <a:pt x="166" y="698"/>
                    <a:pt x="165" y="701"/>
                    <a:pt x="165" y="705"/>
                  </a:cubicBezTo>
                  <a:cubicBezTo>
                    <a:pt x="165" y="706"/>
                    <a:pt x="164" y="707"/>
                    <a:pt x="166" y="707"/>
                  </a:cubicBezTo>
                  <a:cubicBezTo>
                    <a:pt x="166" y="707"/>
                    <a:pt x="167" y="708"/>
                    <a:pt x="168" y="708"/>
                  </a:cubicBezTo>
                  <a:cubicBezTo>
                    <a:pt x="169" y="708"/>
                    <a:pt x="170" y="709"/>
                    <a:pt x="170" y="710"/>
                  </a:cubicBezTo>
                  <a:cubicBezTo>
                    <a:pt x="170" y="712"/>
                    <a:pt x="170" y="715"/>
                    <a:pt x="170" y="717"/>
                  </a:cubicBezTo>
                  <a:cubicBezTo>
                    <a:pt x="171" y="717"/>
                    <a:pt x="172" y="718"/>
                    <a:pt x="173" y="719"/>
                  </a:cubicBezTo>
                  <a:cubicBezTo>
                    <a:pt x="175" y="721"/>
                    <a:pt x="175" y="724"/>
                    <a:pt x="175" y="726"/>
                  </a:cubicBezTo>
                  <a:cubicBezTo>
                    <a:pt x="174" y="730"/>
                    <a:pt x="174" y="733"/>
                    <a:pt x="174" y="737"/>
                  </a:cubicBezTo>
                  <a:cubicBezTo>
                    <a:pt x="174" y="747"/>
                    <a:pt x="174" y="756"/>
                    <a:pt x="174" y="766"/>
                  </a:cubicBezTo>
                  <a:cubicBezTo>
                    <a:pt x="174" y="769"/>
                    <a:pt x="174" y="771"/>
                    <a:pt x="174" y="773"/>
                  </a:cubicBezTo>
                  <a:cubicBezTo>
                    <a:pt x="176" y="773"/>
                    <a:pt x="177" y="774"/>
                    <a:pt x="178" y="774"/>
                  </a:cubicBezTo>
                  <a:cubicBezTo>
                    <a:pt x="179" y="775"/>
                    <a:pt x="179" y="777"/>
                    <a:pt x="179" y="778"/>
                  </a:cubicBezTo>
                  <a:cubicBezTo>
                    <a:pt x="179" y="779"/>
                    <a:pt x="179" y="780"/>
                    <a:pt x="179" y="782"/>
                  </a:cubicBezTo>
                  <a:cubicBezTo>
                    <a:pt x="179" y="783"/>
                    <a:pt x="180" y="783"/>
                    <a:pt x="181" y="784"/>
                  </a:cubicBezTo>
                  <a:cubicBezTo>
                    <a:pt x="184" y="785"/>
                    <a:pt x="184" y="788"/>
                    <a:pt x="184" y="791"/>
                  </a:cubicBezTo>
                  <a:cubicBezTo>
                    <a:pt x="183" y="796"/>
                    <a:pt x="184" y="801"/>
                    <a:pt x="184" y="806"/>
                  </a:cubicBezTo>
                  <a:cubicBezTo>
                    <a:pt x="189" y="806"/>
                    <a:pt x="189" y="812"/>
                    <a:pt x="189" y="816"/>
                  </a:cubicBezTo>
                  <a:cubicBezTo>
                    <a:pt x="189" y="818"/>
                    <a:pt x="188" y="821"/>
                    <a:pt x="188" y="823"/>
                  </a:cubicBezTo>
                  <a:cubicBezTo>
                    <a:pt x="188" y="826"/>
                    <a:pt x="189" y="828"/>
                    <a:pt x="188" y="831"/>
                  </a:cubicBezTo>
                  <a:cubicBezTo>
                    <a:pt x="188" y="836"/>
                    <a:pt x="190" y="840"/>
                    <a:pt x="194" y="843"/>
                  </a:cubicBezTo>
                  <a:cubicBezTo>
                    <a:pt x="198" y="846"/>
                    <a:pt x="202" y="849"/>
                    <a:pt x="203" y="853"/>
                  </a:cubicBezTo>
                  <a:cubicBezTo>
                    <a:pt x="206" y="854"/>
                    <a:pt x="208" y="855"/>
                    <a:pt x="207" y="858"/>
                  </a:cubicBezTo>
                  <a:cubicBezTo>
                    <a:pt x="208" y="861"/>
                    <a:pt x="211" y="863"/>
                    <a:pt x="212" y="866"/>
                  </a:cubicBezTo>
                  <a:cubicBezTo>
                    <a:pt x="212" y="867"/>
                    <a:pt x="212" y="868"/>
                    <a:pt x="213" y="868"/>
                  </a:cubicBezTo>
                  <a:cubicBezTo>
                    <a:pt x="213" y="868"/>
                    <a:pt x="214" y="868"/>
                    <a:pt x="215" y="868"/>
                  </a:cubicBezTo>
                  <a:cubicBezTo>
                    <a:pt x="216" y="868"/>
                    <a:pt x="217" y="869"/>
                    <a:pt x="217" y="871"/>
                  </a:cubicBezTo>
                  <a:cubicBezTo>
                    <a:pt x="217" y="874"/>
                    <a:pt x="218" y="876"/>
                    <a:pt x="220" y="879"/>
                  </a:cubicBezTo>
                  <a:cubicBezTo>
                    <a:pt x="224" y="883"/>
                    <a:pt x="230" y="885"/>
                    <a:pt x="231" y="891"/>
                  </a:cubicBezTo>
                  <a:cubicBezTo>
                    <a:pt x="233" y="891"/>
                    <a:pt x="235" y="893"/>
                    <a:pt x="234" y="895"/>
                  </a:cubicBezTo>
                  <a:cubicBezTo>
                    <a:pt x="233" y="895"/>
                    <a:pt x="232" y="896"/>
                    <a:pt x="232" y="896"/>
                  </a:cubicBezTo>
                  <a:cubicBezTo>
                    <a:pt x="230" y="896"/>
                    <a:pt x="231" y="897"/>
                    <a:pt x="231" y="898"/>
                  </a:cubicBezTo>
                  <a:cubicBezTo>
                    <a:pt x="231" y="900"/>
                    <a:pt x="230" y="900"/>
                    <a:pt x="232" y="901"/>
                  </a:cubicBezTo>
                  <a:cubicBezTo>
                    <a:pt x="233" y="902"/>
                    <a:pt x="234" y="902"/>
                    <a:pt x="235" y="903"/>
                  </a:cubicBezTo>
                  <a:cubicBezTo>
                    <a:pt x="237" y="904"/>
                    <a:pt x="238" y="905"/>
                    <a:pt x="240" y="908"/>
                  </a:cubicBezTo>
                  <a:cubicBezTo>
                    <a:pt x="240" y="909"/>
                    <a:pt x="240" y="910"/>
                    <a:pt x="242" y="911"/>
                  </a:cubicBezTo>
                  <a:cubicBezTo>
                    <a:pt x="243" y="911"/>
                    <a:pt x="244" y="912"/>
                    <a:pt x="244" y="913"/>
                  </a:cubicBezTo>
                  <a:cubicBezTo>
                    <a:pt x="247" y="914"/>
                    <a:pt x="249" y="915"/>
                    <a:pt x="251" y="915"/>
                  </a:cubicBezTo>
                  <a:cubicBezTo>
                    <a:pt x="254" y="915"/>
                    <a:pt x="255" y="917"/>
                    <a:pt x="255" y="920"/>
                  </a:cubicBezTo>
                  <a:cubicBezTo>
                    <a:pt x="258" y="920"/>
                    <a:pt x="265" y="919"/>
                    <a:pt x="264" y="924"/>
                  </a:cubicBezTo>
                  <a:cubicBezTo>
                    <a:pt x="265" y="924"/>
                    <a:pt x="274" y="926"/>
                    <a:pt x="273" y="922"/>
                  </a:cubicBezTo>
                  <a:cubicBezTo>
                    <a:pt x="272" y="920"/>
                    <a:pt x="270" y="918"/>
                    <a:pt x="268" y="915"/>
                  </a:cubicBezTo>
                  <a:cubicBezTo>
                    <a:pt x="267" y="912"/>
                    <a:pt x="268" y="911"/>
                    <a:pt x="272" y="910"/>
                  </a:cubicBezTo>
                  <a:cubicBezTo>
                    <a:pt x="272" y="910"/>
                    <a:pt x="273" y="910"/>
                    <a:pt x="273" y="910"/>
                  </a:cubicBezTo>
                  <a:cubicBezTo>
                    <a:pt x="273" y="909"/>
                    <a:pt x="274" y="908"/>
                    <a:pt x="274" y="907"/>
                  </a:cubicBezTo>
                  <a:cubicBezTo>
                    <a:pt x="273" y="906"/>
                    <a:pt x="273" y="904"/>
                    <a:pt x="272" y="903"/>
                  </a:cubicBezTo>
                  <a:cubicBezTo>
                    <a:pt x="270" y="900"/>
                    <a:pt x="267" y="901"/>
                    <a:pt x="265" y="900"/>
                  </a:cubicBezTo>
                  <a:cubicBezTo>
                    <a:pt x="264" y="899"/>
                    <a:pt x="264" y="897"/>
                    <a:pt x="264" y="896"/>
                  </a:cubicBezTo>
                  <a:cubicBezTo>
                    <a:pt x="264" y="894"/>
                    <a:pt x="264" y="891"/>
                    <a:pt x="264" y="889"/>
                  </a:cubicBezTo>
                  <a:cubicBezTo>
                    <a:pt x="264" y="888"/>
                    <a:pt x="265" y="887"/>
                    <a:pt x="263" y="886"/>
                  </a:cubicBezTo>
                  <a:cubicBezTo>
                    <a:pt x="263" y="886"/>
                    <a:pt x="262" y="886"/>
                    <a:pt x="261" y="886"/>
                  </a:cubicBezTo>
                  <a:cubicBezTo>
                    <a:pt x="260" y="886"/>
                    <a:pt x="259" y="884"/>
                    <a:pt x="259" y="883"/>
                  </a:cubicBezTo>
                  <a:cubicBezTo>
                    <a:pt x="259" y="878"/>
                    <a:pt x="259" y="873"/>
                    <a:pt x="259" y="869"/>
                  </a:cubicBezTo>
                  <a:cubicBezTo>
                    <a:pt x="259" y="865"/>
                    <a:pt x="256" y="864"/>
                    <a:pt x="255" y="861"/>
                  </a:cubicBezTo>
                  <a:cubicBezTo>
                    <a:pt x="255" y="860"/>
                    <a:pt x="255" y="859"/>
                    <a:pt x="255" y="858"/>
                  </a:cubicBezTo>
                  <a:cubicBezTo>
                    <a:pt x="254" y="858"/>
                    <a:pt x="253" y="858"/>
                    <a:pt x="253" y="857"/>
                  </a:cubicBezTo>
                  <a:cubicBezTo>
                    <a:pt x="252" y="857"/>
                    <a:pt x="251" y="856"/>
                    <a:pt x="250" y="855"/>
                  </a:cubicBezTo>
                  <a:cubicBezTo>
                    <a:pt x="250" y="853"/>
                    <a:pt x="250" y="851"/>
                    <a:pt x="250" y="850"/>
                  </a:cubicBezTo>
                  <a:cubicBezTo>
                    <a:pt x="250" y="848"/>
                    <a:pt x="254" y="849"/>
                    <a:pt x="255" y="849"/>
                  </a:cubicBezTo>
                  <a:cubicBezTo>
                    <a:pt x="258" y="847"/>
                    <a:pt x="259" y="844"/>
                    <a:pt x="260" y="841"/>
                  </a:cubicBezTo>
                  <a:cubicBezTo>
                    <a:pt x="260" y="838"/>
                    <a:pt x="261" y="836"/>
                    <a:pt x="263" y="834"/>
                  </a:cubicBezTo>
                  <a:cubicBezTo>
                    <a:pt x="266" y="832"/>
                    <a:pt x="270" y="833"/>
                    <a:pt x="273" y="835"/>
                  </a:cubicBezTo>
                  <a:cubicBezTo>
                    <a:pt x="274" y="830"/>
                    <a:pt x="275" y="830"/>
                    <a:pt x="279" y="830"/>
                  </a:cubicBezTo>
                  <a:cubicBezTo>
                    <a:pt x="282" y="830"/>
                    <a:pt x="286" y="830"/>
                    <a:pt x="287" y="826"/>
                  </a:cubicBezTo>
                  <a:cubicBezTo>
                    <a:pt x="290" y="820"/>
                    <a:pt x="283" y="817"/>
                    <a:pt x="283" y="811"/>
                  </a:cubicBezTo>
                  <a:cubicBezTo>
                    <a:pt x="280" y="811"/>
                    <a:pt x="276" y="811"/>
                    <a:pt x="275" y="809"/>
                  </a:cubicBezTo>
                  <a:cubicBezTo>
                    <a:pt x="273" y="807"/>
                    <a:pt x="273" y="806"/>
                    <a:pt x="273" y="804"/>
                  </a:cubicBezTo>
                  <a:cubicBezTo>
                    <a:pt x="273" y="802"/>
                    <a:pt x="273" y="802"/>
                    <a:pt x="275" y="802"/>
                  </a:cubicBezTo>
                  <a:cubicBezTo>
                    <a:pt x="276" y="802"/>
                    <a:pt x="277" y="802"/>
                    <a:pt x="278" y="802"/>
                  </a:cubicBezTo>
                  <a:cubicBezTo>
                    <a:pt x="283" y="802"/>
                    <a:pt x="288" y="802"/>
                    <a:pt x="292" y="802"/>
                  </a:cubicBezTo>
                  <a:cubicBezTo>
                    <a:pt x="293" y="799"/>
                    <a:pt x="293" y="796"/>
                    <a:pt x="297" y="797"/>
                  </a:cubicBezTo>
                  <a:cubicBezTo>
                    <a:pt x="297" y="793"/>
                    <a:pt x="296" y="789"/>
                    <a:pt x="297" y="785"/>
                  </a:cubicBezTo>
                  <a:cubicBezTo>
                    <a:pt x="298" y="782"/>
                    <a:pt x="301" y="783"/>
                    <a:pt x="303" y="782"/>
                  </a:cubicBezTo>
                  <a:cubicBezTo>
                    <a:pt x="307" y="780"/>
                    <a:pt x="312" y="777"/>
                    <a:pt x="315" y="772"/>
                  </a:cubicBezTo>
                  <a:cubicBezTo>
                    <a:pt x="316" y="769"/>
                    <a:pt x="316" y="766"/>
                    <a:pt x="316" y="763"/>
                  </a:cubicBezTo>
                  <a:cubicBezTo>
                    <a:pt x="316" y="758"/>
                    <a:pt x="316" y="753"/>
                    <a:pt x="316" y="749"/>
                  </a:cubicBezTo>
                  <a:cubicBezTo>
                    <a:pt x="316" y="744"/>
                    <a:pt x="316" y="740"/>
                    <a:pt x="316" y="736"/>
                  </a:cubicBezTo>
                  <a:cubicBezTo>
                    <a:pt x="316" y="733"/>
                    <a:pt x="317" y="730"/>
                    <a:pt x="321" y="731"/>
                  </a:cubicBezTo>
                  <a:cubicBezTo>
                    <a:pt x="321" y="729"/>
                    <a:pt x="321" y="727"/>
                    <a:pt x="323" y="726"/>
                  </a:cubicBezTo>
                  <a:cubicBezTo>
                    <a:pt x="324" y="724"/>
                    <a:pt x="325" y="722"/>
                    <a:pt x="326" y="720"/>
                  </a:cubicBezTo>
                  <a:cubicBezTo>
                    <a:pt x="327" y="716"/>
                    <a:pt x="330" y="714"/>
                    <a:pt x="334" y="713"/>
                  </a:cubicBezTo>
                  <a:cubicBezTo>
                    <a:pt x="340" y="711"/>
                    <a:pt x="347" y="712"/>
                    <a:pt x="352" y="712"/>
                  </a:cubicBezTo>
                  <a:cubicBezTo>
                    <a:pt x="354" y="712"/>
                    <a:pt x="355" y="712"/>
                    <a:pt x="357" y="712"/>
                  </a:cubicBezTo>
                  <a:cubicBezTo>
                    <a:pt x="359" y="712"/>
                    <a:pt x="358" y="711"/>
                    <a:pt x="359" y="710"/>
                  </a:cubicBezTo>
                  <a:cubicBezTo>
                    <a:pt x="359" y="708"/>
                    <a:pt x="361" y="707"/>
                    <a:pt x="363" y="707"/>
                  </a:cubicBezTo>
                  <a:cubicBezTo>
                    <a:pt x="363" y="705"/>
                    <a:pt x="362" y="701"/>
                    <a:pt x="364" y="699"/>
                  </a:cubicBezTo>
                  <a:cubicBezTo>
                    <a:pt x="365" y="697"/>
                    <a:pt x="369" y="698"/>
                    <a:pt x="371" y="697"/>
                  </a:cubicBezTo>
                  <a:cubicBezTo>
                    <a:pt x="373" y="696"/>
                    <a:pt x="374" y="695"/>
                    <a:pt x="376" y="694"/>
                  </a:cubicBezTo>
                  <a:cubicBezTo>
                    <a:pt x="377" y="693"/>
                    <a:pt x="378" y="693"/>
                    <a:pt x="379" y="693"/>
                  </a:cubicBezTo>
                  <a:cubicBezTo>
                    <a:pt x="381" y="693"/>
                    <a:pt x="382" y="693"/>
                    <a:pt x="383" y="692"/>
                  </a:cubicBezTo>
                  <a:cubicBezTo>
                    <a:pt x="385" y="687"/>
                    <a:pt x="386" y="682"/>
                    <a:pt x="389" y="678"/>
                  </a:cubicBezTo>
                  <a:cubicBezTo>
                    <a:pt x="391" y="676"/>
                    <a:pt x="393" y="675"/>
                    <a:pt x="396" y="674"/>
                  </a:cubicBezTo>
                  <a:cubicBezTo>
                    <a:pt x="398" y="674"/>
                    <a:pt x="401" y="674"/>
                    <a:pt x="401" y="671"/>
                  </a:cubicBezTo>
                  <a:cubicBezTo>
                    <a:pt x="400" y="662"/>
                    <a:pt x="401" y="654"/>
                    <a:pt x="401" y="646"/>
                  </a:cubicBezTo>
                  <a:cubicBezTo>
                    <a:pt x="401" y="642"/>
                    <a:pt x="401" y="637"/>
                    <a:pt x="401" y="633"/>
                  </a:cubicBezTo>
                  <a:cubicBezTo>
                    <a:pt x="401" y="631"/>
                    <a:pt x="401" y="629"/>
                    <a:pt x="401" y="627"/>
                  </a:cubicBezTo>
                  <a:cubicBezTo>
                    <a:pt x="399" y="627"/>
                    <a:pt x="398" y="627"/>
                    <a:pt x="397" y="626"/>
                  </a:cubicBezTo>
                  <a:cubicBezTo>
                    <a:pt x="395" y="625"/>
                    <a:pt x="396" y="619"/>
                    <a:pt x="396" y="617"/>
                  </a:cubicBezTo>
                  <a:cubicBezTo>
                    <a:pt x="396" y="616"/>
                    <a:pt x="396" y="615"/>
                    <a:pt x="396" y="614"/>
                  </a:cubicBezTo>
                  <a:cubicBezTo>
                    <a:pt x="396" y="612"/>
                    <a:pt x="397" y="613"/>
                    <a:pt x="398" y="613"/>
                  </a:cubicBezTo>
                  <a:cubicBezTo>
                    <a:pt x="401" y="613"/>
                    <a:pt x="403" y="613"/>
                    <a:pt x="405" y="613"/>
                  </a:cubicBezTo>
                  <a:cubicBezTo>
                    <a:pt x="407" y="613"/>
                    <a:pt x="410" y="614"/>
                    <a:pt x="410" y="612"/>
                  </a:cubicBezTo>
                  <a:cubicBezTo>
                    <a:pt x="411" y="611"/>
                    <a:pt x="411" y="610"/>
                    <a:pt x="411" y="608"/>
                  </a:cubicBezTo>
                  <a:cubicBezTo>
                    <a:pt x="411" y="606"/>
                    <a:pt x="412" y="604"/>
                    <a:pt x="415" y="604"/>
                  </a:cubicBezTo>
                  <a:cubicBezTo>
                    <a:pt x="414" y="601"/>
                    <a:pt x="415" y="600"/>
                    <a:pt x="417" y="599"/>
                  </a:cubicBezTo>
                  <a:cubicBezTo>
                    <a:pt x="419" y="599"/>
                    <a:pt x="419" y="599"/>
                    <a:pt x="420" y="598"/>
                  </a:cubicBezTo>
                  <a:cubicBezTo>
                    <a:pt x="421" y="597"/>
                    <a:pt x="422" y="595"/>
                    <a:pt x="422" y="594"/>
                  </a:cubicBezTo>
                  <a:cubicBezTo>
                    <a:pt x="426" y="589"/>
                    <a:pt x="430" y="585"/>
                    <a:pt x="434" y="582"/>
                  </a:cubicBezTo>
                  <a:cubicBezTo>
                    <a:pt x="435" y="582"/>
                    <a:pt x="436" y="581"/>
                    <a:pt x="438" y="580"/>
                  </a:cubicBezTo>
                  <a:cubicBezTo>
                    <a:pt x="439" y="580"/>
                    <a:pt x="438" y="577"/>
                    <a:pt x="438" y="575"/>
                  </a:cubicBezTo>
                  <a:cubicBezTo>
                    <a:pt x="437" y="575"/>
                    <a:pt x="434" y="575"/>
                    <a:pt x="434" y="573"/>
                  </a:cubicBezTo>
                  <a:cubicBezTo>
                    <a:pt x="433" y="571"/>
                    <a:pt x="434" y="567"/>
                    <a:pt x="434" y="564"/>
                  </a:cubicBezTo>
                  <a:cubicBezTo>
                    <a:pt x="434" y="562"/>
                    <a:pt x="436" y="561"/>
                    <a:pt x="438" y="561"/>
                  </a:cubicBezTo>
                  <a:cubicBezTo>
                    <a:pt x="438" y="556"/>
                    <a:pt x="438" y="552"/>
                    <a:pt x="438" y="547"/>
                  </a:cubicBezTo>
                  <a:cubicBezTo>
                    <a:pt x="435" y="547"/>
                    <a:pt x="433" y="546"/>
                    <a:pt x="434" y="542"/>
                  </a:cubicBezTo>
                  <a:cubicBezTo>
                    <a:pt x="431" y="542"/>
                    <a:pt x="433" y="546"/>
                    <a:pt x="434" y="542"/>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6" name="Freeform 22"/>
            <p:cNvSpPr/>
            <p:nvPr/>
          </p:nvSpPr>
          <p:spPr bwMode="auto">
            <a:xfrm>
              <a:off x="7315906" y="4158815"/>
              <a:ext cx="117417" cy="213823"/>
            </a:xfrm>
            <a:custGeom>
              <a:avLst/>
              <a:gdLst>
                <a:gd name="T0" fmla="*/ 34 w 40"/>
                <a:gd name="T1" fmla="*/ 0 h 73"/>
                <a:gd name="T2" fmla="*/ 23 w 40"/>
                <a:gd name="T3" fmla="*/ 14 h 73"/>
                <a:gd name="T4" fmla="*/ 20 w 40"/>
                <a:gd name="T5" fmla="*/ 20 h 73"/>
                <a:gd name="T6" fmla="*/ 19 w 40"/>
                <a:gd name="T7" fmla="*/ 24 h 73"/>
                <a:gd name="T8" fmla="*/ 16 w 40"/>
                <a:gd name="T9" fmla="*/ 25 h 73"/>
                <a:gd name="T10" fmla="*/ 15 w 40"/>
                <a:gd name="T11" fmla="*/ 31 h 73"/>
                <a:gd name="T12" fmla="*/ 12 w 40"/>
                <a:gd name="T13" fmla="*/ 34 h 73"/>
                <a:gd name="T14" fmla="*/ 10 w 40"/>
                <a:gd name="T15" fmla="*/ 47 h 73"/>
                <a:gd name="T16" fmla="*/ 6 w 40"/>
                <a:gd name="T17" fmla="*/ 71 h 73"/>
                <a:gd name="T18" fmla="*/ 17 w 40"/>
                <a:gd name="T19" fmla="*/ 62 h 73"/>
                <a:gd name="T20" fmla="*/ 19 w 40"/>
                <a:gd name="T21" fmla="*/ 57 h 73"/>
                <a:gd name="T22" fmla="*/ 20 w 40"/>
                <a:gd name="T23" fmla="*/ 52 h 73"/>
                <a:gd name="T24" fmla="*/ 20 w 40"/>
                <a:gd name="T25" fmla="*/ 45 h 73"/>
                <a:gd name="T26" fmla="*/ 20 w 40"/>
                <a:gd name="T27" fmla="*/ 38 h 73"/>
                <a:gd name="T28" fmla="*/ 23 w 40"/>
                <a:gd name="T29" fmla="*/ 37 h 73"/>
                <a:gd name="T30" fmla="*/ 25 w 40"/>
                <a:gd name="T31" fmla="*/ 34 h 73"/>
                <a:gd name="T32" fmla="*/ 25 w 40"/>
                <a:gd name="T33" fmla="*/ 29 h 73"/>
                <a:gd name="T34" fmla="*/ 28 w 40"/>
                <a:gd name="T35" fmla="*/ 27 h 73"/>
                <a:gd name="T36" fmla="*/ 38 w 40"/>
                <a:gd name="T37" fmla="*/ 6 h 73"/>
                <a:gd name="T38" fmla="*/ 34 w 40"/>
                <a:gd name="T39" fmla="*/ 0 h 73"/>
                <a:gd name="T40" fmla="*/ 34 w 40"/>
                <a:gd name="T41"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73">
                  <a:moveTo>
                    <a:pt x="34" y="0"/>
                  </a:moveTo>
                  <a:cubicBezTo>
                    <a:pt x="33" y="7"/>
                    <a:pt x="26" y="9"/>
                    <a:pt x="23" y="14"/>
                  </a:cubicBezTo>
                  <a:cubicBezTo>
                    <a:pt x="21" y="15"/>
                    <a:pt x="20" y="18"/>
                    <a:pt x="20" y="20"/>
                  </a:cubicBezTo>
                  <a:cubicBezTo>
                    <a:pt x="20" y="21"/>
                    <a:pt x="20" y="23"/>
                    <a:pt x="19" y="24"/>
                  </a:cubicBezTo>
                  <a:cubicBezTo>
                    <a:pt x="18" y="24"/>
                    <a:pt x="17" y="24"/>
                    <a:pt x="16" y="25"/>
                  </a:cubicBezTo>
                  <a:cubicBezTo>
                    <a:pt x="14" y="26"/>
                    <a:pt x="15" y="29"/>
                    <a:pt x="15" y="31"/>
                  </a:cubicBezTo>
                  <a:cubicBezTo>
                    <a:pt x="16" y="34"/>
                    <a:pt x="14" y="33"/>
                    <a:pt x="12" y="34"/>
                  </a:cubicBezTo>
                  <a:cubicBezTo>
                    <a:pt x="8" y="37"/>
                    <a:pt x="10" y="44"/>
                    <a:pt x="10" y="47"/>
                  </a:cubicBezTo>
                  <a:cubicBezTo>
                    <a:pt x="0" y="47"/>
                    <a:pt x="8" y="66"/>
                    <a:pt x="6" y="71"/>
                  </a:cubicBezTo>
                  <a:cubicBezTo>
                    <a:pt x="13" y="73"/>
                    <a:pt x="15" y="68"/>
                    <a:pt x="17" y="62"/>
                  </a:cubicBezTo>
                  <a:cubicBezTo>
                    <a:pt x="18" y="60"/>
                    <a:pt x="19" y="59"/>
                    <a:pt x="19" y="57"/>
                  </a:cubicBezTo>
                  <a:cubicBezTo>
                    <a:pt x="20" y="55"/>
                    <a:pt x="20" y="53"/>
                    <a:pt x="20" y="52"/>
                  </a:cubicBezTo>
                  <a:cubicBezTo>
                    <a:pt x="20" y="50"/>
                    <a:pt x="20" y="47"/>
                    <a:pt x="20" y="45"/>
                  </a:cubicBezTo>
                  <a:cubicBezTo>
                    <a:pt x="20" y="43"/>
                    <a:pt x="19" y="40"/>
                    <a:pt x="20" y="38"/>
                  </a:cubicBezTo>
                  <a:cubicBezTo>
                    <a:pt x="21" y="37"/>
                    <a:pt x="22" y="38"/>
                    <a:pt x="23" y="37"/>
                  </a:cubicBezTo>
                  <a:cubicBezTo>
                    <a:pt x="24" y="37"/>
                    <a:pt x="25" y="36"/>
                    <a:pt x="25" y="34"/>
                  </a:cubicBezTo>
                  <a:cubicBezTo>
                    <a:pt x="25" y="33"/>
                    <a:pt x="24" y="31"/>
                    <a:pt x="25" y="29"/>
                  </a:cubicBezTo>
                  <a:cubicBezTo>
                    <a:pt x="25" y="28"/>
                    <a:pt x="27" y="28"/>
                    <a:pt x="28" y="27"/>
                  </a:cubicBezTo>
                  <a:cubicBezTo>
                    <a:pt x="34" y="23"/>
                    <a:pt x="40" y="13"/>
                    <a:pt x="38" y="6"/>
                  </a:cubicBezTo>
                  <a:cubicBezTo>
                    <a:pt x="35" y="8"/>
                    <a:pt x="34" y="2"/>
                    <a:pt x="34" y="0"/>
                  </a:cubicBezTo>
                  <a:cubicBezTo>
                    <a:pt x="33" y="5"/>
                    <a:pt x="33" y="6"/>
                    <a:pt x="34"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Freeform 23"/>
            <p:cNvSpPr/>
            <p:nvPr/>
          </p:nvSpPr>
          <p:spPr bwMode="auto">
            <a:xfrm>
              <a:off x="7414784" y="4158815"/>
              <a:ext cx="18540" cy="17304"/>
            </a:xfrm>
            <a:custGeom>
              <a:avLst/>
              <a:gdLst>
                <a:gd name="T0" fmla="*/ 0 w 6"/>
                <a:gd name="T1" fmla="*/ 0 h 6"/>
                <a:gd name="T2" fmla="*/ 4 w 6"/>
                <a:gd name="T3" fmla="*/ 6 h 6"/>
                <a:gd name="T4" fmla="*/ 0 w 6"/>
                <a:gd name="T5" fmla="*/ 0 h 6"/>
              </a:gdLst>
              <a:ahLst/>
              <a:cxnLst>
                <a:cxn ang="0">
                  <a:pos x="T0" y="T1"/>
                </a:cxn>
                <a:cxn ang="0">
                  <a:pos x="T2" y="T3"/>
                </a:cxn>
                <a:cxn ang="0">
                  <a:pos x="T4" y="T5"/>
                </a:cxn>
              </a:cxnLst>
              <a:rect l="0" t="0" r="r" b="b"/>
              <a:pathLst>
                <a:path w="6" h="6">
                  <a:moveTo>
                    <a:pt x="0" y="0"/>
                  </a:moveTo>
                  <a:cubicBezTo>
                    <a:pt x="3" y="2"/>
                    <a:pt x="4" y="4"/>
                    <a:pt x="4" y="6"/>
                  </a:cubicBezTo>
                  <a:cubicBezTo>
                    <a:pt x="6" y="5"/>
                    <a:pt x="5" y="3"/>
                    <a:pt x="0"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nvGrpSpPr>
          <p:cNvPr id="158" name="组合 157"/>
          <p:cNvGrpSpPr/>
          <p:nvPr/>
        </p:nvGrpSpPr>
        <p:grpSpPr>
          <a:xfrm>
            <a:off x="698501" y="1294130"/>
            <a:ext cx="5052060" cy="4989164"/>
            <a:chOff x="8477708" y="1613159"/>
            <a:chExt cx="2486420" cy="4638514"/>
          </a:xfrm>
        </p:grpSpPr>
        <p:sp>
          <p:nvSpPr>
            <p:cNvPr id="159" name="矩形 158"/>
            <p:cNvSpPr/>
            <p:nvPr/>
          </p:nvSpPr>
          <p:spPr>
            <a:xfrm>
              <a:off x="8477708" y="2046463"/>
              <a:ext cx="2486420" cy="4205210"/>
            </a:xfrm>
            <a:prstGeom prst="rect">
              <a:avLst/>
            </a:prstGeom>
          </p:spPr>
          <p:txBody>
            <a:bodyPr wrap="square">
              <a:spAutoFit/>
            </a:bodyPr>
            <a:lstStyle/>
            <a:p>
              <a:pPr algn="l" fontAlgn="auto">
                <a:lnSpc>
                  <a:spcPct val="150000"/>
                </a:lnSpc>
              </a:pP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快速排序需要额外存储空间栈来实现递归，递归调用的指针的参数都要存放到栈中。快速排序的递归过程可用递归树来表示。在最坏情况下树为单枝树，高度为</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O(n)</a:t>
              </a: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，其空间复杂度为</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O(n)</a:t>
              </a: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。若划分较为均匀，二叉树的高度为</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O(log2n),</a:t>
              </a: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其空间复杂度也为</a:t>
              </a:r>
              <a:r>
                <a:rPr lang="en-US"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O(log2n)</a:t>
              </a: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400" dirty="0">
                <a:solidFill>
                  <a:srgbClr val="002060"/>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160" name="矩形 159"/>
            <p:cNvSpPr/>
            <p:nvPr/>
          </p:nvSpPr>
          <p:spPr>
            <a:xfrm>
              <a:off x="8548254" y="1613159"/>
              <a:ext cx="2386965" cy="485285"/>
            </a:xfrm>
            <a:prstGeom prst="rect">
              <a:avLst/>
            </a:prstGeom>
          </p:spPr>
          <p:txBody>
            <a:bodyPr wrap="square">
              <a:spAutoFit/>
            </a:bodyPr>
            <a:lstStyle/>
            <a:p>
              <a:pPr indent="266700" algn="ctr"/>
              <a:r>
                <a:rPr lang="zh-CN" altLang="zh-CN" sz="2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空间复杂度</a:t>
              </a:r>
              <a:endParaRPr lang="zh-CN" altLang="zh-CN" sz="2800" dirty="0">
                <a:solidFill>
                  <a:srgbClr val="002060"/>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grpSp>
      <p:sp>
        <p:nvSpPr>
          <p:cNvPr id="186" name="Freeform 24"/>
          <p:cNvSpPr/>
          <p:nvPr/>
        </p:nvSpPr>
        <p:spPr bwMode="auto">
          <a:xfrm>
            <a:off x="5752620" y="2334548"/>
            <a:ext cx="385623" cy="2488004"/>
          </a:xfrm>
          <a:custGeom>
            <a:avLst/>
            <a:gdLst>
              <a:gd name="T0" fmla="*/ 116 w 132"/>
              <a:gd name="T1" fmla="*/ 755 h 851"/>
              <a:gd name="T2" fmla="*/ 106 w 132"/>
              <a:gd name="T3" fmla="*/ 742 h 851"/>
              <a:gd name="T4" fmla="*/ 106 w 132"/>
              <a:gd name="T5" fmla="*/ 742 h 851"/>
              <a:gd name="T6" fmla="*/ 106 w 132"/>
              <a:gd name="T7" fmla="*/ 108 h 851"/>
              <a:gd name="T8" fmla="*/ 106 w 132"/>
              <a:gd name="T9" fmla="*/ 108 h 851"/>
              <a:gd name="T10" fmla="*/ 115 w 132"/>
              <a:gd name="T11" fmla="*/ 96 h 851"/>
              <a:gd name="T12" fmla="*/ 94 w 132"/>
              <a:gd name="T13" fmla="*/ 16 h 851"/>
              <a:gd name="T14" fmla="*/ 14 w 132"/>
              <a:gd name="T15" fmla="*/ 38 h 851"/>
              <a:gd name="T16" fmla="*/ 23 w 132"/>
              <a:gd name="T17" fmla="*/ 108 h 851"/>
              <a:gd name="T18" fmla="*/ 23 w 132"/>
              <a:gd name="T19" fmla="*/ 108 h 851"/>
              <a:gd name="T20" fmla="*/ 24 w 132"/>
              <a:gd name="T21" fmla="*/ 743 h 851"/>
              <a:gd name="T22" fmla="*/ 24 w 132"/>
              <a:gd name="T23" fmla="*/ 743 h 851"/>
              <a:gd name="T24" fmla="*/ 14 w 132"/>
              <a:gd name="T25" fmla="*/ 813 h 851"/>
              <a:gd name="T26" fmla="*/ 94 w 132"/>
              <a:gd name="T27" fmla="*/ 834 h 851"/>
              <a:gd name="T28" fmla="*/ 116 w 132"/>
              <a:gd name="T29" fmla="*/ 755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851">
                <a:moveTo>
                  <a:pt x="116" y="755"/>
                </a:moveTo>
                <a:cubicBezTo>
                  <a:pt x="113" y="750"/>
                  <a:pt x="110" y="746"/>
                  <a:pt x="106" y="742"/>
                </a:cubicBezTo>
                <a:cubicBezTo>
                  <a:pt x="106" y="742"/>
                  <a:pt x="106" y="742"/>
                  <a:pt x="106" y="742"/>
                </a:cubicBezTo>
                <a:cubicBezTo>
                  <a:pt x="65" y="701"/>
                  <a:pt x="64" y="150"/>
                  <a:pt x="106" y="108"/>
                </a:cubicBezTo>
                <a:cubicBezTo>
                  <a:pt x="106" y="108"/>
                  <a:pt x="106" y="108"/>
                  <a:pt x="106" y="108"/>
                </a:cubicBezTo>
                <a:cubicBezTo>
                  <a:pt x="109" y="105"/>
                  <a:pt x="112" y="101"/>
                  <a:pt x="115" y="96"/>
                </a:cubicBezTo>
                <a:cubicBezTo>
                  <a:pt x="131" y="68"/>
                  <a:pt x="121" y="33"/>
                  <a:pt x="94" y="16"/>
                </a:cubicBezTo>
                <a:cubicBezTo>
                  <a:pt x="66" y="0"/>
                  <a:pt x="30" y="10"/>
                  <a:pt x="14" y="38"/>
                </a:cubicBezTo>
                <a:cubicBezTo>
                  <a:pt x="0" y="61"/>
                  <a:pt x="5" y="90"/>
                  <a:pt x="23" y="108"/>
                </a:cubicBezTo>
                <a:cubicBezTo>
                  <a:pt x="23" y="108"/>
                  <a:pt x="23" y="108"/>
                  <a:pt x="23" y="108"/>
                </a:cubicBezTo>
                <a:cubicBezTo>
                  <a:pt x="64" y="150"/>
                  <a:pt x="65" y="701"/>
                  <a:pt x="24" y="743"/>
                </a:cubicBezTo>
                <a:cubicBezTo>
                  <a:pt x="24" y="743"/>
                  <a:pt x="24" y="743"/>
                  <a:pt x="24" y="743"/>
                </a:cubicBezTo>
                <a:cubicBezTo>
                  <a:pt x="6" y="761"/>
                  <a:pt x="1" y="790"/>
                  <a:pt x="14" y="813"/>
                </a:cubicBezTo>
                <a:cubicBezTo>
                  <a:pt x="31" y="841"/>
                  <a:pt x="66" y="851"/>
                  <a:pt x="94" y="834"/>
                </a:cubicBezTo>
                <a:cubicBezTo>
                  <a:pt x="122" y="818"/>
                  <a:pt x="132" y="783"/>
                  <a:pt x="116" y="755"/>
                </a:cubicBezTo>
                <a:close/>
              </a:path>
            </a:pathLst>
          </a:custGeom>
          <a:gradFill>
            <a:gsLst>
              <a:gs pos="0">
                <a:srgbClr val="2C344B"/>
              </a:gs>
              <a:gs pos="100000">
                <a:srgbClr val="21273E"/>
              </a:gs>
            </a:gsLst>
          </a:gradFill>
          <a:ln w="2222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7" name="Freeform 25"/>
          <p:cNvSpPr/>
          <p:nvPr/>
        </p:nvSpPr>
        <p:spPr bwMode="auto">
          <a:xfrm>
            <a:off x="5746439" y="4430749"/>
            <a:ext cx="2185192" cy="1412712"/>
          </a:xfrm>
          <a:custGeom>
            <a:avLst/>
            <a:gdLst>
              <a:gd name="T0" fmla="*/ 688 w 747"/>
              <a:gd name="T1" fmla="*/ 366 h 483"/>
              <a:gd name="T2" fmla="*/ 673 w 747"/>
              <a:gd name="T3" fmla="*/ 368 h 483"/>
              <a:gd name="T4" fmla="*/ 673 w 747"/>
              <a:gd name="T5" fmla="*/ 368 h 483"/>
              <a:gd name="T6" fmla="*/ 124 w 747"/>
              <a:gd name="T7" fmla="*/ 52 h 483"/>
              <a:gd name="T8" fmla="*/ 123 w 747"/>
              <a:gd name="T9" fmla="*/ 52 h 483"/>
              <a:gd name="T10" fmla="*/ 118 w 747"/>
              <a:gd name="T11" fmla="*/ 38 h 483"/>
              <a:gd name="T12" fmla="*/ 38 w 747"/>
              <a:gd name="T13" fmla="*/ 16 h 483"/>
              <a:gd name="T14" fmla="*/ 16 w 747"/>
              <a:gd name="T15" fmla="*/ 96 h 483"/>
              <a:gd name="T16" fmla="*/ 82 w 747"/>
              <a:gd name="T17" fmla="*/ 123 h 483"/>
              <a:gd name="T18" fmla="*/ 82 w 747"/>
              <a:gd name="T19" fmla="*/ 123 h 483"/>
              <a:gd name="T20" fmla="*/ 632 w 747"/>
              <a:gd name="T21" fmla="*/ 440 h 483"/>
              <a:gd name="T22" fmla="*/ 632 w 747"/>
              <a:gd name="T23" fmla="*/ 440 h 483"/>
              <a:gd name="T24" fmla="*/ 688 w 747"/>
              <a:gd name="T25" fmla="*/ 483 h 483"/>
              <a:gd name="T26" fmla="*/ 747 w 747"/>
              <a:gd name="T27" fmla="*/ 425 h 483"/>
              <a:gd name="T28" fmla="*/ 688 w 747"/>
              <a:gd name="T29" fmla="*/ 36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7" h="483">
                <a:moveTo>
                  <a:pt x="688" y="366"/>
                </a:moveTo>
                <a:cubicBezTo>
                  <a:pt x="683" y="366"/>
                  <a:pt x="678" y="367"/>
                  <a:pt x="673" y="368"/>
                </a:cubicBezTo>
                <a:cubicBezTo>
                  <a:pt x="673" y="368"/>
                  <a:pt x="673" y="368"/>
                  <a:pt x="673" y="368"/>
                </a:cubicBezTo>
                <a:cubicBezTo>
                  <a:pt x="617" y="383"/>
                  <a:pt x="139" y="108"/>
                  <a:pt x="124" y="52"/>
                </a:cubicBezTo>
                <a:cubicBezTo>
                  <a:pt x="123" y="52"/>
                  <a:pt x="123" y="52"/>
                  <a:pt x="123" y="52"/>
                </a:cubicBezTo>
                <a:cubicBezTo>
                  <a:pt x="122" y="47"/>
                  <a:pt x="120" y="42"/>
                  <a:pt x="118" y="38"/>
                </a:cubicBezTo>
                <a:cubicBezTo>
                  <a:pt x="102" y="10"/>
                  <a:pt x="66" y="0"/>
                  <a:pt x="38" y="16"/>
                </a:cubicBezTo>
                <a:cubicBezTo>
                  <a:pt x="10" y="32"/>
                  <a:pt x="0" y="68"/>
                  <a:pt x="16" y="96"/>
                </a:cubicBezTo>
                <a:cubicBezTo>
                  <a:pt x="30" y="120"/>
                  <a:pt x="57" y="130"/>
                  <a:pt x="82" y="123"/>
                </a:cubicBezTo>
                <a:cubicBezTo>
                  <a:pt x="82" y="123"/>
                  <a:pt x="82" y="123"/>
                  <a:pt x="82" y="123"/>
                </a:cubicBezTo>
                <a:cubicBezTo>
                  <a:pt x="139" y="108"/>
                  <a:pt x="617" y="383"/>
                  <a:pt x="632" y="440"/>
                </a:cubicBezTo>
                <a:cubicBezTo>
                  <a:pt x="632" y="440"/>
                  <a:pt x="632" y="440"/>
                  <a:pt x="632" y="440"/>
                </a:cubicBezTo>
                <a:cubicBezTo>
                  <a:pt x="638" y="465"/>
                  <a:pt x="661" y="483"/>
                  <a:pt x="688" y="483"/>
                </a:cubicBezTo>
                <a:cubicBezTo>
                  <a:pt x="720" y="483"/>
                  <a:pt x="747" y="457"/>
                  <a:pt x="747" y="425"/>
                </a:cubicBezTo>
                <a:cubicBezTo>
                  <a:pt x="747" y="392"/>
                  <a:pt x="720" y="366"/>
                  <a:pt x="688" y="36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8" name="Freeform 26"/>
          <p:cNvSpPr/>
          <p:nvPr/>
        </p:nvSpPr>
        <p:spPr bwMode="auto">
          <a:xfrm>
            <a:off x="7589268" y="4428277"/>
            <a:ext cx="2180248" cy="1415184"/>
          </a:xfrm>
          <a:custGeom>
            <a:avLst/>
            <a:gdLst>
              <a:gd name="T0" fmla="*/ 708 w 745"/>
              <a:gd name="T1" fmla="*/ 16 h 484"/>
              <a:gd name="T2" fmla="*/ 628 w 745"/>
              <a:gd name="T3" fmla="*/ 37 h 484"/>
              <a:gd name="T4" fmla="*/ 622 w 745"/>
              <a:gd name="T5" fmla="*/ 51 h 484"/>
              <a:gd name="T6" fmla="*/ 622 w 745"/>
              <a:gd name="T7" fmla="*/ 51 h 484"/>
              <a:gd name="T8" fmla="*/ 73 w 745"/>
              <a:gd name="T9" fmla="*/ 369 h 484"/>
              <a:gd name="T10" fmla="*/ 73 w 745"/>
              <a:gd name="T11" fmla="*/ 369 h 484"/>
              <a:gd name="T12" fmla="*/ 58 w 745"/>
              <a:gd name="T13" fmla="*/ 367 h 484"/>
              <a:gd name="T14" fmla="*/ 0 w 745"/>
              <a:gd name="T15" fmla="*/ 426 h 484"/>
              <a:gd name="T16" fmla="*/ 58 w 745"/>
              <a:gd name="T17" fmla="*/ 484 h 484"/>
              <a:gd name="T18" fmla="*/ 115 w 745"/>
              <a:gd name="T19" fmla="*/ 441 h 484"/>
              <a:gd name="T20" fmla="*/ 115 w 745"/>
              <a:gd name="T21" fmla="*/ 441 h 484"/>
              <a:gd name="T22" fmla="*/ 663 w 745"/>
              <a:gd name="T23" fmla="*/ 123 h 484"/>
              <a:gd name="T24" fmla="*/ 663 w 745"/>
              <a:gd name="T25" fmla="*/ 123 h 484"/>
              <a:gd name="T26" fmla="*/ 729 w 745"/>
              <a:gd name="T27" fmla="*/ 96 h 484"/>
              <a:gd name="T28" fmla="*/ 708 w 745"/>
              <a:gd name="T29" fmla="*/ 16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5" h="484">
                <a:moveTo>
                  <a:pt x="708" y="16"/>
                </a:moveTo>
                <a:cubicBezTo>
                  <a:pt x="680" y="0"/>
                  <a:pt x="644" y="9"/>
                  <a:pt x="628" y="37"/>
                </a:cubicBezTo>
                <a:cubicBezTo>
                  <a:pt x="625" y="42"/>
                  <a:pt x="623" y="47"/>
                  <a:pt x="622" y="51"/>
                </a:cubicBezTo>
                <a:cubicBezTo>
                  <a:pt x="622" y="51"/>
                  <a:pt x="622" y="51"/>
                  <a:pt x="622" y="51"/>
                </a:cubicBezTo>
                <a:cubicBezTo>
                  <a:pt x="607" y="108"/>
                  <a:pt x="130" y="384"/>
                  <a:pt x="73" y="369"/>
                </a:cubicBezTo>
                <a:cubicBezTo>
                  <a:pt x="73" y="369"/>
                  <a:pt x="73" y="369"/>
                  <a:pt x="73" y="369"/>
                </a:cubicBezTo>
                <a:cubicBezTo>
                  <a:pt x="68" y="368"/>
                  <a:pt x="63" y="367"/>
                  <a:pt x="58" y="367"/>
                </a:cubicBezTo>
                <a:cubicBezTo>
                  <a:pt x="26" y="367"/>
                  <a:pt x="0" y="393"/>
                  <a:pt x="0" y="426"/>
                </a:cubicBezTo>
                <a:cubicBezTo>
                  <a:pt x="0" y="458"/>
                  <a:pt x="26" y="484"/>
                  <a:pt x="58" y="484"/>
                </a:cubicBezTo>
                <a:cubicBezTo>
                  <a:pt x="85" y="484"/>
                  <a:pt x="108" y="466"/>
                  <a:pt x="115" y="441"/>
                </a:cubicBezTo>
                <a:cubicBezTo>
                  <a:pt x="115" y="441"/>
                  <a:pt x="115" y="441"/>
                  <a:pt x="115" y="441"/>
                </a:cubicBezTo>
                <a:cubicBezTo>
                  <a:pt x="130" y="384"/>
                  <a:pt x="607" y="108"/>
                  <a:pt x="663" y="123"/>
                </a:cubicBezTo>
                <a:cubicBezTo>
                  <a:pt x="663" y="123"/>
                  <a:pt x="663" y="123"/>
                  <a:pt x="663" y="123"/>
                </a:cubicBezTo>
                <a:cubicBezTo>
                  <a:pt x="688" y="130"/>
                  <a:pt x="716" y="119"/>
                  <a:pt x="729" y="96"/>
                </a:cubicBezTo>
                <a:cubicBezTo>
                  <a:pt x="745" y="68"/>
                  <a:pt x="736" y="32"/>
                  <a:pt x="708"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0" name="Freeform 28"/>
          <p:cNvSpPr/>
          <p:nvPr/>
        </p:nvSpPr>
        <p:spPr bwMode="auto">
          <a:xfrm>
            <a:off x="5746440" y="1281503"/>
            <a:ext cx="2206204" cy="1444847"/>
          </a:xfrm>
          <a:custGeom>
            <a:avLst/>
            <a:gdLst>
              <a:gd name="T0" fmla="*/ 716 w 754"/>
              <a:gd name="T1" fmla="*/ 16 h 494"/>
              <a:gd name="T2" fmla="*/ 636 w 754"/>
              <a:gd name="T3" fmla="*/ 37 h 494"/>
              <a:gd name="T4" fmla="*/ 630 w 754"/>
              <a:gd name="T5" fmla="*/ 53 h 494"/>
              <a:gd name="T6" fmla="*/ 630 w 754"/>
              <a:gd name="T7" fmla="*/ 53 h 494"/>
              <a:gd name="T8" fmla="*/ 81 w 754"/>
              <a:gd name="T9" fmla="*/ 371 h 494"/>
              <a:gd name="T10" fmla="*/ 81 w 754"/>
              <a:gd name="T11" fmla="*/ 371 h 494"/>
              <a:gd name="T12" fmla="*/ 16 w 754"/>
              <a:gd name="T13" fmla="*/ 398 h 494"/>
              <a:gd name="T14" fmla="*/ 37 w 754"/>
              <a:gd name="T15" fmla="*/ 478 h 494"/>
              <a:gd name="T16" fmla="*/ 117 w 754"/>
              <a:gd name="T17" fmla="*/ 456 h 494"/>
              <a:gd name="T18" fmla="*/ 123 w 754"/>
              <a:gd name="T19" fmla="*/ 442 h 494"/>
              <a:gd name="T20" fmla="*/ 123 w 754"/>
              <a:gd name="T21" fmla="*/ 442 h 494"/>
              <a:gd name="T22" fmla="*/ 672 w 754"/>
              <a:gd name="T23" fmla="*/ 125 h 494"/>
              <a:gd name="T24" fmla="*/ 670 w 754"/>
              <a:gd name="T25" fmla="*/ 123 h 494"/>
              <a:gd name="T26" fmla="*/ 738 w 754"/>
              <a:gd name="T27" fmla="*/ 96 h 494"/>
              <a:gd name="T28" fmla="*/ 716 w 754"/>
              <a:gd name="T29" fmla="*/ 16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4" h="494">
                <a:moveTo>
                  <a:pt x="716" y="16"/>
                </a:moveTo>
                <a:cubicBezTo>
                  <a:pt x="688" y="0"/>
                  <a:pt x="652" y="9"/>
                  <a:pt x="636" y="37"/>
                </a:cubicBezTo>
                <a:cubicBezTo>
                  <a:pt x="633" y="42"/>
                  <a:pt x="631" y="48"/>
                  <a:pt x="630" y="53"/>
                </a:cubicBezTo>
                <a:cubicBezTo>
                  <a:pt x="630" y="53"/>
                  <a:pt x="630" y="53"/>
                  <a:pt x="630" y="53"/>
                </a:cubicBezTo>
                <a:cubicBezTo>
                  <a:pt x="615" y="109"/>
                  <a:pt x="138" y="386"/>
                  <a:pt x="81" y="371"/>
                </a:cubicBezTo>
                <a:cubicBezTo>
                  <a:pt x="81" y="371"/>
                  <a:pt x="81" y="371"/>
                  <a:pt x="81" y="371"/>
                </a:cubicBezTo>
                <a:cubicBezTo>
                  <a:pt x="56" y="364"/>
                  <a:pt x="29" y="375"/>
                  <a:pt x="16" y="398"/>
                </a:cubicBezTo>
                <a:cubicBezTo>
                  <a:pt x="0" y="426"/>
                  <a:pt x="9" y="462"/>
                  <a:pt x="37" y="478"/>
                </a:cubicBezTo>
                <a:cubicBezTo>
                  <a:pt x="65" y="494"/>
                  <a:pt x="101" y="484"/>
                  <a:pt x="117" y="456"/>
                </a:cubicBezTo>
                <a:cubicBezTo>
                  <a:pt x="120" y="452"/>
                  <a:pt x="121" y="447"/>
                  <a:pt x="123" y="442"/>
                </a:cubicBezTo>
                <a:cubicBezTo>
                  <a:pt x="123" y="442"/>
                  <a:pt x="123" y="442"/>
                  <a:pt x="123" y="442"/>
                </a:cubicBezTo>
                <a:cubicBezTo>
                  <a:pt x="138" y="386"/>
                  <a:pt x="615" y="109"/>
                  <a:pt x="672" y="125"/>
                </a:cubicBezTo>
                <a:cubicBezTo>
                  <a:pt x="670" y="123"/>
                  <a:pt x="670" y="123"/>
                  <a:pt x="670" y="123"/>
                </a:cubicBezTo>
                <a:cubicBezTo>
                  <a:pt x="696" y="130"/>
                  <a:pt x="724" y="120"/>
                  <a:pt x="738" y="96"/>
                </a:cubicBezTo>
                <a:cubicBezTo>
                  <a:pt x="754" y="68"/>
                  <a:pt x="744" y="32"/>
                  <a:pt x="716"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1" name="Freeform 29"/>
          <p:cNvSpPr/>
          <p:nvPr/>
        </p:nvSpPr>
        <p:spPr bwMode="auto">
          <a:xfrm>
            <a:off x="7584324" y="1309929"/>
            <a:ext cx="2182720" cy="1410240"/>
          </a:xfrm>
          <a:custGeom>
            <a:avLst/>
            <a:gdLst>
              <a:gd name="T0" fmla="*/ 730 w 746"/>
              <a:gd name="T1" fmla="*/ 387 h 482"/>
              <a:gd name="T2" fmla="*/ 664 w 746"/>
              <a:gd name="T3" fmla="*/ 359 h 482"/>
              <a:gd name="T4" fmla="*/ 665 w 746"/>
              <a:gd name="T5" fmla="*/ 359 h 482"/>
              <a:gd name="T6" fmla="*/ 115 w 746"/>
              <a:gd name="T7" fmla="*/ 43 h 482"/>
              <a:gd name="T8" fmla="*/ 115 w 746"/>
              <a:gd name="T9" fmla="*/ 43 h 482"/>
              <a:gd name="T10" fmla="*/ 59 w 746"/>
              <a:gd name="T11" fmla="*/ 0 h 482"/>
              <a:gd name="T12" fmla="*/ 0 w 746"/>
              <a:gd name="T13" fmla="*/ 58 h 482"/>
              <a:gd name="T14" fmla="*/ 59 w 746"/>
              <a:gd name="T15" fmla="*/ 117 h 482"/>
              <a:gd name="T16" fmla="*/ 74 w 746"/>
              <a:gd name="T17" fmla="*/ 114 h 482"/>
              <a:gd name="T18" fmla="*/ 74 w 746"/>
              <a:gd name="T19" fmla="*/ 115 h 482"/>
              <a:gd name="T20" fmla="*/ 623 w 746"/>
              <a:gd name="T21" fmla="*/ 431 h 482"/>
              <a:gd name="T22" fmla="*/ 623 w 746"/>
              <a:gd name="T23" fmla="*/ 431 h 482"/>
              <a:gd name="T24" fmla="*/ 629 w 746"/>
              <a:gd name="T25" fmla="*/ 445 h 482"/>
              <a:gd name="T26" fmla="*/ 709 w 746"/>
              <a:gd name="T27" fmla="*/ 466 h 482"/>
              <a:gd name="T28" fmla="*/ 730 w 746"/>
              <a:gd name="T29" fmla="*/ 387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6" h="482">
                <a:moveTo>
                  <a:pt x="730" y="387"/>
                </a:moveTo>
                <a:cubicBezTo>
                  <a:pt x="717" y="363"/>
                  <a:pt x="689" y="353"/>
                  <a:pt x="664" y="359"/>
                </a:cubicBezTo>
                <a:cubicBezTo>
                  <a:pt x="665" y="359"/>
                  <a:pt x="665" y="359"/>
                  <a:pt x="665" y="359"/>
                </a:cubicBezTo>
                <a:cubicBezTo>
                  <a:pt x="608" y="374"/>
                  <a:pt x="130" y="99"/>
                  <a:pt x="115" y="43"/>
                </a:cubicBezTo>
                <a:cubicBezTo>
                  <a:pt x="115" y="43"/>
                  <a:pt x="115" y="43"/>
                  <a:pt x="115" y="43"/>
                </a:cubicBezTo>
                <a:cubicBezTo>
                  <a:pt x="108" y="18"/>
                  <a:pt x="86" y="0"/>
                  <a:pt x="59" y="0"/>
                </a:cubicBezTo>
                <a:cubicBezTo>
                  <a:pt x="26" y="0"/>
                  <a:pt x="0" y="26"/>
                  <a:pt x="0" y="58"/>
                </a:cubicBezTo>
                <a:cubicBezTo>
                  <a:pt x="0" y="90"/>
                  <a:pt x="26" y="117"/>
                  <a:pt x="59" y="117"/>
                </a:cubicBezTo>
                <a:cubicBezTo>
                  <a:pt x="64" y="117"/>
                  <a:pt x="69" y="116"/>
                  <a:pt x="74" y="114"/>
                </a:cubicBezTo>
                <a:cubicBezTo>
                  <a:pt x="74" y="115"/>
                  <a:pt x="74" y="115"/>
                  <a:pt x="74" y="115"/>
                </a:cubicBezTo>
                <a:cubicBezTo>
                  <a:pt x="130" y="99"/>
                  <a:pt x="608" y="374"/>
                  <a:pt x="623" y="431"/>
                </a:cubicBezTo>
                <a:cubicBezTo>
                  <a:pt x="623" y="431"/>
                  <a:pt x="623" y="431"/>
                  <a:pt x="623" y="431"/>
                </a:cubicBezTo>
                <a:cubicBezTo>
                  <a:pt x="625" y="436"/>
                  <a:pt x="626" y="440"/>
                  <a:pt x="629" y="445"/>
                </a:cubicBezTo>
                <a:cubicBezTo>
                  <a:pt x="645" y="473"/>
                  <a:pt x="681" y="482"/>
                  <a:pt x="709" y="466"/>
                </a:cubicBezTo>
                <a:cubicBezTo>
                  <a:pt x="737" y="450"/>
                  <a:pt x="746" y="414"/>
                  <a:pt x="730" y="387"/>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2" name="Oval 63"/>
          <p:cNvSpPr>
            <a:spLocks noChangeArrowheads="1"/>
          </p:cNvSpPr>
          <p:nvPr/>
        </p:nvSpPr>
        <p:spPr bwMode="auto">
          <a:xfrm>
            <a:off x="5767450" y="2371627"/>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3" name="Oval 80"/>
          <p:cNvSpPr>
            <a:spLocks noChangeArrowheads="1"/>
          </p:cNvSpPr>
          <p:nvPr/>
        </p:nvSpPr>
        <p:spPr bwMode="auto">
          <a:xfrm>
            <a:off x="5767450" y="4454234"/>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4" name="Oval 97"/>
          <p:cNvSpPr>
            <a:spLocks noChangeArrowheads="1"/>
          </p:cNvSpPr>
          <p:nvPr/>
        </p:nvSpPr>
        <p:spPr bwMode="auto">
          <a:xfrm>
            <a:off x="7589269" y="5509751"/>
            <a:ext cx="327532" cy="325060"/>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7" name="Oval 63"/>
          <p:cNvSpPr>
            <a:spLocks noChangeArrowheads="1"/>
          </p:cNvSpPr>
          <p:nvPr/>
        </p:nvSpPr>
        <p:spPr bwMode="auto">
          <a:xfrm>
            <a:off x="7592581" y="1273519"/>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7" name="矩形 6"/>
          <p:cNvSpPr/>
          <p:nvPr/>
        </p:nvSpPr>
        <p:spPr>
          <a:xfrm>
            <a:off x="9510395" y="2213610"/>
            <a:ext cx="2682240" cy="521970"/>
          </a:xfrm>
          <a:prstGeom prst="rect">
            <a:avLst/>
          </a:prstGeom>
        </p:spPr>
        <p:txBody>
          <a:bodyPr wrap="square">
            <a:spAutoFit/>
          </a:bodyPr>
          <a:lstStyle/>
          <a:p>
            <a:pPr indent="266700" algn="just"/>
            <a:r>
              <a:rPr lang="en-US" altLang="zh-CN" sz="28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 </a:t>
            </a:r>
            <a:r>
              <a:rPr lang="zh-CN" altLang="zh-CN" sz="2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算法稳定性</a:t>
            </a:r>
            <a:endParaRPr lang="zh-CN" altLang="zh-CN" sz="2800" b="1" dirty="0">
              <a:solidFill>
                <a:srgbClr val="002060"/>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8" name="标题 1"/>
          <p:cNvSpPr>
            <a:spLocks noGrp="1"/>
          </p:cNvSpPr>
          <p:nvPr/>
        </p:nvSpPr>
        <p:spPr>
          <a:xfrm>
            <a:off x="317160" y="367648"/>
            <a:ext cx="11833200"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olidFill>
                  <a:schemeClr val="accent2"/>
                </a:solidFill>
                <a:sym typeface="+mn-ea"/>
              </a:rPr>
              <a:t>3.2 </a:t>
            </a:r>
            <a:r>
              <a:rPr lang="zh-CN" altLang="en-US">
                <a:solidFill>
                  <a:schemeClr val="accent2"/>
                </a:solidFill>
                <a:sym typeface="+mn-ea"/>
              </a:rPr>
              <a:t>算法性能分析</a:t>
            </a:r>
            <a:endParaRPr lang="zh-CN" altLang="en-US"/>
          </a:p>
        </p:txBody>
      </p:sp>
      <p:sp>
        <p:nvSpPr>
          <p:cNvPr id="2" name="矩形 1"/>
          <p:cNvSpPr/>
          <p:nvPr/>
        </p:nvSpPr>
        <p:spPr>
          <a:xfrm>
            <a:off x="9381490" y="2832100"/>
            <a:ext cx="2787650" cy="1198880"/>
          </a:xfrm>
          <a:prstGeom prst="rect">
            <a:avLst/>
          </a:prstGeom>
        </p:spPr>
        <p:txBody>
          <a:bodyPr wrap="square">
            <a:spAutoFit/>
          </a:bodyPr>
          <a:p>
            <a:pPr indent="0" algn="l" fontAlgn="auto">
              <a:lnSpc>
                <a:spcPct val="150000"/>
              </a:lnSpc>
            </a:pPr>
            <a:r>
              <a:rPr lang="zh-CN" altLang="zh-CN" sz="24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快速排序是一种不稳定的排序算法。</a:t>
            </a:r>
            <a:endParaRPr lang="zh-CN" altLang="zh-CN" sz="2400" dirty="0">
              <a:solidFill>
                <a:srgbClr val="002060"/>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500"/>
                                        <p:tgtEl>
                                          <p:spTgt spid="193"/>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94"/>
                                        </p:tgtEl>
                                        <p:attrNameLst>
                                          <p:attrName>style.visibility</p:attrName>
                                        </p:attrNameLst>
                                      </p:cBhvr>
                                      <p:to>
                                        <p:strVal val="visible"/>
                                      </p:to>
                                    </p:set>
                                    <p:animEffect transition="in" filter="fade">
                                      <p:cBhvr>
                                        <p:cTn id="13" dur="500"/>
                                        <p:tgtEl>
                                          <p:spTgt spid="194"/>
                                        </p:tgtEl>
                                      </p:cBhvr>
                                    </p:animEffect>
                                  </p:childTnLst>
                                </p:cTn>
                              </p:par>
                              <p:par>
                                <p:cTn id="14" presetID="10" presetClass="entr" presetSubtype="0" fill="hold" grpId="0" nodeType="withEffect">
                                  <p:stCondLst>
                                    <p:cond delay="2000"/>
                                  </p:stCondLst>
                                  <p:childTnLst>
                                    <p:set>
                                      <p:cBhvr>
                                        <p:cTn id="15" dur="1" fill="hold">
                                          <p:stCondLst>
                                            <p:cond delay="0"/>
                                          </p:stCondLst>
                                        </p:cTn>
                                        <p:tgtEl>
                                          <p:spTgt spid="197"/>
                                        </p:tgtEl>
                                        <p:attrNameLst>
                                          <p:attrName>style.visibility</p:attrName>
                                        </p:attrNameLst>
                                      </p:cBhvr>
                                      <p:to>
                                        <p:strVal val="visible"/>
                                      </p:to>
                                    </p:set>
                                    <p:animEffect transition="in" filter="fade">
                                      <p:cBhvr>
                                        <p:cTn id="16" dur="500"/>
                                        <p:tgtEl>
                                          <p:spTgt spid="197"/>
                                        </p:tgtEl>
                                      </p:cBhvr>
                                    </p:animEffect>
                                  </p:childTnLst>
                                </p:cTn>
                              </p:par>
                              <p:par>
                                <p:cTn id="17" presetID="22" presetClass="entr" presetSubtype="4" fill="hold" grpId="0" nodeType="withEffect">
                                  <p:stCondLst>
                                    <p:cond delay="2250"/>
                                  </p:stCondLst>
                                  <p:childTnLst>
                                    <p:set>
                                      <p:cBhvr>
                                        <p:cTn id="18" dur="1" fill="hold">
                                          <p:stCondLst>
                                            <p:cond delay="0"/>
                                          </p:stCondLst>
                                        </p:cTn>
                                        <p:tgtEl>
                                          <p:spTgt spid="186"/>
                                        </p:tgtEl>
                                        <p:attrNameLst>
                                          <p:attrName>style.visibility</p:attrName>
                                        </p:attrNameLst>
                                      </p:cBhvr>
                                      <p:to>
                                        <p:strVal val="visible"/>
                                      </p:to>
                                    </p:set>
                                    <p:animEffect transition="in" filter="wipe(down)">
                                      <p:cBhvr>
                                        <p:cTn id="19" dur="500"/>
                                        <p:tgtEl>
                                          <p:spTgt spid="186"/>
                                        </p:tgtEl>
                                      </p:cBhvr>
                                    </p:animEffect>
                                  </p:childTnLst>
                                </p:cTn>
                              </p:par>
                              <p:par>
                                <p:cTn id="20" presetID="22" presetClass="entr" presetSubtype="4" fill="hold" grpId="0" nodeType="withEffect">
                                  <p:stCondLst>
                                    <p:cond delay="2250"/>
                                  </p:stCondLst>
                                  <p:childTnLst>
                                    <p:set>
                                      <p:cBhvr>
                                        <p:cTn id="21" dur="1" fill="hold">
                                          <p:stCondLst>
                                            <p:cond delay="0"/>
                                          </p:stCondLst>
                                        </p:cTn>
                                        <p:tgtEl>
                                          <p:spTgt spid="190"/>
                                        </p:tgtEl>
                                        <p:attrNameLst>
                                          <p:attrName>style.visibility</p:attrName>
                                        </p:attrNameLst>
                                      </p:cBhvr>
                                      <p:to>
                                        <p:strVal val="visible"/>
                                      </p:to>
                                    </p:set>
                                    <p:animEffect transition="in" filter="wipe(down)">
                                      <p:cBhvr>
                                        <p:cTn id="22" dur="500"/>
                                        <p:tgtEl>
                                          <p:spTgt spid="190"/>
                                        </p:tgtEl>
                                      </p:cBhvr>
                                    </p:animEffect>
                                  </p:childTnLst>
                                </p:cTn>
                              </p:par>
                              <p:par>
                                <p:cTn id="23" presetID="22" presetClass="entr" presetSubtype="4" fill="hold" grpId="0" nodeType="withEffect">
                                  <p:stCondLst>
                                    <p:cond delay="2250"/>
                                  </p:stCondLst>
                                  <p:childTnLst>
                                    <p:set>
                                      <p:cBhvr>
                                        <p:cTn id="24" dur="1" fill="hold">
                                          <p:stCondLst>
                                            <p:cond delay="0"/>
                                          </p:stCondLst>
                                        </p:cTn>
                                        <p:tgtEl>
                                          <p:spTgt spid="191"/>
                                        </p:tgtEl>
                                        <p:attrNameLst>
                                          <p:attrName>style.visibility</p:attrName>
                                        </p:attrNameLst>
                                      </p:cBhvr>
                                      <p:to>
                                        <p:strVal val="visible"/>
                                      </p:to>
                                    </p:set>
                                    <p:animEffect transition="in" filter="wipe(down)">
                                      <p:cBhvr>
                                        <p:cTn id="25" dur="500"/>
                                        <p:tgtEl>
                                          <p:spTgt spid="191"/>
                                        </p:tgtEl>
                                      </p:cBhvr>
                                    </p:animEffect>
                                  </p:childTnLst>
                                </p:cTn>
                              </p:par>
                              <p:par>
                                <p:cTn id="26" presetID="22" presetClass="entr" presetSubtype="4" fill="hold" grpId="0" nodeType="withEffect">
                                  <p:stCondLst>
                                    <p:cond delay="2250"/>
                                  </p:stCondLst>
                                  <p:childTnLst>
                                    <p:set>
                                      <p:cBhvr>
                                        <p:cTn id="27" dur="1" fill="hold">
                                          <p:stCondLst>
                                            <p:cond delay="0"/>
                                          </p:stCondLst>
                                        </p:cTn>
                                        <p:tgtEl>
                                          <p:spTgt spid="188"/>
                                        </p:tgtEl>
                                        <p:attrNameLst>
                                          <p:attrName>style.visibility</p:attrName>
                                        </p:attrNameLst>
                                      </p:cBhvr>
                                      <p:to>
                                        <p:strVal val="visible"/>
                                      </p:to>
                                    </p:set>
                                    <p:animEffect transition="in" filter="wipe(down)">
                                      <p:cBhvr>
                                        <p:cTn id="28" dur="500"/>
                                        <p:tgtEl>
                                          <p:spTgt spid="188"/>
                                        </p:tgtEl>
                                      </p:cBhvr>
                                    </p:animEffect>
                                  </p:childTnLst>
                                </p:cTn>
                              </p:par>
                              <p:par>
                                <p:cTn id="29" presetID="22" presetClass="entr" presetSubtype="4" fill="hold" grpId="0" nodeType="withEffect">
                                  <p:stCondLst>
                                    <p:cond delay="2250"/>
                                  </p:stCondLst>
                                  <p:childTnLst>
                                    <p:set>
                                      <p:cBhvr>
                                        <p:cTn id="30" dur="1" fill="hold">
                                          <p:stCondLst>
                                            <p:cond delay="0"/>
                                          </p:stCondLst>
                                        </p:cTn>
                                        <p:tgtEl>
                                          <p:spTgt spid="187"/>
                                        </p:tgtEl>
                                        <p:attrNameLst>
                                          <p:attrName>style.visibility</p:attrName>
                                        </p:attrNameLst>
                                      </p:cBhvr>
                                      <p:to>
                                        <p:strVal val="visible"/>
                                      </p:to>
                                    </p:set>
                                    <p:animEffect transition="in" filter="wipe(down)">
                                      <p:cBhvr>
                                        <p:cTn id="31" dur="500"/>
                                        <p:tgtEl>
                                          <p:spTgt spid="187"/>
                                        </p:tgtEl>
                                      </p:cBhvr>
                                    </p:animEffect>
                                  </p:childTnLst>
                                </p:cTn>
                              </p:par>
                              <p:par>
                                <p:cTn id="32" presetID="53" presetClass="entr" presetSubtype="16" fill="hold" grpId="0" nodeType="withEffect">
                                  <p:stCondLst>
                                    <p:cond delay="27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22" presetClass="entr" presetSubtype="1" fill="hold" nodeType="withEffect">
                                  <p:stCondLst>
                                    <p:cond delay="300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par>
                                <p:cTn id="40" presetID="22" presetClass="entr" presetSubtype="2" fill="hold" nodeType="withEffect">
                                  <p:stCondLst>
                                    <p:cond delay="3000"/>
                                  </p:stCondLst>
                                  <p:childTnLst>
                                    <p:set>
                                      <p:cBhvr>
                                        <p:cTn id="41" dur="1" fill="hold">
                                          <p:stCondLst>
                                            <p:cond delay="0"/>
                                          </p:stCondLst>
                                        </p:cTn>
                                        <p:tgtEl>
                                          <p:spTgt spid="158"/>
                                        </p:tgtEl>
                                        <p:attrNameLst>
                                          <p:attrName>style.visibility</p:attrName>
                                        </p:attrNameLst>
                                      </p:cBhvr>
                                      <p:to>
                                        <p:strVal val="visible"/>
                                      </p:to>
                                    </p:set>
                                    <p:animEffect transition="in" filter="wipe(right)">
                                      <p:cBhvr>
                                        <p:cTn id="42"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86" grpId="0" bldLvl="0" animBg="1"/>
      <p:bldP spid="187" grpId="0" bldLvl="0" animBg="1"/>
      <p:bldP spid="188" grpId="0" bldLvl="0" animBg="1"/>
      <p:bldP spid="190" grpId="0" bldLvl="0" animBg="1"/>
      <p:bldP spid="191" grpId="0" bldLvl="0" animBg="1"/>
      <p:bldP spid="192" grpId="0" bldLvl="0" animBg="1"/>
      <p:bldP spid="193" grpId="0" bldLvl="0" animBg="1"/>
      <p:bldP spid="194" grpId="0" bldLvl="0" animBg="1"/>
      <p:bldP spid="197"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四节</a:t>
            </a:r>
            <a:endParaRPr lang="zh-CN" altLang="en-US"/>
          </a:p>
        </p:txBody>
      </p:sp>
      <p:sp>
        <p:nvSpPr>
          <p:cNvPr id="3" name="文本占位符 2"/>
          <p:cNvSpPr>
            <a:spLocks noGrp="1"/>
          </p:cNvSpPr>
          <p:nvPr>
            <p:ph type="body" sz="quarter" idx="11"/>
          </p:nvPr>
        </p:nvSpPr>
        <p:spPr/>
        <p:txBody>
          <a:bodyPr/>
          <a:lstStyle/>
          <a:p>
            <a:r>
              <a:rPr lang="zh-CN" altLang="en-US" dirty="0">
                <a:sym typeface="+mn-ea"/>
              </a:rPr>
              <a:t>选择排序</a:t>
            </a:r>
            <a:endParaRPr lang="zh-CN" altLang="en-US"/>
          </a:p>
        </p:txBody>
      </p:sp>
      <p:sp>
        <p:nvSpPr>
          <p:cNvPr id="4" name="文本占位符 3"/>
          <p:cNvSpPr>
            <a:spLocks noGrp="1"/>
          </p:cNvSpPr>
          <p:nvPr>
            <p:ph type="body" sz="quarter" idx="12"/>
          </p:nvPr>
        </p:nvSpPr>
        <p:spPr>
          <a:xfrm>
            <a:off x="5308600" y="3622675"/>
            <a:ext cx="4435472" cy="1854200"/>
          </a:xfrm>
        </p:spPr>
        <p:txBody>
          <a:bodyPr/>
          <a:lstStyle/>
          <a:p>
            <a:r>
              <a:rPr lang="zh-CN" altLang="en-US" kern="100" dirty="0">
                <a:ln w="0"/>
                <a:effectLst>
                  <a:outerShdw blurRad="38100" dist="38100" dir="2700000" algn="tl">
                    <a:srgbClr val="000000">
                      <a:alpha val="43137"/>
                    </a:srgbClr>
                  </a:outerShdw>
                </a:effectLst>
                <a:latin typeface="黑体" panose="02010609060101010101" charset="-122"/>
                <a:ea typeface="黑体" panose="02010609060101010101" charset="-122"/>
                <a:cs typeface="Times New Roman" panose="02020603050405020304" pitchFamily="18" charset="0"/>
                <a:sym typeface="+mn-ea"/>
              </a:rPr>
              <a:t>直接选择排序</a:t>
            </a:r>
            <a:endParaRPr lang="zh-CN" altLang="zh-CN" dirty="0">
              <a:ln w="0"/>
              <a:effectLst>
                <a:outerShdw blurRad="38100" dist="38100" dir="2700000" algn="tl">
                  <a:srgbClr val="000000">
                    <a:alpha val="43137"/>
                  </a:srgbClr>
                </a:outerShdw>
              </a:effectLst>
              <a:latin typeface="黑体" panose="02010609060101010101" charset="-122"/>
              <a:ea typeface="黑体" panose="02010609060101010101" charset="-122"/>
              <a:cs typeface="宋体" panose="02010600030101010101" pitchFamily="2" charset="-122"/>
            </a:endParaRPr>
          </a:p>
          <a:p>
            <a:r>
              <a:rPr lang="zh-CN" altLang="en-US">
                <a:effectLst>
                  <a:outerShdw blurRad="38100" dist="38100" dir="2700000" algn="tl">
                    <a:srgbClr val="000000">
                      <a:alpha val="43137"/>
                    </a:srgbClr>
                  </a:outerShdw>
                </a:effectLst>
                <a:latin typeface="黑体" panose="02010609060101010101" charset="-122"/>
                <a:ea typeface="黑体" panose="02010609060101010101" charset="-122"/>
              </a:rPr>
              <a:t>堆排序</a:t>
            </a:r>
            <a:endParaRPr lang="zh-CN" altLang="en-US">
              <a:effectLst>
                <a:outerShdw blurRad="38100" dist="38100" dir="2700000" algn="tl">
                  <a:srgbClr val="000000">
                    <a:alpha val="43137"/>
                  </a:srgbClr>
                </a:outerShdw>
              </a:effectLst>
              <a:latin typeface="黑体" panose="02010609060101010101" charset="-122"/>
              <a:ea typeface="黑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solidFill>
                  <a:schemeClr val="accent2"/>
                </a:solidFill>
                <a:sym typeface="+mn-ea"/>
              </a:rPr>
              <a:t>4.1 </a:t>
            </a:r>
            <a:r>
              <a:rPr lang="zh-CN" altLang="en-US">
                <a:solidFill>
                  <a:schemeClr val="accent2"/>
                </a:solidFill>
                <a:sym typeface="+mn-ea"/>
              </a:rPr>
              <a:t>直接选择排序</a:t>
            </a:r>
            <a:endParaRPr lang="zh-CN" altLang="en-US"/>
          </a:p>
        </p:txBody>
      </p:sp>
      <p:sp>
        <p:nvSpPr>
          <p:cNvPr id="3" name="内容占位符 2"/>
          <p:cNvSpPr>
            <a:spLocks noGrp="1"/>
          </p:cNvSpPr>
          <p:nvPr>
            <p:ph sz="half" idx="1"/>
          </p:nvPr>
        </p:nvSpPr>
        <p:spPr>
          <a:xfrm>
            <a:off x="316865" y="1243965"/>
            <a:ext cx="7490460" cy="4935855"/>
          </a:xfrm>
        </p:spPr>
        <p:txBody>
          <a:bodyPr>
            <a:normAutofit fontScale="90000" lnSpcReduction="20000"/>
          </a:bodyPr>
          <a:p>
            <a:pPr indent="266700" algn="just">
              <a:lnSpc>
                <a:spcPct val="150000"/>
              </a:lnSpc>
            </a:pPr>
            <a:r>
              <a:rPr lang="en-US" altLang="zh-CN"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直接选择排序算法的实现</a:t>
            </a:r>
            <a:endParaRPr lang="zh-CN" altLang="zh-CN"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直接选择排序是从序列中选择关键字值最小的记录进行放置，直到整个序列中的所有记录都选完为止。直接选择排序在第一次选择中从</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个记录中选出关键字值最小的记录与第一个记录交换，在第二次选择中从</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个元素中选取关键字值最小的记录与第二个记录交换，依此类推，在第</a:t>
            </a:r>
            <a:r>
              <a:rPr lang="en-US" altLang="zh-CN"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次选择中从</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n-i+1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个元素中选取关键字值最小的记录和第</a:t>
            </a:r>
            <a:r>
              <a:rPr lang="en-US" altLang="zh-CN"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个记录交换，直到整个序列按关键字值有序时停止。</a:t>
            </a:r>
            <a:endParaRPr lang="zh-CN" altLang="en-US" dirty="0">
              <a:latin typeface="+mj-lt"/>
              <a:ea typeface="+mj-ea"/>
              <a:cs typeface="+mj-cs"/>
              <a:sym typeface="+mn-ea"/>
            </a:endParaRPr>
          </a:p>
          <a:p>
            <a:pPr>
              <a:lnSpc>
                <a:spcPct val="150000"/>
              </a:lnSpc>
            </a:pP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6" name="Group 3"/>
          <p:cNvGrpSpPr/>
          <p:nvPr/>
        </p:nvGrpSpPr>
        <p:grpSpPr>
          <a:xfrm>
            <a:off x="7807325" y="1061085"/>
            <a:ext cx="4032885" cy="4885690"/>
            <a:chOff x="762000" y="1433513"/>
            <a:chExt cx="4708526" cy="4462463"/>
          </a:xfrm>
        </p:grpSpPr>
        <p:sp>
          <p:nvSpPr>
            <p:cNvPr id="20" name="Freeform: Shape 4"/>
            <p:cNvSpPr/>
            <p:nvPr/>
          </p:nvSpPr>
          <p:spPr bwMode="auto">
            <a:xfrm>
              <a:off x="1304925" y="5799138"/>
              <a:ext cx="3541713" cy="96838"/>
            </a:xfrm>
            <a:custGeom>
              <a:avLst/>
              <a:gdLst>
                <a:gd name="T0" fmla="*/ 0 w 2194"/>
                <a:gd name="T1" fmla="*/ 0 h 60"/>
                <a:gd name="T2" fmla="*/ 0 w 2194"/>
                <a:gd name="T3" fmla="*/ 20 h 60"/>
                <a:gd name="T4" fmla="*/ 40 w 2194"/>
                <a:gd name="T5" fmla="*/ 60 h 60"/>
                <a:gd name="T6" fmla="*/ 2153 w 2194"/>
                <a:gd name="T7" fmla="*/ 60 h 60"/>
                <a:gd name="T8" fmla="*/ 2194 w 2194"/>
                <a:gd name="T9" fmla="*/ 20 h 60"/>
                <a:gd name="T10" fmla="*/ 2194 w 2194"/>
                <a:gd name="T11" fmla="*/ 0 h 60"/>
                <a:gd name="T12" fmla="*/ 0 w 2194"/>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2194" h="60">
                  <a:moveTo>
                    <a:pt x="0" y="0"/>
                  </a:moveTo>
                  <a:cubicBezTo>
                    <a:pt x="0" y="20"/>
                    <a:pt x="0" y="20"/>
                    <a:pt x="0" y="20"/>
                  </a:cubicBezTo>
                  <a:cubicBezTo>
                    <a:pt x="0" y="42"/>
                    <a:pt x="18" y="60"/>
                    <a:pt x="40" y="60"/>
                  </a:cubicBezTo>
                  <a:cubicBezTo>
                    <a:pt x="2153" y="60"/>
                    <a:pt x="2153" y="60"/>
                    <a:pt x="2153" y="60"/>
                  </a:cubicBezTo>
                  <a:cubicBezTo>
                    <a:pt x="2176" y="60"/>
                    <a:pt x="2194" y="42"/>
                    <a:pt x="2194" y="20"/>
                  </a:cubicBezTo>
                  <a:cubicBezTo>
                    <a:pt x="2194" y="0"/>
                    <a:pt x="2194" y="0"/>
                    <a:pt x="2194" y="0"/>
                  </a:cubicBez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1" name="Freeform: Shape 5"/>
            <p:cNvSpPr/>
            <p:nvPr/>
          </p:nvSpPr>
          <p:spPr bwMode="auto">
            <a:xfrm>
              <a:off x="1622425" y="3844926"/>
              <a:ext cx="2906713" cy="1879600"/>
            </a:xfrm>
            <a:custGeom>
              <a:avLst/>
              <a:gdLst>
                <a:gd name="T0" fmla="*/ 1802 w 1802"/>
                <a:gd name="T1" fmla="*/ 1165 h 1165"/>
                <a:gd name="T2" fmla="*/ 1802 w 1802"/>
                <a:gd name="T3" fmla="*/ 41 h 1165"/>
                <a:gd name="T4" fmla="*/ 1760 w 1802"/>
                <a:gd name="T5" fmla="*/ 0 h 1165"/>
                <a:gd name="T6" fmla="*/ 41 w 1802"/>
                <a:gd name="T7" fmla="*/ 0 h 1165"/>
                <a:gd name="T8" fmla="*/ 0 w 1802"/>
                <a:gd name="T9" fmla="*/ 41 h 1165"/>
                <a:gd name="T10" fmla="*/ 0 w 1802"/>
                <a:gd name="T11" fmla="*/ 1165 h 1165"/>
                <a:gd name="T12" fmla="*/ 1802 w 1802"/>
                <a:gd name="T13" fmla="*/ 1165 h 1165"/>
              </a:gdLst>
              <a:ahLst/>
              <a:cxnLst>
                <a:cxn ang="0">
                  <a:pos x="T0" y="T1"/>
                </a:cxn>
                <a:cxn ang="0">
                  <a:pos x="T2" y="T3"/>
                </a:cxn>
                <a:cxn ang="0">
                  <a:pos x="T4" y="T5"/>
                </a:cxn>
                <a:cxn ang="0">
                  <a:pos x="T6" y="T7"/>
                </a:cxn>
                <a:cxn ang="0">
                  <a:pos x="T8" y="T9"/>
                </a:cxn>
                <a:cxn ang="0">
                  <a:pos x="T10" y="T11"/>
                </a:cxn>
                <a:cxn ang="0">
                  <a:pos x="T12" y="T13"/>
                </a:cxn>
              </a:cxnLst>
              <a:rect l="0" t="0" r="r" b="b"/>
              <a:pathLst>
                <a:path w="1802" h="1165">
                  <a:moveTo>
                    <a:pt x="1802" y="1165"/>
                  </a:moveTo>
                  <a:cubicBezTo>
                    <a:pt x="1802" y="41"/>
                    <a:pt x="1802" y="41"/>
                    <a:pt x="1802" y="41"/>
                  </a:cubicBezTo>
                  <a:cubicBezTo>
                    <a:pt x="1802" y="18"/>
                    <a:pt x="1783" y="0"/>
                    <a:pt x="1760" y="0"/>
                  </a:cubicBezTo>
                  <a:cubicBezTo>
                    <a:pt x="41" y="0"/>
                    <a:pt x="41" y="0"/>
                    <a:pt x="41" y="0"/>
                  </a:cubicBezTo>
                  <a:cubicBezTo>
                    <a:pt x="18" y="0"/>
                    <a:pt x="0" y="18"/>
                    <a:pt x="0" y="41"/>
                  </a:cubicBezTo>
                  <a:cubicBezTo>
                    <a:pt x="0" y="1165"/>
                    <a:pt x="0" y="1165"/>
                    <a:pt x="0" y="1165"/>
                  </a:cubicBezTo>
                  <a:lnTo>
                    <a:pt x="1802" y="1165"/>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2" name="Freeform: Shape 6"/>
            <p:cNvSpPr/>
            <p:nvPr/>
          </p:nvSpPr>
          <p:spPr bwMode="auto">
            <a:xfrm>
              <a:off x="1252538" y="5722938"/>
              <a:ext cx="3644900" cy="120650"/>
            </a:xfrm>
            <a:custGeom>
              <a:avLst/>
              <a:gdLst>
                <a:gd name="T0" fmla="*/ 0 w 2259"/>
                <a:gd name="T1" fmla="*/ 0 h 75"/>
                <a:gd name="T2" fmla="*/ 0 w 2259"/>
                <a:gd name="T3" fmla="*/ 24 h 75"/>
                <a:gd name="T4" fmla="*/ 42 w 2259"/>
                <a:gd name="T5" fmla="*/ 75 h 75"/>
                <a:gd name="T6" fmla="*/ 2218 w 2259"/>
                <a:gd name="T7" fmla="*/ 75 h 75"/>
                <a:gd name="T8" fmla="*/ 2259 w 2259"/>
                <a:gd name="T9" fmla="*/ 24 h 75"/>
                <a:gd name="T10" fmla="*/ 2259 w 2259"/>
                <a:gd name="T11" fmla="*/ 0 h 75"/>
                <a:gd name="T12" fmla="*/ 0 w 2259"/>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2259" h="75">
                  <a:moveTo>
                    <a:pt x="0" y="0"/>
                  </a:moveTo>
                  <a:cubicBezTo>
                    <a:pt x="0" y="24"/>
                    <a:pt x="0" y="24"/>
                    <a:pt x="0" y="24"/>
                  </a:cubicBezTo>
                  <a:cubicBezTo>
                    <a:pt x="0" y="52"/>
                    <a:pt x="19" y="75"/>
                    <a:pt x="42" y="75"/>
                  </a:cubicBezTo>
                  <a:cubicBezTo>
                    <a:pt x="2218" y="75"/>
                    <a:pt x="2218" y="75"/>
                    <a:pt x="2218" y="75"/>
                  </a:cubicBezTo>
                  <a:cubicBezTo>
                    <a:pt x="2241" y="75"/>
                    <a:pt x="2259" y="52"/>
                    <a:pt x="2259" y="24"/>
                  </a:cubicBezTo>
                  <a:cubicBezTo>
                    <a:pt x="2259" y="0"/>
                    <a:pt x="2259" y="0"/>
                    <a:pt x="2259" y="0"/>
                  </a:cubicBezTo>
                  <a:lnTo>
                    <a:pt x="0" y="0"/>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3" name="Freeform: Shape 7"/>
            <p:cNvSpPr/>
            <p:nvPr/>
          </p:nvSpPr>
          <p:spPr bwMode="auto">
            <a:xfrm>
              <a:off x="2776538" y="5722938"/>
              <a:ext cx="598488" cy="52388"/>
            </a:xfrm>
            <a:custGeom>
              <a:avLst/>
              <a:gdLst>
                <a:gd name="T0" fmla="*/ 0 w 370"/>
                <a:gd name="T1" fmla="*/ 0 h 32"/>
                <a:gd name="T2" fmla="*/ 36 w 370"/>
                <a:gd name="T3" fmla="*/ 32 h 32"/>
                <a:gd name="T4" fmla="*/ 334 w 370"/>
                <a:gd name="T5" fmla="*/ 32 h 32"/>
                <a:gd name="T6" fmla="*/ 370 w 370"/>
                <a:gd name="T7" fmla="*/ 0 h 32"/>
                <a:gd name="T8" fmla="*/ 0 w 370"/>
                <a:gd name="T9" fmla="*/ 0 h 32"/>
              </a:gdLst>
              <a:ahLst/>
              <a:cxnLst>
                <a:cxn ang="0">
                  <a:pos x="T0" y="T1"/>
                </a:cxn>
                <a:cxn ang="0">
                  <a:pos x="T2" y="T3"/>
                </a:cxn>
                <a:cxn ang="0">
                  <a:pos x="T4" y="T5"/>
                </a:cxn>
                <a:cxn ang="0">
                  <a:pos x="T6" y="T7"/>
                </a:cxn>
                <a:cxn ang="0">
                  <a:pos x="T8" y="T9"/>
                </a:cxn>
              </a:cxnLst>
              <a:rect l="0" t="0" r="r" b="b"/>
              <a:pathLst>
                <a:path w="370" h="32">
                  <a:moveTo>
                    <a:pt x="0" y="0"/>
                  </a:moveTo>
                  <a:cubicBezTo>
                    <a:pt x="2" y="18"/>
                    <a:pt x="17" y="32"/>
                    <a:pt x="36" y="32"/>
                  </a:cubicBezTo>
                  <a:cubicBezTo>
                    <a:pt x="334" y="32"/>
                    <a:pt x="334" y="32"/>
                    <a:pt x="334" y="32"/>
                  </a:cubicBezTo>
                  <a:cubicBezTo>
                    <a:pt x="353" y="32"/>
                    <a:pt x="368" y="18"/>
                    <a:pt x="370" y="0"/>
                  </a:cubicBezTo>
                  <a:lnTo>
                    <a:pt x="0" y="0"/>
                  </a:ln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4" name="Rectangle 8"/>
            <p:cNvSpPr/>
            <p:nvPr/>
          </p:nvSpPr>
          <p:spPr bwMode="auto">
            <a:xfrm>
              <a:off x="1735138" y="3973513"/>
              <a:ext cx="2681288" cy="1624013"/>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p>
              <a:pPr algn="ctr"/>
            </a:p>
          </p:txBody>
        </p:sp>
        <p:sp>
          <p:nvSpPr>
            <p:cNvPr id="25" name="Oval 9"/>
            <p:cNvSpPr/>
            <p:nvPr/>
          </p:nvSpPr>
          <p:spPr bwMode="auto">
            <a:xfrm>
              <a:off x="3038475" y="3865563"/>
              <a:ext cx="95250" cy="96838"/>
            </a:xfrm>
            <a:prstGeom prst="ellipse">
              <a:avLst/>
            </a:prstGeom>
            <a:solidFill>
              <a:schemeClr val="tx2">
                <a:lumMod val="75000"/>
              </a:schemeClr>
            </a:solidFill>
            <a:ln>
              <a:noFill/>
            </a:ln>
          </p:spPr>
          <p:txBody>
            <a:bodyPr anchor="ctr"/>
            <a:p>
              <a:pPr algn="ctr"/>
            </a:p>
          </p:txBody>
        </p:sp>
        <p:sp>
          <p:nvSpPr>
            <p:cNvPr id="26" name="Oval 10"/>
            <p:cNvSpPr/>
            <p:nvPr/>
          </p:nvSpPr>
          <p:spPr bwMode="auto">
            <a:xfrm>
              <a:off x="3057525" y="3886201"/>
              <a:ext cx="57150" cy="55563"/>
            </a:xfrm>
            <a:prstGeom prst="ellipse">
              <a:avLst/>
            </a:prstGeom>
            <a:solidFill>
              <a:schemeClr val="tx2">
                <a:lumMod val="40000"/>
                <a:lumOff val="60000"/>
              </a:schemeClr>
            </a:solidFill>
            <a:ln>
              <a:noFill/>
            </a:ln>
          </p:spPr>
          <p:txBody>
            <a:bodyPr anchor="ctr"/>
            <a:p>
              <a:pPr algn="ctr"/>
            </a:p>
          </p:txBody>
        </p:sp>
        <p:sp>
          <p:nvSpPr>
            <p:cNvPr id="27" name="Oval 11"/>
            <p:cNvSpPr/>
            <p:nvPr/>
          </p:nvSpPr>
          <p:spPr bwMode="auto">
            <a:xfrm>
              <a:off x="3057525" y="3890963"/>
              <a:ext cx="52388" cy="50800"/>
            </a:xfrm>
            <a:prstGeom prst="ellipse">
              <a:avLst/>
            </a:prstGeom>
            <a:solidFill>
              <a:schemeClr val="tx2">
                <a:lumMod val="20000"/>
                <a:lumOff val="80000"/>
              </a:schemeClr>
            </a:solidFill>
            <a:ln>
              <a:noFill/>
            </a:ln>
          </p:spPr>
          <p:txBody>
            <a:bodyPr anchor="ctr"/>
            <a:p>
              <a:pPr algn="ctr"/>
            </a:p>
          </p:txBody>
        </p:sp>
        <p:sp>
          <p:nvSpPr>
            <p:cNvPr id="28" name="Oval 12"/>
            <p:cNvSpPr/>
            <p:nvPr/>
          </p:nvSpPr>
          <p:spPr bwMode="auto">
            <a:xfrm>
              <a:off x="3086100" y="3897313"/>
              <a:ext cx="17463" cy="17463"/>
            </a:xfrm>
            <a:prstGeom prst="ellipse">
              <a:avLst/>
            </a:pr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9" name="Freeform: Shape 13"/>
            <p:cNvSpPr/>
            <p:nvPr/>
          </p:nvSpPr>
          <p:spPr bwMode="auto">
            <a:xfrm>
              <a:off x="2024063" y="2566988"/>
              <a:ext cx="1839913" cy="2860675"/>
            </a:xfrm>
            <a:custGeom>
              <a:avLst/>
              <a:gdLst>
                <a:gd name="T0" fmla="*/ 813 w 1140"/>
                <a:gd name="T1" fmla="*/ 45 h 1774"/>
                <a:gd name="T2" fmla="*/ 759 w 1140"/>
                <a:gd name="T3" fmla="*/ 0 h 1774"/>
                <a:gd name="T4" fmla="*/ 759 w 1140"/>
                <a:gd name="T5" fmla="*/ 0 h 1774"/>
                <a:gd name="T6" fmla="*/ 792 w 1140"/>
                <a:gd name="T7" fmla="*/ 27 h 1774"/>
                <a:gd name="T8" fmla="*/ 759 w 1140"/>
                <a:gd name="T9" fmla="*/ 0 h 1774"/>
                <a:gd name="T10" fmla="*/ 759 w 1140"/>
                <a:gd name="T11" fmla="*/ 0 h 1774"/>
                <a:gd name="T12" fmla="*/ 759 w 1140"/>
                <a:gd name="T13" fmla="*/ 0 h 1774"/>
                <a:gd name="T14" fmla="*/ 765 w 1140"/>
                <a:gd name="T15" fmla="*/ 4 h 1774"/>
                <a:gd name="T16" fmla="*/ 749 w 1140"/>
                <a:gd name="T17" fmla="*/ 11 h 1774"/>
                <a:gd name="T18" fmla="*/ 500 w 1140"/>
                <a:gd name="T19" fmla="*/ 266 h 1774"/>
                <a:gd name="T20" fmla="*/ 309 w 1140"/>
                <a:gd name="T21" fmla="*/ 454 h 1774"/>
                <a:gd name="T22" fmla="*/ 62 w 1140"/>
                <a:gd name="T23" fmla="*/ 790 h 1774"/>
                <a:gd name="T24" fmla="*/ 0 w 1140"/>
                <a:gd name="T25" fmla="*/ 1037 h 1774"/>
                <a:gd name="T26" fmla="*/ 85 w 1140"/>
                <a:gd name="T27" fmla="*/ 1297 h 1774"/>
                <a:gd name="T28" fmla="*/ 437 w 1140"/>
                <a:gd name="T29" fmla="*/ 1565 h 1774"/>
                <a:gd name="T30" fmla="*/ 804 w 1140"/>
                <a:gd name="T31" fmla="*/ 1700 h 1774"/>
                <a:gd name="T32" fmla="*/ 880 w 1140"/>
                <a:gd name="T33" fmla="*/ 1719 h 1774"/>
                <a:gd name="T34" fmla="*/ 1076 w 1140"/>
                <a:gd name="T35" fmla="*/ 1767 h 1774"/>
                <a:gd name="T36" fmla="*/ 1101 w 1140"/>
                <a:gd name="T37" fmla="*/ 1773 h 1774"/>
                <a:gd name="T38" fmla="*/ 1140 w 1140"/>
                <a:gd name="T39" fmla="*/ 1637 h 1774"/>
                <a:gd name="T40" fmla="*/ 1070 w 1140"/>
                <a:gd name="T41" fmla="*/ 1620 h 1774"/>
                <a:gd name="T42" fmla="*/ 867 w 1140"/>
                <a:gd name="T43" fmla="*/ 1570 h 1774"/>
                <a:gd name="T44" fmla="*/ 842 w 1140"/>
                <a:gd name="T45" fmla="*/ 1564 h 1774"/>
                <a:gd name="T46" fmla="*/ 839 w 1140"/>
                <a:gd name="T47" fmla="*/ 1563 h 1774"/>
                <a:gd name="T48" fmla="*/ 839 w 1140"/>
                <a:gd name="T49" fmla="*/ 1564 h 1774"/>
                <a:gd name="T50" fmla="*/ 839 w 1140"/>
                <a:gd name="T51" fmla="*/ 1563 h 1774"/>
                <a:gd name="T52" fmla="*/ 839 w 1140"/>
                <a:gd name="T53" fmla="*/ 1563 h 1774"/>
                <a:gd name="T54" fmla="*/ 321 w 1140"/>
                <a:gd name="T55" fmla="*/ 1334 h 1774"/>
                <a:gd name="T56" fmla="*/ 162 w 1140"/>
                <a:gd name="T57" fmla="*/ 1146 h 1774"/>
                <a:gd name="T58" fmla="*/ 154 w 1140"/>
                <a:gd name="T59" fmla="*/ 944 h 1774"/>
                <a:gd name="T60" fmla="*/ 320 w 1140"/>
                <a:gd name="T61" fmla="*/ 654 h 1774"/>
                <a:gd name="T62" fmla="*/ 541 w 1140"/>
                <a:gd name="T63" fmla="*/ 423 h 1774"/>
                <a:gd name="T64" fmla="*/ 819 w 1140"/>
                <a:gd name="T65" fmla="*/ 143 h 1774"/>
                <a:gd name="T66" fmla="*/ 868 w 1140"/>
                <a:gd name="T67" fmla="*/ 90 h 1774"/>
                <a:gd name="T68" fmla="*/ 759 w 1140"/>
                <a:gd name="T69" fmla="*/ 0 h 1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40" h="1774">
                  <a:moveTo>
                    <a:pt x="759" y="0"/>
                  </a:moveTo>
                  <a:cubicBezTo>
                    <a:pt x="813" y="45"/>
                    <a:pt x="813" y="45"/>
                    <a:pt x="813" y="45"/>
                  </a:cubicBezTo>
                  <a:cubicBezTo>
                    <a:pt x="759" y="0"/>
                    <a:pt x="759" y="0"/>
                    <a:pt x="759" y="0"/>
                  </a:cubicBezTo>
                  <a:cubicBezTo>
                    <a:pt x="759" y="0"/>
                    <a:pt x="759" y="0"/>
                    <a:pt x="759" y="0"/>
                  </a:cubicBezTo>
                  <a:cubicBezTo>
                    <a:pt x="813" y="45"/>
                    <a:pt x="813" y="45"/>
                    <a:pt x="813" y="45"/>
                  </a:cubicBezTo>
                  <a:cubicBezTo>
                    <a:pt x="759" y="0"/>
                    <a:pt x="759" y="0"/>
                    <a:pt x="759" y="0"/>
                  </a:cubicBezTo>
                  <a:cubicBezTo>
                    <a:pt x="759" y="0"/>
                    <a:pt x="759" y="0"/>
                    <a:pt x="759" y="0"/>
                  </a:cubicBezTo>
                  <a:cubicBezTo>
                    <a:pt x="792" y="27"/>
                    <a:pt x="792" y="27"/>
                    <a:pt x="792" y="27"/>
                  </a:cubicBezTo>
                  <a:cubicBezTo>
                    <a:pt x="759" y="0"/>
                    <a:pt x="759" y="0"/>
                    <a:pt x="759" y="0"/>
                  </a:cubicBezTo>
                  <a:cubicBezTo>
                    <a:pt x="759" y="0"/>
                    <a:pt x="759" y="0"/>
                    <a:pt x="759" y="0"/>
                  </a:cubicBezTo>
                  <a:cubicBezTo>
                    <a:pt x="792" y="27"/>
                    <a:pt x="792" y="27"/>
                    <a:pt x="792" y="27"/>
                  </a:cubicBezTo>
                  <a:cubicBezTo>
                    <a:pt x="759" y="0"/>
                    <a:pt x="759" y="0"/>
                    <a:pt x="759" y="0"/>
                  </a:cubicBezTo>
                  <a:cubicBezTo>
                    <a:pt x="765" y="4"/>
                    <a:pt x="765" y="4"/>
                    <a:pt x="765" y="4"/>
                  </a:cubicBezTo>
                  <a:cubicBezTo>
                    <a:pt x="759" y="0"/>
                    <a:pt x="759" y="0"/>
                    <a:pt x="759" y="0"/>
                  </a:cubicBezTo>
                  <a:cubicBezTo>
                    <a:pt x="759" y="0"/>
                    <a:pt x="759" y="0"/>
                    <a:pt x="759" y="0"/>
                  </a:cubicBezTo>
                  <a:cubicBezTo>
                    <a:pt x="765" y="4"/>
                    <a:pt x="765" y="4"/>
                    <a:pt x="765" y="4"/>
                  </a:cubicBezTo>
                  <a:cubicBezTo>
                    <a:pt x="759" y="0"/>
                    <a:pt x="759" y="0"/>
                    <a:pt x="759" y="0"/>
                  </a:cubicBezTo>
                  <a:cubicBezTo>
                    <a:pt x="759" y="0"/>
                    <a:pt x="757" y="3"/>
                    <a:pt x="749" y="11"/>
                  </a:cubicBezTo>
                  <a:cubicBezTo>
                    <a:pt x="738" y="23"/>
                    <a:pt x="717" y="46"/>
                    <a:pt x="677" y="87"/>
                  </a:cubicBezTo>
                  <a:cubicBezTo>
                    <a:pt x="638" y="127"/>
                    <a:pt x="582" y="185"/>
                    <a:pt x="500" y="266"/>
                  </a:cubicBezTo>
                  <a:cubicBezTo>
                    <a:pt x="484" y="282"/>
                    <a:pt x="465" y="301"/>
                    <a:pt x="443" y="322"/>
                  </a:cubicBezTo>
                  <a:cubicBezTo>
                    <a:pt x="404" y="359"/>
                    <a:pt x="357" y="404"/>
                    <a:pt x="309" y="454"/>
                  </a:cubicBezTo>
                  <a:cubicBezTo>
                    <a:pt x="273" y="491"/>
                    <a:pt x="236" y="532"/>
                    <a:pt x="201" y="576"/>
                  </a:cubicBezTo>
                  <a:cubicBezTo>
                    <a:pt x="148" y="642"/>
                    <a:pt x="99" y="713"/>
                    <a:pt x="62" y="790"/>
                  </a:cubicBezTo>
                  <a:cubicBezTo>
                    <a:pt x="43" y="829"/>
                    <a:pt x="28" y="868"/>
                    <a:pt x="17" y="910"/>
                  </a:cubicBezTo>
                  <a:cubicBezTo>
                    <a:pt x="6" y="951"/>
                    <a:pt x="0" y="993"/>
                    <a:pt x="0" y="1037"/>
                  </a:cubicBezTo>
                  <a:cubicBezTo>
                    <a:pt x="0" y="1068"/>
                    <a:pt x="3" y="1100"/>
                    <a:pt x="10" y="1132"/>
                  </a:cubicBezTo>
                  <a:cubicBezTo>
                    <a:pt x="23" y="1189"/>
                    <a:pt x="48" y="1244"/>
                    <a:pt x="85" y="1297"/>
                  </a:cubicBezTo>
                  <a:cubicBezTo>
                    <a:pt x="113" y="1337"/>
                    <a:pt x="149" y="1375"/>
                    <a:pt x="191" y="1411"/>
                  </a:cubicBezTo>
                  <a:cubicBezTo>
                    <a:pt x="255" y="1466"/>
                    <a:pt x="336" y="1517"/>
                    <a:pt x="437" y="1565"/>
                  </a:cubicBezTo>
                  <a:cubicBezTo>
                    <a:pt x="537" y="1613"/>
                    <a:pt x="657" y="1658"/>
                    <a:pt x="800" y="1699"/>
                  </a:cubicBezTo>
                  <a:cubicBezTo>
                    <a:pt x="802" y="1699"/>
                    <a:pt x="803" y="1699"/>
                    <a:pt x="804" y="1700"/>
                  </a:cubicBezTo>
                  <a:cubicBezTo>
                    <a:pt x="807" y="1701"/>
                    <a:pt x="810" y="1701"/>
                    <a:pt x="814" y="1702"/>
                  </a:cubicBezTo>
                  <a:cubicBezTo>
                    <a:pt x="828" y="1706"/>
                    <a:pt x="852" y="1712"/>
                    <a:pt x="880" y="1719"/>
                  </a:cubicBezTo>
                  <a:cubicBezTo>
                    <a:pt x="923" y="1729"/>
                    <a:pt x="976" y="1742"/>
                    <a:pt x="1019" y="1753"/>
                  </a:cubicBezTo>
                  <a:cubicBezTo>
                    <a:pt x="1041" y="1758"/>
                    <a:pt x="1061" y="1763"/>
                    <a:pt x="1076" y="1767"/>
                  </a:cubicBezTo>
                  <a:cubicBezTo>
                    <a:pt x="1084" y="1769"/>
                    <a:pt x="1090" y="1770"/>
                    <a:pt x="1095" y="1772"/>
                  </a:cubicBezTo>
                  <a:cubicBezTo>
                    <a:pt x="1097" y="1772"/>
                    <a:pt x="1099" y="1773"/>
                    <a:pt x="1101" y="1773"/>
                  </a:cubicBezTo>
                  <a:cubicBezTo>
                    <a:pt x="1102" y="1774"/>
                    <a:pt x="1104" y="1774"/>
                    <a:pt x="1104" y="1774"/>
                  </a:cubicBezTo>
                  <a:cubicBezTo>
                    <a:pt x="1140" y="1637"/>
                    <a:pt x="1140" y="1637"/>
                    <a:pt x="1140" y="1637"/>
                  </a:cubicBezTo>
                  <a:cubicBezTo>
                    <a:pt x="1138" y="1637"/>
                    <a:pt x="1136" y="1636"/>
                    <a:pt x="1133" y="1636"/>
                  </a:cubicBezTo>
                  <a:cubicBezTo>
                    <a:pt x="1121" y="1633"/>
                    <a:pt x="1098" y="1627"/>
                    <a:pt x="1070" y="1620"/>
                  </a:cubicBezTo>
                  <a:cubicBezTo>
                    <a:pt x="1027" y="1609"/>
                    <a:pt x="972" y="1596"/>
                    <a:pt x="926" y="1585"/>
                  </a:cubicBezTo>
                  <a:cubicBezTo>
                    <a:pt x="904" y="1579"/>
                    <a:pt x="883" y="1574"/>
                    <a:pt x="867" y="1570"/>
                  </a:cubicBezTo>
                  <a:cubicBezTo>
                    <a:pt x="859" y="1568"/>
                    <a:pt x="853" y="1566"/>
                    <a:pt x="848" y="1565"/>
                  </a:cubicBezTo>
                  <a:cubicBezTo>
                    <a:pt x="845" y="1565"/>
                    <a:pt x="843" y="1564"/>
                    <a:pt x="842" y="1564"/>
                  </a:cubicBezTo>
                  <a:cubicBezTo>
                    <a:pt x="841" y="1563"/>
                    <a:pt x="840" y="1563"/>
                    <a:pt x="840" y="1563"/>
                  </a:cubicBezTo>
                  <a:cubicBezTo>
                    <a:pt x="839" y="1563"/>
                    <a:pt x="839" y="1563"/>
                    <a:pt x="839" y="1563"/>
                  </a:cubicBezTo>
                  <a:cubicBezTo>
                    <a:pt x="839" y="1563"/>
                    <a:pt x="839" y="1563"/>
                    <a:pt x="839" y="1563"/>
                  </a:cubicBezTo>
                  <a:cubicBezTo>
                    <a:pt x="839" y="1564"/>
                    <a:pt x="839" y="1564"/>
                    <a:pt x="839" y="1564"/>
                  </a:cubicBezTo>
                  <a:cubicBezTo>
                    <a:pt x="839" y="1563"/>
                    <a:pt x="839" y="1563"/>
                    <a:pt x="839" y="1563"/>
                  </a:cubicBezTo>
                  <a:cubicBezTo>
                    <a:pt x="839" y="1563"/>
                    <a:pt x="839" y="1563"/>
                    <a:pt x="839" y="1563"/>
                  </a:cubicBezTo>
                  <a:cubicBezTo>
                    <a:pt x="839" y="1564"/>
                    <a:pt x="839" y="1564"/>
                    <a:pt x="839" y="1564"/>
                  </a:cubicBezTo>
                  <a:cubicBezTo>
                    <a:pt x="839" y="1563"/>
                    <a:pt x="839" y="1563"/>
                    <a:pt x="839" y="1563"/>
                  </a:cubicBezTo>
                  <a:cubicBezTo>
                    <a:pt x="700" y="1523"/>
                    <a:pt x="586" y="1480"/>
                    <a:pt x="493" y="1436"/>
                  </a:cubicBezTo>
                  <a:cubicBezTo>
                    <a:pt x="424" y="1402"/>
                    <a:pt x="367" y="1368"/>
                    <a:pt x="321" y="1334"/>
                  </a:cubicBezTo>
                  <a:cubicBezTo>
                    <a:pt x="286" y="1308"/>
                    <a:pt x="258" y="1282"/>
                    <a:pt x="234" y="1257"/>
                  </a:cubicBezTo>
                  <a:cubicBezTo>
                    <a:pt x="200" y="1219"/>
                    <a:pt x="177" y="1182"/>
                    <a:pt x="162" y="1146"/>
                  </a:cubicBezTo>
                  <a:cubicBezTo>
                    <a:pt x="148" y="1109"/>
                    <a:pt x="141" y="1073"/>
                    <a:pt x="141" y="1037"/>
                  </a:cubicBezTo>
                  <a:cubicBezTo>
                    <a:pt x="141" y="1006"/>
                    <a:pt x="146" y="975"/>
                    <a:pt x="154" y="944"/>
                  </a:cubicBezTo>
                  <a:cubicBezTo>
                    <a:pt x="169" y="889"/>
                    <a:pt x="196" y="832"/>
                    <a:pt x="231" y="776"/>
                  </a:cubicBezTo>
                  <a:cubicBezTo>
                    <a:pt x="257" y="734"/>
                    <a:pt x="287" y="693"/>
                    <a:pt x="320" y="654"/>
                  </a:cubicBezTo>
                  <a:cubicBezTo>
                    <a:pt x="369" y="594"/>
                    <a:pt x="422" y="539"/>
                    <a:pt x="471" y="491"/>
                  </a:cubicBezTo>
                  <a:cubicBezTo>
                    <a:pt x="496" y="466"/>
                    <a:pt x="520" y="444"/>
                    <a:pt x="541" y="423"/>
                  </a:cubicBezTo>
                  <a:cubicBezTo>
                    <a:pt x="563" y="402"/>
                    <a:pt x="583" y="383"/>
                    <a:pt x="600" y="366"/>
                  </a:cubicBezTo>
                  <a:cubicBezTo>
                    <a:pt x="715" y="251"/>
                    <a:pt x="782" y="183"/>
                    <a:pt x="819" y="143"/>
                  </a:cubicBezTo>
                  <a:cubicBezTo>
                    <a:pt x="838" y="123"/>
                    <a:pt x="850" y="111"/>
                    <a:pt x="857" y="103"/>
                  </a:cubicBezTo>
                  <a:cubicBezTo>
                    <a:pt x="864" y="95"/>
                    <a:pt x="867" y="92"/>
                    <a:pt x="868" y="90"/>
                  </a:cubicBezTo>
                  <a:cubicBezTo>
                    <a:pt x="759" y="0"/>
                    <a:pt x="759" y="0"/>
                    <a:pt x="759" y="0"/>
                  </a:cubicBezTo>
                  <a:cubicBezTo>
                    <a:pt x="759" y="0"/>
                    <a:pt x="759" y="0"/>
                    <a:pt x="759" y="0"/>
                  </a:cubicBezTo>
                </a:path>
              </a:pathLst>
            </a:custGeom>
            <a:solidFill>
              <a:srgbClr val="D8574A"/>
            </a:solidFill>
            <a:ln>
              <a:noFill/>
            </a:ln>
          </p:spPr>
          <p:txBody>
            <a:bodyPr anchor="ctr"/>
            <a:p>
              <a:pPr algn="ctr"/>
            </a:p>
          </p:txBody>
        </p:sp>
        <p:sp>
          <p:nvSpPr>
            <p:cNvPr id="30" name="Freeform: Shape 14"/>
            <p:cNvSpPr/>
            <p:nvPr/>
          </p:nvSpPr>
          <p:spPr bwMode="auto">
            <a:xfrm>
              <a:off x="1905000" y="4436238"/>
              <a:ext cx="2511425" cy="1161287"/>
            </a:xfrm>
            <a:custGeom>
              <a:avLst/>
              <a:gdLst>
                <a:gd name="T0" fmla="*/ 1753 w 1753"/>
                <a:gd name="T1" fmla="*/ 59 h 811"/>
                <a:gd name="T2" fmla="*/ 1499 w 1753"/>
                <a:gd name="T3" fmla="*/ 327 h 811"/>
                <a:gd name="T4" fmla="*/ 1505 w 1753"/>
                <a:gd name="T5" fmla="*/ 384 h 811"/>
                <a:gd name="T6" fmla="*/ 1464 w 1753"/>
                <a:gd name="T7" fmla="*/ 379 h 811"/>
                <a:gd name="T8" fmla="*/ 1448 w 1753"/>
                <a:gd name="T9" fmla="*/ 380 h 811"/>
                <a:gd name="T10" fmla="*/ 1457 w 1753"/>
                <a:gd name="T11" fmla="*/ 325 h 811"/>
                <a:gd name="T12" fmla="*/ 1278 w 1753"/>
                <a:gd name="T13" fmla="*/ 146 h 811"/>
                <a:gd name="T14" fmla="*/ 1106 w 1753"/>
                <a:gd name="T15" fmla="*/ 278 h 811"/>
                <a:gd name="T16" fmla="*/ 1043 w 1753"/>
                <a:gd name="T17" fmla="*/ 263 h 811"/>
                <a:gd name="T18" fmla="*/ 1045 w 1753"/>
                <a:gd name="T19" fmla="*/ 239 h 811"/>
                <a:gd name="T20" fmla="*/ 865 w 1753"/>
                <a:gd name="T21" fmla="*/ 59 h 811"/>
                <a:gd name="T22" fmla="*/ 689 w 1753"/>
                <a:gd name="T23" fmla="*/ 200 h 811"/>
                <a:gd name="T24" fmla="*/ 653 w 1753"/>
                <a:gd name="T25" fmla="*/ 183 h 811"/>
                <a:gd name="T26" fmla="*/ 653 w 1753"/>
                <a:gd name="T27" fmla="*/ 182 h 811"/>
                <a:gd name="T28" fmla="*/ 470 w 1753"/>
                <a:gd name="T29" fmla="*/ 0 h 811"/>
                <a:gd name="T30" fmla="*/ 288 w 1753"/>
                <a:gd name="T31" fmla="*/ 182 h 811"/>
                <a:gd name="T32" fmla="*/ 307 w 1753"/>
                <a:gd name="T33" fmla="*/ 263 h 811"/>
                <a:gd name="T34" fmla="*/ 297 w 1753"/>
                <a:gd name="T35" fmla="*/ 262 h 811"/>
                <a:gd name="T36" fmla="*/ 194 w 1753"/>
                <a:gd name="T37" fmla="*/ 364 h 811"/>
                <a:gd name="T38" fmla="*/ 211 w 1753"/>
                <a:gd name="T39" fmla="*/ 419 h 811"/>
                <a:gd name="T40" fmla="*/ 0 w 1753"/>
                <a:gd name="T41" fmla="*/ 640 h 811"/>
                <a:gd name="T42" fmla="*/ 81 w 1753"/>
                <a:gd name="T43" fmla="*/ 811 h 811"/>
                <a:gd name="T44" fmla="*/ 1753 w 1753"/>
                <a:gd name="T45" fmla="*/ 811 h 811"/>
                <a:gd name="T46" fmla="*/ 1753 w 1753"/>
                <a:gd name="T47" fmla="*/ 59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53" h="811">
                  <a:moveTo>
                    <a:pt x="1753" y="59"/>
                  </a:moveTo>
                  <a:cubicBezTo>
                    <a:pt x="1611" y="67"/>
                    <a:pt x="1499" y="184"/>
                    <a:pt x="1499" y="327"/>
                  </a:cubicBezTo>
                  <a:cubicBezTo>
                    <a:pt x="1499" y="346"/>
                    <a:pt x="1501" y="365"/>
                    <a:pt x="1505" y="384"/>
                  </a:cubicBezTo>
                  <a:cubicBezTo>
                    <a:pt x="1492" y="381"/>
                    <a:pt x="1478" y="379"/>
                    <a:pt x="1464" y="379"/>
                  </a:cubicBezTo>
                  <a:cubicBezTo>
                    <a:pt x="1459" y="379"/>
                    <a:pt x="1454" y="379"/>
                    <a:pt x="1448" y="380"/>
                  </a:cubicBezTo>
                  <a:cubicBezTo>
                    <a:pt x="1454" y="362"/>
                    <a:pt x="1457" y="344"/>
                    <a:pt x="1457" y="325"/>
                  </a:cubicBezTo>
                  <a:cubicBezTo>
                    <a:pt x="1457" y="226"/>
                    <a:pt x="1377" y="146"/>
                    <a:pt x="1278" y="146"/>
                  </a:cubicBezTo>
                  <a:cubicBezTo>
                    <a:pt x="1196" y="146"/>
                    <a:pt x="1126" y="202"/>
                    <a:pt x="1106" y="278"/>
                  </a:cubicBezTo>
                  <a:cubicBezTo>
                    <a:pt x="1087" y="269"/>
                    <a:pt x="1066" y="263"/>
                    <a:pt x="1043" y="263"/>
                  </a:cubicBezTo>
                  <a:cubicBezTo>
                    <a:pt x="1044" y="255"/>
                    <a:pt x="1045" y="247"/>
                    <a:pt x="1045" y="239"/>
                  </a:cubicBezTo>
                  <a:cubicBezTo>
                    <a:pt x="1045" y="139"/>
                    <a:pt x="964" y="59"/>
                    <a:pt x="865" y="59"/>
                  </a:cubicBezTo>
                  <a:cubicBezTo>
                    <a:pt x="779" y="59"/>
                    <a:pt x="707" y="119"/>
                    <a:pt x="689" y="200"/>
                  </a:cubicBezTo>
                  <a:cubicBezTo>
                    <a:pt x="679" y="191"/>
                    <a:pt x="667" y="185"/>
                    <a:pt x="653" y="183"/>
                  </a:cubicBezTo>
                  <a:cubicBezTo>
                    <a:pt x="653" y="182"/>
                    <a:pt x="653" y="182"/>
                    <a:pt x="653" y="182"/>
                  </a:cubicBezTo>
                  <a:cubicBezTo>
                    <a:pt x="653" y="82"/>
                    <a:pt x="571" y="0"/>
                    <a:pt x="470" y="0"/>
                  </a:cubicBezTo>
                  <a:cubicBezTo>
                    <a:pt x="370" y="0"/>
                    <a:pt x="288" y="82"/>
                    <a:pt x="288" y="182"/>
                  </a:cubicBezTo>
                  <a:cubicBezTo>
                    <a:pt x="288" y="211"/>
                    <a:pt x="295" y="239"/>
                    <a:pt x="307" y="263"/>
                  </a:cubicBezTo>
                  <a:cubicBezTo>
                    <a:pt x="304" y="263"/>
                    <a:pt x="300" y="262"/>
                    <a:pt x="297" y="262"/>
                  </a:cubicBezTo>
                  <a:cubicBezTo>
                    <a:pt x="240" y="262"/>
                    <a:pt x="194" y="308"/>
                    <a:pt x="194" y="364"/>
                  </a:cubicBezTo>
                  <a:cubicBezTo>
                    <a:pt x="194" y="385"/>
                    <a:pt x="200" y="404"/>
                    <a:pt x="211" y="419"/>
                  </a:cubicBezTo>
                  <a:cubicBezTo>
                    <a:pt x="93" y="425"/>
                    <a:pt x="0" y="521"/>
                    <a:pt x="0" y="640"/>
                  </a:cubicBezTo>
                  <a:cubicBezTo>
                    <a:pt x="0" y="709"/>
                    <a:pt x="32" y="770"/>
                    <a:pt x="81" y="811"/>
                  </a:cubicBezTo>
                  <a:cubicBezTo>
                    <a:pt x="1753" y="811"/>
                    <a:pt x="1753" y="811"/>
                    <a:pt x="1753" y="811"/>
                  </a:cubicBezTo>
                  <a:lnTo>
                    <a:pt x="1753" y="59"/>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1" name="Freeform: Shape 15"/>
            <p:cNvSpPr/>
            <p:nvPr/>
          </p:nvSpPr>
          <p:spPr bwMode="auto">
            <a:xfrm>
              <a:off x="2057400" y="2587626"/>
              <a:ext cx="1408113" cy="2714625"/>
            </a:xfrm>
            <a:custGeom>
              <a:avLst/>
              <a:gdLst>
                <a:gd name="T0" fmla="*/ 754 w 872"/>
                <a:gd name="T1" fmla="*/ 1 h 1683"/>
                <a:gd name="T2" fmla="*/ 779 w 872"/>
                <a:gd name="T3" fmla="*/ 21 h 1683"/>
                <a:gd name="T4" fmla="*/ 754 w 872"/>
                <a:gd name="T5" fmla="*/ 0 h 1683"/>
                <a:gd name="T6" fmla="*/ 754 w 872"/>
                <a:gd name="T7" fmla="*/ 1 h 1683"/>
                <a:gd name="T8" fmla="*/ 779 w 872"/>
                <a:gd name="T9" fmla="*/ 21 h 1683"/>
                <a:gd name="T10" fmla="*/ 754 w 872"/>
                <a:gd name="T11" fmla="*/ 0 h 1683"/>
                <a:gd name="T12" fmla="*/ 754 w 872"/>
                <a:gd name="T13" fmla="*/ 0 h 1683"/>
                <a:gd name="T14" fmla="*/ 744 w 872"/>
                <a:gd name="T15" fmla="*/ 12 h 1683"/>
                <a:gd name="T16" fmla="*/ 494 w 872"/>
                <a:gd name="T17" fmla="*/ 268 h 1683"/>
                <a:gd name="T18" fmla="*/ 436 w 872"/>
                <a:gd name="T19" fmla="*/ 324 h 1683"/>
                <a:gd name="T20" fmla="*/ 303 w 872"/>
                <a:gd name="T21" fmla="*/ 455 h 1683"/>
                <a:gd name="T22" fmla="*/ 99 w 872"/>
                <a:gd name="T23" fmla="*/ 713 h 1683"/>
                <a:gd name="T24" fmla="*/ 28 w 872"/>
                <a:gd name="T25" fmla="*/ 863 h 1683"/>
                <a:gd name="T26" fmla="*/ 0 w 872"/>
                <a:gd name="T27" fmla="*/ 1024 h 1683"/>
                <a:gd name="T28" fmla="*/ 45 w 872"/>
                <a:gd name="T29" fmla="*/ 1212 h 1683"/>
                <a:gd name="T30" fmla="*/ 144 w 872"/>
                <a:gd name="T31" fmla="*/ 1346 h 1683"/>
                <a:gd name="T32" fmla="*/ 412 w 872"/>
                <a:gd name="T33" fmla="*/ 1527 h 1683"/>
                <a:gd name="T34" fmla="*/ 846 w 872"/>
                <a:gd name="T35" fmla="*/ 1683 h 1683"/>
                <a:gd name="T36" fmla="*/ 872 w 872"/>
                <a:gd name="T37" fmla="*/ 1586 h 1683"/>
                <a:gd name="T38" fmla="*/ 493 w 872"/>
                <a:gd name="T39" fmla="*/ 1455 h 1683"/>
                <a:gd name="T40" fmla="*/ 302 w 872"/>
                <a:gd name="T41" fmla="*/ 1348 h 1683"/>
                <a:gd name="T42" fmla="*/ 206 w 872"/>
                <a:gd name="T43" fmla="*/ 1266 h 1683"/>
                <a:gd name="T44" fmla="*/ 123 w 872"/>
                <a:gd name="T45" fmla="*/ 1144 h 1683"/>
                <a:gd name="T46" fmla="*/ 99 w 872"/>
                <a:gd name="T47" fmla="*/ 1024 h 1683"/>
                <a:gd name="T48" fmla="*/ 113 w 872"/>
                <a:gd name="T49" fmla="*/ 926 h 1683"/>
                <a:gd name="T50" fmla="*/ 192 w 872"/>
                <a:gd name="T51" fmla="*/ 752 h 1683"/>
                <a:gd name="T52" fmla="*/ 385 w 872"/>
                <a:gd name="T53" fmla="*/ 514 h 1683"/>
                <a:gd name="T54" fmla="*/ 484 w 872"/>
                <a:gd name="T55" fmla="*/ 416 h 1683"/>
                <a:gd name="T56" fmla="*/ 564 w 872"/>
                <a:gd name="T57" fmla="*/ 338 h 1683"/>
                <a:gd name="T58" fmla="*/ 783 w 872"/>
                <a:gd name="T59" fmla="*/ 116 h 1683"/>
                <a:gd name="T60" fmla="*/ 821 w 872"/>
                <a:gd name="T61" fmla="*/ 76 h 1683"/>
                <a:gd name="T62" fmla="*/ 831 w 872"/>
                <a:gd name="T63" fmla="*/ 64 h 1683"/>
                <a:gd name="T64" fmla="*/ 754 w 872"/>
                <a:gd name="T65" fmla="*/ 1 h 1683"/>
                <a:gd name="T66" fmla="*/ 754 w 872"/>
                <a:gd name="T67" fmla="*/ 1 h 1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72" h="1683">
                  <a:moveTo>
                    <a:pt x="754" y="1"/>
                  </a:moveTo>
                  <a:cubicBezTo>
                    <a:pt x="779" y="21"/>
                    <a:pt x="779" y="21"/>
                    <a:pt x="779" y="21"/>
                  </a:cubicBezTo>
                  <a:cubicBezTo>
                    <a:pt x="754" y="0"/>
                    <a:pt x="754" y="0"/>
                    <a:pt x="754" y="0"/>
                  </a:cubicBezTo>
                  <a:cubicBezTo>
                    <a:pt x="754" y="1"/>
                    <a:pt x="754" y="1"/>
                    <a:pt x="754" y="1"/>
                  </a:cubicBezTo>
                  <a:cubicBezTo>
                    <a:pt x="779" y="21"/>
                    <a:pt x="779" y="21"/>
                    <a:pt x="779" y="21"/>
                  </a:cubicBezTo>
                  <a:cubicBezTo>
                    <a:pt x="754" y="0"/>
                    <a:pt x="754" y="0"/>
                    <a:pt x="754" y="0"/>
                  </a:cubicBezTo>
                  <a:cubicBezTo>
                    <a:pt x="754" y="0"/>
                    <a:pt x="754" y="0"/>
                    <a:pt x="754" y="0"/>
                  </a:cubicBezTo>
                  <a:cubicBezTo>
                    <a:pt x="754" y="1"/>
                    <a:pt x="751" y="4"/>
                    <a:pt x="744" y="12"/>
                  </a:cubicBezTo>
                  <a:cubicBezTo>
                    <a:pt x="722" y="36"/>
                    <a:pt x="658" y="103"/>
                    <a:pt x="494" y="268"/>
                  </a:cubicBezTo>
                  <a:cubicBezTo>
                    <a:pt x="478" y="284"/>
                    <a:pt x="458" y="303"/>
                    <a:pt x="436" y="324"/>
                  </a:cubicBezTo>
                  <a:cubicBezTo>
                    <a:pt x="397" y="361"/>
                    <a:pt x="351" y="405"/>
                    <a:pt x="303" y="455"/>
                  </a:cubicBezTo>
                  <a:cubicBezTo>
                    <a:pt x="232" y="530"/>
                    <a:pt x="157" y="617"/>
                    <a:pt x="99" y="713"/>
                  </a:cubicBezTo>
                  <a:cubicBezTo>
                    <a:pt x="70" y="760"/>
                    <a:pt x="46" y="811"/>
                    <a:pt x="28" y="863"/>
                  </a:cubicBezTo>
                  <a:cubicBezTo>
                    <a:pt x="10" y="914"/>
                    <a:pt x="0" y="969"/>
                    <a:pt x="0" y="1024"/>
                  </a:cubicBezTo>
                  <a:cubicBezTo>
                    <a:pt x="0" y="1086"/>
                    <a:pt x="13" y="1150"/>
                    <a:pt x="45" y="1212"/>
                  </a:cubicBezTo>
                  <a:cubicBezTo>
                    <a:pt x="68" y="1258"/>
                    <a:pt x="101" y="1303"/>
                    <a:pt x="144" y="1346"/>
                  </a:cubicBezTo>
                  <a:cubicBezTo>
                    <a:pt x="209" y="1411"/>
                    <a:pt x="297" y="1471"/>
                    <a:pt x="412" y="1527"/>
                  </a:cubicBezTo>
                  <a:cubicBezTo>
                    <a:pt x="527" y="1584"/>
                    <a:pt x="670" y="1636"/>
                    <a:pt x="846" y="1683"/>
                  </a:cubicBezTo>
                  <a:cubicBezTo>
                    <a:pt x="872" y="1586"/>
                    <a:pt x="872" y="1586"/>
                    <a:pt x="872" y="1586"/>
                  </a:cubicBezTo>
                  <a:cubicBezTo>
                    <a:pt x="720" y="1546"/>
                    <a:pt x="595" y="1502"/>
                    <a:pt x="493" y="1455"/>
                  </a:cubicBezTo>
                  <a:cubicBezTo>
                    <a:pt x="417" y="1421"/>
                    <a:pt x="354" y="1385"/>
                    <a:pt x="302" y="1348"/>
                  </a:cubicBezTo>
                  <a:cubicBezTo>
                    <a:pt x="264" y="1321"/>
                    <a:pt x="232" y="1294"/>
                    <a:pt x="206" y="1266"/>
                  </a:cubicBezTo>
                  <a:cubicBezTo>
                    <a:pt x="166" y="1225"/>
                    <a:pt x="140" y="1185"/>
                    <a:pt x="123" y="1144"/>
                  </a:cubicBezTo>
                  <a:cubicBezTo>
                    <a:pt x="107" y="1104"/>
                    <a:pt x="99" y="1064"/>
                    <a:pt x="99" y="1024"/>
                  </a:cubicBezTo>
                  <a:cubicBezTo>
                    <a:pt x="99" y="991"/>
                    <a:pt x="104" y="959"/>
                    <a:pt x="113" y="926"/>
                  </a:cubicBezTo>
                  <a:cubicBezTo>
                    <a:pt x="128" y="868"/>
                    <a:pt x="156" y="809"/>
                    <a:pt x="192" y="752"/>
                  </a:cubicBezTo>
                  <a:cubicBezTo>
                    <a:pt x="246" y="666"/>
                    <a:pt x="317" y="585"/>
                    <a:pt x="385" y="514"/>
                  </a:cubicBezTo>
                  <a:cubicBezTo>
                    <a:pt x="419" y="478"/>
                    <a:pt x="453" y="446"/>
                    <a:pt x="484" y="416"/>
                  </a:cubicBezTo>
                  <a:cubicBezTo>
                    <a:pt x="514" y="387"/>
                    <a:pt x="542" y="361"/>
                    <a:pt x="564" y="338"/>
                  </a:cubicBezTo>
                  <a:cubicBezTo>
                    <a:pt x="680" y="223"/>
                    <a:pt x="746" y="155"/>
                    <a:pt x="783" y="116"/>
                  </a:cubicBezTo>
                  <a:cubicBezTo>
                    <a:pt x="802" y="96"/>
                    <a:pt x="814" y="84"/>
                    <a:pt x="821" y="76"/>
                  </a:cubicBezTo>
                  <a:cubicBezTo>
                    <a:pt x="828" y="68"/>
                    <a:pt x="830" y="65"/>
                    <a:pt x="831" y="64"/>
                  </a:cubicBezTo>
                  <a:cubicBezTo>
                    <a:pt x="754" y="1"/>
                    <a:pt x="754" y="1"/>
                    <a:pt x="754" y="1"/>
                  </a:cubicBezTo>
                  <a:cubicBezTo>
                    <a:pt x="754" y="1"/>
                    <a:pt x="754" y="1"/>
                    <a:pt x="754" y="1"/>
                  </a:cubicBezTo>
                </a:path>
              </a:pathLst>
            </a:custGeom>
            <a:solidFill>
              <a:srgbClr val="FF6400"/>
            </a:solidFill>
            <a:ln>
              <a:noFill/>
            </a:ln>
          </p:spPr>
          <p:txBody>
            <a:bodyPr anchor="ctr"/>
            <a:p>
              <a:pPr algn="ctr"/>
            </a:p>
          </p:txBody>
        </p:sp>
        <p:sp>
          <p:nvSpPr>
            <p:cNvPr id="32" name="Freeform: Shape 16"/>
            <p:cNvSpPr/>
            <p:nvPr/>
          </p:nvSpPr>
          <p:spPr bwMode="auto">
            <a:xfrm>
              <a:off x="2124855" y="4880176"/>
              <a:ext cx="2291570" cy="717349"/>
            </a:xfrm>
            <a:custGeom>
              <a:avLst/>
              <a:gdLst>
                <a:gd name="T0" fmla="*/ 1600 w 1600"/>
                <a:gd name="T1" fmla="*/ 50 h 501"/>
                <a:gd name="T2" fmla="*/ 1599 w 1600"/>
                <a:gd name="T3" fmla="*/ 50 h 501"/>
                <a:gd name="T4" fmla="*/ 1361 w 1600"/>
                <a:gd name="T5" fmla="*/ 223 h 501"/>
                <a:gd name="T6" fmla="*/ 1284 w 1600"/>
                <a:gd name="T7" fmla="*/ 183 h 501"/>
                <a:gd name="T8" fmla="*/ 1244 w 1600"/>
                <a:gd name="T9" fmla="*/ 192 h 501"/>
                <a:gd name="T10" fmla="*/ 1098 w 1600"/>
                <a:gd name="T11" fmla="*/ 95 h 501"/>
                <a:gd name="T12" fmla="*/ 949 w 1600"/>
                <a:gd name="T13" fmla="*/ 200 h 501"/>
                <a:gd name="T14" fmla="*/ 914 w 1600"/>
                <a:gd name="T15" fmla="*/ 194 h 501"/>
                <a:gd name="T16" fmla="*/ 866 w 1600"/>
                <a:gd name="T17" fmla="*/ 206 h 501"/>
                <a:gd name="T18" fmla="*/ 866 w 1600"/>
                <a:gd name="T19" fmla="*/ 194 h 501"/>
                <a:gd name="T20" fmla="*/ 672 w 1600"/>
                <a:gd name="T21" fmla="*/ 0 h 501"/>
                <a:gd name="T22" fmla="*/ 496 w 1600"/>
                <a:gd name="T23" fmla="*/ 112 h 501"/>
                <a:gd name="T24" fmla="*/ 444 w 1600"/>
                <a:gd name="T25" fmla="*/ 95 h 501"/>
                <a:gd name="T26" fmla="*/ 403 w 1600"/>
                <a:gd name="T27" fmla="*/ 106 h 501"/>
                <a:gd name="T28" fmla="*/ 254 w 1600"/>
                <a:gd name="T29" fmla="*/ 27 h 501"/>
                <a:gd name="T30" fmla="*/ 73 w 1600"/>
                <a:gd name="T31" fmla="*/ 208 h 501"/>
                <a:gd name="T32" fmla="*/ 98 w 1600"/>
                <a:gd name="T33" fmla="*/ 299 h 501"/>
                <a:gd name="T34" fmla="*/ 0 w 1600"/>
                <a:gd name="T35" fmla="*/ 423 h 501"/>
                <a:gd name="T36" fmla="*/ 26 w 1600"/>
                <a:gd name="T37" fmla="*/ 501 h 501"/>
                <a:gd name="T38" fmla="*/ 1600 w 1600"/>
                <a:gd name="T39" fmla="*/ 501 h 501"/>
                <a:gd name="T40" fmla="*/ 1600 w 1600"/>
                <a:gd name="T41" fmla="*/ 50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00" h="501">
                  <a:moveTo>
                    <a:pt x="1600" y="50"/>
                  </a:moveTo>
                  <a:cubicBezTo>
                    <a:pt x="1599" y="50"/>
                    <a:pt x="1599" y="50"/>
                    <a:pt x="1599" y="50"/>
                  </a:cubicBezTo>
                  <a:cubicBezTo>
                    <a:pt x="1487" y="50"/>
                    <a:pt x="1393" y="123"/>
                    <a:pt x="1361" y="223"/>
                  </a:cubicBezTo>
                  <a:cubicBezTo>
                    <a:pt x="1344" y="199"/>
                    <a:pt x="1316" y="183"/>
                    <a:pt x="1284" y="183"/>
                  </a:cubicBezTo>
                  <a:cubicBezTo>
                    <a:pt x="1270" y="183"/>
                    <a:pt x="1256" y="186"/>
                    <a:pt x="1244" y="192"/>
                  </a:cubicBezTo>
                  <a:cubicBezTo>
                    <a:pt x="1220" y="135"/>
                    <a:pt x="1163" y="95"/>
                    <a:pt x="1098" y="95"/>
                  </a:cubicBezTo>
                  <a:cubicBezTo>
                    <a:pt x="1029" y="95"/>
                    <a:pt x="971" y="139"/>
                    <a:pt x="949" y="200"/>
                  </a:cubicBezTo>
                  <a:cubicBezTo>
                    <a:pt x="938" y="196"/>
                    <a:pt x="926" y="194"/>
                    <a:pt x="914" y="194"/>
                  </a:cubicBezTo>
                  <a:cubicBezTo>
                    <a:pt x="897" y="194"/>
                    <a:pt x="881" y="199"/>
                    <a:pt x="866" y="206"/>
                  </a:cubicBezTo>
                  <a:cubicBezTo>
                    <a:pt x="866" y="202"/>
                    <a:pt x="866" y="198"/>
                    <a:pt x="866" y="194"/>
                  </a:cubicBezTo>
                  <a:cubicBezTo>
                    <a:pt x="866" y="87"/>
                    <a:pt x="779" y="0"/>
                    <a:pt x="672" y="0"/>
                  </a:cubicBezTo>
                  <a:cubicBezTo>
                    <a:pt x="594" y="0"/>
                    <a:pt x="527" y="46"/>
                    <a:pt x="496" y="112"/>
                  </a:cubicBezTo>
                  <a:cubicBezTo>
                    <a:pt x="481" y="102"/>
                    <a:pt x="464" y="95"/>
                    <a:pt x="444" y="95"/>
                  </a:cubicBezTo>
                  <a:cubicBezTo>
                    <a:pt x="430" y="95"/>
                    <a:pt x="416" y="99"/>
                    <a:pt x="403" y="106"/>
                  </a:cubicBezTo>
                  <a:cubicBezTo>
                    <a:pt x="371" y="58"/>
                    <a:pt x="316" y="27"/>
                    <a:pt x="254" y="27"/>
                  </a:cubicBezTo>
                  <a:cubicBezTo>
                    <a:pt x="154" y="27"/>
                    <a:pt x="73" y="108"/>
                    <a:pt x="73" y="208"/>
                  </a:cubicBezTo>
                  <a:cubicBezTo>
                    <a:pt x="73" y="241"/>
                    <a:pt x="82" y="272"/>
                    <a:pt x="98" y="299"/>
                  </a:cubicBezTo>
                  <a:cubicBezTo>
                    <a:pt x="42" y="312"/>
                    <a:pt x="0" y="363"/>
                    <a:pt x="0" y="423"/>
                  </a:cubicBezTo>
                  <a:cubicBezTo>
                    <a:pt x="0" y="452"/>
                    <a:pt x="10" y="479"/>
                    <a:pt x="26" y="501"/>
                  </a:cubicBezTo>
                  <a:cubicBezTo>
                    <a:pt x="1600" y="501"/>
                    <a:pt x="1600" y="501"/>
                    <a:pt x="1600" y="501"/>
                  </a:cubicBezTo>
                  <a:lnTo>
                    <a:pt x="1600" y="50"/>
                  </a:ln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3" name="Freeform: Shape 17"/>
            <p:cNvSpPr/>
            <p:nvPr/>
          </p:nvSpPr>
          <p:spPr bwMode="auto">
            <a:xfrm>
              <a:off x="2105025" y="2617788"/>
              <a:ext cx="1738313" cy="2732088"/>
            </a:xfrm>
            <a:custGeom>
              <a:avLst/>
              <a:gdLst>
                <a:gd name="T0" fmla="*/ 748 w 1078"/>
                <a:gd name="T1" fmla="*/ 0 h 1694"/>
                <a:gd name="T2" fmla="*/ 757 w 1078"/>
                <a:gd name="T3" fmla="*/ 8 h 1694"/>
                <a:gd name="T4" fmla="*/ 748 w 1078"/>
                <a:gd name="T5" fmla="*/ 0 h 1694"/>
                <a:gd name="T6" fmla="*/ 748 w 1078"/>
                <a:gd name="T7" fmla="*/ 0 h 1694"/>
                <a:gd name="T8" fmla="*/ 757 w 1078"/>
                <a:gd name="T9" fmla="*/ 8 h 1694"/>
                <a:gd name="T10" fmla="*/ 748 w 1078"/>
                <a:gd name="T11" fmla="*/ 0 h 1694"/>
                <a:gd name="T12" fmla="*/ 747 w 1078"/>
                <a:gd name="T13" fmla="*/ 1 h 1694"/>
                <a:gd name="T14" fmla="*/ 694 w 1078"/>
                <a:gd name="T15" fmla="*/ 57 h 1694"/>
                <a:gd name="T16" fmla="*/ 485 w 1078"/>
                <a:gd name="T17" fmla="*/ 269 h 1694"/>
                <a:gd name="T18" fmla="*/ 355 w 1078"/>
                <a:gd name="T19" fmla="*/ 396 h 1694"/>
                <a:gd name="T20" fmla="*/ 120 w 1078"/>
                <a:gd name="T21" fmla="*/ 669 h 1694"/>
                <a:gd name="T22" fmla="*/ 34 w 1078"/>
                <a:gd name="T23" fmla="*/ 832 h 1694"/>
                <a:gd name="T24" fmla="*/ 0 w 1078"/>
                <a:gd name="T25" fmla="*/ 1005 h 1694"/>
                <a:gd name="T26" fmla="*/ 39 w 1078"/>
                <a:gd name="T27" fmla="*/ 1174 h 1694"/>
                <a:gd name="T28" fmla="*/ 126 w 1078"/>
                <a:gd name="T29" fmla="*/ 1297 h 1694"/>
                <a:gd name="T30" fmla="*/ 368 w 1078"/>
                <a:gd name="T31" fmla="*/ 1468 h 1694"/>
                <a:gd name="T32" fmla="*/ 764 w 1078"/>
                <a:gd name="T33" fmla="*/ 1619 h 1694"/>
                <a:gd name="T34" fmla="*/ 771 w 1078"/>
                <a:gd name="T35" fmla="*/ 1621 h 1694"/>
                <a:gd name="T36" fmla="*/ 834 w 1078"/>
                <a:gd name="T37" fmla="*/ 1636 h 1694"/>
                <a:gd name="T38" fmla="*/ 977 w 1078"/>
                <a:gd name="T39" fmla="*/ 1672 h 1694"/>
                <a:gd name="T40" fmla="*/ 1037 w 1078"/>
                <a:gd name="T41" fmla="*/ 1686 h 1694"/>
                <a:gd name="T42" fmla="*/ 1056 w 1078"/>
                <a:gd name="T43" fmla="*/ 1691 h 1694"/>
                <a:gd name="T44" fmla="*/ 1067 w 1078"/>
                <a:gd name="T45" fmla="*/ 1694 h 1694"/>
                <a:gd name="T46" fmla="*/ 1078 w 1078"/>
                <a:gd name="T47" fmla="*/ 1654 h 1694"/>
                <a:gd name="T48" fmla="*/ 1071 w 1078"/>
                <a:gd name="T49" fmla="*/ 1652 h 1694"/>
                <a:gd name="T50" fmla="*/ 912 w 1078"/>
                <a:gd name="T51" fmla="*/ 1613 h 1694"/>
                <a:gd name="T52" fmla="*/ 822 w 1078"/>
                <a:gd name="T53" fmla="*/ 1591 h 1694"/>
                <a:gd name="T54" fmla="*/ 791 w 1078"/>
                <a:gd name="T55" fmla="*/ 1583 h 1694"/>
                <a:gd name="T56" fmla="*/ 781 w 1078"/>
                <a:gd name="T57" fmla="*/ 1580 h 1694"/>
                <a:gd name="T58" fmla="*/ 776 w 1078"/>
                <a:gd name="T59" fmla="*/ 1579 h 1694"/>
                <a:gd name="T60" fmla="*/ 422 w 1078"/>
                <a:gd name="T61" fmla="*/ 1449 h 1694"/>
                <a:gd name="T62" fmla="*/ 124 w 1078"/>
                <a:gd name="T63" fmla="*/ 1231 h 1694"/>
                <a:gd name="T64" fmla="*/ 60 w 1078"/>
                <a:gd name="T65" fmla="*/ 1118 h 1694"/>
                <a:gd name="T66" fmla="*/ 41 w 1078"/>
                <a:gd name="T67" fmla="*/ 1005 h 1694"/>
                <a:gd name="T68" fmla="*/ 96 w 1078"/>
                <a:gd name="T69" fmla="*/ 794 h 1694"/>
                <a:gd name="T70" fmla="*/ 305 w 1078"/>
                <a:gd name="T71" fmla="*/ 506 h 1694"/>
                <a:gd name="T72" fmla="*/ 421 w 1078"/>
                <a:gd name="T73" fmla="*/ 389 h 1694"/>
                <a:gd name="T74" fmla="*/ 515 w 1078"/>
                <a:gd name="T75" fmla="*/ 299 h 1694"/>
                <a:gd name="T76" fmla="*/ 733 w 1078"/>
                <a:gd name="T77" fmla="*/ 77 h 1694"/>
                <a:gd name="T78" fmla="*/ 780 w 1078"/>
                <a:gd name="T79" fmla="*/ 27 h 1694"/>
                <a:gd name="T80" fmla="*/ 748 w 1078"/>
                <a:gd name="T8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78" h="1694">
                  <a:moveTo>
                    <a:pt x="748" y="0"/>
                  </a:moveTo>
                  <a:cubicBezTo>
                    <a:pt x="757" y="8"/>
                    <a:pt x="757" y="8"/>
                    <a:pt x="757" y="8"/>
                  </a:cubicBezTo>
                  <a:cubicBezTo>
                    <a:pt x="748" y="0"/>
                    <a:pt x="748" y="0"/>
                    <a:pt x="748" y="0"/>
                  </a:cubicBezTo>
                  <a:cubicBezTo>
                    <a:pt x="748" y="0"/>
                    <a:pt x="748" y="0"/>
                    <a:pt x="748" y="0"/>
                  </a:cubicBezTo>
                  <a:cubicBezTo>
                    <a:pt x="757" y="8"/>
                    <a:pt x="757" y="8"/>
                    <a:pt x="757" y="8"/>
                  </a:cubicBezTo>
                  <a:cubicBezTo>
                    <a:pt x="748" y="0"/>
                    <a:pt x="748" y="0"/>
                    <a:pt x="748" y="0"/>
                  </a:cubicBezTo>
                  <a:cubicBezTo>
                    <a:pt x="748" y="0"/>
                    <a:pt x="747" y="0"/>
                    <a:pt x="747" y="1"/>
                  </a:cubicBezTo>
                  <a:cubicBezTo>
                    <a:pt x="745" y="3"/>
                    <a:pt x="732" y="17"/>
                    <a:pt x="694" y="57"/>
                  </a:cubicBezTo>
                  <a:cubicBezTo>
                    <a:pt x="656" y="97"/>
                    <a:pt x="592" y="163"/>
                    <a:pt x="485" y="269"/>
                  </a:cubicBezTo>
                  <a:cubicBezTo>
                    <a:pt x="453" y="302"/>
                    <a:pt x="406" y="345"/>
                    <a:pt x="355" y="396"/>
                  </a:cubicBezTo>
                  <a:cubicBezTo>
                    <a:pt x="278" y="472"/>
                    <a:pt x="189" y="566"/>
                    <a:pt x="120" y="669"/>
                  </a:cubicBezTo>
                  <a:cubicBezTo>
                    <a:pt x="85" y="721"/>
                    <a:pt x="55" y="776"/>
                    <a:pt x="34" y="832"/>
                  </a:cubicBezTo>
                  <a:cubicBezTo>
                    <a:pt x="13" y="888"/>
                    <a:pt x="0" y="946"/>
                    <a:pt x="0" y="1005"/>
                  </a:cubicBezTo>
                  <a:cubicBezTo>
                    <a:pt x="0" y="1061"/>
                    <a:pt x="12" y="1118"/>
                    <a:pt x="39" y="1174"/>
                  </a:cubicBezTo>
                  <a:cubicBezTo>
                    <a:pt x="59" y="1216"/>
                    <a:pt x="88" y="1257"/>
                    <a:pt x="126" y="1297"/>
                  </a:cubicBezTo>
                  <a:cubicBezTo>
                    <a:pt x="184" y="1357"/>
                    <a:pt x="263" y="1414"/>
                    <a:pt x="368" y="1468"/>
                  </a:cubicBezTo>
                  <a:cubicBezTo>
                    <a:pt x="472" y="1522"/>
                    <a:pt x="603" y="1573"/>
                    <a:pt x="764" y="1619"/>
                  </a:cubicBezTo>
                  <a:cubicBezTo>
                    <a:pt x="766" y="1619"/>
                    <a:pt x="768" y="1620"/>
                    <a:pt x="771" y="1621"/>
                  </a:cubicBezTo>
                  <a:cubicBezTo>
                    <a:pt x="783" y="1624"/>
                    <a:pt x="805" y="1629"/>
                    <a:pt x="834" y="1636"/>
                  </a:cubicBezTo>
                  <a:cubicBezTo>
                    <a:pt x="876" y="1647"/>
                    <a:pt x="931" y="1660"/>
                    <a:pt x="977" y="1672"/>
                  </a:cubicBezTo>
                  <a:cubicBezTo>
                    <a:pt x="1000" y="1677"/>
                    <a:pt x="1021" y="1682"/>
                    <a:pt x="1037" y="1686"/>
                  </a:cubicBezTo>
                  <a:cubicBezTo>
                    <a:pt x="1045" y="1688"/>
                    <a:pt x="1051" y="1690"/>
                    <a:pt x="1056" y="1691"/>
                  </a:cubicBezTo>
                  <a:cubicBezTo>
                    <a:pt x="1062" y="1692"/>
                    <a:pt x="1065" y="1693"/>
                    <a:pt x="1067" y="1694"/>
                  </a:cubicBezTo>
                  <a:cubicBezTo>
                    <a:pt x="1078" y="1654"/>
                    <a:pt x="1078" y="1654"/>
                    <a:pt x="1078" y="1654"/>
                  </a:cubicBezTo>
                  <a:cubicBezTo>
                    <a:pt x="1076" y="1653"/>
                    <a:pt x="1074" y="1653"/>
                    <a:pt x="1071" y="1652"/>
                  </a:cubicBezTo>
                  <a:cubicBezTo>
                    <a:pt x="1048" y="1646"/>
                    <a:pt x="978" y="1629"/>
                    <a:pt x="912" y="1613"/>
                  </a:cubicBezTo>
                  <a:cubicBezTo>
                    <a:pt x="879" y="1605"/>
                    <a:pt x="847" y="1597"/>
                    <a:pt x="822" y="1591"/>
                  </a:cubicBezTo>
                  <a:cubicBezTo>
                    <a:pt x="810" y="1588"/>
                    <a:pt x="799" y="1585"/>
                    <a:pt x="791" y="1583"/>
                  </a:cubicBezTo>
                  <a:cubicBezTo>
                    <a:pt x="787" y="1582"/>
                    <a:pt x="784" y="1581"/>
                    <a:pt x="781" y="1580"/>
                  </a:cubicBezTo>
                  <a:cubicBezTo>
                    <a:pt x="778" y="1580"/>
                    <a:pt x="776" y="1579"/>
                    <a:pt x="776" y="1579"/>
                  </a:cubicBezTo>
                  <a:cubicBezTo>
                    <a:pt x="634" y="1538"/>
                    <a:pt x="517" y="1495"/>
                    <a:pt x="422" y="1449"/>
                  </a:cubicBezTo>
                  <a:cubicBezTo>
                    <a:pt x="278" y="1380"/>
                    <a:pt x="183" y="1306"/>
                    <a:pt x="124" y="1231"/>
                  </a:cubicBezTo>
                  <a:cubicBezTo>
                    <a:pt x="94" y="1193"/>
                    <a:pt x="74" y="1156"/>
                    <a:pt x="60" y="1118"/>
                  </a:cubicBezTo>
                  <a:cubicBezTo>
                    <a:pt x="47" y="1080"/>
                    <a:pt x="41" y="1043"/>
                    <a:pt x="41" y="1005"/>
                  </a:cubicBezTo>
                  <a:cubicBezTo>
                    <a:pt x="41" y="934"/>
                    <a:pt x="62" y="864"/>
                    <a:pt x="96" y="794"/>
                  </a:cubicBezTo>
                  <a:cubicBezTo>
                    <a:pt x="146" y="691"/>
                    <a:pt x="226" y="591"/>
                    <a:pt x="305" y="506"/>
                  </a:cubicBezTo>
                  <a:cubicBezTo>
                    <a:pt x="345" y="463"/>
                    <a:pt x="385" y="424"/>
                    <a:pt x="421" y="389"/>
                  </a:cubicBezTo>
                  <a:cubicBezTo>
                    <a:pt x="457" y="354"/>
                    <a:pt x="489" y="324"/>
                    <a:pt x="515" y="299"/>
                  </a:cubicBezTo>
                  <a:cubicBezTo>
                    <a:pt x="630" y="183"/>
                    <a:pt x="696" y="116"/>
                    <a:pt x="733" y="77"/>
                  </a:cubicBezTo>
                  <a:cubicBezTo>
                    <a:pt x="771" y="38"/>
                    <a:pt x="779" y="27"/>
                    <a:pt x="780" y="27"/>
                  </a:cubicBezTo>
                  <a:cubicBezTo>
                    <a:pt x="748" y="0"/>
                    <a:pt x="748" y="0"/>
                    <a:pt x="748" y="0"/>
                  </a:cubicBezTo>
                </a:path>
              </a:pathLst>
            </a:custGeom>
            <a:solidFill>
              <a:srgbClr val="FFC000"/>
            </a:solidFill>
            <a:ln>
              <a:noFill/>
            </a:ln>
          </p:spPr>
          <p:txBody>
            <a:bodyPr anchor="ctr"/>
            <a:p>
              <a:pPr algn="ctr"/>
            </a:p>
          </p:txBody>
        </p:sp>
        <p:sp>
          <p:nvSpPr>
            <p:cNvPr id="34" name="Freeform: Shape 18"/>
            <p:cNvSpPr/>
            <p:nvPr/>
          </p:nvSpPr>
          <p:spPr bwMode="auto">
            <a:xfrm>
              <a:off x="2499737" y="5191638"/>
              <a:ext cx="1916688" cy="405887"/>
            </a:xfrm>
            <a:custGeom>
              <a:avLst/>
              <a:gdLst>
                <a:gd name="T0" fmla="*/ 1338 w 1338"/>
                <a:gd name="T1" fmla="*/ 20 h 283"/>
                <a:gd name="T2" fmla="*/ 1278 w 1338"/>
                <a:gd name="T3" fmla="*/ 9 h 283"/>
                <a:gd name="T4" fmla="*/ 1107 w 1338"/>
                <a:gd name="T5" fmla="*/ 179 h 283"/>
                <a:gd name="T6" fmla="*/ 1103 w 1338"/>
                <a:gd name="T7" fmla="*/ 179 h 283"/>
                <a:gd name="T8" fmla="*/ 1080 w 1338"/>
                <a:gd name="T9" fmla="*/ 184 h 283"/>
                <a:gd name="T10" fmla="*/ 926 w 1338"/>
                <a:gd name="T11" fmla="*/ 37 h 283"/>
                <a:gd name="T12" fmla="*/ 772 w 1338"/>
                <a:gd name="T13" fmla="*/ 191 h 283"/>
                <a:gd name="T14" fmla="*/ 772 w 1338"/>
                <a:gd name="T15" fmla="*/ 195 h 283"/>
                <a:gd name="T16" fmla="*/ 721 w 1338"/>
                <a:gd name="T17" fmla="*/ 179 h 283"/>
                <a:gd name="T18" fmla="*/ 692 w 1338"/>
                <a:gd name="T19" fmla="*/ 184 h 283"/>
                <a:gd name="T20" fmla="*/ 698 w 1338"/>
                <a:gd name="T21" fmla="*/ 144 h 283"/>
                <a:gd name="T22" fmla="*/ 554 w 1338"/>
                <a:gd name="T23" fmla="*/ 0 h 283"/>
                <a:gd name="T24" fmla="*/ 412 w 1338"/>
                <a:gd name="T25" fmla="*/ 125 h 283"/>
                <a:gd name="T26" fmla="*/ 380 w 1338"/>
                <a:gd name="T27" fmla="*/ 120 h 283"/>
                <a:gd name="T28" fmla="*/ 300 w 1338"/>
                <a:gd name="T29" fmla="*/ 154 h 283"/>
                <a:gd name="T30" fmla="*/ 165 w 1338"/>
                <a:gd name="T31" fmla="*/ 85 h 283"/>
                <a:gd name="T32" fmla="*/ 0 w 1338"/>
                <a:gd name="T33" fmla="*/ 250 h 283"/>
                <a:gd name="T34" fmla="*/ 3 w 1338"/>
                <a:gd name="T35" fmla="*/ 283 h 283"/>
                <a:gd name="T36" fmla="*/ 1338 w 1338"/>
                <a:gd name="T37" fmla="*/ 283 h 283"/>
                <a:gd name="T38" fmla="*/ 1338 w 1338"/>
                <a:gd name="T39" fmla="*/ 2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8" h="283">
                  <a:moveTo>
                    <a:pt x="1338" y="20"/>
                  </a:moveTo>
                  <a:cubicBezTo>
                    <a:pt x="1319" y="13"/>
                    <a:pt x="1299" y="9"/>
                    <a:pt x="1278" y="9"/>
                  </a:cubicBezTo>
                  <a:cubicBezTo>
                    <a:pt x="1184" y="9"/>
                    <a:pt x="1108" y="85"/>
                    <a:pt x="1107" y="179"/>
                  </a:cubicBezTo>
                  <a:cubicBezTo>
                    <a:pt x="1106" y="179"/>
                    <a:pt x="1105" y="179"/>
                    <a:pt x="1103" y="179"/>
                  </a:cubicBezTo>
                  <a:cubicBezTo>
                    <a:pt x="1095" y="179"/>
                    <a:pt x="1087" y="181"/>
                    <a:pt x="1080" y="184"/>
                  </a:cubicBezTo>
                  <a:cubicBezTo>
                    <a:pt x="1076" y="102"/>
                    <a:pt x="1009" y="37"/>
                    <a:pt x="926" y="37"/>
                  </a:cubicBezTo>
                  <a:cubicBezTo>
                    <a:pt x="841" y="37"/>
                    <a:pt x="772" y="106"/>
                    <a:pt x="772" y="191"/>
                  </a:cubicBezTo>
                  <a:cubicBezTo>
                    <a:pt x="772" y="192"/>
                    <a:pt x="772" y="194"/>
                    <a:pt x="772" y="195"/>
                  </a:cubicBezTo>
                  <a:cubicBezTo>
                    <a:pt x="758" y="185"/>
                    <a:pt x="740" y="179"/>
                    <a:pt x="721" y="179"/>
                  </a:cubicBezTo>
                  <a:cubicBezTo>
                    <a:pt x="711" y="179"/>
                    <a:pt x="701" y="181"/>
                    <a:pt x="692" y="184"/>
                  </a:cubicBezTo>
                  <a:cubicBezTo>
                    <a:pt x="696" y="171"/>
                    <a:pt x="698" y="158"/>
                    <a:pt x="698" y="144"/>
                  </a:cubicBezTo>
                  <a:cubicBezTo>
                    <a:pt x="698" y="64"/>
                    <a:pt x="634" y="0"/>
                    <a:pt x="554" y="0"/>
                  </a:cubicBezTo>
                  <a:cubicBezTo>
                    <a:pt x="482" y="0"/>
                    <a:pt x="422" y="55"/>
                    <a:pt x="412" y="125"/>
                  </a:cubicBezTo>
                  <a:cubicBezTo>
                    <a:pt x="402" y="122"/>
                    <a:pt x="391" y="120"/>
                    <a:pt x="380" y="120"/>
                  </a:cubicBezTo>
                  <a:cubicBezTo>
                    <a:pt x="348" y="120"/>
                    <a:pt x="320" y="133"/>
                    <a:pt x="300" y="154"/>
                  </a:cubicBezTo>
                  <a:cubicBezTo>
                    <a:pt x="270" y="112"/>
                    <a:pt x="221" y="85"/>
                    <a:pt x="165" y="85"/>
                  </a:cubicBezTo>
                  <a:cubicBezTo>
                    <a:pt x="74" y="85"/>
                    <a:pt x="0" y="159"/>
                    <a:pt x="0" y="250"/>
                  </a:cubicBezTo>
                  <a:cubicBezTo>
                    <a:pt x="0" y="261"/>
                    <a:pt x="1" y="272"/>
                    <a:pt x="3" y="283"/>
                  </a:cubicBezTo>
                  <a:cubicBezTo>
                    <a:pt x="1338" y="283"/>
                    <a:pt x="1338" y="283"/>
                    <a:pt x="1338" y="283"/>
                  </a:cubicBezTo>
                  <a:lnTo>
                    <a:pt x="1338" y="20"/>
                  </a:ln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5" name="Freeform: Shape 19"/>
            <p:cNvSpPr/>
            <p:nvPr/>
          </p:nvSpPr>
          <p:spPr bwMode="auto">
            <a:xfrm>
              <a:off x="2911475" y="2573338"/>
              <a:ext cx="503238" cy="503238"/>
            </a:xfrm>
            <a:custGeom>
              <a:avLst/>
              <a:gdLst>
                <a:gd name="T0" fmla="*/ 210 w 312"/>
                <a:gd name="T1" fmla="*/ 0 h 312"/>
                <a:gd name="T2" fmla="*/ 95 w 312"/>
                <a:gd name="T3" fmla="*/ 86 h 312"/>
                <a:gd name="T4" fmla="*/ 0 w 312"/>
                <a:gd name="T5" fmla="*/ 312 h 312"/>
                <a:gd name="T6" fmla="*/ 226 w 312"/>
                <a:gd name="T7" fmla="*/ 217 h 312"/>
                <a:gd name="T8" fmla="*/ 312 w 312"/>
                <a:gd name="T9" fmla="*/ 102 h 312"/>
                <a:gd name="T10" fmla="*/ 210 w 312"/>
                <a:gd name="T11" fmla="*/ 0 h 312"/>
              </a:gdLst>
              <a:ahLst/>
              <a:cxnLst>
                <a:cxn ang="0">
                  <a:pos x="T0" y="T1"/>
                </a:cxn>
                <a:cxn ang="0">
                  <a:pos x="T2" y="T3"/>
                </a:cxn>
                <a:cxn ang="0">
                  <a:pos x="T4" y="T5"/>
                </a:cxn>
                <a:cxn ang="0">
                  <a:pos x="T6" y="T7"/>
                </a:cxn>
                <a:cxn ang="0">
                  <a:pos x="T8" y="T9"/>
                </a:cxn>
                <a:cxn ang="0">
                  <a:pos x="T10" y="T11"/>
                </a:cxn>
              </a:cxnLst>
              <a:rect l="0" t="0" r="r" b="b"/>
              <a:pathLst>
                <a:path w="312" h="312">
                  <a:moveTo>
                    <a:pt x="210" y="0"/>
                  </a:moveTo>
                  <a:cubicBezTo>
                    <a:pt x="174" y="18"/>
                    <a:pt x="133" y="48"/>
                    <a:pt x="95" y="86"/>
                  </a:cubicBezTo>
                  <a:cubicBezTo>
                    <a:pt x="7" y="175"/>
                    <a:pt x="0" y="312"/>
                    <a:pt x="0" y="312"/>
                  </a:cubicBezTo>
                  <a:cubicBezTo>
                    <a:pt x="0" y="312"/>
                    <a:pt x="137" y="305"/>
                    <a:pt x="226" y="217"/>
                  </a:cubicBezTo>
                  <a:cubicBezTo>
                    <a:pt x="264" y="179"/>
                    <a:pt x="294" y="138"/>
                    <a:pt x="312" y="102"/>
                  </a:cubicBezTo>
                  <a:cubicBezTo>
                    <a:pt x="210" y="0"/>
                    <a:pt x="210" y="0"/>
                    <a:pt x="210" y="0"/>
                  </a:cubicBezTo>
                </a:path>
              </a:pathLst>
            </a:custGeom>
            <a:solidFill>
              <a:srgbClr val="D8574A"/>
            </a:solidFill>
            <a:ln>
              <a:noFill/>
            </a:ln>
          </p:spPr>
          <p:txBody>
            <a:bodyPr anchor="ctr"/>
            <a:p>
              <a:pPr algn="ctr"/>
            </a:p>
          </p:txBody>
        </p:sp>
        <p:sp>
          <p:nvSpPr>
            <p:cNvPr id="36" name="Freeform: Shape 20"/>
            <p:cNvSpPr/>
            <p:nvPr/>
          </p:nvSpPr>
          <p:spPr bwMode="auto">
            <a:xfrm>
              <a:off x="3057525" y="2589213"/>
              <a:ext cx="341313" cy="339725"/>
            </a:xfrm>
            <a:custGeom>
              <a:avLst/>
              <a:gdLst>
                <a:gd name="T0" fmla="*/ 129 w 211"/>
                <a:gd name="T1" fmla="*/ 0 h 211"/>
                <a:gd name="T2" fmla="*/ 68 w 211"/>
                <a:gd name="T3" fmla="*/ 49 h 211"/>
                <a:gd name="T4" fmla="*/ 0 w 211"/>
                <a:gd name="T5" fmla="*/ 211 h 211"/>
                <a:gd name="T6" fmla="*/ 162 w 211"/>
                <a:gd name="T7" fmla="*/ 143 h 211"/>
                <a:gd name="T8" fmla="*/ 211 w 211"/>
                <a:gd name="T9" fmla="*/ 82 h 211"/>
                <a:gd name="T10" fmla="*/ 129 w 211"/>
                <a:gd name="T11" fmla="*/ 0 h 211"/>
              </a:gdLst>
              <a:ahLst/>
              <a:cxnLst>
                <a:cxn ang="0">
                  <a:pos x="T0" y="T1"/>
                </a:cxn>
                <a:cxn ang="0">
                  <a:pos x="T2" y="T3"/>
                </a:cxn>
                <a:cxn ang="0">
                  <a:pos x="T4" y="T5"/>
                </a:cxn>
                <a:cxn ang="0">
                  <a:pos x="T6" y="T7"/>
                </a:cxn>
                <a:cxn ang="0">
                  <a:pos x="T8" y="T9"/>
                </a:cxn>
                <a:cxn ang="0">
                  <a:pos x="T10" y="T11"/>
                </a:cxn>
              </a:cxnLst>
              <a:rect l="0" t="0" r="r" b="b"/>
              <a:pathLst>
                <a:path w="211" h="211">
                  <a:moveTo>
                    <a:pt x="129" y="0"/>
                  </a:moveTo>
                  <a:cubicBezTo>
                    <a:pt x="109" y="12"/>
                    <a:pt x="88" y="29"/>
                    <a:pt x="68" y="49"/>
                  </a:cubicBezTo>
                  <a:cubicBezTo>
                    <a:pt x="4" y="113"/>
                    <a:pt x="0" y="211"/>
                    <a:pt x="0" y="211"/>
                  </a:cubicBezTo>
                  <a:cubicBezTo>
                    <a:pt x="0" y="211"/>
                    <a:pt x="98" y="207"/>
                    <a:pt x="162" y="143"/>
                  </a:cubicBezTo>
                  <a:cubicBezTo>
                    <a:pt x="182" y="123"/>
                    <a:pt x="199" y="102"/>
                    <a:pt x="211" y="82"/>
                  </a:cubicBezTo>
                  <a:cubicBezTo>
                    <a:pt x="129" y="0"/>
                    <a:pt x="129" y="0"/>
                    <a:pt x="129" y="0"/>
                  </a:cubicBezTo>
                </a:path>
              </a:pathLst>
            </a:custGeom>
            <a:solidFill>
              <a:srgbClr val="FF6400"/>
            </a:solidFill>
            <a:ln>
              <a:noFill/>
            </a:ln>
          </p:spPr>
          <p:txBody>
            <a:bodyPr anchor="ctr"/>
            <a:p>
              <a:pPr algn="ctr"/>
            </a:p>
          </p:txBody>
        </p:sp>
        <p:sp>
          <p:nvSpPr>
            <p:cNvPr id="37" name="Freeform: Shape 21"/>
            <p:cNvSpPr/>
            <p:nvPr/>
          </p:nvSpPr>
          <p:spPr bwMode="auto">
            <a:xfrm>
              <a:off x="3160713" y="2601913"/>
              <a:ext cx="225425" cy="223838"/>
            </a:xfrm>
            <a:custGeom>
              <a:avLst/>
              <a:gdLst>
                <a:gd name="T0" fmla="*/ 74 w 139"/>
                <a:gd name="T1" fmla="*/ 0 h 139"/>
                <a:gd name="T2" fmla="*/ 49 w 139"/>
                <a:gd name="T3" fmla="*/ 22 h 139"/>
                <a:gd name="T4" fmla="*/ 0 w 139"/>
                <a:gd name="T5" fmla="*/ 139 h 139"/>
                <a:gd name="T6" fmla="*/ 117 w 139"/>
                <a:gd name="T7" fmla="*/ 90 h 139"/>
                <a:gd name="T8" fmla="*/ 139 w 139"/>
                <a:gd name="T9" fmla="*/ 65 h 139"/>
                <a:gd name="T10" fmla="*/ 74 w 139"/>
                <a:gd name="T11" fmla="*/ 0 h 139"/>
              </a:gdLst>
              <a:ahLst/>
              <a:cxnLst>
                <a:cxn ang="0">
                  <a:pos x="T0" y="T1"/>
                </a:cxn>
                <a:cxn ang="0">
                  <a:pos x="T2" y="T3"/>
                </a:cxn>
                <a:cxn ang="0">
                  <a:pos x="T4" y="T5"/>
                </a:cxn>
                <a:cxn ang="0">
                  <a:pos x="T6" y="T7"/>
                </a:cxn>
                <a:cxn ang="0">
                  <a:pos x="T8" y="T9"/>
                </a:cxn>
                <a:cxn ang="0">
                  <a:pos x="T10" y="T11"/>
                </a:cxn>
              </a:cxnLst>
              <a:rect l="0" t="0" r="r" b="b"/>
              <a:pathLst>
                <a:path w="139" h="139">
                  <a:moveTo>
                    <a:pt x="74" y="0"/>
                  </a:moveTo>
                  <a:cubicBezTo>
                    <a:pt x="66" y="7"/>
                    <a:pt x="57" y="14"/>
                    <a:pt x="49" y="22"/>
                  </a:cubicBezTo>
                  <a:cubicBezTo>
                    <a:pt x="3" y="68"/>
                    <a:pt x="0" y="139"/>
                    <a:pt x="0" y="139"/>
                  </a:cubicBezTo>
                  <a:cubicBezTo>
                    <a:pt x="0" y="139"/>
                    <a:pt x="71" y="136"/>
                    <a:pt x="117" y="90"/>
                  </a:cubicBezTo>
                  <a:cubicBezTo>
                    <a:pt x="125" y="82"/>
                    <a:pt x="132" y="73"/>
                    <a:pt x="139" y="65"/>
                  </a:cubicBezTo>
                  <a:cubicBezTo>
                    <a:pt x="74" y="0"/>
                    <a:pt x="74" y="0"/>
                    <a:pt x="74" y="0"/>
                  </a:cubicBezTo>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8" name="Freeform: Shape 22"/>
            <p:cNvSpPr/>
            <p:nvPr/>
          </p:nvSpPr>
          <p:spPr bwMode="auto">
            <a:xfrm>
              <a:off x="2951163" y="1939926"/>
              <a:ext cx="587375" cy="560388"/>
            </a:xfrm>
            <a:custGeom>
              <a:avLst/>
              <a:gdLst>
                <a:gd name="T0" fmla="*/ 364 w 364"/>
                <a:gd name="T1" fmla="*/ 52 h 347"/>
                <a:gd name="T2" fmla="*/ 245 w 364"/>
                <a:gd name="T3" fmla="*/ 28 h 347"/>
                <a:gd name="T4" fmla="*/ 44 w 364"/>
                <a:gd name="T5" fmla="*/ 347 h 347"/>
                <a:gd name="T6" fmla="*/ 179 w 364"/>
                <a:gd name="T7" fmla="*/ 321 h 347"/>
                <a:gd name="T8" fmla="*/ 364 w 364"/>
                <a:gd name="T9" fmla="*/ 52 h 347"/>
              </a:gdLst>
              <a:ahLst/>
              <a:cxnLst>
                <a:cxn ang="0">
                  <a:pos x="T0" y="T1"/>
                </a:cxn>
                <a:cxn ang="0">
                  <a:pos x="T2" y="T3"/>
                </a:cxn>
                <a:cxn ang="0">
                  <a:pos x="T4" y="T5"/>
                </a:cxn>
                <a:cxn ang="0">
                  <a:pos x="T6" y="T7"/>
                </a:cxn>
                <a:cxn ang="0">
                  <a:pos x="T8" y="T9"/>
                </a:cxn>
              </a:cxnLst>
              <a:rect l="0" t="0" r="r" b="b"/>
              <a:pathLst>
                <a:path w="364" h="347">
                  <a:moveTo>
                    <a:pt x="364" y="52"/>
                  </a:moveTo>
                  <a:cubicBezTo>
                    <a:pt x="364" y="52"/>
                    <a:pt x="274" y="57"/>
                    <a:pt x="245" y="28"/>
                  </a:cubicBezTo>
                  <a:cubicBezTo>
                    <a:pt x="216" y="0"/>
                    <a:pt x="0" y="178"/>
                    <a:pt x="44" y="347"/>
                  </a:cubicBezTo>
                  <a:cubicBezTo>
                    <a:pt x="44" y="347"/>
                    <a:pt x="116" y="250"/>
                    <a:pt x="179" y="321"/>
                  </a:cubicBezTo>
                  <a:lnTo>
                    <a:pt x="364" y="52"/>
                  </a:lnTo>
                  <a:close/>
                </a:path>
              </a:pathLst>
            </a:custGeom>
            <a:solidFill>
              <a:schemeClr val="accent1"/>
            </a:solidFill>
            <a:ln>
              <a:noFill/>
            </a:ln>
          </p:spPr>
          <p:txBody>
            <a:bodyPr anchor="ctr"/>
            <a:p>
              <a:pPr algn="ctr"/>
            </a:p>
          </p:txBody>
        </p:sp>
        <p:sp>
          <p:nvSpPr>
            <p:cNvPr id="39" name="Freeform: Shape 23"/>
            <p:cNvSpPr/>
            <p:nvPr/>
          </p:nvSpPr>
          <p:spPr bwMode="auto">
            <a:xfrm>
              <a:off x="3487738" y="2447926"/>
              <a:ext cx="558800" cy="587375"/>
            </a:xfrm>
            <a:custGeom>
              <a:avLst/>
              <a:gdLst>
                <a:gd name="T0" fmla="*/ 295 w 347"/>
                <a:gd name="T1" fmla="*/ 0 h 364"/>
                <a:gd name="T2" fmla="*/ 319 w 347"/>
                <a:gd name="T3" fmla="*/ 119 h 364"/>
                <a:gd name="T4" fmla="*/ 0 w 347"/>
                <a:gd name="T5" fmla="*/ 320 h 364"/>
                <a:gd name="T6" fmla="*/ 26 w 347"/>
                <a:gd name="T7" fmla="*/ 185 h 364"/>
                <a:gd name="T8" fmla="*/ 295 w 347"/>
                <a:gd name="T9" fmla="*/ 0 h 364"/>
              </a:gdLst>
              <a:ahLst/>
              <a:cxnLst>
                <a:cxn ang="0">
                  <a:pos x="T0" y="T1"/>
                </a:cxn>
                <a:cxn ang="0">
                  <a:pos x="T2" y="T3"/>
                </a:cxn>
                <a:cxn ang="0">
                  <a:pos x="T4" y="T5"/>
                </a:cxn>
                <a:cxn ang="0">
                  <a:pos x="T6" y="T7"/>
                </a:cxn>
                <a:cxn ang="0">
                  <a:pos x="T8" y="T9"/>
                </a:cxn>
              </a:cxnLst>
              <a:rect l="0" t="0" r="r" b="b"/>
              <a:pathLst>
                <a:path w="347" h="364">
                  <a:moveTo>
                    <a:pt x="295" y="0"/>
                  </a:moveTo>
                  <a:cubicBezTo>
                    <a:pt x="295" y="0"/>
                    <a:pt x="290" y="90"/>
                    <a:pt x="319" y="119"/>
                  </a:cubicBezTo>
                  <a:cubicBezTo>
                    <a:pt x="347" y="148"/>
                    <a:pt x="169" y="364"/>
                    <a:pt x="0" y="320"/>
                  </a:cubicBezTo>
                  <a:cubicBezTo>
                    <a:pt x="0" y="320"/>
                    <a:pt x="97" y="248"/>
                    <a:pt x="26" y="185"/>
                  </a:cubicBezTo>
                  <a:cubicBezTo>
                    <a:pt x="295" y="0"/>
                    <a:pt x="295" y="0"/>
                    <a:pt x="295" y="0"/>
                  </a:cubicBezTo>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0" name="Freeform: Shape 24"/>
            <p:cNvSpPr/>
            <p:nvPr/>
          </p:nvSpPr>
          <p:spPr bwMode="auto">
            <a:xfrm>
              <a:off x="3192463" y="2482851"/>
              <a:ext cx="312738" cy="312738"/>
            </a:xfrm>
            <a:custGeom>
              <a:avLst/>
              <a:gdLst>
                <a:gd name="T0" fmla="*/ 23 w 197"/>
                <a:gd name="T1" fmla="*/ 0 h 197"/>
                <a:gd name="T2" fmla="*/ 0 w 197"/>
                <a:gd name="T3" fmla="*/ 23 h 197"/>
                <a:gd name="T4" fmla="*/ 174 w 197"/>
                <a:gd name="T5" fmla="*/ 197 h 197"/>
                <a:gd name="T6" fmla="*/ 197 w 197"/>
                <a:gd name="T7" fmla="*/ 173 h 197"/>
                <a:gd name="T8" fmla="*/ 23 w 197"/>
                <a:gd name="T9" fmla="*/ 0 h 197"/>
              </a:gdLst>
              <a:ahLst/>
              <a:cxnLst>
                <a:cxn ang="0">
                  <a:pos x="T0" y="T1"/>
                </a:cxn>
                <a:cxn ang="0">
                  <a:pos x="T2" y="T3"/>
                </a:cxn>
                <a:cxn ang="0">
                  <a:pos x="T4" y="T5"/>
                </a:cxn>
                <a:cxn ang="0">
                  <a:pos x="T6" y="T7"/>
                </a:cxn>
                <a:cxn ang="0">
                  <a:pos x="T8" y="T9"/>
                </a:cxn>
              </a:cxnLst>
              <a:rect l="0" t="0" r="r" b="b"/>
              <a:pathLst>
                <a:path w="197" h="197">
                  <a:moveTo>
                    <a:pt x="23" y="0"/>
                  </a:moveTo>
                  <a:lnTo>
                    <a:pt x="0" y="23"/>
                  </a:lnTo>
                  <a:lnTo>
                    <a:pt x="174" y="197"/>
                  </a:lnTo>
                  <a:lnTo>
                    <a:pt x="197" y="173"/>
                  </a:lnTo>
                  <a:lnTo>
                    <a:pt x="23" y="0"/>
                  </a:lnTo>
                  <a:close/>
                </a:path>
              </a:pathLst>
            </a:custGeom>
            <a:solidFill>
              <a:schemeClr val="accent1"/>
            </a:solidFill>
            <a:ln>
              <a:noFill/>
            </a:ln>
          </p:spPr>
          <p:txBody>
            <a:bodyPr anchor="ctr"/>
            <a:p>
              <a:pPr algn="ctr"/>
            </a:p>
          </p:txBody>
        </p:sp>
        <p:sp>
          <p:nvSpPr>
            <p:cNvPr id="41" name="Freeform: Shape 25"/>
            <p:cNvSpPr/>
            <p:nvPr/>
          </p:nvSpPr>
          <p:spPr bwMode="auto">
            <a:xfrm>
              <a:off x="3192463" y="2482851"/>
              <a:ext cx="312738" cy="312738"/>
            </a:xfrm>
            <a:custGeom>
              <a:avLst/>
              <a:gdLst>
                <a:gd name="T0" fmla="*/ 23 w 197"/>
                <a:gd name="T1" fmla="*/ 0 h 197"/>
                <a:gd name="T2" fmla="*/ 0 w 197"/>
                <a:gd name="T3" fmla="*/ 23 h 197"/>
                <a:gd name="T4" fmla="*/ 174 w 197"/>
                <a:gd name="T5" fmla="*/ 197 h 197"/>
                <a:gd name="T6" fmla="*/ 197 w 197"/>
                <a:gd name="T7" fmla="*/ 173 h 197"/>
                <a:gd name="T8" fmla="*/ 23 w 197"/>
                <a:gd name="T9" fmla="*/ 0 h 197"/>
              </a:gdLst>
              <a:ahLst/>
              <a:cxnLst>
                <a:cxn ang="0">
                  <a:pos x="T0" y="T1"/>
                </a:cxn>
                <a:cxn ang="0">
                  <a:pos x="T2" y="T3"/>
                </a:cxn>
                <a:cxn ang="0">
                  <a:pos x="T4" y="T5"/>
                </a:cxn>
                <a:cxn ang="0">
                  <a:pos x="T6" y="T7"/>
                </a:cxn>
                <a:cxn ang="0">
                  <a:pos x="T8" y="T9"/>
                </a:cxn>
              </a:cxnLst>
              <a:rect l="0" t="0" r="r" b="b"/>
              <a:pathLst>
                <a:path w="197" h="197">
                  <a:moveTo>
                    <a:pt x="23" y="0"/>
                  </a:moveTo>
                  <a:lnTo>
                    <a:pt x="0" y="23"/>
                  </a:lnTo>
                  <a:lnTo>
                    <a:pt x="174" y="197"/>
                  </a:lnTo>
                  <a:lnTo>
                    <a:pt x="197" y="173"/>
                  </a:lnTo>
                  <a:lnTo>
                    <a:pt x="2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42" name="Freeform: Shape 26"/>
            <p:cNvSpPr/>
            <p:nvPr/>
          </p:nvSpPr>
          <p:spPr bwMode="auto">
            <a:xfrm>
              <a:off x="3198813" y="1433513"/>
              <a:ext cx="1355725" cy="1355725"/>
            </a:xfrm>
            <a:custGeom>
              <a:avLst/>
              <a:gdLst>
                <a:gd name="T0" fmla="*/ 204 w 840"/>
                <a:gd name="T1" fmla="*/ 840 h 840"/>
                <a:gd name="T2" fmla="*/ 492 w 840"/>
                <a:gd name="T3" fmla="*/ 612 h 840"/>
                <a:gd name="T4" fmla="*/ 768 w 840"/>
                <a:gd name="T5" fmla="*/ 72 h 840"/>
                <a:gd name="T6" fmla="*/ 228 w 840"/>
                <a:gd name="T7" fmla="*/ 348 h 840"/>
                <a:gd name="T8" fmla="*/ 0 w 840"/>
                <a:gd name="T9" fmla="*/ 636 h 840"/>
                <a:gd name="T10" fmla="*/ 204 w 840"/>
                <a:gd name="T11" fmla="*/ 840 h 840"/>
              </a:gdLst>
              <a:ahLst/>
              <a:cxnLst>
                <a:cxn ang="0">
                  <a:pos x="T0" y="T1"/>
                </a:cxn>
                <a:cxn ang="0">
                  <a:pos x="T2" y="T3"/>
                </a:cxn>
                <a:cxn ang="0">
                  <a:pos x="T4" y="T5"/>
                </a:cxn>
                <a:cxn ang="0">
                  <a:pos x="T6" y="T7"/>
                </a:cxn>
                <a:cxn ang="0">
                  <a:pos x="T8" y="T9"/>
                </a:cxn>
                <a:cxn ang="0">
                  <a:pos x="T10" y="T11"/>
                </a:cxn>
              </a:cxnLst>
              <a:rect l="0" t="0" r="r" b="b"/>
              <a:pathLst>
                <a:path w="840" h="840">
                  <a:moveTo>
                    <a:pt x="204" y="840"/>
                  </a:moveTo>
                  <a:cubicBezTo>
                    <a:pt x="292" y="789"/>
                    <a:pt x="394" y="710"/>
                    <a:pt x="492" y="612"/>
                  </a:cubicBezTo>
                  <a:cubicBezTo>
                    <a:pt x="717" y="387"/>
                    <a:pt x="840" y="145"/>
                    <a:pt x="768" y="72"/>
                  </a:cubicBezTo>
                  <a:cubicBezTo>
                    <a:pt x="695" y="0"/>
                    <a:pt x="453" y="123"/>
                    <a:pt x="228" y="348"/>
                  </a:cubicBezTo>
                  <a:cubicBezTo>
                    <a:pt x="130" y="446"/>
                    <a:pt x="52" y="548"/>
                    <a:pt x="0" y="636"/>
                  </a:cubicBezTo>
                  <a:cubicBezTo>
                    <a:pt x="204" y="840"/>
                    <a:pt x="204" y="840"/>
                    <a:pt x="204" y="840"/>
                  </a:cubicBezTo>
                </a:path>
              </a:pathLst>
            </a:custGeom>
            <a:solidFill>
              <a:schemeClr val="accent1">
                <a:lumMod val="20000"/>
                <a:lumOff val="80000"/>
              </a:schemeClr>
            </a:solidFill>
            <a:ln>
              <a:noFill/>
            </a:ln>
          </p:spPr>
          <p:txBody>
            <a:bodyPr anchor="ctr"/>
            <a:p>
              <a:pPr algn="ctr"/>
            </a:p>
          </p:txBody>
        </p:sp>
        <p:sp>
          <p:nvSpPr>
            <p:cNvPr id="43" name="Freeform: Shape 27"/>
            <p:cNvSpPr/>
            <p:nvPr/>
          </p:nvSpPr>
          <p:spPr bwMode="auto">
            <a:xfrm>
              <a:off x="3873500" y="1752601"/>
              <a:ext cx="360363" cy="361950"/>
            </a:xfrm>
            <a:custGeom>
              <a:avLst/>
              <a:gdLst>
                <a:gd name="T0" fmla="*/ 184 w 224"/>
                <a:gd name="T1" fmla="*/ 184 h 224"/>
                <a:gd name="T2" fmla="*/ 40 w 224"/>
                <a:gd name="T3" fmla="*/ 184 h 224"/>
                <a:gd name="T4" fmla="*/ 40 w 224"/>
                <a:gd name="T5" fmla="*/ 40 h 224"/>
                <a:gd name="T6" fmla="*/ 184 w 224"/>
                <a:gd name="T7" fmla="*/ 40 h 224"/>
                <a:gd name="T8" fmla="*/ 184 w 224"/>
                <a:gd name="T9" fmla="*/ 184 h 224"/>
              </a:gdLst>
              <a:ahLst/>
              <a:cxnLst>
                <a:cxn ang="0">
                  <a:pos x="T0" y="T1"/>
                </a:cxn>
                <a:cxn ang="0">
                  <a:pos x="T2" y="T3"/>
                </a:cxn>
                <a:cxn ang="0">
                  <a:pos x="T4" y="T5"/>
                </a:cxn>
                <a:cxn ang="0">
                  <a:pos x="T6" y="T7"/>
                </a:cxn>
                <a:cxn ang="0">
                  <a:pos x="T8" y="T9"/>
                </a:cxn>
              </a:cxnLst>
              <a:rect l="0" t="0" r="r" b="b"/>
              <a:pathLst>
                <a:path w="224" h="224">
                  <a:moveTo>
                    <a:pt x="184" y="184"/>
                  </a:moveTo>
                  <a:cubicBezTo>
                    <a:pt x="144" y="224"/>
                    <a:pt x="80" y="224"/>
                    <a:pt x="40" y="184"/>
                  </a:cubicBezTo>
                  <a:cubicBezTo>
                    <a:pt x="0" y="144"/>
                    <a:pt x="0" y="80"/>
                    <a:pt x="40" y="40"/>
                  </a:cubicBezTo>
                  <a:cubicBezTo>
                    <a:pt x="80" y="0"/>
                    <a:pt x="144" y="0"/>
                    <a:pt x="184" y="40"/>
                  </a:cubicBezTo>
                  <a:cubicBezTo>
                    <a:pt x="224" y="80"/>
                    <a:pt x="224" y="144"/>
                    <a:pt x="184" y="184"/>
                  </a:cubicBezTo>
                </a:path>
              </a:pathLst>
            </a:custGeom>
            <a:solidFill>
              <a:schemeClr val="accent1">
                <a:lumMod val="75000"/>
              </a:schemeClr>
            </a:solidFill>
            <a:ln>
              <a:noFill/>
            </a:ln>
          </p:spPr>
          <p:txBody>
            <a:bodyPr anchor="ctr"/>
            <a:p>
              <a:pPr algn="ctr"/>
            </a:p>
          </p:txBody>
        </p:sp>
        <p:sp>
          <p:nvSpPr>
            <p:cNvPr id="44" name="Freeform: Shape 28"/>
            <p:cNvSpPr/>
            <p:nvPr/>
          </p:nvSpPr>
          <p:spPr bwMode="auto">
            <a:xfrm>
              <a:off x="4156075" y="1500188"/>
              <a:ext cx="331788" cy="331788"/>
            </a:xfrm>
            <a:custGeom>
              <a:avLst/>
              <a:gdLst>
                <a:gd name="T0" fmla="*/ 166 w 206"/>
                <a:gd name="T1" fmla="*/ 206 h 206"/>
                <a:gd name="T2" fmla="*/ 175 w 206"/>
                <a:gd name="T3" fmla="*/ 31 h 206"/>
                <a:gd name="T4" fmla="*/ 0 w 206"/>
                <a:gd name="T5" fmla="*/ 40 h 206"/>
                <a:gd name="T6" fmla="*/ 74 w 206"/>
                <a:gd name="T7" fmla="*/ 132 h 206"/>
                <a:gd name="T8" fmla="*/ 166 w 206"/>
                <a:gd name="T9" fmla="*/ 206 h 206"/>
              </a:gdLst>
              <a:ahLst/>
              <a:cxnLst>
                <a:cxn ang="0">
                  <a:pos x="T0" y="T1"/>
                </a:cxn>
                <a:cxn ang="0">
                  <a:pos x="T2" y="T3"/>
                </a:cxn>
                <a:cxn ang="0">
                  <a:pos x="T4" y="T5"/>
                </a:cxn>
                <a:cxn ang="0">
                  <a:pos x="T6" y="T7"/>
                </a:cxn>
                <a:cxn ang="0">
                  <a:pos x="T8" y="T9"/>
                </a:cxn>
              </a:cxnLst>
              <a:rect l="0" t="0" r="r" b="b"/>
              <a:pathLst>
                <a:path w="206" h="206">
                  <a:moveTo>
                    <a:pt x="166" y="206"/>
                  </a:moveTo>
                  <a:cubicBezTo>
                    <a:pt x="201" y="126"/>
                    <a:pt x="206" y="63"/>
                    <a:pt x="175" y="31"/>
                  </a:cubicBezTo>
                  <a:cubicBezTo>
                    <a:pt x="143" y="0"/>
                    <a:pt x="80" y="5"/>
                    <a:pt x="0" y="40"/>
                  </a:cubicBezTo>
                  <a:cubicBezTo>
                    <a:pt x="0" y="40"/>
                    <a:pt x="8" y="66"/>
                    <a:pt x="74" y="132"/>
                  </a:cubicBezTo>
                  <a:cubicBezTo>
                    <a:pt x="140" y="198"/>
                    <a:pt x="166" y="206"/>
                    <a:pt x="166" y="206"/>
                  </a:cubicBezTo>
                </a:path>
              </a:pathLst>
            </a:custGeom>
            <a:solidFill>
              <a:schemeClr val="accent1"/>
            </a:solidFill>
            <a:ln>
              <a:noFill/>
            </a:ln>
          </p:spPr>
          <p:txBody>
            <a:bodyPr anchor="ctr"/>
            <a:p>
              <a:pPr algn="ctr"/>
            </a:p>
          </p:txBody>
        </p:sp>
        <p:sp>
          <p:nvSpPr>
            <p:cNvPr id="45" name="Freeform: Shape 29"/>
            <p:cNvSpPr/>
            <p:nvPr/>
          </p:nvSpPr>
          <p:spPr bwMode="auto">
            <a:xfrm>
              <a:off x="3221038" y="2201863"/>
              <a:ext cx="565150" cy="565150"/>
            </a:xfrm>
            <a:custGeom>
              <a:avLst/>
              <a:gdLst>
                <a:gd name="T0" fmla="*/ 155 w 350"/>
                <a:gd name="T1" fmla="*/ 155 h 350"/>
                <a:gd name="T2" fmla="*/ 11 w 350"/>
                <a:gd name="T3" fmla="*/ 339 h 350"/>
                <a:gd name="T4" fmla="*/ 195 w 350"/>
                <a:gd name="T5" fmla="*/ 195 h 350"/>
                <a:gd name="T6" fmla="*/ 339 w 350"/>
                <a:gd name="T7" fmla="*/ 11 h 350"/>
                <a:gd name="T8" fmla="*/ 155 w 350"/>
                <a:gd name="T9" fmla="*/ 155 h 350"/>
              </a:gdLst>
              <a:ahLst/>
              <a:cxnLst>
                <a:cxn ang="0">
                  <a:pos x="T0" y="T1"/>
                </a:cxn>
                <a:cxn ang="0">
                  <a:pos x="T2" y="T3"/>
                </a:cxn>
                <a:cxn ang="0">
                  <a:pos x="T4" y="T5"/>
                </a:cxn>
                <a:cxn ang="0">
                  <a:pos x="T6" y="T7"/>
                </a:cxn>
                <a:cxn ang="0">
                  <a:pos x="T8" y="T9"/>
                </a:cxn>
              </a:cxnLst>
              <a:rect l="0" t="0" r="r" b="b"/>
              <a:pathLst>
                <a:path w="350" h="350">
                  <a:moveTo>
                    <a:pt x="155" y="155"/>
                  </a:moveTo>
                  <a:cubicBezTo>
                    <a:pt x="64" y="246"/>
                    <a:pt x="0" y="328"/>
                    <a:pt x="11" y="339"/>
                  </a:cubicBezTo>
                  <a:cubicBezTo>
                    <a:pt x="22" y="350"/>
                    <a:pt x="104" y="286"/>
                    <a:pt x="195" y="195"/>
                  </a:cubicBezTo>
                  <a:cubicBezTo>
                    <a:pt x="286" y="104"/>
                    <a:pt x="350" y="22"/>
                    <a:pt x="339" y="11"/>
                  </a:cubicBezTo>
                  <a:cubicBezTo>
                    <a:pt x="328" y="0"/>
                    <a:pt x="246" y="65"/>
                    <a:pt x="155" y="155"/>
                  </a:cubicBezTo>
                </a:path>
              </a:pathLst>
            </a:custGeom>
            <a:solidFill>
              <a:schemeClr val="accent1"/>
            </a:solidFill>
            <a:ln>
              <a:noFill/>
            </a:ln>
          </p:spPr>
          <p:txBody>
            <a:bodyPr anchor="ctr"/>
            <a:p>
              <a:pPr algn="ctr"/>
            </a:p>
          </p:txBody>
        </p:sp>
        <p:sp>
          <p:nvSpPr>
            <p:cNvPr id="46" name="Freeform: Shape 30"/>
            <p:cNvSpPr/>
            <p:nvPr/>
          </p:nvSpPr>
          <p:spPr bwMode="auto">
            <a:xfrm>
              <a:off x="3881438" y="1744663"/>
              <a:ext cx="360363" cy="361950"/>
            </a:xfrm>
            <a:custGeom>
              <a:avLst/>
              <a:gdLst>
                <a:gd name="T0" fmla="*/ 184 w 224"/>
                <a:gd name="T1" fmla="*/ 184 h 224"/>
                <a:gd name="T2" fmla="*/ 40 w 224"/>
                <a:gd name="T3" fmla="*/ 184 h 224"/>
                <a:gd name="T4" fmla="*/ 40 w 224"/>
                <a:gd name="T5" fmla="*/ 40 h 224"/>
                <a:gd name="T6" fmla="*/ 184 w 224"/>
                <a:gd name="T7" fmla="*/ 40 h 224"/>
                <a:gd name="T8" fmla="*/ 184 w 224"/>
                <a:gd name="T9" fmla="*/ 184 h 224"/>
              </a:gdLst>
              <a:ahLst/>
              <a:cxnLst>
                <a:cxn ang="0">
                  <a:pos x="T0" y="T1"/>
                </a:cxn>
                <a:cxn ang="0">
                  <a:pos x="T2" y="T3"/>
                </a:cxn>
                <a:cxn ang="0">
                  <a:pos x="T4" y="T5"/>
                </a:cxn>
                <a:cxn ang="0">
                  <a:pos x="T6" y="T7"/>
                </a:cxn>
                <a:cxn ang="0">
                  <a:pos x="T8" y="T9"/>
                </a:cxn>
              </a:cxnLst>
              <a:rect l="0" t="0" r="r" b="b"/>
              <a:pathLst>
                <a:path w="224" h="224">
                  <a:moveTo>
                    <a:pt x="184" y="184"/>
                  </a:moveTo>
                  <a:cubicBezTo>
                    <a:pt x="145" y="224"/>
                    <a:pt x="80" y="224"/>
                    <a:pt x="40" y="184"/>
                  </a:cubicBezTo>
                  <a:cubicBezTo>
                    <a:pt x="0" y="144"/>
                    <a:pt x="0" y="80"/>
                    <a:pt x="40" y="40"/>
                  </a:cubicBezTo>
                  <a:cubicBezTo>
                    <a:pt x="80" y="0"/>
                    <a:pt x="144" y="0"/>
                    <a:pt x="184" y="40"/>
                  </a:cubicBezTo>
                  <a:cubicBezTo>
                    <a:pt x="224" y="80"/>
                    <a:pt x="224" y="144"/>
                    <a:pt x="184" y="184"/>
                  </a:cubicBezTo>
                </a:path>
              </a:pathLst>
            </a:custGeom>
            <a:solidFill>
              <a:schemeClr val="accent1">
                <a:lumMod val="40000"/>
                <a:lumOff val="60000"/>
              </a:schemeClr>
            </a:solidFill>
            <a:ln>
              <a:noFill/>
            </a:ln>
          </p:spPr>
          <p:txBody>
            <a:bodyPr anchor="ctr"/>
            <a:p>
              <a:pPr algn="ctr"/>
            </a:p>
          </p:txBody>
        </p:sp>
        <p:sp>
          <p:nvSpPr>
            <p:cNvPr id="47" name="Freeform: Shape 31"/>
            <p:cNvSpPr/>
            <p:nvPr/>
          </p:nvSpPr>
          <p:spPr bwMode="auto">
            <a:xfrm>
              <a:off x="3921125" y="1785938"/>
              <a:ext cx="280988" cy="279400"/>
            </a:xfrm>
            <a:custGeom>
              <a:avLst/>
              <a:gdLst>
                <a:gd name="T0" fmla="*/ 143 w 174"/>
                <a:gd name="T1" fmla="*/ 143 h 174"/>
                <a:gd name="T2" fmla="*/ 31 w 174"/>
                <a:gd name="T3" fmla="*/ 143 h 174"/>
                <a:gd name="T4" fmla="*/ 31 w 174"/>
                <a:gd name="T5" fmla="*/ 31 h 174"/>
                <a:gd name="T6" fmla="*/ 143 w 174"/>
                <a:gd name="T7" fmla="*/ 31 h 174"/>
                <a:gd name="T8" fmla="*/ 143 w 174"/>
                <a:gd name="T9" fmla="*/ 143 h 174"/>
              </a:gdLst>
              <a:ahLst/>
              <a:cxnLst>
                <a:cxn ang="0">
                  <a:pos x="T0" y="T1"/>
                </a:cxn>
                <a:cxn ang="0">
                  <a:pos x="T2" y="T3"/>
                </a:cxn>
                <a:cxn ang="0">
                  <a:pos x="T4" y="T5"/>
                </a:cxn>
                <a:cxn ang="0">
                  <a:pos x="T6" y="T7"/>
                </a:cxn>
                <a:cxn ang="0">
                  <a:pos x="T8" y="T9"/>
                </a:cxn>
              </a:cxnLst>
              <a:rect l="0" t="0" r="r" b="b"/>
              <a:pathLst>
                <a:path w="174" h="174">
                  <a:moveTo>
                    <a:pt x="143" y="143"/>
                  </a:moveTo>
                  <a:cubicBezTo>
                    <a:pt x="112" y="174"/>
                    <a:pt x="62" y="174"/>
                    <a:pt x="31" y="143"/>
                  </a:cubicBezTo>
                  <a:cubicBezTo>
                    <a:pt x="0" y="112"/>
                    <a:pt x="0" y="62"/>
                    <a:pt x="31" y="31"/>
                  </a:cubicBezTo>
                  <a:cubicBezTo>
                    <a:pt x="62" y="0"/>
                    <a:pt x="112" y="0"/>
                    <a:pt x="143" y="31"/>
                  </a:cubicBezTo>
                  <a:cubicBezTo>
                    <a:pt x="174" y="62"/>
                    <a:pt x="174" y="112"/>
                    <a:pt x="143" y="143"/>
                  </a:cubicBezTo>
                </a:path>
              </a:pathLst>
            </a:custGeom>
            <a:solidFill>
              <a:srgbClr val="CBCBCB"/>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8" name="Oval 32"/>
            <p:cNvSpPr/>
            <p:nvPr/>
          </p:nvSpPr>
          <p:spPr bwMode="auto">
            <a:xfrm>
              <a:off x="3933825" y="1798638"/>
              <a:ext cx="255588" cy="254000"/>
            </a:xfrm>
            <a:prstGeom prst="ellipse">
              <a:avLst/>
            </a:prstGeom>
            <a:solidFill>
              <a:schemeClr val="accent1"/>
            </a:solidFill>
            <a:ln>
              <a:noFill/>
            </a:ln>
          </p:spPr>
          <p:txBody>
            <a:bodyPr anchor="ctr"/>
            <a:p>
              <a:pPr algn="ctr"/>
            </a:p>
          </p:txBody>
        </p:sp>
        <p:sp>
          <p:nvSpPr>
            <p:cNvPr id="49" name="Freeform: Shape 33"/>
            <p:cNvSpPr/>
            <p:nvPr/>
          </p:nvSpPr>
          <p:spPr bwMode="auto">
            <a:xfrm>
              <a:off x="4156075" y="1812926"/>
              <a:ext cx="19050" cy="19050"/>
            </a:xfrm>
            <a:custGeom>
              <a:avLst/>
              <a:gdLst>
                <a:gd name="T0" fmla="*/ 10 w 12"/>
                <a:gd name="T1" fmla="*/ 10 h 12"/>
                <a:gd name="T2" fmla="*/ 2 w 12"/>
                <a:gd name="T3" fmla="*/ 10 h 12"/>
                <a:gd name="T4" fmla="*/ 2 w 12"/>
                <a:gd name="T5" fmla="*/ 2 h 12"/>
                <a:gd name="T6" fmla="*/ 10 w 12"/>
                <a:gd name="T7" fmla="*/ 2 h 12"/>
                <a:gd name="T8" fmla="*/ 10 w 12"/>
                <a:gd name="T9" fmla="*/ 10 h 12"/>
              </a:gdLst>
              <a:ahLst/>
              <a:cxnLst>
                <a:cxn ang="0">
                  <a:pos x="T0" y="T1"/>
                </a:cxn>
                <a:cxn ang="0">
                  <a:pos x="T2" y="T3"/>
                </a:cxn>
                <a:cxn ang="0">
                  <a:pos x="T4" y="T5"/>
                </a:cxn>
                <a:cxn ang="0">
                  <a:pos x="T6" y="T7"/>
                </a:cxn>
                <a:cxn ang="0">
                  <a:pos x="T8" y="T9"/>
                </a:cxn>
              </a:cxnLst>
              <a:rect l="0" t="0" r="r" b="b"/>
              <a:pathLst>
                <a:path w="12" h="12">
                  <a:moveTo>
                    <a:pt x="10" y="10"/>
                  </a:moveTo>
                  <a:cubicBezTo>
                    <a:pt x="8" y="12"/>
                    <a:pt x="4" y="12"/>
                    <a:pt x="2" y="10"/>
                  </a:cubicBezTo>
                  <a:cubicBezTo>
                    <a:pt x="0" y="8"/>
                    <a:pt x="0" y="4"/>
                    <a:pt x="2" y="2"/>
                  </a:cubicBezTo>
                  <a:cubicBezTo>
                    <a:pt x="4" y="0"/>
                    <a:pt x="8" y="0"/>
                    <a:pt x="10" y="2"/>
                  </a:cubicBezTo>
                  <a:cubicBezTo>
                    <a:pt x="12" y="4"/>
                    <a:pt x="12" y="8"/>
                    <a:pt x="10" y="10"/>
                  </a:cubicBezTo>
                </a:path>
              </a:pathLst>
            </a:custGeom>
            <a:solidFill>
              <a:schemeClr val="accent4"/>
            </a:solidFill>
            <a:ln>
              <a:noFill/>
            </a:ln>
          </p:spPr>
          <p:txBody>
            <a:bodyPr anchor="ctr"/>
            <a:p>
              <a:pPr algn="ctr"/>
            </a:p>
          </p:txBody>
        </p:sp>
        <p:sp>
          <p:nvSpPr>
            <p:cNvPr id="50" name="Freeform: Shape 34"/>
            <p:cNvSpPr/>
            <p:nvPr/>
          </p:nvSpPr>
          <p:spPr bwMode="auto">
            <a:xfrm>
              <a:off x="4124325" y="1790701"/>
              <a:ext cx="19050" cy="19050"/>
            </a:xfrm>
            <a:custGeom>
              <a:avLst/>
              <a:gdLst>
                <a:gd name="T0" fmla="*/ 11 w 12"/>
                <a:gd name="T1" fmla="*/ 8 h 12"/>
                <a:gd name="T2" fmla="*/ 4 w 12"/>
                <a:gd name="T3" fmla="*/ 10 h 12"/>
                <a:gd name="T4" fmla="*/ 2 w 12"/>
                <a:gd name="T5" fmla="*/ 3 h 12"/>
                <a:gd name="T6" fmla="*/ 9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9" y="11"/>
                    <a:pt x="6" y="12"/>
                    <a:pt x="4" y="10"/>
                  </a:cubicBezTo>
                  <a:cubicBezTo>
                    <a:pt x="1" y="9"/>
                    <a:pt x="0" y="6"/>
                    <a:pt x="2" y="3"/>
                  </a:cubicBezTo>
                  <a:cubicBezTo>
                    <a:pt x="3" y="1"/>
                    <a:pt x="6" y="0"/>
                    <a:pt x="9" y="1"/>
                  </a:cubicBezTo>
                  <a:cubicBezTo>
                    <a:pt x="11" y="3"/>
                    <a:pt x="12" y="6"/>
                    <a:pt x="11" y="8"/>
                  </a:cubicBezTo>
                  <a:close/>
                </a:path>
              </a:pathLst>
            </a:custGeom>
            <a:solidFill>
              <a:schemeClr val="accent4"/>
            </a:solidFill>
            <a:ln>
              <a:noFill/>
            </a:ln>
          </p:spPr>
          <p:txBody>
            <a:bodyPr anchor="ctr"/>
            <a:p>
              <a:pPr algn="ctr"/>
            </a:p>
          </p:txBody>
        </p:sp>
        <p:sp>
          <p:nvSpPr>
            <p:cNvPr id="51" name="Freeform: Shape 35"/>
            <p:cNvSpPr/>
            <p:nvPr/>
          </p:nvSpPr>
          <p:spPr bwMode="auto">
            <a:xfrm>
              <a:off x="4090988" y="1776413"/>
              <a:ext cx="17463" cy="19050"/>
            </a:xfrm>
            <a:custGeom>
              <a:avLst/>
              <a:gdLst>
                <a:gd name="T0" fmla="*/ 11 w 11"/>
                <a:gd name="T1" fmla="*/ 7 h 12"/>
                <a:gd name="T2" fmla="*/ 4 w 11"/>
                <a:gd name="T3" fmla="*/ 11 h 12"/>
                <a:gd name="T4" fmla="*/ 0 w 11"/>
                <a:gd name="T5" fmla="*/ 4 h 12"/>
                <a:gd name="T6" fmla="*/ 7 w 11"/>
                <a:gd name="T7" fmla="*/ 1 h 12"/>
                <a:gd name="T8" fmla="*/ 11 w 11"/>
                <a:gd name="T9" fmla="*/ 7 h 12"/>
              </a:gdLst>
              <a:ahLst/>
              <a:cxnLst>
                <a:cxn ang="0">
                  <a:pos x="T0" y="T1"/>
                </a:cxn>
                <a:cxn ang="0">
                  <a:pos x="T2" y="T3"/>
                </a:cxn>
                <a:cxn ang="0">
                  <a:pos x="T4" y="T5"/>
                </a:cxn>
                <a:cxn ang="0">
                  <a:pos x="T6" y="T7"/>
                </a:cxn>
                <a:cxn ang="0">
                  <a:pos x="T8" y="T9"/>
                </a:cxn>
              </a:cxnLst>
              <a:rect l="0" t="0" r="r" b="b"/>
              <a:pathLst>
                <a:path w="11" h="12">
                  <a:moveTo>
                    <a:pt x="11" y="7"/>
                  </a:moveTo>
                  <a:cubicBezTo>
                    <a:pt x="10" y="10"/>
                    <a:pt x="7" y="12"/>
                    <a:pt x="4" y="11"/>
                  </a:cubicBezTo>
                  <a:cubicBezTo>
                    <a:pt x="1" y="10"/>
                    <a:pt x="0" y="7"/>
                    <a:pt x="0" y="4"/>
                  </a:cubicBezTo>
                  <a:cubicBezTo>
                    <a:pt x="1" y="2"/>
                    <a:pt x="4" y="0"/>
                    <a:pt x="7" y="1"/>
                  </a:cubicBezTo>
                  <a:cubicBezTo>
                    <a:pt x="10" y="1"/>
                    <a:pt x="11" y="4"/>
                    <a:pt x="11" y="7"/>
                  </a:cubicBezTo>
                  <a:close/>
                </a:path>
              </a:pathLst>
            </a:custGeom>
            <a:solidFill>
              <a:schemeClr val="accent4"/>
            </a:solidFill>
            <a:ln>
              <a:noFill/>
            </a:ln>
          </p:spPr>
          <p:txBody>
            <a:bodyPr anchor="ctr"/>
            <a:p>
              <a:pPr algn="ctr"/>
            </a:p>
          </p:txBody>
        </p:sp>
        <p:sp>
          <p:nvSpPr>
            <p:cNvPr id="52" name="Oval 36"/>
            <p:cNvSpPr/>
            <p:nvPr/>
          </p:nvSpPr>
          <p:spPr bwMode="auto">
            <a:xfrm>
              <a:off x="4054475" y="1771651"/>
              <a:ext cx="15875" cy="17463"/>
            </a:xfrm>
            <a:prstGeom prst="ellipse">
              <a:avLst/>
            </a:prstGeom>
            <a:solidFill>
              <a:schemeClr val="accent4"/>
            </a:solidFill>
            <a:ln>
              <a:noFill/>
            </a:ln>
          </p:spPr>
          <p:txBody>
            <a:bodyPr anchor="ctr"/>
            <a:p>
              <a:pPr algn="ctr"/>
            </a:p>
          </p:txBody>
        </p:sp>
        <p:sp>
          <p:nvSpPr>
            <p:cNvPr id="53" name="Freeform: Shape 37"/>
            <p:cNvSpPr/>
            <p:nvPr/>
          </p:nvSpPr>
          <p:spPr bwMode="auto">
            <a:xfrm>
              <a:off x="4014788" y="1776413"/>
              <a:ext cx="19050" cy="19050"/>
            </a:xfrm>
            <a:custGeom>
              <a:avLst/>
              <a:gdLst>
                <a:gd name="T0" fmla="*/ 11 w 12"/>
                <a:gd name="T1" fmla="*/ 4 h 12"/>
                <a:gd name="T2" fmla="*/ 7 w 12"/>
                <a:gd name="T3" fmla="*/ 11 h 12"/>
                <a:gd name="T4" fmla="*/ 1 w 12"/>
                <a:gd name="T5" fmla="*/ 7 h 12"/>
                <a:gd name="T6" fmla="*/ 4 w 12"/>
                <a:gd name="T7" fmla="*/ 1 h 12"/>
                <a:gd name="T8" fmla="*/ 11 w 12"/>
                <a:gd name="T9" fmla="*/ 4 h 12"/>
              </a:gdLst>
              <a:ahLst/>
              <a:cxnLst>
                <a:cxn ang="0">
                  <a:pos x="T0" y="T1"/>
                </a:cxn>
                <a:cxn ang="0">
                  <a:pos x="T2" y="T3"/>
                </a:cxn>
                <a:cxn ang="0">
                  <a:pos x="T4" y="T5"/>
                </a:cxn>
                <a:cxn ang="0">
                  <a:pos x="T6" y="T7"/>
                </a:cxn>
                <a:cxn ang="0">
                  <a:pos x="T8" y="T9"/>
                </a:cxn>
              </a:cxnLst>
              <a:rect l="0" t="0" r="r" b="b"/>
              <a:pathLst>
                <a:path w="12" h="12">
                  <a:moveTo>
                    <a:pt x="11" y="4"/>
                  </a:moveTo>
                  <a:cubicBezTo>
                    <a:pt x="12" y="7"/>
                    <a:pt x="10" y="10"/>
                    <a:pt x="7" y="11"/>
                  </a:cubicBezTo>
                  <a:cubicBezTo>
                    <a:pt x="4" y="12"/>
                    <a:pt x="1" y="10"/>
                    <a:pt x="1" y="7"/>
                  </a:cubicBezTo>
                  <a:cubicBezTo>
                    <a:pt x="0" y="4"/>
                    <a:pt x="2" y="1"/>
                    <a:pt x="4" y="1"/>
                  </a:cubicBezTo>
                  <a:cubicBezTo>
                    <a:pt x="7" y="0"/>
                    <a:pt x="10" y="2"/>
                    <a:pt x="11" y="4"/>
                  </a:cubicBezTo>
                  <a:close/>
                </a:path>
              </a:pathLst>
            </a:custGeom>
            <a:solidFill>
              <a:schemeClr val="accent4"/>
            </a:solidFill>
            <a:ln>
              <a:noFill/>
            </a:ln>
          </p:spPr>
          <p:txBody>
            <a:bodyPr anchor="ctr"/>
            <a:p>
              <a:pPr algn="ctr"/>
            </a:p>
          </p:txBody>
        </p:sp>
        <p:sp>
          <p:nvSpPr>
            <p:cNvPr id="54" name="Freeform: Shape 38"/>
            <p:cNvSpPr/>
            <p:nvPr/>
          </p:nvSpPr>
          <p:spPr bwMode="auto">
            <a:xfrm>
              <a:off x="3979863" y="1790701"/>
              <a:ext cx="19050" cy="19050"/>
            </a:xfrm>
            <a:custGeom>
              <a:avLst/>
              <a:gdLst>
                <a:gd name="T0" fmla="*/ 11 w 12"/>
                <a:gd name="T1" fmla="*/ 3 h 12"/>
                <a:gd name="T2" fmla="*/ 9 w 12"/>
                <a:gd name="T3" fmla="*/ 10 h 12"/>
                <a:gd name="T4" fmla="*/ 1 w 12"/>
                <a:gd name="T5" fmla="*/ 8 h 12"/>
                <a:gd name="T6" fmla="*/ 3 w 12"/>
                <a:gd name="T7" fmla="*/ 1 h 12"/>
                <a:gd name="T8" fmla="*/ 11 w 12"/>
                <a:gd name="T9" fmla="*/ 3 h 12"/>
              </a:gdLst>
              <a:ahLst/>
              <a:cxnLst>
                <a:cxn ang="0">
                  <a:pos x="T0" y="T1"/>
                </a:cxn>
                <a:cxn ang="0">
                  <a:pos x="T2" y="T3"/>
                </a:cxn>
                <a:cxn ang="0">
                  <a:pos x="T4" y="T5"/>
                </a:cxn>
                <a:cxn ang="0">
                  <a:pos x="T6" y="T7"/>
                </a:cxn>
                <a:cxn ang="0">
                  <a:pos x="T8" y="T9"/>
                </a:cxn>
              </a:cxnLst>
              <a:rect l="0" t="0" r="r" b="b"/>
              <a:pathLst>
                <a:path w="12" h="12">
                  <a:moveTo>
                    <a:pt x="11" y="3"/>
                  </a:moveTo>
                  <a:cubicBezTo>
                    <a:pt x="12" y="6"/>
                    <a:pt x="11" y="9"/>
                    <a:pt x="9" y="10"/>
                  </a:cubicBezTo>
                  <a:cubicBezTo>
                    <a:pt x="6" y="12"/>
                    <a:pt x="3" y="11"/>
                    <a:pt x="1" y="8"/>
                  </a:cubicBezTo>
                  <a:cubicBezTo>
                    <a:pt x="0" y="6"/>
                    <a:pt x="1" y="3"/>
                    <a:pt x="3" y="1"/>
                  </a:cubicBezTo>
                  <a:cubicBezTo>
                    <a:pt x="6" y="0"/>
                    <a:pt x="9" y="1"/>
                    <a:pt x="11" y="3"/>
                  </a:cubicBezTo>
                  <a:close/>
                </a:path>
              </a:pathLst>
            </a:custGeom>
            <a:solidFill>
              <a:schemeClr val="accent4"/>
            </a:solidFill>
            <a:ln>
              <a:noFill/>
            </a:ln>
          </p:spPr>
          <p:txBody>
            <a:bodyPr anchor="ctr"/>
            <a:p>
              <a:pPr algn="ctr"/>
            </a:p>
          </p:txBody>
        </p:sp>
        <p:sp>
          <p:nvSpPr>
            <p:cNvPr id="55" name="Freeform: Shape 39"/>
            <p:cNvSpPr/>
            <p:nvPr/>
          </p:nvSpPr>
          <p:spPr bwMode="auto">
            <a:xfrm>
              <a:off x="3948113" y="1812926"/>
              <a:ext cx="20638" cy="19050"/>
            </a:xfrm>
            <a:custGeom>
              <a:avLst/>
              <a:gdLst>
                <a:gd name="T0" fmla="*/ 10 w 12"/>
                <a:gd name="T1" fmla="*/ 2 h 12"/>
                <a:gd name="T2" fmla="*/ 10 w 12"/>
                <a:gd name="T3" fmla="*/ 10 h 12"/>
                <a:gd name="T4" fmla="*/ 3 w 12"/>
                <a:gd name="T5" fmla="*/ 10 h 12"/>
                <a:gd name="T6" fmla="*/ 3 w 12"/>
                <a:gd name="T7" fmla="*/ 2 h 12"/>
                <a:gd name="T8" fmla="*/ 10 w 12"/>
                <a:gd name="T9" fmla="*/ 2 h 12"/>
              </a:gdLst>
              <a:ahLst/>
              <a:cxnLst>
                <a:cxn ang="0">
                  <a:pos x="T0" y="T1"/>
                </a:cxn>
                <a:cxn ang="0">
                  <a:pos x="T2" y="T3"/>
                </a:cxn>
                <a:cxn ang="0">
                  <a:pos x="T4" y="T5"/>
                </a:cxn>
                <a:cxn ang="0">
                  <a:pos x="T6" y="T7"/>
                </a:cxn>
                <a:cxn ang="0">
                  <a:pos x="T8" y="T9"/>
                </a:cxn>
              </a:cxnLst>
              <a:rect l="0" t="0" r="r" b="b"/>
              <a:pathLst>
                <a:path w="12" h="12">
                  <a:moveTo>
                    <a:pt x="10" y="2"/>
                  </a:moveTo>
                  <a:cubicBezTo>
                    <a:pt x="12" y="4"/>
                    <a:pt x="12" y="8"/>
                    <a:pt x="10" y="10"/>
                  </a:cubicBezTo>
                  <a:cubicBezTo>
                    <a:pt x="8" y="12"/>
                    <a:pt x="5" y="12"/>
                    <a:pt x="3" y="10"/>
                  </a:cubicBezTo>
                  <a:cubicBezTo>
                    <a:pt x="0" y="8"/>
                    <a:pt x="0" y="4"/>
                    <a:pt x="3" y="2"/>
                  </a:cubicBezTo>
                  <a:cubicBezTo>
                    <a:pt x="5" y="0"/>
                    <a:pt x="8" y="0"/>
                    <a:pt x="10" y="2"/>
                  </a:cubicBezTo>
                  <a:close/>
                </a:path>
              </a:pathLst>
            </a:custGeom>
            <a:solidFill>
              <a:schemeClr val="accent4"/>
            </a:solidFill>
            <a:ln>
              <a:noFill/>
            </a:ln>
          </p:spPr>
          <p:txBody>
            <a:bodyPr anchor="ctr"/>
            <a:p>
              <a:pPr algn="ctr"/>
            </a:p>
          </p:txBody>
        </p:sp>
        <p:sp>
          <p:nvSpPr>
            <p:cNvPr id="56" name="Freeform: Shape 40"/>
            <p:cNvSpPr/>
            <p:nvPr/>
          </p:nvSpPr>
          <p:spPr bwMode="auto">
            <a:xfrm>
              <a:off x="3925888" y="1843088"/>
              <a:ext cx="19050" cy="19050"/>
            </a:xfrm>
            <a:custGeom>
              <a:avLst/>
              <a:gdLst>
                <a:gd name="T0" fmla="*/ 9 w 12"/>
                <a:gd name="T1" fmla="*/ 1 h 12"/>
                <a:gd name="T2" fmla="*/ 11 w 12"/>
                <a:gd name="T3" fmla="*/ 8 h 12"/>
                <a:gd name="T4" fmla="*/ 3 w 12"/>
                <a:gd name="T5" fmla="*/ 10 h 12"/>
                <a:gd name="T6" fmla="*/ 1 w 12"/>
                <a:gd name="T7" fmla="*/ 3 h 12"/>
                <a:gd name="T8" fmla="*/ 9 w 12"/>
                <a:gd name="T9" fmla="*/ 1 h 12"/>
              </a:gdLst>
              <a:ahLst/>
              <a:cxnLst>
                <a:cxn ang="0">
                  <a:pos x="T0" y="T1"/>
                </a:cxn>
                <a:cxn ang="0">
                  <a:pos x="T2" y="T3"/>
                </a:cxn>
                <a:cxn ang="0">
                  <a:pos x="T4" y="T5"/>
                </a:cxn>
                <a:cxn ang="0">
                  <a:pos x="T6" y="T7"/>
                </a:cxn>
                <a:cxn ang="0">
                  <a:pos x="T8" y="T9"/>
                </a:cxn>
              </a:cxnLst>
              <a:rect l="0" t="0" r="r" b="b"/>
              <a:pathLst>
                <a:path w="12" h="12">
                  <a:moveTo>
                    <a:pt x="9" y="1"/>
                  </a:moveTo>
                  <a:cubicBezTo>
                    <a:pt x="11" y="3"/>
                    <a:pt x="12" y="6"/>
                    <a:pt x="11" y="8"/>
                  </a:cubicBezTo>
                  <a:cubicBezTo>
                    <a:pt x="9" y="11"/>
                    <a:pt x="6" y="12"/>
                    <a:pt x="3" y="10"/>
                  </a:cubicBezTo>
                  <a:cubicBezTo>
                    <a:pt x="1" y="9"/>
                    <a:pt x="0" y="6"/>
                    <a:pt x="1" y="3"/>
                  </a:cubicBezTo>
                  <a:cubicBezTo>
                    <a:pt x="3" y="1"/>
                    <a:pt x="6" y="0"/>
                    <a:pt x="9" y="1"/>
                  </a:cubicBezTo>
                  <a:close/>
                </a:path>
              </a:pathLst>
            </a:custGeom>
            <a:solidFill>
              <a:schemeClr val="accent4"/>
            </a:solidFill>
            <a:ln>
              <a:noFill/>
            </a:ln>
          </p:spPr>
          <p:txBody>
            <a:bodyPr anchor="ctr"/>
            <a:p>
              <a:pPr algn="ctr"/>
            </a:p>
          </p:txBody>
        </p:sp>
        <p:sp>
          <p:nvSpPr>
            <p:cNvPr id="57" name="Freeform: Shape 41"/>
            <p:cNvSpPr/>
            <p:nvPr/>
          </p:nvSpPr>
          <p:spPr bwMode="auto">
            <a:xfrm>
              <a:off x="3911600" y="1879601"/>
              <a:ext cx="19050" cy="17463"/>
            </a:xfrm>
            <a:custGeom>
              <a:avLst/>
              <a:gdLst>
                <a:gd name="T0" fmla="*/ 7 w 12"/>
                <a:gd name="T1" fmla="*/ 0 h 11"/>
                <a:gd name="T2" fmla="*/ 11 w 12"/>
                <a:gd name="T3" fmla="*/ 7 h 11"/>
                <a:gd name="T4" fmla="*/ 5 w 12"/>
                <a:gd name="T5" fmla="*/ 11 h 11"/>
                <a:gd name="T6" fmla="*/ 1 w 12"/>
                <a:gd name="T7" fmla="*/ 4 h 11"/>
                <a:gd name="T8" fmla="*/ 7 w 12"/>
                <a:gd name="T9" fmla="*/ 0 h 11"/>
              </a:gdLst>
              <a:ahLst/>
              <a:cxnLst>
                <a:cxn ang="0">
                  <a:pos x="T0" y="T1"/>
                </a:cxn>
                <a:cxn ang="0">
                  <a:pos x="T2" y="T3"/>
                </a:cxn>
                <a:cxn ang="0">
                  <a:pos x="T4" y="T5"/>
                </a:cxn>
                <a:cxn ang="0">
                  <a:pos x="T6" y="T7"/>
                </a:cxn>
                <a:cxn ang="0">
                  <a:pos x="T8" y="T9"/>
                </a:cxn>
              </a:cxnLst>
              <a:rect l="0" t="0" r="r" b="b"/>
              <a:pathLst>
                <a:path w="12" h="11">
                  <a:moveTo>
                    <a:pt x="7" y="0"/>
                  </a:moveTo>
                  <a:cubicBezTo>
                    <a:pt x="10" y="1"/>
                    <a:pt x="12" y="4"/>
                    <a:pt x="11" y="7"/>
                  </a:cubicBezTo>
                  <a:cubicBezTo>
                    <a:pt x="10" y="10"/>
                    <a:pt x="7" y="11"/>
                    <a:pt x="5" y="11"/>
                  </a:cubicBezTo>
                  <a:cubicBezTo>
                    <a:pt x="2" y="10"/>
                    <a:pt x="0" y="7"/>
                    <a:pt x="1" y="4"/>
                  </a:cubicBezTo>
                  <a:cubicBezTo>
                    <a:pt x="2" y="1"/>
                    <a:pt x="4" y="0"/>
                    <a:pt x="7" y="0"/>
                  </a:cubicBezTo>
                  <a:close/>
                </a:path>
              </a:pathLst>
            </a:custGeom>
            <a:solidFill>
              <a:schemeClr val="accent4"/>
            </a:solidFill>
            <a:ln>
              <a:noFill/>
            </a:ln>
          </p:spPr>
          <p:txBody>
            <a:bodyPr anchor="ctr"/>
            <a:p>
              <a:pPr algn="ctr"/>
            </a:p>
          </p:txBody>
        </p:sp>
        <p:sp>
          <p:nvSpPr>
            <p:cNvPr id="58" name="Oval 42"/>
            <p:cNvSpPr/>
            <p:nvPr/>
          </p:nvSpPr>
          <p:spPr bwMode="auto">
            <a:xfrm>
              <a:off x="3908425" y="1917701"/>
              <a:ext cx="15875" cy="15875"/>
            </a:xfrm>
            <a:prstGeom prst="ellipse">
              <a:avLst/>
            </a:prstGeom>
            <a:solidFill>
              <a:schemeClr val="accent4"/>
            </a:solidFill>
            <a:ln>
              <a:noFill/>
            </a:ln>
          </p:spPr>
          <p:txBody>
            <a:bodyPr anchor="ctr"/>
            <a:p>
              <a:pPr algn="ctr"/>
            </a:p>
          </p:txBody>
        </p:sp>
        <p:sp>
          <p:nvSpPr>
            <p:cNvPr id="59" name="Freeform: Shape 43"/>
            <p:cNvSpPr/>
            <p:nvPr/>
          </p:nvSpPr>
          <p:spPr bwMode="auto">
            <a:xfrm>
              <a:off x="3911600" y="1952626"/>
              <a:ext cx="19050" cy="20638"/>
            </a:xfrm>
            <a:custGeom>
              <a:avLst/>
              <a:gdLst>
                <a:gd name="T0" fmla="*/ 5 w 12"/>
                <a:gd name="T1" fmla="*/ 1 h 12"/>
                <a:gd name="T2" fmla="*/ 11 w 12"/>
                <a:gd name="T3" fmla="*/ 5 h 12"/>
                <a:gd name="T4" fmla="*/ 7 w 12"/>
                <a:gd name="T5" fmla="*/ 11 h 12"/>
                <a:gd name="T6" fmla="*/ 1 w 12"/>
                <a:gd name="T7" fmla="*/ 8 h 12"/>
                <a:gd name="T8" fmla="*/ 5 w 12"/>
                <a:gd name="T9" fmla="*/ 1 h 12"/>
              </a:gdLst>
              <a:ahLst/>
              <a:cxnLst>
                <a:cxn ang="0">
                  <a:pos x="T0" y="T1"/>
                </a:cxn>
                <a:cxn ang="0">
                  <a:pos x="T2" y="T3"/>
                </a:cxn>
                <a:cxn ang="0">
                  <a:pos x="T4" y="T5"/>
                </a:cxn>
                <a:cxn ang="0">
                  <a:pos x="T6" y="T7"/>
                </a:cxn>
                <a:cxn ang="0">
                  <a:pos x="T8" y="T9"/>
                </a:cxn>
              </a:cxnLst>
              <a:rect l="0" t="0" r="r" b="b"/>
              <a:pathLst>
                <a:path w="12" h="12">
                  <a:moveTo>
                    <a:pt x="5" y="1"/>
                  </a:moveTo>
                  <a:cubicBezTo>
                    <a:pt x="7" y="0"/>
                    <a:pt x="10" y="2"/>
                    <a:pt x="11" y="5"/>
                  </a:cubicBezTo>
                  <a:cubicBezTo>
                    <a:pt x="12" y="8"/>
                    <a:pt x="10" y="11"/>
                    <a:pt x="7" y="11"/>
                  </a:cubicBezTo>
                  <a:cubicBezTo>
                    <a:pt x="4" y="12"/>
                    <a:pt x="2" y="10"/>
                    <a:pt x="1" y="8"/>
                  </a:cubicBezTo>
                  <a:cubicBezTo>
                    <a:pt x="0" y="5"/>
                    <a:pt x="2" y="2"/>
                    <a:pt x="5" y="1"/>
                  </a:cubicBezTo>
                  <a:close/>
                </a:path>
              </a:pathLst>
            </a:custGeom>
            <a:solidFill>
              <a:schemeClr val="accent4"/>
            </a:solidFill>
            <a:ln>
              <a:noFill/>
            </a:ln>
          </p:spPr>
          <p:txBody>
            <a:bodyPr anchor="ctr"/>
            <a:p>
              <a:pPr algn="ctr"/>
            </a:p>
          </p:txBody>
        </p:sp>
        <p:sp>
          <p:nvSpPr>
            <p:cNvPr id="60" name="Freeform: Shape 44"/>
            <p:cNvSpPr/>
            <p:nvPr/>
          </p:nvSpPr>
          <p:spPr bwMode="auto">
            <a:xfrm>
              <a:off x="3925888" y="1989138"/>
              <a:ext cx="19050" cy="19050"/>
            </a:xfrm>
            <a:custGeom>
              <a:avLst/>
              <a:gdLst>
                <a:gd name="T0" fmla="*/ 3 w 12"/>
                <a:gd name="T1" fmla="*/ 1 h 12"/>
                <a:gd name="T2" fmla="*/ 10 w 12"/>
                <a:gd name="T3" fmla="*/ 3 h 12"/>
                <a:gd name="T4" fmla="*/ 9 w 12"/>
                <a:gd name="T5" fmla="*/ 11 h 12"/>
                <a:gd name="T6" fmla="*/ 1 w 12"/>
                <a:gd name="T7" fmla="*/ 9 h 12"/>
                <a:gd name="T8" fmla="*/ 3 w 12"/>
                <a:gd name="T9" fmla="*/ 1 h 12"/>
              </a:gdLst>
              <a:ahLst/>
              <a:cxnLst>
                <a:cxn ang="0">
                  <a:pos x="T0" y="T1"/>
                </a:cxn>
                <a:cxn ang="0">
                  <a:pos x="T2" y="T3"/>
                </a:cxn>
                <a:cxn ang="0">
                  <a:pos x="T4" y="T5"/>
                </a:cxn>
                <a:cxn ang="0">
                  <a:pos x="T6" y="T7"/>
                </a:cxn>
                <a:cxn ang="0">
                  <a:pos x="T8" y="T9"/>
                </a:cxn>
              </a:cxnLst>
              <a:rect l="0" t="0" r="r" b="b"/>
              <a:pathLst>
                <a:path w="12" h="12">
                  <a:moveTo>
                    <a:pt x="3" y="1"/>
                  </a:moveTo>
                  <a:cubicBezTo>
                    <a:pt x="6" y="0"/>
                    <a:pt x="9" y="1"/>
                    <a:pt x="10" y="3"/>
                  </a:cubicBezTo>
                  <a:cubicBezTo>
                    <a:pt x="12" y="6"/>
                    <a:pt x="11" y="9"/>
                    <a:pt x="9" y="11"/>
                  </a:cubicBezTo>
                  <a:cubicBezTo>
                    <a:pt x="6" y="12"/>
                    <a:pt x="3" y="11"/>
                    <a:pt x="1" y="9"/>
                  </a:cubicBezTo>
                  <a:cubicBezTo>
                    <a:pt x="0" y="6"/>
                    <a:pt x="1" y="3"/>
                    <a:pt x="3" y="1"/>
                  </a:cubicBezTo>
                  <a:close/>
                </a:path>
              </a:pathLst>
            </a:custGeom>
            <a:solidFill>
              <a:schemeClr val="accent4"/>
            </a:solidFill>
            <a:ln>
              <a:noFill/>
            </a:ln>
          </p:spPr>
          <p:txBody>
            <a:bodyPr anchor="ctr"/>
            <a:p>
              <a:pPr algn="ctr"/>
            </a:p>
          </p:txBody>
        </p:sp>
        <p:sp>
          <p:nvSpPr>
            <p:cNvPr id="61" name="Freeform: Shape 45"/>
            <p:cNvSpPr/>
            <p:nvPr/>
          </p:nvSpPr>
          <p:spPr bwMode="auto">
            <a:xfrm>
              <a:off x="3948113" y="2019301"/>
              <a:ext cx="20638" cy="19050"/>
            </a:xfrm>
            <a:custGeom>
              <a:avLst/>
              <a:gdLst>
                <a:gd name="T0" fmla="*/ 3 w 12"/>
                <a:gd name="T1" fmla="*/ 2 h 12"/>
                <a:gd name="T2" fmla="*/ 10 w 12"/>
                <a:gd name="T3" fmla="*/ 2 h 12"/>
                <a:gd name="T4" fmla="*/ 10 w 12"/>
                <a:gd name="T5" fmla="*/ 9 h 12"/>
                <a:gd name="T6" fmla="*/ 3 w 12"/>
                <a:gd name="T7" fmla="*/ 9 h 12"/>
                <a:gd name="T8" fmla="*/ 3 w 12"/>
                <a:gd name="T9" fmla="*/ 2 h 12"/>
              </a:gdLst>
              <a:ahLst/>
              <a:cxnLst>
                <a:cxn ang="0">
                  <a:pos x="T0" y="T1"/>
                </a:cxn>
                <a:cxn ang="0">
                  <a:pos x="T2" y="T3"/>
                </a:cxn>
                <a:cxn ang="0">
                  <a:pos x="T4" y="T5"/>
                </a:cxn>
                <a:cxn ang="0">
                  <a:pos x="T6" y="T7"/>
                </a:cxn>
                <a:cxn ang="0">
                  <a:pos x="T8" y="T9"/>
                </a:cxn>
              </a:cxnLst>
              <a:rect l="0" t="0" r="r" b="b"/>
              <a:pathLst>
                <a:path w="12" h="12">
                  <a:moveTo>
                    <a:pt x="3" y="2"/>
                  </a:moveTo>
                  <a:cubicBezTo>
                    <a:pt x="5" y="0"/>
                    <a:pt x="8" y="0"/>
                    <a:pt x="10" y="2"/>
                  </a:cubicBezTo>
                  <a:cubicBezTo>
                    <a:pt x="12" y="4"/>
                    <a:pt x="12" y="7"/>
                    <a:pt x="10" y="9"/>
                  </a:cubicBezTo>
                  <a:cubicBezTo>
                    <a:pt x="8" y="12"/>
                    <a:pt x="5" y="12"/>
                    <a:pt x="3" y="9"/>
                  </a:cubicBezTo>
                  <a:cubicBezTo>
                    <a:pt x="0" y="7"/>
                    <a:pt x="0" y="4"/>
                    <a:pt x="3" y="2"/>
                  </a:cubicBezTo>
                </a:path>
              </a:pathLst>
            </a:custGeom>
            <a:solidFill>
              <a:schemeClr val="accent4"/>
            </a:solidFill>
            <a:ln>
              <a:noFill/>
            </a:ln>
          </p:spPr>
          <p:txBody>
            <a:bodyPr anchor="ctr"/>
            <a:p>
              <a:pPr algn="ctr"/>
            </a:p>
          </p:txBody>
        </p:sp>
        <p:sp>
          <p:nvSpPr>
            <p:cNvPr id="62" name="Freeform: Shape 46"/>
            <p:cNvSpPr/>
            <p:nvPr/>
          </p:nvSpPr>
          <p:spPr bwMode="auto">
            <a:xfrm>
              <a:off x="3979863" y="2041526"/>
              <a:ext cx="19050" cy="19050"/>
            </a:xfrm>
            <a:custGeom>
              <a:avLst/>
              <a:gdLst>
                <a:gd name="T0" fmla="*/ 1 w 12"/>
                <a:gd name="T1" fmla="*/ 3 h 12"/>
                <a:gd name="T2" fmla="*/ 9 w 12"/>
                <a:gd name="T3" fmla="*/ 2 h 12"/>
                <a:gd name="T4" fmla="*/ 10 w 12"/>
                <a:gd name="T5" fmla="*/ 9 h 12"/>
                <a:gd name="T6" fmla="*/ 3 w 12"/>
                <a:gd name="T7" fmla="*/ 11 h 12"/>
                <a:gd name="T8" fmla="*/ 1 w 12"/>
                <a:gd name="T9" fmla="*/ 3 h 12"/>
              </a:gdLst>
              <a:ahLst/>
              <a:cxnLst>
                <a:cxn ang="0">
                  <a:pos x="T0" y="T1"/>
                </a:cxn>
                <a:cxn ang="0">
                  <a:pos x="T2" y="T3"/>
                </a:cxn>
                <a:cxn ang="0">
                  <a:pos x="T4" y="T5"/>
                </a:cxn>
                <a:cxn ang="0">
                  <a:pos x="T6" y="T7"/>
                </a:cxn>
                <a:cxn ang="0">
                  <a:pos x="T8" y="T9"/>
                </a:cxn>
              </a:cxnLst>
              <a:rect l="0" t="0" r="r" b="b"/>
              <a:pathLst>
                <a:path w="12" h="12">
                  <a:moveTo>
                    <a:pt x="1" y="3"/>
                  </a:moveTo>
                  <a:cubicBezTo>
                    <a:pt x="3" y="1"/>
                    <a:pt x="6" y="0"/>
                    <a:pt x="9" y="2"/>
                  </a:cubicBezTo>
                  <a:cubicBezTo>
                    <a:pt x="11" y="3"/>
                    <a:pt x="12" y="6"/>
                    <a:pt x="10" y="9"/>
                  </a:cubicBezTo>
                  <a:cubicBezTo>
                    <a:pt x="9" y="11"/>
                    <a:pt x="6" y="12"/>
                    <a:pt x="3" y="11"/>
                  </a:cubicBezTo>
                  <a:cubicBezTo>
                    <a:pt x="1" y="9"/>
                    <a:pt x="0" y="6"/>
                    <a:pt x="1" y="3"/>
                  </a:cubicBezTo>
                </a:path>
              </a:pathLst>
            </a:custGeom>
            <a:solidFill>
              <a:schemeClr val="accent4"/>
            </a:solidFill>
            <a:ln>
              <a:noFill/>
            </a:ln>
          </p:spPr>
          <p:txBody>
            <a:bodyPr anchor="ctr"/>
            <a:p>
              <a:pPr algn="ctr"/>
            </a:p>
          </p:txBody>
        </p:sp>
        <p:sp>
          <p:nvSpPr>
            <p:cNvPr id="63" name="Freeform: Shape 47"/>
            <p:cNvSpPr/>
            <p:nvPr/>
          </p:nvSpPr>
          <p:spPr bwMode="auto">
            <a:xfrm>
              <a:off x="4014788" y="2055813"/>
              <a:ext cx="19050" cy="20638"/>
            </a:xfrm>
            <a:custGeom>
              <a:avLst/>
              <a:gdLst>
                <a:gd name="T0" fmla="*/ 1 w 12"/>
                <a:gd name="T1" fmla="*/ 5 h 12"/>
                <a:gd name="T2" fmla="*/ 7 w 12"/>
                <a:gd name="T3" fmla="*/ 1 h 12"/>
                <a:gd name="T4" fmla="*/ 11 w 12"/>
                <a:gd name="T5" fmla="*/ 7 h 12"/>
                <a:gd name="T6" fmla="*/ 4 w 12"/>
                <a:gd name="T7" fmla="*/ 11 h 12"/>
                <a:gd name="T8" fmla="*/ 1 w 12"/>
                <a:gd name="T9" fmla="*/ 5 h 12"/>
              </a:gdLst>
              <a:ahLst/>
              <a:cxnLst>
                <a:cxn ang="0">
                  <a:pos x="T0" y="T1"/>
                </a:cxn>
                <a:cxn ang="0">
                  <a:pos x="T2" y="T3"/>
                </a:cxn>
                <a:cxn ang="0">
                  <a:pos x="T4" y="T5"/>
                </a:cxn>
                <a:cxn ang="0">
                  <a:pos x="T6" y="T7"/>
                </a:cxn>
                <a:cxn ang="0">
                  <a:pos x="T8" y="T9"/>
                </a:cxn>
              </a:cxnLst>
              <a:rect l="0" t="0" r="r" b="b"/>
              <a:pathLst>
                <a:path w="12" h="12">
                  <a:moveTo>
                    <a:pt x="1" y="5"/>
                  </a:moveTo>
                  <a:cubicBezTo>
                    <a:pt x="1" y="2"/>
                    <a:pt x="4" y="0"/>
                    <a:pt x="7" y="1"/>
                  </a:cubicBezTo>
                  <a:cubicBezTo>
                    <a:pt x="10" y="2"/>
                    <a:pt x="12" y="5"/>
                    <a:pt x="11" y="7"/>
                  </a:cubicBezTo>
                  <a:cubicBezTo>
                    <a:pt x="10" y="10"/>
                    <a:pt x="7" y="12"/>
                    <a:pt x="4" y="11"/>
                  </a:cubicBezTo>
                  <a:cubicBezTo>
                    <a:pt x="2" y="10"/>
                    <a:pt x="0" y="8"/>
                    <a:pt x="1" y="5"/>
                  </a:cubicBezTo>
                </a:path>
              </a:pathLst>
            </a:custGeom>
            <a:solidFill>
              <a:schemeClr val="accent4"/>
            </a:solidFill>
            <a:ln>
              <a:noFill/>
            </a:ln>
          </p:spPr>
          <p:txBody>
            <a:bodyPr anchor="ctr"/>
            <a:p>
              <a:pPr algn="ctr"/>
            </a:p>
          </p:txBody>
        </p:sp>
        <p:sp>
          <p:nvSpPr>
            <p:cNvPr id="64" name="Oval 48"/>
            <p:cNvSpPr/>
            <p:nvPr/>
          </p:nvSpPr>
          <p:spPr bwMode="auto">
            <a:xfrm>
              <a:off x="4054475" y="2062163"/>
              <a:ext cx="15875" cy="17463"/>
            </a:xfrm>
            <a:prstGeom prst="ellipse">
              <a:avLst/>
            </a:prstGeom>
            <a:solidFill>
              <a:schemeClr val="accent4"/>
            </a:solidFill>
            <a:ln>
              <a:noFill/>
            </a:ln>
          </p:spPr>
          <p:txBody>
            <a:bodyPr anchor="ctr"/>
            <a:p>
              <a:pPr algn="ctr"/>
            </a:p>
          </p:txBody>
        </p:sp>
        <p:sp>
          <p:nvSpPr>
            <p:cNvPr id="65" name="Freeform: Shape 49"/>
            <p:cNvSpPr/>
            <p:nvPr/>
          </p:nvSpPr>
          <p:spPr bwMode="auto">
            <a:xfrm>
              <a:off x="4090988" y="2055813"/>
              <a:ext cx="17463" cy="20638"/>
            </a:xfrm>
            <a:custGeom>
              <a:avLst/>
              <a:gdLst>
                <a:gd name="T0" fmla="*/ 0 w 11"/>
                <a:gd name="T1" fmla="*/ 7 h 12"/>
                <a:gd name="T2" fmla="*/ 4 w 11"/>
                <a:gd name="T3" fmla="*/ 1 h 12"/>
                <a:gd name="T4" fmla="*/ 10 w 11"/>
                <a:gd name="T5" fmla="*/ 5 h 12"/>
                <a:gd name="T6" fmla="*/ 7 w 11"/>
                <a:gd name="T7" fmla="*/ 11 h 12"/>
                <a:gd name="T8" fmla="*/ 0 w 11"/>
                <a:gd name="T9" fmla="*/ 7 h 12"/>
              </a:gdLst>
              <a:ahLst/>
              <a:cxnLst>
                <a:cxn ang="0">
                  <a:pos x="T0" y="T1"/>
                </a:cxn>
                <a:cxn ang="0">
                  <a:pos x="T2" y="T3"/>
                </a:cxn>
                <a:cxn ang="0">
                  <a:pos x="T4" y="T5"/>
                </a:cxn>
                <a:cxn ang="0">
                  <a:pos x="T6" y="T7"/>
                </a:cxn>
                <a:cxn ang="0">
                  <a:pos x="T8" y="T9"/>
                </a:cxn>
              </a:cxnLst>
              <a:rect l="0" t="0" r="r" b="b"/>
              <a:pathLst>
                <a:path w="11" h="12">
                  <a:moveTo>
                    <a:pt x="0" y="7"/>
                  </a:moveTo>
                  <a:cubicBezTo>
                    <a:pt x="0" y="5"/>
                    <a:pt x="1" y="2"/>
                    <a:pt x="4" y="1"/>
                  </a:cubicBezTo>
                  <a:cubicBezTo>
                    <a:pt x="7" y="0"/>
                    <a:pt x="10" y="2"/>
                    <a:pt x="10" y="5"/>
                  </a:cubicBezTo>
                  <a:cubicBezTo>
                    <a:pt x="11" y="8"/>
                    <a:pt x="10" y="10"/>
                    <a:pt x="7" y="11"/>
                  </a:cubicBezTo>
                  <a:cubicBezTo>
                    <a:pt x="4" y="12"/>
                    <a:pt x="1" y="10"/>
                    <a:pt x="0" y="7"/>
                  </a:cubicBezTo>
                </a:path>
              </a:pathLst>
            </a:custGeom>
            <a:solidFill>
              <a:schemeClr val="accent4"/>
            </a:solidFill>
            <a:ln>
              <a:noFill/>
            </a:ln>
          </p:spPr>
          <p:txBody>
            <a:bodyPr anchor="ctr"/>
            <a:p>
              <a:pPr algn="ctr"/>
            </a:p>
          </p:txBody>
        </p:sp>
        <p:sp>
          <p:nvSpPr>
            <p:cNvPr id="66" name="Freeform: Shape 50"/>
            <p:cNvSpPr/>
            <p:nvPr/>
          </p:nvSpPr>
          <p:spPr bwMode="auto">
            <a:xfrm>
              <a:off x="4124325" y="2041526"/>
              <a:ext cx="19050" cy="19050"/>
            </a:xfrm>
            <a:custGeom>
              <a:avLst/>
              <a:gdLst>
                <a:gd name="T0" fmla="*/ 2 w 12"/>
                <a:gd name="T1" fmla="*/ 9 h 12"/>
                <a:gd name="T2" fmla="*/ 4 w 12"/>
                <a:gd name="T3" fmla="*/ 2 h 12"/>
                <a:gd name="T4" fmla="*/ 11 w 12"/>
                <a:gd name="T5" fmla="*/ 3 h 12"/>
                <a:gd name="T6" fmla="*/ 9 w 12"/>
                <a:gd name="T7" fmla="*/ 11 h 12"/>
                <a:gd name="T8" fmla="*/ 2 w 12"/>
                <a:gd name="T9" fmla="*/ 9 h 12"/>
              </a:gdLst>
              <a:ahLst/>
              <a:cxnLst>
                <a:cxn ang="0">
                  <a:pos x="T0" y="T1"/>
                </a:cxn>
                <a:cxn ang="0">
                  <a:pos x="T2" y="T3"/>
                </a:cxn>
                <a:cxn ang="0">
                  <a:pos x="T4" y="T5"/>
                </a:cxn>
                <a:cxn ang="0">
                  <a:pos x="T6" y="T7"/>
                </a:cxn>
                <a:cxn ang="0">
                  <a:pos x="T8" y="T9"/>
                </a:cxn>
              </a:cxnLst>
              <a:rect l="0" t="0" r="r" b="b"/>
              <a:pathLst>
                <a:path w="12" h="12">
                  <a:moveTo>
                    <a:pt x="2" y="9"/>
                  </a:moveTo>
                  <a:cubicBezTo>
                    <a:pt x="0" y="6"/>
                    <a:pt x="1" y="3"/>
                    <a:pt x="4" y="2"/>
                  </a:cubicBezTo>
                  <a:cubicBezTo>
                    <a:pt x="6" y="0"/>
                    <a:pt x="9" y="1"/>
                    <a:pt x="11" y="3"/>
                  </a:cubicBezTo>
                  <a:cubicBezTo>
                    <a:pt x="12" y="6"/>
                    <a:pt x="11" y="9"/>
                    <a:pt x="9" y="11"/>
                  </a:cubicBezTo>
                  <a:cubicBezTo>
                    <a:pt x="6" y="12"/>
                    <a:pt x="3" y="11"/>
                    <a:pt x="2" y="9"/>
                  </a:cubicBezTo>
                </a:path>
              </a:pathLst>
            </a:custGeom>
            <a:solidFill>
              <a:schemeClr val="accent4"/>
            </a:solidFill>
            <a:ln>
              <a:noFill/>
            </a:ln>
          </p:spPr>
          <p:txBody>
            <a:bodyPr anchor="ctr"/>
            <a:p>
              <a:pPr algn="ctr"/>
            </a:p>
          </p:txBody>
        </p:sp>
        <p:sp>
          <p:nvSpPr>
            <p:cNvPr id="67" name="Freeform: Shape 51"/>
            <p:cNvSpPr/>
            <p:nvPr/>
          </p:nvSpPr>
          <p:spPr bwMode="auto">
            <a:xfrm>
              <a:off x="4156075" y="2019301"/>
              <a:ext cx="19050" cy="19050"/>
            </a:xfrm>
            <a:custGeom>
              <a:avLst/>
              <a:gdLst>
                <a:gd name="T0" fmla="*/ 2 w 12"/>
                <a:gd name="T1" fmla="*/ 9 h 12"/>
                <a:gd name="T2" fmla="*/ 2 w 12"/>
                <a:gd name="T3" fmla="*/ 2 h 12"/>
                <a:gd name="T4" fmla="*/ 10 w 12"/>
                <a:gd name="T5" fmla="*/ 2 h 12"/>
                <a:gd name="T6" fmla="*/ 10 w 12"/>
                <a:gd name="T7" fmla="*/ 9 h 12"/>
                <a:gd name="T8" fmla="*/ 2 w 12"/>
                <a:gd name="T9" fmla="*/ 9 h 12"/>
              </a:gdLst>
              <a:ahLst/>
              <a:cxnLst>
                <a:cxn ang="0">
                  <a:pos x="T0" y="T1"/>
                </a:cxn>
                <a:cxn ang="0">
                  <a:pos x="T2" y="T3"/>
                </a:cxn>
                <a:cxn ang="0">
                  <a:pos x="T4" y="T5"/>
                </a:cxn>
                <a:cxn ang="0">
                  <a:pos x="T6" y="T7"/>
                </a:cxn>
                <a:cxn ang="0">
                  <a:pos x="T8" y="T9"/>
                </a:cxn>
              </a:cxnLst>
              <a:rect l="0" t="0" r="r" b="b"/>
              <a:pathLst>
                <a:path w="12" h="12">
                  <a:moveTo>
                    <a:pt x="2" y="9"/>
                  </a:moveTo>
                  <a:cubicBezTo>
                    <a:pt x="0" y="7"/>
                    <a:pt x="0" y="4"/>
                    <a:pt x="2" y="2"/>
                  </a:cubicBezTo>
                  <a:cubicBezTo>
                    <a:pt x="4" y="0"/>
                    <a:pt x="8" y="0"/>
                    <a:pt x="10" y="2"/>
                  </a:cubicBezTo>
                  <a:cubicBezTo>
                    <a:pt x="12" y="4"/>
                    <a:pt x="12" y="7"/>
                    <a:pt x="10" y="9"/>
                  </a:cubicBezTo>
                  <a:cubicBezTo>
                    <a:pt x="8" y="12"/>
                    <a:pt x="4" y="12"/>
                    <a:pt x="2" y="9"/>
                  </a:cubicBezTo>
                </a:path>
              </a:pathLst>
            </a:custGeom>
            <a:solidFill>
              <a:schemeClr val="accent4"/>
            </a:solidFill>
            <a:ln>
              <a:noFill/>
            </a:ln>
          </p:spPr>
          <p:txBody>
            <a:bodyPr anchor="ctr"/>
            <a:p>
              <a:pPr algn="ctr"/>
            </a:p>
          </p:txBody>
        </p:sp>
        <p:sp>
          <p:nvSpPr>
            <p:cNvPr id="68" name="Freeform: Shape 52"/>
            <p:cNvSpPr/>
            <p:nvPr/>
          </p:nvSpPr>
          <p:spPr bwMode="auto">
            <a:xfrm>
              <a:off x="4178300" y="1989138"/>
              <a:ext cx="19050" cy="19050"/>
            </a:xfrm>
            <a:custGeom>
              <a:avLst/>
              <a:gdLst>
                <a:gd name="T0" fmla="*/ 4 w 12"/>
                <a:gd name="T1" fmla="*/ 11 h 12"/>
                <a:gd name="T2" fmla="*/ 2 w 12"/>
                <a:gd name="T3" fmla="*/ 3 h 12"/>
                <a:gd name="T4" fmla="*/ 9 w 12"/>
                <a:gd name="T5" fmla="*/ 2 h 12"/>
                <a:gd name="T6" fmla="*/ 11 w 12"/>
                <a:gd name="T7" fmla="*/ 9 h 12"/>
                <a:gd name="T8" fmla="*/ 4 w 12"/>
                <a:gd name="T9" fmla="*/ 11 h 12"/>
              </a:gdLst>
              <a:ahLst/>
              <a:cxnLst>
                <a:cxn ang="0">
                  <a:pos x="T0" y="T1"/>
                </a:cxn>
                <a:cxn ang="0">
                  <a:pos x="T2" y="T3"/>
                </a:cxn>
                <a:cxn ang="0">
                  <a:pos x="T4" y="T5"/>
                </a:cxn>
                <a:cxn ang="0">
                  <a:pos x="T6" y="T7"/>
                </a:cxn>
                <a:cxn ang="0">
                  <a:pos x="T8" y="T9"/>
                </a:cxn>
              </a:cxnLst>
              <a:rect l="0" t="0" r="r" b="b"/>
              <a:pathLst>
                <a:path w="12" h="12">
                  <a:moveTo>
                    <a:pt x="4" y="11"/>
                  </a:moveTo>
                  <a:cubicBezTo>
                    <a:pt x="1" y="9"/>
                    <a:pt x="0" y="6"/>
                    <a:pt x="2" y="3"/>
                  </a:cubicBezTo>
                  <a:cubicBezTo>
                    <a:pt x="3" y="1"/>
                    <a:pt x="6" y="0"/>
                    <a:pt x="9" y="2"/>
                  </a:cubicBezTo>
                  <a:cubicBezTo>
                    <a:pt x="11" y="3"/>
                    <a:pt x="12" y="6"/>
                    <a:pt x="11" y="9"/>
                  </a:cubicBezTo>
                  <a:cubicBezTo>
                    <a:pt x="9" y="11"/>
                    <a:pt x="6" y="12"/>
                    <a:pt x="4" y="11"/>
                  </a:cubicBezTo>
                </a:path>
              </a:pathLst>
            </a:custGeom>
            <a:solidFill>
              <a:schemeClr val="accent4"/>
            </a:solidFill>
            <a:ln>
              <a:noFill/>
            </a:ln>
          </p:spPr>
          <p:txBody>
            <a:bodyPr anchor="ctr"/>
            <a:p>
              <a:pPr algn="ctr"/>
            </a:p>
          </p:txBody>
        </p:sp>
        <p:sp>
          <p:nvSpPr>
            <p:cNvPr id="69" name="Freeform: Shape 53"/>
            <p:cNvSpPr/>
            <p:nvPr/>
          </p:nvSpPr>
          <p:spPr bwMode="auto">
            <a:xfrm>
              <a:off x="4192588" y="1952626"/>
              <a:ext cx="19050" cy="20638"/>
            </a:xfrm>
            <a:custGeom>
              <a:avLst/>
              <a:gdLst>
                <a:gd name="T0" fmla="*/ 5 w 12"/>
                <a:gd name="T1" fmla="*/ 11 h 12"/>
                <a:gd name="T2" fmla="*/ 1 w 12"/>
                <a:gd name="T3" fmla="*/ 5 h 12"/>
                <a:gd name="T4" fmla="*/ 8 w 12"/>
                <a:gd name="T5" fmla="*/ 1 h 12"/>
                <a:gd name="T6" fmla="*/ 11 w 12"/>
                <a:gd name="T7" fmla="*/ 8 h 12"/>
                <a:gd name="T8" fmla="*/ 5 w 12"/>
                <a:gd name="T9" fmla="*/ 11 h 12"/>
              </a:gdLst>
              <a:ahLst/>
              <a:cxnLst>
                <a:cxn ang="0">
                  <a:pos x="T0" y="T1"/>
                </a:cxn>
                <a:cxn ang="0">
                  <a:pos x="T2" y="T3"/>
                </a:cxn>
                <a:cxn ang="0">
                  <a:pos x="T4" y="T5"/>
                </a:cxn>
                <a:cxn ang="0">
                  <a:pos x="T6" y="T7"/>
                </a:cxn>
                <a:cxn ang="0">
                  <a:pos x="T8" y="T9"/>
                </a:cxn>
              </a:cxnLst>
              <a:rect l="0" t="0" r="r" b="b"/>
              <a:pathLst>
                <a:path w="12" h="12">
                  <a:moveTo>
                    <a:pt x="5" y="11"/>
                  </a:moveTo>
                  <a:cubicBezTo>
                    <a:pt x="2" y="11"/>
                    <a:pt x="0" y="8"/>
                    <a:pt x="1" y="5"/>
                  </a:cubicBezTo>
                  <a:cubicBezTo>
                    <a:pt x="2" y="2"/>
                    <a:pt x="5" y="0"/>
                    <a:pt x="8" y="1"/>
                  </a:cubicBezTo>
                  <a:cubicBezTo>
                    <a:pt x="10" y="2"/>
                    <a:pt x="12" y="5"/>
                    <a:pt x="11" y="8"/>
                  </a:cubicBezTo>
                  <a:cubicBezTo>
                    <a:pt x="11" y="10"/>
                    <a:pt x="8" y="12"/>
                    <a:pt x="5" y="11"/>
                  </a:cubicBezTo>
                </a:path>
              </a:pathLst>
            </a:custGeom>
            <a:solidFill>
              <a:schemeClr val="accent4"/>
            </a:solidFill>
            <a:ln>
              <a:noFill/>
            </a:ln>
          </p:spPr>
          <p:txBody>
            <a:bodyPr anchor="ctr"/>
            <a:p>
              <a:pPr algn="ctr"/>
            </a:p>
          </p:txBody>
        </p:sp>
        <p:sp>
          <p:nvSpPr>
            <p:cNvPr id="70" name="Oval 54"/>
            <p:cNvSpPr/>
            <p:nvPr/>
          </p:nvSpPr>
          <p:spPr bwMode="auto">
            <a:xfrm>
              <a:off x="4198938" y="1917701"/>
              <a:ext cx="17463" cy="15875"/>
            </a:xfrm>
            <a:prstGeom prst="ellipse">
              <a:avLst/>
            </a:prstGeom>
            <a:solidFill>
              <a:schemeClr val="accent4"/>
            </a:solidFill>
            <a:ln>
              <a:noFill/>
            </a:ln>
          </p:spPr>
          <p:txBody>
            <a:bodyPr anchor="ctr"/>
            <a:p>
              <a:pPr algn="ctr"/>
            </a:p>
          </p:txBody>
        </p:sp>
        <p:sp>
          <p:nvSpPr>
            <p:cNvPr id="71" name="Freeform: Shape 55"/>
            <p:cNvSpPr/>
            <p:nvPr/>
          </p:nvSpPr>
          <p:spPr bwMode="auto">
            <a:xfrm>
              <a:off x="4192588" y="1879601"/>
              <a:ext cx="19050" cy="17463"/>
            </a:xfrm>
            <a:custGeom>
              <a:avLst/>
              <a:gdLst>
                <a:gd name="T0" fmla="*/ 8 w 12"/>
                <a:gd name="T1" fmla="*/ 11 h 11"/>
                <a:gd name="T2" fmla="*/ 1 w 12"/>
                <a:gd name="T3" fmla="*/ 7 h 11"/>
                <a:gd name="T4" fmla="*/ 5 w 12"/>
                <a:gd name="T5" fmla="*/ 1 h 11"/>
                <a:gd name="T6" fmla="*/ 11 w 12"/>
                <a:gd name="T7" fmla="*/ 4 h 11"/>
                <a:gd name="T8" fmla="*/ 8 w 12"/>
                <a:gd name="T9" fmla="*/ 11 h 11"/>
              </a:gdLst>
              <a:ahLst/>
              <a:cxnLst>
                <a:cxn ang="0">
                  <a:pos x="T0" y="T1"/>
                </a:cxn>
                <a:cxn ang="0">
                  <a:pos x="T2" y="T3"/>
                </a:cxn>
                <a:cxn ang="0">
                  <a:pos x="T4" y="T5"/>
                </a:cxn>
                <a:cxn ang="0">
                  <a:pos x="T6" y="T7"/>
                </a:cxn>
                <a:cxn ang="0">
                  <a:pos x="T8" y="T9"/>
                </a:cxn>
              </a:cxnLst>
              <a:rect l="0" t="0" r="r" b="b"/>
              <a:pathLst>
                <a:path w="12" h="11">
                  <a:moveTo>
                    <a:pt x="8" y="11"/>
                  </a:moveTo>
                  <a:cubicBezTo>
                    <a:pt x="5" y="11"/>
                    <a:pt x="2" y="10"/>
                    <a:pt x="1" y="7"/>
                  </a:cubicBezTo>
                  <a:cubicBezTo>
                    <a:pt x="0" y="4"/>
                    <a:pt x="2" y="1"/>
                    <a:pt x="5" y="1"/>
                  </a:cubicBezTo>
                  <a:cubicBezTo>
                    <a:pt x="8" y="0"/>
                    <a:pt x="11" y="1"/>
                    <a:pt x="11" y="4"/>
                  </a:cubicBezTo>
                  <a:cubicBezTo>
                    <a:pt x="12" y="7"/>
                    <a:pt x="10" y="10"/>
                    <a:pt x="8" y="11"/>
                  </a:cubicBezTo>
                </a:path>
              </a:pathLst>
            </a:custGeom>
            <a:solidFill>
              <a:schemeClr val="accent4"/>
            </a:solidFill>
            <a:ln>
              <a:noFill/>
            </a:ln>
          </p:spPr>
          <p:txBody>
            <a:bodyPr anchor="ctr"/>
            <a:p>
              <a:pPr algn="ctr"/>
            </a:p>
          </p:txBody>
        </p:sp>
        <p:sp>
          <p:nvSpPr>
            <p:cNvPr id="72" name="Freeform: Shape 56"/>
            <p:cNvSpPr/>
            <p:nvPr/>
          </p:nvSpPr>
          <p:spPr bwMode="auto">
            <a:xfrm>
              <a:off x="4178300" y="1843088"/>
              <a:ext cx="19050" cy="19050"/>
            </a:xfrm>
            <a:custGeom>
              <a:avLst/>
              <a:gdLst>
                <a:gd name="T0" fmla="*/ 9 w 12"/>
                <a:gd name="T1" fmla="*/ 10 h 12"/>
                <a:gd name="T2" fmla="*/ 2 w 12"/>
                <a:gd name="T3" fmla="*/ 8 h 12"/>
                <a:gd name="T4" fmla="*/ 4 w 12"/>
                <a:gd name="T5" fmla="*/ 1 h 12"/>
                <a:gd name="T6" fmla="*/ 11 w 12"/>
                <a:gd name="T7" fmla="*/ 3 h 12"/>
                <a:gd name="T8" fmla="*/ 9 w 12"/>
                <a:gd name="T9" fmla="*/ 10 h 12"/>
              </a:gdLst>
              <a:ahLst/>
              <a:cxnLst>
                <a:cxn ang="0">
                  <a:pos x="T0" y="T1"/>
                </a:cxn>
                <a:cxn ang="0">
                  <a:pos x="T2" y="T3"/>
                </a:cxn>
                <a:cxn ang="0">
                  <a:pos x="T4" y="T5"/>
                </a:cxn>
                <a:cxn ang="0">
                  <a:pos x="T6" y="T7"/>
                </a:cxn>
                <a:cxn ang="0">
                  <a:pos x="T8" y="T9"/>
                </a:cxn>
              </a:cxnLst>
              <a:rect l="0" t="0" r="r" b="b"/>
              <a:pathLst>
                <a:path w="12" h="12">
                  <a:moveTo>
                    <a:pt x="9" y="10"/>
                  </a:moveTo>
                  <a:cubicBezTo>
                    <a:pt x="6" y="12"/>
                    <a:pt x="3" y="11"/>
                    <a:pt x="2" y="8"/>
                  </a:cubicBezTo>
                  <a:cubicBezTo>
                    <a:pt x="0" y="6"/>
                    <a:pt x="1" y="3"/>
                    <a:pt x="4" y="1"/>
                  </a:cubicBezTo>
                  <a:cubicBezTo>
                    <a:pt x="6" y="0"/>
                    <a:pt x="9" y="1"/>
                    <a:pt x="11" y="3"/>
                  </a:cubicBezTo>
                  <a:cubicBezTo>
                    <a:pt x="12" y="6"/>
                    <a:pt x="11" y="9"/>
                    <a:pt x="9" y="10"/>
                  </a:cubicBezTo>
                </a:path>
              </a:pathLst>
            </a:custGeom>
            <a:solidFill>
              <a:schemeClr val="accent4"/>
            </a:solidFill>
            <a:ln>
              <a:noFill/>
            </a:ln>
          </p:spPr>
          <p:txBody>
            <a:bodyPr anchor="ctr"/>
            <a:p>
              <a:pPr algn="ctr"/>
            </a:p>
          </p:txBody>
        </p:sp>
        <p:sp>
          <p:nvSpPr>
            <p:cNvPr id="73" name="Freeform: Shape 57"/>
            <p:cNvSpPr/>
            <p:nvPr/>
          </p:nvSpPr>
          <p:spPr bwMode="auto">
            <a:xfrm>
              <a:off x="3487738" y="2447926"/>
              <a:ext cx="552450" cy="527050"/>
            </a:xfrm>
            <a:custGeom>
              <a:avLst/>
              <a:gdLst>
                <a:gd name="T0" fmla="*/ 47 w 343"/>
                <a:gd name="T1" fmla="*/ 326 h 326"/>
                <a:gd name="T2" fmla="*/ 47 w 343"/>
                <a:gd name="T3" fmla="*/ 326 h 326"/>
                <a:gd name="T4" fmla="*/ 47 w 343"/>
                <a:gd name="T5" fmla="*/ 326 h 326"/>
                <a:gd name="T6" fmla="*/ 47 w 343"/>
                <a:gd name="T7" fmla="*/ 326 h 326"/>
                <a:gd name="T8" fmla="*/ 0 w 343"/>
                <a:gd name="T9" fmla="*/ 320 h 326"/>
                <a:gd name="T10" fmla="*/ 0 w 343"/>
                <a:gd name="T11" fmla="*/ 320 h 326"/>
                <a:gd name="T12" fmla="*/ 0 w 343"/>
                <a:gd name="T13" fmla="*/ 320 h 326"/>
                <a:gd name="T14" fmla="*/ 0 w 343"/>
                <a:gd name="T15" fmla="*/ 320 h 326"/>
                <a:gd name="T16" fmla="*/ 0 w 343"/>
                <a:gd name="T17" fmla="*/ 320 h 326"/>
                <a:gd name="T18" fmla="*/ 0 w 343"/>
                <a:gd name="T19" fmla="*/ 320 h 326"/>
                <a:gd name="T20" fmla="*/ 41 w 343"/>
                <a:gd name="T21" fmla="*/ 201 h 326"/>
                <a:gd name="T22" fmla="*/ 41 w 343"/>
                <a:gd name="T23" fmla="*/ 201 h 326"/>
                <a:gd name="T24" fmla="*/ 0 w 343"/>
                <a:gd name="T25" fmla="*/ 320 h 326"/>
                <a:gd name="T26" fmla="*/ 41 w 343"/>
                <a:gd name="T27" fmla="*/ 201 h 326"/>
                <a:gd name="T28" fmla="*/ 319 w 343"/>
                <a:gd name="T29" fmla="*/ 120 h 326"/>
                <a:gd name="T30" fmla="*/ 47 w 343"/>
                <a:gd name="T31" fmla="*/ 326 h 326"/>
                <a:gd name="T32" fmla="*/ 319 w 343"/>
                <a:gd name="T33" fmla="*/ 120 h 326"/>
                <a:gd name="T34" fmla="*/ 319 w 343"/>
                <a:gd name="T35" fmla="*/ 119 h 326"/>
                <a:gd name="T36" fmla="*/ 319 w 343"/>
                <a:gd name="T37" fmla="*/ 120 h 326"/>
                <a:gd name="T38" fmla="*/ 319 w 343"/>
                <a:gd name="T39" fmla="*/ 119 h 326"/>
                <a:gd name="T40" fmla="*/ 318 w 343"/>
                <a:gd name="T41" fmla="*/ 119 h 326"/>
                <a:gd name="T42" fmla="*/ 318 w 343"/>
                <a:gd name="T43" fmla="*/ 119 h 326"/>
                <a:gd name="T44" fmla="*/ 318 w 343"/>
                <a:gd name="T45" fmla="*/ 119 h 326"/>
                <a:gd name="T46" fmla="*/ 318 w 343"/>
                <a:gd name="T47" fmla="*/ 119 h 326"/>
                <a:gd name="T48" fmla="*/ 318 w 343"/>
                <a:gd name="T49" fmla="*/ 119 h 326"/>
                <a:gd name="T50" fmla="*/ 318 w 343"/>
                <a:gd name="T51" fmla="*/ 119 h 326"/>
                <a:gd name="T52" fmla="*/ 318 w 343"/>
                <a:gd name="T53" fmla="*/ 119 h 326"/>
                <a:gd name="T54" fmla="*/ 318 w 343"/>
                <a:gd name="T55" fmla="*/ 119 h 326"/>
                <a:gd name="T56" fmla="*/ 318 w 343"/>
                <a:gd name="T57" fmla="*/ 119 h 326"/>
                <a:gd name="T58" fmla="*/ 318 w 343"/>
                <a:gd name="T59" fmla="*/ 119 h 326"/>
                <a:gd name="T60" fmla="*/ 318 w 343"/>
                <a:gd name="T61" fmla="*/ 119 h 326"/>
                <a:gd name="T62" fmla="*/ 318 w 343"/>
                <a:gd name="T63" fmla="*/ 119 h 326"/>
                <a:gd name="T64" fmla="*/ 318 w 343"/>
                <a:gd name="T65" fmla="*/ 119 h 326"/>
                <a:gd name="T66" fmla="*/ 318 w 343"/>
                <a:gd name="T67" fmla="*/ 119 h 326"/>
                <a:gd name="T68" fmla="*/ 318 w 343"/>
                <a:gd name="T69" fmla="*/ 119 h 326"/>
                <a:gd name="T70" fmla="*/ 295 w 343"/>
                <a:gd name="T71" fmla="*/ 0 h 326"/>
                <a:gd name="T72" fmla="*/ 295 w 343"/>
                <a:gd name="T73" fmla="*/ 0 h 326"/>
                <a:gd name="T74" fmla="*/ 295 w 343"/>
                <a:gd name="T75" fmla="*/ 0 h 326"/>
                <a:gd name="T76" fmla="*/ 295 w 343"/>
                <a:gd name="T7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43" h="326">
                  <a:moveTo>
                    <a:pt x="47" y="326"/>
                  </a:moveTo>
                  <a:cubicBezTo>
                    <a:pt x="47" y="326"/>
                    <a:pt x="47" y="326"/>
                    <a:pt x="47" y="326"/>
                  </a:cubicBezTo>
                  <a:cubicBezTo>
                    <a:pt x="47" y="326"/>
                    <a:pt x="47" y="326"/>
                    <a:pt x="47" y="326"/>
                  </a:cubicBezTo>
                  <a:cubicBezTo>
                    <a:pt x="47" y="326"/>
                    <a:pt x="47" y="326"/>
                    <a:pt x="47" y="326"/>
                  </a:cubicBezTo>
                  <a:moveTo>
                    <a:pt x="0" y="320"/>
                  </a:moveTo>
                  <a:cubicBezTo>
                    <a:pt x="0" y="320"/>
                    <a:pt x="0" y="320"/>
                    <a:pt x="0" y="320"/>
                  </a:cubicBezTo>
                  <a:cubicBezTo>
                    <a:pt x="0" y="320"/>
                    <a:pt x="0" y="320"/>
                    <a:pt x="0" y="320"/>
                  </a:cubicBezTo>
                  <a:moveTo>
                    <a:pt x="0" y="320"/>
                  </a:moveTo>
                  <a:cubicBezTo>
                    <a:pt x="0" y="320"/>
                    <a:pt x="0" y="320"/>
                    <a:pt x="0" y="320"/>
                  </a:cubicBezTo>
                  <a:cubicBezTo>
                    <a:pt x="0" y="320"/>
                    <a:pt x="0" y="320"/>
                    <a:pt x="0" y="320"/>
                  </a:cubicBezTo>
                  <a:moveTo>
                    <a:pt x="41" y="201"/>
                  </a:moveTo>
                  <a:cubicBezTo>
                    <a:pt x="41" y="201"/>
                    <a:pt x="41" y="201"/>
                    <a:pt x="41" y="201"/>
                  </a:cubicBezTo>
                  <a:cubicBezTo>
                    <a:pt x="81" y="260"/>
                    <a:pt x="1" y="320"/>
                    <a:pt x="0" y="320"/>
                  </a:cubicBezTo>
                  <a:cubicBezTo>
                    <a:pt x="1" y="320"/>
                    <a:pt x="81" y="260"/>
                    <a:pt x="41" y="201"/>
                  </a:cubicBezTo>
                  <a:moveTo>
                    <a:pt x="319" y="120"/>
                  </a:moveTo>
                  <a:cubicBezTo>
                    <a:pt x="343" y="147"/>
                    <a:pt x="199" y="326"/>
                    <a:pt x="47" y="326"/>
                  </a:cubicBezTo>
                  <a:cubicBezTo>
                    <a:pt x="199" y="326"/>
                    <a:pt x="343" y="147"/>
                    <a:pt x="319" y="120"/>
                  </a:cubicBezTo>
                  <a:moveTo>
                    <a:pt x="319" y="119"/>
                  </a:moveTo>
                  <a:cubicBezTo>
                    <a:pt x="319" y="119"/>
                    <a:pt x="319" y="119"/>
                    <a:pt x="319" y="120"/>
                  </a:cubicBezTo>
                  <a:cubicBezTo>
                    <a:pt x="319" y="119"/>
                    <a:pt x="319" y="119"/>
                    <a:pt x="319"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295" y="0"/>
                  </a:moveTo>
                  <a:cubicBezTo>
                    <a:pt x="295" y="0"/>
                    <a:pt x="295" y="0"/>
                    <a:pt x="295" y="0"/>
                  </a:cubicBezTo>
                  <a:cubicBezTo>
                    <a:pt x="295" y="0"/>
                    <a:pt x="295" y="0"/>
                    <a:pt x="295" y="0"/>
                  </a:cubicBezTo>
                  <a:cubicBezTo>
                    <a:pt x="295" y="0"/>
                    <a:pt x="295" y="0"/>
                    <a:pt x="295" y="0"/>
                  </a:cubicBezTo>
                </a:path>
              </a:pathLst>
            </a:custGeom>
            <a:solidFill>
              <a:srgbClr val="DF93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4" name="Freeform: Shape 58"/>
            <p:cNvSpPr/>
            <p:nvPr/>
          </p:nvSpPr>
          <p:spPr bwMode="auto">
            <a:xfrm>
              <a:off x="3552825" y="2447926"/>
              <a:ext cx="411163" cy="325438"/>
            </a:xfrm>
            <a:custGeom>
              <a:avLst/>
              <a:gdLst>
                <a:gd name="T0" fmla="*/ 254 w 254"/>
                <a:gd name="T1" fmla="*/ 0 h 201"/>
                <a:gd name="T2" fmla="*/ 0 w 254"/>
                <a:gd name="T3" fmla="*/ 201 h 201"/>
                <a:gd name="T4" fmla="*/ 0 w 254"/>
                <a:gd name="T5" fmla="*/ 201 h 201"/>
                <a:gd name="T6" fmla="*/ 0 w 254"/>
                <a:gd name="T7" fmla="*/ 201 h 201"/>
                <a:gd name="T8" fmla="*/ 254 w 254"/>
                <a:gd name="T9" fmla="*/ 0 h 201"/>
                <a:gd name="T10" fmla="*/ 254 w 254"/>
                <a:gd name="T11" fmla="*/ 0 h 201"/>
                <a:gd name="T12" fmla="*/ 254 w 254"/>
                <a:gd name="T13" fmla="*/ 0 h 201"/>
              </a:gdLst>
              <a:ahLst/>
              <a:cxnLst>
                <a:cxn ang="0">
                  <a:pos x="T0" y="T1"/>
                </a:cxn>
                <a:cxn ang="0">
                  <a:pos x="T2" y="T3"/>
                </a:cxn>
                <a:cxn ang="0">
                  <a:pos x="T4" y="T5"/>
                </a:cxn>
                <a:cxn ang="0">
                  <a:pos x="T6" y="T7"/>
                </a:cxn>
                <a:cxn ang="0">
                  <a:pos x="T8" y="T9"/>
                </a:cxn>
                <a:cxn ang="0">
                  <a:pos x="T10" y="T11"/>
                </a:cxn>
                <a:cxn ang="0">
                  <a:pos x="T12" y="T13"/>
                </a:cxn>
              </a:cxnLst>
              <a:rect l="0" t="0" r="r" b="b"/>
              <a:pathLst>
                <a:path w="254" h="201">
                  <a:moveTo>
                    <a:pt x="254" y="0"/>
                  </a:moveTo>
                  <a:cubicBezTo>
                    <a:pt x="168" y="84"/>
                    <a:pt x="79" y="153"/>
                    <a:pt x="0" y="201"/>
                  </a:cubicBezTo>
                  <a:cubicBezTo>
                    <a:pt x="0" y="201"/>
                    <a:pt x="0" y="201"/>
                    <a:pt x="0" y="201"/>
                  </a:cubicBezTo>
                  <a:cubicBezTo>
                    <a:pt x="0" y="201"/>
                    <a:pt x="0" y="201"/>
                    <a:pt x="0" y="201"/>
                  </a:cubicBezTo>
                  <a:cubicBezTo>
                    <a:pt x="79" y="153"/>
                    <a:pt x="168" y="84"/>
                    <a:pt x="254" y="0"/>
                  </a:cubicBezTo>
                  <a:cubicBezTo>
                    <a:pt x="254" y="0"/>
                    <a:pt x="254" y="0"/>
                    <a:pt x="254" y="0"/>
                  </a:cubicBezTo>
                  <a:cubicBezTo>
                    <a:pt x="254" y="0"/>
                    <a:pt x="254" y="0"/>
                    <a:pt x="254"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5" name="Freeform: Shape 59"/>
            <p:cNvSpPr/>
            <p:nvPr/>
          </p:nvSpPr>
          <p:spPr bwMode="auto">
            <a:xfrm>
              <a:off x="4457700" y="1727201"/>
              <a:ext cx="3175" cy="9525"/>
            </a:xfrm>
            <a:custGeom>
              <a:avLst/>
              <a:gdLst>
                <a:gd name="T0" fmla="*/ 2 w 2"/>
                <a:gd name="T1" fmla="*/ 0 h 6"/>
                <a:gd name="T2" fmla="*/ 0 w 2"/>
                <a:gd name="T3" fmla="*/ 6 h 6"/>
                <a:gd name="T4" fmla="*/ 2 w 2"/>
                <a:gd name="T5" fmla="*/ 0 h 6"/>
              </a:gdLst>
              <a:ahLst/>
              <a:cxnLst>
                <a:cxn ang="0">
                  <a:pos x="T0" y="T1"/>
                </a:cxn>
                <a:cxn ang="0">
                  <a:pos x="T2" y="T3"/>
                </a:cxn>
                <a:cxn ang="0">
                  <a:pos x="T4" y="T5"/>
                </a:cxn>
              </a:cxnLst>
              <a:rect l="0" t="0" r="r" b="b"/>
              <a:pathLst>
                <a:path w="2" h="6">
                  <a:moveTo>
                    <a:pt x="2" y="0"/>
                  </a:moveTo>
                  <a:cubicBezTo>
                    <a:pt x="1" y="2"/>
                    <a:pt x="1" y="4"/>
                    <a:pt x="0" y="6"/>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6" name="Freeform: Shape 60"/>
            <p:cNvSpPr/>
            <p:nvPr/>
          </p:nvSpPr>
          <p:spPr bwMode="auto">
            <a:xfrm>
              <a:off x="4462463" y="1704976"/>
              <a:ext cx="3175" cy="9525"/>
            </a:xfrm>
            <a:custGeom>
              <a:avLst/>
              <a:gdLst>
                <a:gd name="T0" fmla="*/ 2 w 2"/>
                <a:gd name="T1" fmla="*/ 0 h 6"/>
                <a:gd name="T2" fmla="*/ 0 w 2"/>
                <a:gd name="T3" fmla="*/ 6 h 6"/>
                <a:gd name="T4" fmla="*/ 2 w 2"/>
                <a:gd name="T5" fmla="*/ 0 h 6"/>
              </a:gdLst>
              <a:ahLst/>
              <a:cxnLst>
                <a:cxn ang="0">
                  <a:pos x="T0" y="T1"/>
                </a:cxn>
                <a:cxn ang="0">
                  <a:pos x="T2" y="T3"/>
                </a:cxn>
                <a:cxn ang="0">
                  <a:pos x="T4" y="T5"/>
                </a:cxn>
              </a:cxnLst>
              <a:rect l="0" t="0" r="r" b="b"/>
              <a:pathLst>
                <a:path w="2" h="6">
                  <a:moveTo>
                    <a:pt x="2" y="0"/>
                  </a:moveTo>
                  <a:cubicBezTo>
                    <a:pt x="1" y="2"/>
                    <a:pt x="1" y="4"/>
                    <a:pt x="0" y="6"/>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7" name="Freeform: Shape 61"/>
            <p:cNvSpPr/>
            <p:nvPr/>
          </p:nvSpPr>
          <p:spPr bwMode="auto">
            <a:xfrm>
              <a:off x="3500438" y="2379663"/>
              <a:ext cx="531813" cy="409575"/>
            </a:xfrm>
            <a:custGeom>
              <a:avLst/>
              <a:gdLst>
                <a:gd name="T0" fmla="*/ 30 w 330"/>
                <a:gd name="T1" fmla="*/ 246 h 254"/>
                <a:gd name="T2" fmla="*/ 17 w 330"/>
                <a:gd name="T3" fmla="*/ 254 h 254"/>
                <a:gd name="T4" fmla="*/ 30 w 330"/>
                <a:gd name="T5" fmla="*/ 246 h 254"/>
                <a:gd name="T6" fmla="*/ 0 w 330"/>
                <a:gd name="T7" fmla="*/ 238 h 254"/>
                <a:gd name="T8" fmla="*/ 0 w 330"/>
                <a:gd name="T9" fmla="*/ 238 h 254"/>
                <a:gd name="T10" fmla="*/ 17 w 330"/>
                <a:gd name="T11" fmla="*/ 254 h 254"/>
                <a:gd name="T12" fmla="*/ 0 w 330"/>
                <a:gd name="T13" fmla="*/ 238 h 254"/>
                <a:gd name="T14" fmla="*/ 305 w 330"/>
                <a:gd name="T15" fmla="*/ 25 h 254"/>
                <a:gd name="T16" fmla="*/ 305 w 330"/>
                <a:gd name="T17" fmla="*/ 26 h 254"/>
                <a:gd name="T18" fmla="*/ 305 w 330"/>
                <a:gd name="T19" fmla="*/ 25 h 254"/>
                <a:gd name="T20" fmla="*/ 306 w 330"/>
                <a:gd name="T21" fmla="*/ 24 h 254"/>
                <a:gd name="T22" fmla="*/ 305 w 330"/>
                <a:gd name="T23" fmla="*/ 25 h 254"/>
                <a:gd name="T24" fmla="*/ 306 w 330"/>
                <a:gd name="T25" fmla="*/ 24 h 254"/>
                <a:gd name="T26" fmla="*/ 329 w 330"/>
                <a:gd name="T27" fmla="*/ 1 h 254"/>
                <a:gd name="T28" fmla="*/ 306 w 330"/>
                <a:gd name="T29" fmla="*/ 24 h 254"/>
                <a:gd name="T30" fmla="*/ 329 w 330"/>
                <a:gd name="T31" fmla="*/ 1 h 254"/>
                <a:gd name="T32" fmla="*/ 329 w 330"/>
                <a:gd name="T33" fmla="*/ 1 h 254"/>
                <a:gd name="T34" fmla="*/ 329 w 330"/>
                <a:gd name="T35" fmla="*/ 1 h 254"/>
                <a:gd name="T36" fmla="*/ 329 w 330"/>
                <a:gd name="T37" fmla="*/ 1 h 254"/>
                <a:gd name="T38" fmla="*/ 329 w 330"/>
                <a:gd name="T39" fmla="*/ 1 h 254"/>
                <a:gd name="T40" fmla="*/ 329 w 330"/>
                <a:gd name="T41" fmla="*/ 1 h 254"/>
                <a:gd name="T42" fmla="*/ 329 w 330"/>
                <a:gd name="T43" fmla="*/ 1 h 254"/>
                <a:gd name="T44" fmla="*/ 330 w 330"/>
                <a:gd name="T45" fmla="*/ 0 h 254"/>
                <a:gd name="T46" fmla="*/ 330 w 330"/>
                <a:gd name="T47" fmla="*/ 0 h 254"/>
                <a:gd name="T48" fmla="*/ 330 w 330"/>
                <a:gd name="T49"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0" h="254">
                  <a:moveTo>
                    <a:pt x="30" y="246"/>
                  </a:moveTo>
                  <a:cubicBezTo>
                    <a:pt x="25" y="249"/>
                    <a:pt x="21" y="252"/>
                    <a:pt x="17" y="254"/>
                  </a:cubicBezTo>
                  <a:cubicBezTo>
                    <a:pt x="21" y="252"/>
                    <a:pt x="25" y="249"/>
                    <a:pt x="30" y="246"/>
                  </a:cubicBezTo>
                  <a:moveTo>
                    <a:pt x="0" y="238"/>
                  </a:moveTo>
                  <a:cubicBezTo>
                    <a:pt x="0" y="238"/>
                    <a:pt x="0" y="238"/>
                    <a:pt x="0" y="238"/>
                  </a:cubicBezTo>
                  <a:cubicBezTo>
                    <a:pt x="17" y="254"/>
                    <a:pt x="17" y="254"/>
                    <a:pt x="17" y="254"/>
                  </a:cubicBezTo>
                  <a:cubicBezTo>
                    <a:pt x="0" y="238"/>
                    <a:pt x="0" y="238"/>
                    <a:pt x="0" y="238"/>
                  </a:cubicBezTo>
                  <a:moveTo>
                    <a:pt x="305" y="25"/>
                  </a:moveTo>
                  <a:cubicBezTo>
                    <a:pt x="305" y="25"/>
                    <a:pt x="305" y="26"/>
                    <a:pt x="305" y="26"/>
                  </a:cubicBezTo>
                  <a:cubicBezTo>
                    <a:pt x="305" y="26"/>
                    <a:pt x="305" y="25"/>
                    <a:pt x="305" y="25"/>
                  </a:cubicBezTo>
                  <a:moveTo>
                    <a:pt x="306" y="24"/>
                  </a:moveTo>
                  <a:cubicBezTo>
                    <a:pt x="306" y="25"/>
                    <a:pt x="306" y="25"/>
                    <a:pt x="305" y="25"/>
                  </a:cubicBezTo>
                  <a:cubicBezTo>
                    <a:pt x="306" y="25"/>
                    <a:pt x="306" y="25"/>
                    <a:pt x="306" y="24"/>
                  </a:cubicBezTo>
                  <a:moveTo>
                    <a:pt x="329" y="1"/>
                  </a:moveTo>
                  <a:cubicBezTo>
                    <a:pt x="321" y="9"/>
                    <a:pt x="314" y="17"/>
                    <a:pt x="306" y="24"/>
                  </a:cubicBezTo>
                  <a:cubicBezTo>
                    <a:pt x="314" y="17"/>
                    <a:pt x="321" y="9"/>
                    <a:pt x="329" y="1"/>
                  </a:cubicBezTo>
                  <a:moveTo>
                    <a:pt x="329" y="1"/>
                  </a:moveTo>
                  <a:cubicBezTo>
                    <a:pt x="329" y="1"/>
                    <a:pt x="329" y="1"/>
                    <a:pt x="329" y="1"/>
                  </a:cubicBezTo>
                  <a:cubicBezTo>
                    <a:pt x="329" y="1"/>
                    <a:pt x="329" y="1"/>
                    <a:pt x="329" y="1"/>
                  </a:cubicBezTo>
                  <a:moveTo>
                    <a:pt x="329" y="1"/>
                  </a:moveTo>
                  <a:cubicBezTo>
                    <a:pt x="329" y="1"/>
                    <a:pt x="329" y="1"/>
                    <a:pt x="329" y="1"/>
                  </a:cubicBezTo>
                  <a:cubicBezTo>
                    <a:pt x="329" y="1"/>
                    <a:pt x="329" y="1"/>
                    <a:pt x="329" y="1"/>
                  </a:cubicBezTo>
                  <a:moveTo>
                    <a:pt x="330" y="0"/>
                  </a:moveTo>
                  <a:cubicBezTo>
                    <a:pt x="330" y="0"/>
                    <a:pt x="330" y="0"/>
                    <a:pt x="330" y="0"/>
                  </a:cubicBezTo>
                  <a:cubicBezTo>
                    <a:pt x="330" y="0"/>
                    <a:pt x="330" y="0"/>
                    <a:pt x="330" y="0"/>
                  </a:cubicBezTo>
                </a:path>
              </a:pathLst>
            </a:custGeom>
            <a:solidFill>
              <a:srgbClr val="F8F8F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8" name="Freeform: Shape 62"/>
            <p:cNvSpPr/>
            <p:nvPr/>
          </p:nvSpPr>
          <p:spPr bwMode="auto">
            <a:xfrm>
              <a:off x="3459163" y="2722563"/>
              <a:ext cx="41275" cy="39688"/>
            </a:xfrm>
            <a:custGeom>
              <a:avLst/>
              <a:gdLst>
                <a:gd name="T0" fmla="*/ 0 w 26"/>
                <a:gd name="T1" fmla="*/ 0 h 25"/>
                <a:gd name="T2" fmla="*/ 26 w 26"/>
                <a:gd name="T3" fmla="*/ 25 h 25"/>
                <a:gd name="T4" fmla="*/ 26 w 26"/>
                <a:gd name="T5" fmla="*/ 25 h 25"/>
                <a:gd name="T6" fmla="*/ 0 w 26"/>
                <a:gd name="T7" fmla="*/ 0 h 25"/>
              </a:gdLst>
              <a:ahLst/>
              <a:cxnLst>
                <a:cxn ang="0">
                  <a:pos x="T0" y="T1"/>
                </a:cxn>
                <a:cxn ang="0">
                  <a:pos x="T2" y="T3"/>
                </a:cxn>
                <a:cxn ang="0">
                  <a:pos x="T4" y="T5"/>
                </a:cxn>
                <a:cxn ang="0">
                  <a:pos x="T6" y="T7"/>
                </a:cxn>
              </a:cxnLst>
              <a:rect l="0" t="0" r="r" b="b"/>
              <a:pathLst>
                <a:path w="26" h="25">
                  <a:moveTo>
                    <a:pt x="0" y="0"/>
                  </a:moveTo>
                  <a:lnTo>
                    <a:pt x="26" y="25"/>
                  </a:lnTo>
                  <a:lnTo>
                    <a:pt x="26" y="25"/>
                  </a:lnTo>
                  <a:lnTo>
                    <a:pt x="0" y="0"/>
                  </a:lnTo>
                  <a:close/>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9" name="Freeform: Shape 63"/>
            <p:cNvSpPr/>
            <p:nvPr/>
          </p:nvSpPr>
          <p:spPr bwMode="auto">
            <a:xfrm>
              <a:off x="3459163" y="2722563"/>
              <a:ext cx="41275" cy="39688"/>
            </a:xfrm>
            <a:custGeom>
              <a:avLst/>
              <a:gdLst>
                <a:gd name="T0" fmla="*/ 0 w 26"/>
                <a:gd name="T1" fmla="*/ 0 h 25"/>
                <a:gd name="T2" fmla="*/ 26 w 26"/>
                <a:gd name="T3" fmla="*/ 25 h 25"/>
                <a:gd name="T4" fmla="*/ 26 w 26"/>
                <a:gd name="T5" fmla="*/ 25 h 25"/>
                <a:gd name="T6" fmla="*/ 0 w 26"/>
                <a:gd name="T7" fmla="*/ 0 h 25"/>
              </a:gdLst>
              <a:ahLst/>
              <a:cxnLst>
                <a:cxn ang="0">
                  <a:pos x="T0" y="T1"/>
                </a:cxn>
                <a:cxn ang="0">
                  <a:pos x="T2" y="T3"/>
                </a:cxn>
                <a:cxn ang="0">
                  <a:pos x="T4" y="T5"/>
                </a:cxn>
                <a:cxn ang="0">
                  <a:pos x="T6" y="T7"/>
                </a:cxn>
              </a:cxnLst>
              <a:rect l="0" t="0" r="r" b="b"/>
              <a:pathLst>
                <a:path w="26" h="25">
                  <a:moveTo>
                    <a:pt x="0" y="0"/>
                  </a:moveTo>
                  <a:lnTo>
                    <a:pt x="26" y="25"/>
                  </a:lnTo>
                  <a:lnTo>
                    <a:pt x="26" y="2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80" name="Freeform: Shape 64"/>
            <p:cNvSpPr/>
            <p:nvPr/>
          </p:nvSpPr>
          <p:spPr bwMode="auto">
            <a:xfrm>
              <a:off x="3390900" y="1712913"/>
              <a:ext cx="1031875" cy="1076325"/>
            </a:xfrm>
            <a:custGeom>
              <a:avLst/>
              <a:gdLst>
                <a:gd name="T0" fmla="*/ 489 w 640"/>
                <a:gd name="T1" fmla="*/ 60 h 667"/>
                <a:gd name="T2" fmla="*/ 486 w 640"/>
                <a:gd name="T3" fmla="*/ 207 h 667"/>
                <a:gd name="T4" fmla="*/ 411 w 640"/>
                <a:gd name="T5" fmla="*/ 239 h 667"/>
                <a:gd name="T6" fmla="*/ 235 w 640"/>
                <a:gd name="T7" fmla="*/ 314 h 667"/>
                <a:gd name="T8" fmla="*/ 117 w 640"/>
                <a:gd name="T9" fmla="*/ 470 h 667"/>
                <a:gd name="T10" fmla="*/ 117 w 640"/>
                <a:gd name="T11" fmla="*/ 470 h 667"/>
                <a:gd name="T12" fmla="*/ 117 w 640"/>
                <a:gd name="T13" fmla="*/ 471 h 667"/>
                <a:gd name="T14" fmla="*/ 116 w 640"/>
                <a:gd name="T15" fmla="*/ 471 h 667"/>
                <a:gd name="T16" fmla="*/ 116 w 640"/>
                <a:gd name="T17" fmla="*/ 471 h 667"/>
                <a:gd name="T18" fmla="*/ 90 w 640"/>
                <a:gd name="T19" fmla="*/ 498 h 667"/>
                <a:gd name="T20" fmla="*/ 90 w 640"/>
                <a:gd name="T21" fmla="*/ 498 h 667"/>
                <a:gd name="T22" fmla="*/ 89 w 640"/>
                <a:gd name="T23" fmla="*/ 499 h 667"/>
                <a:gd name="T24" fmla="*/ 89 w 640"/>
                <a:gd name="T25" fmla="*/ 499 h 667"/>
                <a:gd name="T26" fmla="*/ 88 w 640"/>
                <a:gd name="T27" fmla="*/ 500 h 667"/>
                <a:gd name="T28" fmla="*/ 88 w 640"/>
                <a:gd name="T29" fmla="*/ 500 h 667"/>
                <a:gd name="T30" fmla="*/ 87 w 640"/>
                <a:gd name="T31" fmla="*/ 501 h 667"/>
                <a:gd name="T32" fmla="*/ 87 w 640"/>
                <a:gd name="T33" fmla="*/ 501 h 667"/>
                <a:gd name="T34" fmla="*/ 87 w 640"/>
                <a:gd name="T35" fmla="*/ 501 h 667"/>
                <a:gd name="T36" fmla="*/ 0 w 640"/>
                <a:gd name="T37" fmla="*/ 582 h 667"/>
                <a:gd name="T38" fmla="*/ 68 w 640"/>
                <a:gd name="T39" fmla="*/ 651 h 667"/>
                <a:gd name="T40" fmla="*/ 85 w 640"/>
                <a:gd name="T41" fmla="*/ 667 h 667"/>
                <a:gd name="T42" fmla="*/ 101 w 640"/>
                <a:gd name="T43" fmla="*/ 657 h 667"/>
                <a:gd name="T44" fmla="*/ 373 w 640"/>
                <a:gd name="T45" fmla="*/ 439 h 667"/>
                <a:gd name="T46" fmla="*/ 373 w 640"/>
                <a:gd name="T47" fmla="*/ 438 h 667"/>
                <a:gd name="T48" fmla="*/ 374 w 640"/>
                <a:gd name="T49" fmla="*/ 437 h 667"/>
                <a:gd name="T50" fmla="*/ 397 w 640"/>
                <a:gd name="T51" fmla="*/ 414 h 667"/>
                <a:gd name="T52" fmla="*/ 397 w 640"/>
                <a:gd name="T53" fmla="*/ 414 h 667"/>
                <a:gd name="T54" fmla="*/ 397 w 640"/>
                <a:gd name="T55" fmla="*/ 414 h 667"/>
                <a:gd name="T56" fmla="*/ 398 w 640"/>
                <a:gd name="T57" fmla="*/ 413 h 667"/>
                <a:gd name="T58" fmla="*/ 639 w 640"/>
                <a:gd name="T59" fmla="*/ 74 h 667"/>
                <a:gd name="T60" fmla="*/ 605 w 640"/>
                <a:gd name="T61" fmla="*/ 52 h 667"/>
                <a:gd name="T62" fmla="*/ 549 w 640"/>
                <a:gd name="T63"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0" h="667">
                  <a:moveTo>
                    <a:pt x="549" y="0"/>
                  </a:moveTo>
                  <a:cubicBezTo>
                    <a:pt x="489" y="60"/>
                    <a:pt x="489" y="60"/>
                    <a:pt x="489" y="60"/>
                  </a:cubicBezTo>
                  <a:cubicBezTo>
                    <a:pt x="528" y="100"/>
                    <a:pt x="528" y="165"/>
                    <a:pt x="488" y="204"/>
                  </a:cubicBezTo>
                  <a:cubicBezTo>
                    <a:pt x="488" y="205"/>
                    <a:pt x="487" y="206"/>
                    <a:pt x="486" y="207"/>
                  </a:cubicBezTo>
                  <a:cubicBezTo>
                    <a:pt x="485" y="208"/>
                    <a:pt x="484" y="209"/>
                    <a:pt x="483" y="209"/>
                  </a:cubicBezTo>
                  <a:cubicBezTo>
                    <a:pt x="463" y="229"/>
                    <a:pt x="437" y="239"/>
                    <a:pt x="411" y="239"/>
                  </a:cubicBezTo>
                  <a:cubicBezTo>
                    <a:pt x="385" y="239"/>
                    <a:pt x="359" y="230"/>
                    <a:pt x="339" y="210"/>
                  </a:cubicBezTo>
                  <a:cubicBezTo>
                    <a:pt x="235" y="314"/>
                    <a:pt x="235" y="314"/>
                    <a:pt x="235" y="314"/>
                  </a:cubicBezTo>
                  <a:cubicBezTo>
                    <a:pt x="242" y="326"/>
                    <a:pt x="192" y="392"/>
                    <a:pt x="117" y="470"/>
                  </a:cubicBezTo>
                  <a:cubicBezTo>
                    <a:pt x="117" y="470"/>
                    <a:pt x="117" y="470"/>
                    <a:pt x="117" y="470"/>
                  </a:cubicBezTo>
                  <a:cubicBezTo>
                    <a:pt x="117" y="470"/>
                    <a:pt x="117" y="470"/>
                    <a:pt x="117" y="470"/>
                  </a:cubicBezTo>
                  <a:cubicBezTo>
                    <a:pt x="117" y="470"/>
                    <a:pt x="117" y="470"/>
                    <a:pt x="117" y="470"/>
                  </a:cubicBezTo>
                  <a:cubicBezTo>
                    <a:pt x="117" y="470"/>
                    <a:pt x="117" y="471"/>
                    <a:pt x="117" y="471"/>
                  </a:cubicBezTo>
                  <a:cubicBezTo>
                    <a:pt x="117" y="471"/>
                    <a:pt x="117" y="471"/>
                    <a:pt x="117" y="471"/>
                  </a:cubicBezTo>
                  <a:cubicBezTo>
                    <a:pt x="117" y="471"/>
                    <a:pt x="117" y="471"/>
                    <a:pt x="116" y="471"/>
                  </a:cubicBezTo>
                  <a:cubicBezTo>
                    <a:pt x="116" y="471"/>
                    <a:pt x="116" y="471"/>
                    <a:pt x="116" y="471"/>
                  </a:cubicBezTo>
                  <a:cubicBezTo>
                    <a:pt x="116" y="471"/>
                    <a:pt x="116" y="471"/>
                    <a:pt x="116" y="471"/>
                  </a:cubicBezTo>
                  <a:cubicBezTo>
                    <a:pt x="116" y="471"/>
                    <a:pt x="116" y="471"/>
                    <a:pt x="116" y="471"/>
                  </a:cubicBezTo>
                  <a:cubicBezTo>
                    <a:pt x="116" y="471"/>
                    <a:pt x="116" y="471"/>
                    <a:pt x="116" y="471"/>
                  </a:cubicBezTo>
                  <a:cubicBezTo>
                    <a:pt x="108" y="480"/>
                    <a:pt x="99" y="489"/>
                    <a:pt x="90" y="498"/>
                  </a:cubicBezTo>
                  <a:cubicBezTo>
                    <a:pt x="90" y="498"/>
                    <a:pt x="90" y="498"/>
                    <a:pt x="90" y="498"/>
                  </a:cubicBezTo>
                  <a:cubicBezTo>
                    <a:pt x="90" y="498"/>
                    <a:pt x="90" y="498"/>
                    <a:pt x="90" y="498"/>
                  </a:cubicBezTo>
                  <a:cubicBezTo>
                    <a:pt x="89" y="498"/>
                    <a:pt x="89" y="498"/>
                    <a:pt x="89" y="499"/>
                  </a:cubicBezTo>
                  <a:cubicBezTo>
                    <a:pt x="89" y="499"/>
                    <a:pt x="89" y="499"/>
                    <a:pt x="89" y="499"/>
                  </a:cubicBezTo>
                  <a:cubicBezTo>
                    <a:pt x="89" y="499"/>
                    <a:pt x="89" y="499"/>
                    <a:pt x="89" y="499"/>
                  </a:cubicBezTo>
                  <a:cubicBezTo>
                    <a:pt x="89" y="499"/>
                    <a:pt x="89" y="499"/>
                    <a:pt x="89" y="499"/>
                  </a:cubicBezTo>
                  <a:cubicBezTo>
                    <a:pt x="89" y="499"/>
                    <a:pt x="88" y="500"/>
                    <a:pt x="88" y="500"/>
                  </a:cubicBezTo>
                  <a:cubicBezTo>
                    <a:pt x="88" y="500"/>
                    <a:pt x="88" y="500"/>
                    <a:pt x="88" y="500"/>
                  </a:cubicBezTo>
                  <a:cubicBezTo>
                    <a:pt x="88" y="500"/>
                    <a:pt x="88" y="500"/>
                    <a:pt x="88" y="500"/>
                  </a:cubicBezTo>
                  <a:cubicBezTo>
                    <a:pt x="88" y="500"/>
                    <a:pt x="88" y="500"/>
                    <a:pt x="88" y="500"/>
                  </a:cubicBezTo>
                  <a:cubicBezTo>
                    <a:pt x="88" y="500"/>
                    <a:pt x="88" y="500"/>
                    <a:pt x="87" y="500"/>
                  </a:cubicBezTo>
                  <a:cubicBezTo>
                    <a:pt x="87" y="501"/>
                    <a:pt x="87" y="501"/>
                    <a:pt x="87" y="501"/>
                  </a:cubicBezTo>
                  <a:cubicBezTo>
                    <a:pt x="87" y="501"/>
                    <a:pt x="87" y="501"/>
                    <a:pt x="87" y="501"/>
                  </a:cubicBezTo>
                  <a:cubicBezTo>
                    <a:pt x="87" y="501"/>
                    <a:pt x="87" y="501"/>
                    <a:pt x="87" y="501"/>
                  </a:cubicBezTo>
                  <a:cubicBezTo>
                    <a:pt x="87" y="501"/>
                    <a:pt x="87" y="501"/>
                    <a:pt x="87" y="501"/>
                  </a:cubicBezTo>
                  <a:cubicBezTo>
                    <a:pt x="87" y="501"/>
                    <a:pt x="87" y="501"/>
                    <a:pt x="87" y="501"/>
                  </a:cubicBezTo>
                  <a:cubicBezTo>
                    <a:pt x="86" y="501"/>
                    <a:pt x="86" y="501"/>
                    <a:pt x="86" y="501"/>
                  </a:cubicBezTo>
                  <a:cubicBezTo>
                    <a:pt x="56" y="532"/>
                    <a:pt x="26" y="560"/>
                    <a:pt x="0" y="582"/>
                  </a:cubicBezTo>
                  <a:cubicBezTo>
                    <a:pt x="43" y="626"/>
                    <a:pt x="43" y="626"/>
                    <a:pt x="43" y="626"/>
                  </a:cubicBezTo>
                  <a:cubicBezTo>
                    <a:pt x="68" y="651"/>
                    <a:pt x="68" y="651"/>
                    <a:pt x="68" y="651"/>
                  </a:cubicBezTo>
                  <a:cubicBezTo>
                    <a:pt x="85" y="667"/>
                    <a:pt x="85" y="667"/>
                    <a:pt x="85" y="667"/>
                  </a:cubicBezTo>
                  <a:cubicBezTo>
                    <a:pt x="85" y="667"/>
                    <a:pt x="85" y="667"/>
                    <a:pt x="85" y="667"/>
                  </a:cubicBezTo>
                  <a:cubicBezTo>
                    <a:pt x="89" y="665"/>
                    <a:pt x="93" y="662"/>
                    <a:pt x="98" y="659"/>
                  </a:cubicBezTo>
                  <a:cubicBezTo>
                    <a:pt x="99" y="659"/>
                    <a:pt x="100" y="658"/>
                    <a:pt x="101" y="657"/>
                  </a:cubicBezTo>
                  <a:cubicBezTo>
                    <a:pt x="180" y="609"/>
                    <a:pt x="269" y="540"/>
                    <a:pt x="355" y="456"/>
                  </a:cubicBezTo>
                  <a:cubicBezTo>
                    <a:pt x="361" y="450"/>
                    <a:pt x="367" y="445"/>
                    <a:pt x="373" y="439"/>
                  </a:cubicBezTo>
                  <a:cubicBezTo>
                    <a:pt x="373" y="439"/>
                    <a:pt x="373" y="439"/>
                    <a:pt x="373" y="439"/>
                  </a:cubicBezTo>
                  <a:cubicBezTo>
                    <a:pt x="373" y="439"/>
                    <a:pt x="373" y="438"/>
                    <a:pt x="373" y="438"/>
                  </a:cubicBezTo>
                  <a:cubicBezTo>
                    <a:pt x="373" y="438"/>
                    <a:pt x="373" y="438"/>
                    <a:pt x="373" y="438"/>
                  </a:cubicBezTo>
                  <a:cubicBezTo>
                    <a:pt x="374" y="438"/>
                    <a:pt x="374" y="438"/>
                    <a:pt x="374" y="437"/>
                  </a:cubicBezTo>
                  <a:cubicBezTo>
                    <a:pt x="374" y="437"/>
                    <a:pt x="374" y="437"/>
                    <a:pt x="374" y="437"/>
                  </a:cubicBezTo>
                  <a:cubicBezTo>
                    <a:pt x="382" y="430"/>
                    <a:pt x="389" y="422"/>
                    <a:pt x="397" y="414"/>
                  </a:cubicBezTo>
                  <a:cubicBezTo>
                    <a:pt x="397" y="414"/>
                    <a:pt x="397" y="414"/>
                    <a:pt x="397" y="414"/>
                  </a:cubicBezTo>
                  <a:cubicBezTo>
                    <a:pt x="397" y="414"/>
                    <a:pt x="397" y="414"/>
                    <a:pt x="397" y="414"/>
                  </a:cubicBezTo>
                  <a:cubicBezTo>
                    <a:pt x="397" y="414"/>
                    <a:pt x="397" y="414"/>
                    <a:pt x="397" y="414"/>
                  </a:cubicBezTo>
                  <a:cubicBezTo>
                    <a:pt x="397" y="414"/>
                    <a:pt x="397" y="414"/>
                    <a:pt x="397" y="414"/>
                  </a:cubicBezTo>
                  <a:cubicBezTo>
                    <a:pt x="397" y="414"/>
                    <a:pt x="397" y="413"/>
                    <a:pt x="398" y="413"/>
                  </a:cubicBezTo>
                  <a:cubicBezTo>
                    <a:pt x="398" y="413"/>
                    <a:pt x="398" y="413"/>
                    <a:pt x="398" y="413"/>
                  </a:cubicBezTo>
                  <a:cubicBezTo>
                    <a:pt x="512" y="294"/>
                    <a:pt x="598" y="172"/>
                    <a:pt x="640" y="74"/>
                  </a:cubicBezTo>
                  <a:cubicBezTo>
                    <a:pt x="640" y="74"/>
                    <a:pt x="640" y="74"/>
                    <a:pt x="639" y="74"/>
                  </a:cubicBezTo>
                  <a:cubicBezTo>
                    <a:pt x="637" y="73"/>
                    <a:pt x="626" y="68"/>
                    <a:pt x="605" y="52"/>
                  </a:cubicBezTo>
                  <a:cubicBezTo>
                    <a:pt x="605" y="52"/>
                    <a:pt x="605" y="52"/>
                    <a:pt x="605" y="52"/>
                  </a:cubicBezTo>
                  <a:cubicBezTo>
                    <a:pt x="605" y="52"/>
                    <a:pt x="605" y="52"/>
                    <a:pt x="605" y="52"/>
                  </a:cubicBezTo>
                  <a:cubicBezTo>
                    <a:pt x="591" y="41"/>
                    <a:pt x="573" y="24"/>
                    <a:pt x="549" y="0"/>
                  </a:cubicBezTo>
                </a:path>
              </a:pathLst>
            </a:custGeom>
            <a:solidFill>
              <a:schemeClr val="accent1">
                <a:lumMod val="40000"/>
                <a:lumOff val="60000"/>
              </a:schemeClr>
            </a:solidFill>
            <a:ln>
              <a:noFill/>
            </a:ln>
          </p:spPr>
          <p:txBody>
            <a:bodyPr anchor="ctr"/>
            <a:p>
              <a:pPr algn="ctr"/>
            </a:p>
          </p:txBody>
        </p:sp>
        <p:sp>
          <p:nvSpPr>
            <p:cNvPr id="81" name="Freeform: Shape 65"/>
            <p:cNvSpPr/>
            <p:nvPr/>
          </p:nvSpPr>
          <p:spPr bwMode="auto">
            <a:xfrm>
              <a:off x="3937000" y="2046288"/>
              <a:ext cx="238125" cy="52388"/>
            </a:xfrm>
            <a:custGeom>
              <a:avLst/>
              <a:gdLst>
                <a:gd name="T0" fmla="*/ 147 w 147"/>
                <a:gd name="T1" fmla="*/ 0 h 32"/>
                <a:gd name="T2" fmla="*/ 146 w 147"/>
                <a:gd name="T3" fmla="*/ 1 h 32"/>
                <a:gd name="T4" fmla="*/ 144 w 147"/>
                <a:gd name="T5" fmla="*/ 2 h 32"/>
                <a:gd name="T6" fmla="*/ 144 w 147"/>
                <a:gd name="T7" fmla="*/ 2 h 32"/>
                <a:gd name="T8" fmla="*/ 144 w 147"/>
                <a:gd name="T9" fmla="*/ 3 h 32"/>
                <a:gd name="T10" fmla="*/ 144 w 147"/>
                <a:gd name="T11" fmla="*/ 3 h 32"/>
                <a:gd name="T12" fmla="*/ 72 w 147"/>
                <a:gd name="T13" fmla="*/ 32 h 32"/>
                <a:gd name="T14" fmla="*/ 72 w 147"/>
                <a:gd name="T15" fmla="*/ 32 h 32"/>
                <a:gd name="T16" fmla="*/ 72 w 147"/>
                <a:gd name="T17" fmla="*/ 32 h 32"/>
                <a:gd name="T18" fmla="*/ 72 w 147"/>
                <a:gd name="T19" fmla="*/ 32 h 32"/>
                <a:gd name="T20" fmla="*/ 72 w 147"/>
                <a:gd name="T21" fmla="*/ 32 h 32"/>
                <a:gd name="T22" fmla="*/ 1 w 147"/>
                <a:gd name="T23" fmla="*/ 4 h 32"/>
                <a:gd name="T24" fmla="*/ 0 w 147"/>
                <a:gd name="T25" fmla="*/ 3 h 32"/>
                <a:gd name="T26" fmla="*/ 0 w 147"/>
                <a:gd name="T27" fmla="*/ 3 h 32"/>
                <a:gd name="T28" fmla="*/ 0 w 147"/>
                <a:gd name="T29" fmla="*/ 3 h 32"/>
                <a:gd name="T30" fmla="*/ 72 w 147"/>
                <a:gd name="T31" fmla="*/ 32 h 32"/>
                <a:gd name="T32" fmla="*/ 144 w 147"/>
                <a:gd name="T33" fmla="*/ 2 h 32"/>
                <a:gd name="T34" fmla="*/ 147 w 147"/>
                <a:gd name="T35"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7" h="32">
                  <a:moveTo>
                    <a:pt x="147" y="0"/>
                  </a:moveTo>
                  <a:cubicBezTo>
                    <a:pt x="147" y="0"/>
                    <a:pt x="146" y="0"/>
                    <a:pt x="146" y="1"/>
                  </a:cubicBezTo>
                  <a:cubicBezTo>
                    <a:pt x="145" y="1"/>
                    <a:pt x="145" y="2"/>
                    <a:pt x="144" y="2"/>
                  </a:cubicBezTo>
                  <a:cubicBezTo>
                    <a:pt x="144" y="2"/>
                    <a:pt x="144" y="2"/>
                    <a:pt x="144" y="2"/>
                  </a:cubicBezTo>
                  <a:cubicBezTo>
                    <a:pt x="144" y="2"/>
                    <a:pt x="144" y="3"/>
                    <a:pt x="144" y="3"/>
                  </a:cubicBezTo>
                  <a:cubicBezTo>
                    <a:pt x="144" y="3"/>
                    <a:pt x="144" y="3"/>
                    <a:pt x="144" y="3"/>
                  </a:cubicBezTo>
                  <a:cubicBezTo>
                    <a:pt x="124" y="23"/>
                    <a:pt x="98" y="32"/>
                    <a:pt x="72" y="32"/>
                  </a:cubicBezTo>
                  <a:cubicBezTo>
                    <a:pt x="72" y="32"/>
                    <a:pt x="72" y="32"/>
                    <a:pt x="72" y="32"/>
                  </a:cubicBezTo>
                  <a:cubicBezTo>
                    <a:pt x="72" y="32"/>
                    <a:pt x="72" y="32"/>
                    <a:pt x="72" y="32"/>
                  </a:cubicBezTo>
                  <a:cubicBezTo>
                    <a:pt x="72" y="32"/>
                    <a:pt x="72" y="32"/>
                    <a:pt x="72" y="32"/>
                  </a:cubicBezTo>
                  <a:cubicBezTo>
                    <a:pt x="72" y="32"/>
                    <a:pt x="72" y="32"/>
                    <a:pt x="72" y="32"/>
                  </a:cubicBezTo>
                  <a:cubicBezTo>
                    <a:pt x="46" y="32"/>
                    <a:pt x="21" y="23"/>
                    <a:pt x="1" y="4"/>
                  </a:cubicBezTo>
                  <a:cubicBezTo>
                    <a:pt x="1" y="3"/>
                    <a:pt x="0" y="3"/>
                    <a:pt x="0" y="3"/>
                  </a:cubicBezTo>
                  <a:cubicBezTo>
                    <a:pt x="0" y="3"/>
                    <a:pt x="0" y="3"/>
                    <a:pt x="0" y="3"/>
                  </a:cubicBezTo>
                  <a:cubicBezTo>
                    <a:pt x="0" y="3"/>
                    <a:pt x="0" y="3"/>
                    <a:pt x="0" y="3"/>
                  </a:cubicBezTo>
                  <a:cubicBezTo>
                    <a:pt x="20" y="23"/>
                    <a:pt x="46" y="32"/>
                    <a:pt x="72" y="32"/>
                  </a:cubicBezTo>
                  <a:cubicBezTo>
                    <a:pt x="98" y="32"/>
                    <a:pt x="124" y="22"/>
                    <a:pt x="144" y="2"/>
                  </a:cubicBezTo>
                  <a:cubicBezTo>
                    <a:pt x="145" y="2"/>
                    <a:pt x="146" y="1"/>
                    <a:pt x="147" y="0"/>
                  </a:cubicBezTo>
                </a:path>
              </a:pathLst>
            </a:custGeom>
            <a:solidFill>
              <a:srgbClr val="921E2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2" name="Freeform: Shape 66"/>
            <p:cNvSpPr/>
            <p:nvPr/>
          </p:nvSpPr>
          <p:spPr bwMode="auto">
            <a:xfrm>
              <a:off x="4276725" y="1712913"/>
              <a:ext cx="146050" cy="119063"/>
            </a:xfrm>
            <a:custGeom>
              <a:avLst/>
              <a:gdLst>
                <a:gd name="T0" fmla="*/ 90 w 91"/>
                <a:gd name="T1" fmla="*/ 74 h 74"/>
                <a:gd name="T2" fmla="*/ 91 w 91"/>
                <a:gd name="T3" fmla="*/ 74 h 74"/>
                <a:gd name="T4" fmla="*/ 91 w 91"/>
                <a:gd name="T5" fmla="*/ 74 h 74"/>
                <a:gd name="T6" fmla="*/ 90 w 91"/>
                <a:gd name="T7" fmla="*/ 74 h 74"/>
                <a:gd name="T8" fmla="*/ 56 w 91"/>
                <a:gd name="T9" fmla="*/ 52 h 74"/>
                <a:gd name="T10" fmla="*/ 56 w 91"/>
                <a:gd name="T11" fmla="*/ 52 h 74"/>
                <a:gd name="T12" fmla="*/ 56 w 91"/>
                <a:gd name="T13" fmla="*/ 52 h 74"/>
                <a:gd name="T14" fmla="*/ 0 w 91"/>
                <a:gd name="T15" fmla="*/ 0 h 74"/>
                <a:gd name="T16" fmla="*/ 0 w 91"/>
                <a:gd name="T17" fmla="*/ 0 h 74"/>
                <a:gd name="T18" fmla="*/ 56 w 91"/>
                <a:gd name="T19" fmla="*/ 52 h 74"/>
                <a:gd name="T20" fmla="*/ 0 w 91"/>
                <a:gd name="T21"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74">
                  <a:moveTo>
                    <a:pt x="90" y="74"/>
                  </a:moveTo>
                  <a:cubicBezTo>
                    <a:pt x="91" y="74"/>
                    <a:pt x="91" y="74"/>
                    <a:pt x="91" y="74"/>
                  </a:cubicBezTo>
                  <a:cubicBezTo>
                    <a:pt x="91" y="74"/>
                    <a:pt x="91" y="74"/>
                    <a:pt x="91" y="74"/>
                  </a:cubicBezTo>
                  <a:cubicBezTo>
                    <a:pt x="91" y="74"/>
                    <a:pt x="91" y="74"/>
                    <a:pt x="90" y="74"/>
                  </a:cubicBezTo>
                  <a:moveTo>
                    <a:pt x="56" y="52"/>
                  </a:moveTo>
                  <a:cubicBezTo>
                    <a:pt x="56" y="52"/>
                    <a:pt x="56" y="52"/>
                    <a:pt x="56" y="52"/>
                  </a:cubicBezTo>
                  <a:cubicBezTo>
                    <a:pt x="56" y="52"/>
                    <a:pt x="56" y="52"/>
                    <a:pt x="56" y="52"/>
                  </a:cubicBezTo>
                  <a:moveTo>
                    <a:pt x="0" y="0"/>
                  </a:moveTo>
                  <a:cubicBezTo>
                    <a:pt x="0" y="0"/>
                    <a:pt x="0" y="0"/>
                    <a:pt x="0" y="0"/>
                  </a:cubicBezTo>
                  <a:cubicBezTo>
                    <a:pt x="24" y="24"/>
                    <a:pt x="42" y="41"/>
                    <a:pt x="56" y="52"/>
                  </a:cubicBezTo>
                  <a:cubicBezTo>
                    <a:pt x="42" y="41"/>
                    <a:pt x="24" y="24"/>
                    <a:pt x="0"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3" name="Freeform: Shape 67"/>
            <p:cNvSpPr/>
            <p:nvPr/>
          </p:nvSpPr>
          <p:spPr bwMode="auto">
            <a:xfrm>
              <a:off x="3390900" y="2219326"/>
              <a:ext cx="390525" cy="431800"/>
            </a:xfrm>
            <a:custGeom>
              <a:avLst/>
              <a:gdLst>
                <a:gd name="T0" fmla="*/ 86 w 242"/>
                <a:gd name="T1" fmla="*/ 187 h 268"/>
                <a:gd name="T2" fmla="*/ 0 w 242"/>
                <a:gd name="T3" fmla="*/ 268 h 268"/>
                <a:gd name="T4" fmla="*/ 0 w 242"/>
                <a:gd name="T5" fmla="*/ 268 h 268"/>
                <a:gd name="T6" fmla="*/ 86 w 242"/>
                <a:gd name="T7" fmla="*/ 187 h 268"/>
                <a:gd name="T8" fmla="*/ 87 w 242"/>
                <a:gd name="T9" fmla="*/ 187 h 268"/>
                <a:gd name="T10" fmla="*/ 87 w 242"/>
                <a:gd name="T11" fmla="*/ 187 h 268"/>
                <a:gd name="T12" fmla="*/ 87 w 242"/>
                <a:gd name="T13" fmla="*/ 187 h 268"/>
                <a:gd name="T14" fmla="*/ 87 w 242"/>
                <a:gd name="T15" fmla="*/ 187 h 268"/>
                <a:gd name="T16" fmla="*/ 87 w 242"/>
                <a:gd name="T17" fmla="*/ 187 h 268"/>
                <a:gd name="T18" fmla="*/ 87 w 242"/>
                <a:gd name="T19" fmla="*/ 187 h 268"/>
                <a:gd name="T20" fmla="*/ 87 w 242"/>
                <a:gd name="T21" fmla="*/ 186 h 268"/>
                <a:gd name="T22" fmla="*/ 87 w 242"/>
                <a:gd name="T23" fmla="*/ 187 h 268"/>
                <a:gd name="T24" fmla="*/ 87 w 242"/>
                <a:gd name="T25" fmla="*/ 186 h 268"/>
                <a:gd name="T26" fmla="*/ 88 w 242"/>
                <a:gd name="T27" fmla="*/ 186 h 268"/>
                <a:gd name="T28" fmla="*/ 88 w 242"/>
                <a:gd name="T29" fmla="*/ 186 h 268"/>
                <a:gd name="T30" fmla="*/ 88 w 242"/>
                <a:gd name="T31" fmla="*/ 186 h 268"/>
                <a:gd name="T32" fmla="*/ 88 w 242"/>
                <a:gd name="T33" fmla="*/ 186 h 268"/>
                <a:gd name="T34" fmla="*/ 88 w 242"/>
                <a:gd name="T35" fmla="*/ 186 h 268"/>
                <a:gd name="T36" fmla="*/ 88 w 242"/>
                <a:gd name="T37" fmla="*/ 186 h 268"/>
                <a:gd name="T38" fmla="*/ 89 w 242"/>
                <a:gd name="T39" fmla="*/ 185 h 268"/>
                <a:gd name="T40" fmla="*/ 89 w 242"/>
                <a:gd name="T41" fmla="*/ 185 h 268"/>
                <a:gd name="T42" fmla="*/ 89 w 242"/>
                <a:gd name="T43" fmla="*/ 185 h 268"/>
                <a:gd name="T44" fmla="*/ 89 w 242"/>
                <a:gd name="T45" fmla="*/ 185 h 268"/>
                <a:gd name="T46" fmla="*/ 89 w 242"/>
                <a:gd name="T47" fmla="*/ 185 h 268"/>
                <a:gd name="T48" fmla="*/ 89 w 242"/>
                <a:gd name="T49" fmla="*/ 185 h 268"/>
                <a:gd name="T50" fmla="*/ 90 w 242"/>
                <a:gd name="T51" fmla="*/ 184 h 268"/>
                <a:gd name="T52" fmla="*/ 90 w 242"/>
                <a:gd name="T53" fmla="*/ 184 h 268"/>
                <a:gd name="T54" fmla="*/ 90 w 242"/>
                <a:gd name="T55" fmla="*/ 184 h 268"/>
                <a:gd name="T56" fmla="*/ 90 w 242"/>
                <a:gd name="T57" fmla="*/ 184 h 268"/>
                <a:gd name="T58" fmla="*/ 90 w 242"/>
                <a:gd name="T59" fmla="*/ 184 h 268"/>
                <a:gd name="T60" fmla="*/ 116 w 242"/>
                <a:gd name="T61" fmla="*/ 157 h 268"/>
                <a:gd name="T62" fmla="*/ 116 w 242"/>
                <a:gd name="T63" fmla="*/ 157 h 268"/>
                <a:gd name="T64" fmla="*/ 116 w 242"/>
                <a:gd name="T65" fmla="*/ 157 h 268"/>
                <a:gd name="T66" fmla="*/ 116 w 242"/>
                <a:gd name="T67" fmla="*/ 157 h 268"/>
                <a:gd name="T68" fmla="*/ 116 w 242"/>
                <a:gd name="T69" fmla="*/ 157 h 268"/>
                <a:gd name="T70" fmla="*/ 116 w 242"/>
                <a:gd name="T71" fmla="*/ 157 h 268"/>
                <a:gd name="T72" fmla="*/ 117 w 242"/>
                <a:gd name="T73" fmla="*/ 157 h 268"/>
                <a:gd name="T74" fmla="*/ 116 w 242"/>
                <a:gd name="T75" fmla="*/ 157 h 268"/>
                <a:gd name="T76" fmla="*/ 117 w 242"/>
                <a:gd name="T77" fmla="*/ 157 h 268"/>
                <a:gd name="T78" fmla="*/ 117 w 242"/>
                <a:gd name="T79" fmla="*/ 156 h 268"/>
                <a:gd name="T80" fmla="*/ 117 w 242"/>
                <a:gd name="T81" fmla="*/ 157 h 268"/>
                <a:gd name="T82" fmla="*/ 117 w 242"/>
                <a:gd name="T83" fmla="*/ 156 h 268"/>
                <a:gd name="T84" fmla="*/ 117 w 242"/>
                <a:gd name="T85" fmla="*/ 156 h 268"/>
                <a:gd name="T86" fmla="*/ 117 w 242"/>
                <a:gd name="T87" fmla="*/ 156 h 268"/>
                <a:gd name="T88" fmla="*/ 117 w 242"/>
                <a:gd name="T89" fmla="*/ 156 h 268"/>
                <a:gd name="T90" fmla="*/ 235 w 242"/>
                <a:gd name="T91" fmla="*/ 0 h 268"/>
                <a:gd name="T92" fmla="*/ 235 w 242"/>
                <a:gd name="T93" fmla="*/ 1 h 268"/>
                <a:gd name="T94" fmla="*/ 235 w 242"/>
                <a:gd name="T95" fmla="*/ 4 h 268"/>
                <a:gd name="T96" fmla="*/ 117 w 242"/>
                <a:gd name="T97" fmla="*/ 156 h 268"/>
                <a:gd name="T98" fmla="*/ 235 w 242"/>
                <a:gd name="T99"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2" h="268">
                  <a:moveTo>
                    <a:pt x="86" y="187"/>
                  </a:moveTo>
                  <a:cubicBezTo>
                    <a:pt x="56" y="218"/>
                    <a:pt x="26" y="246"/>
                    <a:pt x="0" y="268"/>
                  </a:cubicBezTo>
                  <a:cubicBezTo>
                    <a:pt x="0" y="268"/>
                    <a:pt x="0" y="268"/>
                    <a:pt x="0" y="268"/>
                  </a:cubicBezTo>
                  <a:cubicBezTo>
                    <a:pt x="26" y="246"/>
                    <a:pt x="56" y="218"/>
                    <a:pt x="86" y="187"/>
                  </a:cubicBezTo>
                  <a:moveTo>
                    <a:pt x="87" y="187"/>
                  </a:moveTo>
                  <a:cubicBezTo>
                    <a:pt x="87" y="187"/>
                    <a:pt x="87" y="187"/>
                    <a:pt x="87" y="187"/>
                  </a:cubicBezTo>
                  <a:cubicBezTo>
                    <a:pt x="87" y="187"/>
                    <a:pt x="87" y="187"/>
                    <a:pt x="87" y="187"/>
                  </a:cubicBezTo>
                  <a:moveTo>
                    <a:pt x="87" y="187"/>
                  </a:moveTo>
                  <a:cubicBezTo>
                    <a:pt x="87" y="187"/>
                    <a:pt x="87" y="187"/>
                    <a:pt x="87" y="187"/>
                  </a:cubicBezTo>
                  <a:cubicBezTo>
                    <a:pt x="87" y="187"/>
                    <a:pt x="87" y="187"/>
                    <a:pt x="87" y="187"/>
                  </a:cubicBezTo>
                  <a:moveTo>
                    <a:pt x="87" y="186"/>
                  </a:moveTo>
                  <a:cubicBezTo>
                    <a:pt x="87" y="187"/>
                    <a:pt x="87" y="187"/>
                    <a:pt x="87" y="187"/>
                  </a:cubicBezTo>
                  <a:cubicBezTo>
                    <a:pt x="87" y="187"/>
                    <a:pt x="87" y="187"/>
                    <a:pt x="87" y="186"/>
                  </a:cubicBezTo>
                  <a:moveTo>
                    <a:pt x="88" y="186"/>
                  </a:moveTo>
                  <a:cubicBezTo>
                    <a:pt x="88" y="186"/>
                    <a:pt x="88" y="186"/>
                    <a:pt x="88" y="186"/>
                  </a:cubicBezTo>
                  <a:cubicBezTo>
                    <a:pt x="88" y="186"/>
                    <a:pt x="88" y="186"/>
                    <a:pt x="88" y="186"/>
                  </a:cubicBezTo>
                  <a:moveTo>
                    <a:pt x="88" y="186"/>
                  </a:moveTo>
                  <a:cubicBezTo>
                    <a:pt x="88" y="186"/>
                    <a:pt x="88" y="186"/>
                    <a:pt x="88" y="186"/>
                  </a:cubicBezTo>
                  <a:cubicBezTo>
                    <a:pt x="88" y="186"/>
                    <a:pt x="88" y="186"/>
                    <a:pt x="88" y="186"/>
                  </a:cubicBezTo>
                  <a:moveTo>
                    <a:pt x="89" y="185"/>
                  </a:moveTo>
                  <a:cubicBezTo>
                    <a:pt x="89" y="185"/>
                    <a:pt x="89" y="185"/>
                    <a:pt x="89" y="185"/>
                  </a:cubicBezTo>
                  <a:cubicBezTo>
                    <a:pt x="89" y="185"/>
                    <a:pt x="89" y="185"/>
                    <a:pt x="89" y="185"/>
                  </a:cubicBezTo>
                  <a:moveTo>
                    <a:pt x="89" y="185"/>
                  </a:moveTo>
                  <a:cubicBezTo>
                    <a:pt x="89" y="185"/>
                    <a:pt x="89" y="185"/>
                    <a:pt x="89" y="185"/>
                  </a:cubicBezTo>
                  <a:cubicBezTo>
                    <a:pt x="89" y="185"/>
                    <a:pt x="89" y="185"/>
                    <a:pt x="89" y="185"/>
                  </a:cubicBezTo>
                  <a:moveTo>
                    <a:pt x="90" y="184"/>
                  </a:moveTo>
                  <a:cubicBezTo>
                    <a:pt x="90" y="184"/>
                    <a:pt x="90" y="184"/>
                    <a:pt x="90" y="184"/>
                  </a:cubicBezTo>
                  <a:cubicBezTo>
                    <a:pt x="90" y="184"/>
                    <a:pt x="90" y="184"/>
                    <a:pt x="90" y="184"/>
                  </a:cubicBezTo>
                  <a:cubicBezTo>
                    <a:pt x="90" y="184"/>
                    <a:pt x="90" y="184"/>
                    <a:pt x="90" y="184"/>
                  </a:cubicBezTo>
                  <a:cubicBezTo>
                    <a:pt x="90" y="184"/>
                    <a:pt x="90" y="184"/>
                    <a:pt x="90" y="184"/>
                  </a:cubicBezTo>
                  <a:moveTo>
                    <a:pt x="116" y="157"/>
                  </a:moveTo>
                  <a:cubicBezTo>
                    <a:pt x="116" y="157"/>
                    <a:pt x="116" y="157"/>
                    <a:pt x="116" y="157"/>
                  </a:cubicBezTo>
                  <a:cubicBezTo>
                    <a:pt x="116" y="157"/>
                    <a:pt x="116" y="157"/>
                    <a:pt x="116" y="157"/>
                  </a:cubicBezTo>
                  <a:moveTo>
                    <a:pt x="116" y="157"/>
                  </a:moveTo>
                  <a:cubicBezTo>
                    <a:pt x="116" y="157"/>
                    <a:pt x="116" y="157"/>
                    <a:pt x="116" y="157"/>
                  </a:cubicBezTo>
                  <a:cubicBezTo>
                    <a:pt x="116" y="157"/>
                    <a:pt x="116" y="157"/>
                    <a:pt x="116" y="157"/>
                  </a:cubicBezTo>
                  <a:moveTo>
                    <a:pt x="117" y="157"/>
                  </a:moveTo>
                  <a:cubicBezTo>
                    <a:pt x="117" y="157"/>
                    <a:pt x="117" y="157"/>
                    <a:pt x="116" y="157"/>
                  </a:cubicBezTo>
                  <a:cubicBezTo>
                    <a:pt x="117" y="157"/>
                    <a:pt x="117" y="157"/>
                    <a:pt x="117" y="157"/>
                  </a:cubicBezTo>
                  <a:moveTo>
                    <a:pt x="117" y="156"/>
                  </a:moveTo>
                  <a:cubicBezTo>
                    <a:pt x="117" y="156"/>
                    <a:pt x="117" y="157"/>
                    <a:pt x="117" y="157"/>
                  </a:cubicBezTo>
                  <a:cubicBezTo>
                    <a:pt x="117" y="157"/>
                    <a:pt x="117" y="156"/>
                    <a:pt x="117" y="156"/>
                  </a:cubicBezTo>
                  <a:moveTo>
                    <a:pt x="117" y="156"/>
                  </a:moveTo>
                  <a:cubicBezTo>
                    <a:pt x="117" y="156"/>
                    <a:pt x="117" y="156"/>
                    <a:pt x="117" y="156"/>
                  </a:cubicBezTo>
                  <a:cubicBezTo>
                    <a:pt x="117" y="156"/>
                    <a:pt x="117" y="156"/>
                    <a:pt x="117" y="156"/>
                  </a:cubicBezTo>
                  <a:moveTo>
                    <a:pt x="235" y="0"/>
                  </a:moveTo>
                  <a:cubicBezTo>
                    <a:pt x="235" y="1"/>
                    <a:pt x="235" y="1"/>
                    <a:pt x="235" y="1"/>
                  </a:cubicBezTo>
                  <a:cubicBezTo>
                    <a:pt x="235" y="1"/>
                    <a:pt x="235" y="2"/>
                    <a:pt x="235" y="4"/>
                  </a:cubicBezTo>
                  <a:cubicBezTo>
                    <a:pt x="235" y="21"/>
                    <a:pt x="187" y="84"/>
                    <a:pt x="117" y="156"/>
                  </a:cubicBezTo>
                  <a:cubicBezTo>
                    <a:pt x="192" y="78"/>
                    <a:pt x="242" y="12"/>
                    <a:pt x="235"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4" name="Freeform: Shape 68"/>
            <p:cNvSpPr/>
            <p:nvPr/>
          </p:nvSpPr>
          <p:spPr bwMode="auto">
            <a:xfrm>
              <a:off x="4173538" y="1809751"/>
              <a:ext cx="68263" cy="238125"/>
            </a:xfrm>
            <a:custGeom>
              <a:avLst/>
              <a:gdLst>
                <a:gd name="T0" fmla="*/ 4 w 43"/>
                <a:gd name="T1" fmla="*/ 0 h 148"/>
                <a:gd name="T2" fmla="*/ 4 w 43"/>
                <a:gd name="T3" fmla="*/ 0 h 148"/>
                <a:gd name="T4" fmla="*/ 33 w 43"/>
                <a:gd name="T5" fmla="*/ 72 h 148"/>
                <a:gd name="T6" fmla="*/ 3 w 43"/>
                <a:gd name="T7" fmla="*/ 144 h 148"/>
                <a:gd name="T8" fmla="*/ 1 w 43"/>
                <a:gd name="T9" fmla="*/ 147 h 148"/>
                <a:gd name="T10" fmla="*/ 0 w 43"/>
                <a:gd name="T11" fmla="*/ 148 h 148"/>
                <a:gd name="T12" fmla="*/ 1 w 43"/>
                <a:gd name="T13" fmla="*/ 147 h 148"/>
                <a:gd name="T14" fmla="*/ 3 w 43"/>
                <a:gd name="T15" fmla="*/ 144 h 148"/>
                <a:gd name="T16" fmla="*/ 4 w 43"/>
                <a:gd name="T17"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48">
                  <a:moveTo>
                    <a:pt x="4" y="0"/>
                  </a:moveTo>
                  <a:cubicBezTo>
                    <a:pt x="4" y="0"/>
                    <a:pt x="4" y="0"/>
                    <a:pt x="4" y="0"/>
                  </a:cubicBezTo>
                  <a:cubicBezTo>
                    <a:pt x="24" y="20"/>
                    <a:pt x="33" y="46"/>
                    <a:pt x="33" y="72"/>
                  </a:cubicBezTo>
                  <a:cubicBezTo>
                    <a:pt x="33" y="98"/>
                    <a:pt x="23" y="124"/>
                    <a:pt x="3" y="144"/>
                  </a:cubicBezTo>
                  <a:cubicBezTo>
                    <a:pt x="3" y="145"/>
                    <a:pt x="2" y="146"/>
                    <a:pt x="1" y="147"/>
                  </a:cubicBezTo>
                  <a:cubicBezTo>
                    <a:pt x="1" y="147"/>
                    <a:pt x="0" y="147"/>
                    <a:pt x="0" y="148"/>
                  </a:cubicBezTo>
                  <a:cubicBezTo>
                    <a:pt x="0" y="147"/>
                    <a:pt x="1" y="147"/>
                    <a:pt x="1" y="147"/>
                  </a:cubicBezTo>
                  <a:cubicBezTo>
                    <a:pt x="2" y="146"/>
                    <a:pt x="3" y="145"/>
                    <a:pt x="3" y="144"/>
                  </a:cubicBezTo>
                  <a:cubicBezTo>
                    <a:pt x="43" y="105"/>
                    <a:pt x="43" y="40"/>
                    <a:pt x="4"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5" name="Freeform: Shape 69"/>
            <p:cNvSpPr/>
            <p:nvPr/>
          </p:nvSpPr>
          <p:spPr bwMode="auto">
            <a:xfrm>
              <a:off x="4467225" y="1684338"/>
              <a:ext cx="1588" cy="9525"/>
            </a:xfrm>
            <a:custGeom>
              <a:avLst/>
              <a:gdLst>
                <a:gd name="T0" fmla="*/ 1 w 1"/>
                <a:gd name="T1" fmla="*/ 0 h 6"/>
                <a:gd name="T2" fmla="*/ 0 w 1"/>
                <a:gd name="T3" fmla="*/ 6 h 6"/>
                <a:gd name="T4" fmla="*/ 1 w 1"/>
                <a:gd name="T5" fmla="*/ 0 h 6"/>
              </a:gdLst>
              <a:ahLst/>
              <a:cxnLst>
                <a:cxn ang="0">
                  <a:pos x="T0" y="T1"/>
                </a:cxn>
                <a:cxn ang="0">
                  <a:pos x="T2" y="T3"/>
                </a:cxn>
                <a:cxn ang="0">
                  <a:pos x="T4" y="T5"/>
                </a:cxn>
              </a:cxnLst>
              <a:rect l="0" t="0" r="r" b="b"/>
              <a:pathLst>
                <a:path w="1" h="6">
                  <a:moveTo>
                    <a:pt x="1" y="0"/>
                  </a:moveTo>
                  <a:cubicBezTo>
                    <a:pt x="1" y="2"/>
                    <a:pt x="0" y="4"/>
                    <a:pt x="0" y="6"/>
                  </a:cubicBezTo>
                  <a:cubicBezTo>
                    <a:pt x="0" y="4"/>
                    <a:pt x="1" y="2"/>
                    <a:pt x="1"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6" name="Freeform: Shape 70"/>
            <p:cNvSpPr/>
            <p:nvPr/>
          </p:nvSpPr>
          <p:spPr bwMode="auto">
            <a:xfrm>
              <a:off x="4427538" y="1800226"/>
              <a:ext cx="7938" cy="20638"/>
            </a:xfrm>
            <a:custGeom>
              <a:avLst/>
              <a:gdLst>
                <a:gd name="T0" fmla="*/ 5 w 5"/>
                <a:gd name="T1" fmla="*/ 0 h 13"/>
                <a:gd name="T2" fmla="*/ 0 w 5"/>
                <a:gd name="T3" fmla="*/ 13 h 13"/>
                <a:gd name="T4" fmla="*/ 5 w 5"/>
                <a:gd name="T5" fmla="*/ 0 h 13"/>
              </a:gdLst>
              <a:ahLst/>
              <a:cxnLst>
                <a:cxn ang="0">
                  <a:pos x="T0" y="T1"/>
                </a:cxn>
                <a:cxn ang="0">
                  <a:pos x="T2" y="T3"/>
                </a:cxn>
                <a:cxn ang="0">
                  <a:pos x="T4" y="T5"/>
                </a:cxn>
              </a:cxnLst>
              <a:rect l="0" t="0" r="r" b="b"/>
              <a:pathLst>
                <a:path w="5" h="13">
                  <a:moveTo>
                    <a:pt x="5" y="0"/>
                  </a:moveTo>
                  <a:cubicBezTo>
                    <a:pt x="4" y="4"/>
                    <a:pt x="2" y="9"/>
                    <a:pt x="0" y="13"/>
                  </a:cubicBezTo>
                  <a:cubicBezTo>
                    <a:pt x="2" y="9"/>
                    <a:pt x="4" y="4"/>
                    <a:pt x="5"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7" name="Freeform: Shape 71"/>
            <p:cNvSpPr/>
            <p:nvPr/>
          </p:nvSpPr>
          <p:spPr bwMode="auto">
            <a:xfrm>
              <a:off x="4441825" y="1774826"/>
              <a:ext cx="4763" cy="11113"/>
            </a:xfrm>
            <a:custGeom>
              <a:avLst/>
              <a:gdLst>
                <a:gd name="T0" fmla="*/ 2 w 2"/>
                <a:gd name="T1" fmla="*/ 0 h 7"/>
                <a:gd name="T2" fmla="*/ 0 w 2"/>
                <a:gd name="T3" fmla="*/ 7 h 7"/>
                <a:gd name="T4" fmla="*/ 2 w 2"/>
                <a:gd name="T5" fmla="*/ 0 h 7"/>
              </a:gdLst>
              <a:ahLst/>
              <a:cxnLst>
                <a:cxn ang="0">
                  <a:pos x="T0" y="T1"/>
                </a:cxn>
                <a:cxn ang="0">
                  <a:pos x="T2" y="T3"/>
                </a:cxn>
                <a:cxn ang="0">
                  <a:pos x="T4" y="T5"/>
                </a:cxn>
              </a:cxnLst>
              <a:rect l="0" t="0" r="r" b="b"/>
              <a:pathLst>
                <a:path w="2" h="7">
                  <a:moveTo>
                    <a:pt x="2" y="0"/>
                  </a:moveTo>
                  <a:cubicBezTo>
                    <a:pt x="1" y="2"/>
                    <a:pt x="1" y="4"/>
                    <a:pt x="0" y="7"/>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8" name="Freeform: Shape 72"/>
            <p:cNvSpPr/>
            <p:nvPr/>
          </p:nvSpPr>
          <p:spPr bwMode="auto">
            <a:xfrm>
              <a:off x="4451350" y="1749426"/>
              <a:ext cx="3175" cy="11113"/>
            </a:xfrm>
            <a:custGeom>
              <a:avLst/>
              <a:gdLst>
                <a:gd name="T0" fmla="*/ 2 w 2"/>
                <a:gd name="T1" fmla="*/ 0 h 7"/>
                <a:gd name="T2" fmla="*/ 0 w 2"/>
                <a:gd name="T3" fmla="*/ 7 h 7"/>
                <a:gd name="T4" fmla="*/ 2 w 2"/>
                <a:gd name="T5" fmla="*/ 0 h 7"/>
              </a:gdLst>
              <a:ahLst/>
              <a:cxnLst>
                <a:cxn ang="0">
                  <a:pos x="T0" y="T1"/>
                </a:cxn>
                <a:cxn ang="0">
                  <a:pos x="T2" y="T3"/>
                </a:cxn>
                <a:cxn ang="0">
                  <a:pos x="T4" y="T5"/>
                </a:cxn>
              </a:cxnLst>
              <a:rect l="0" t="0" r="r" b="b"/>
              <a:pathLst>
                <a:path w="2" h="7">
                  <a:moveTo>
                    <a:pt x="2" y="0"/>
                  </a:moveTo>
                  <a:cubicBezTo>
                    <a:pt x="1" y="2"/>
                    <a:pt x="1" y="4"/>
                    <a:pt x="0" y="7"/>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9" name="Freeform: Shape 73"/>
            <p:cNvSpPr/>
            <p:nvPr/>
          </p:nvSpPr>
          <p:spPr bwMode="auto">
            <a:xfrm>
              <a:off x="4470400" y="1663701"/>
              <a:ext cx="0" cy="7938"/>
            </a:xfrm>
            <a:custGeom>
              <a:avLst/>
              <a:gdLst>
                <a:gd name="T0" fmla="*/ 0 h 4"/>
                <a:gd name="T1" fmla="*/ 4 h 4"/>
                <a:gd name="T2" fmla="*/ 0 h 4"/>
              </a:gdLst>
              <a:ahLst/>
              <a:cxnLst>
                <a:cxn ang="0">
                  <a:pos x="0" y="T0"/>
                </a:cxn>
                <a:cxn ang="0">
                  <a:pos x="0" y="T1"/>
                </a:cxn>
                <a:cxn ang="0">
                  <a:pos x="0" y="T2"/>
                </a:cxn>
              </a:cxnLst>
              <a:rect l="0" t="0" r="r" b="b"/>
              <a:pathLst>
                <a:path h="4">
                  <a:moveTo>
                    <a:pt x="0" y="0"/>
                  </a:moveTo>
                  <a:cubicBezTo>
                    <a:pt x="0" y="1"/>
                    <a:pt x="0" y="2"/>
                    <a:pt x="0" y="4"/>
                  </a:cubicBezTo>
                  <a:cubicBezTo>
                    <a:pt x="0" y="2"/>
                    <a:pt x="0" y="1"/>
                    <a:pt x="0"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0" name="Freeform: Shape 74"/>
            <p:cNvSpPr/>
            <p:nvPr/>
          </p:nvSpPr>
          <p:spPr bwMode="auto">
            <a:xfrm>
              <a:off x="3944938" y="2043113"/>
              <a:ext cx="230188" cy="47625"/>
            </a:xfrm>
            <a:custGeom>
              <a:avLst/>
              <a:gdLst>
                <a:gd name="T0" fmla="*/ 0 w 142"/>
                <a:gd name="T1" fmla="*/ 0 h 29"/>
                <a:gd name="T2" fmla="*/ 0 w 142"/>
                <a:gd name="T3" fmla="*/ 0 h 29"/>
                <a:gd name="T4" fmla="*/ 72 w 142"/>
                <a:gd name="T5" fmla="*/ 29 h 29"/>
                <a:gd name="T6" fmla="*/ 141 w 142"/>
                <a:gd name="T7" fmla="*/ 3 h 29"/>
                <a:gd name="T8" fmla="*/ 142 w 142"/>
                <a:gd name="T9" fmla="*/ 2 h 29"/>
                <a:gd name="T10" fmla="*/ 141 w 142"/>
                <a:gd name="T11" fmla="*/ 3 h 29"/>
                <a:gd name="T12" fmla="*/ 72 w 142"/>
                <a:gd name="T13" fmla="*/ 29 h 29"/>
                <a:gd name="T14" fmla="*/ 72 w 142"/>
                <a:gd name="T15" fmla="*/ 29 h 29"/>
                <a:gd name="T16" fmla="*/ 72 w 142"/>
                <a:gd name="T17" fmla="*/ 29 h 29"/>
                <a:gd name="T18" fmla="*/ 72 w 142"/>
                <a:gd name="T19" fmla="*/ 29 h 29"/>
                <a:gd name="T20" fmla="*/ 72 w 142"/>
                <a:gd name="T21" fmla="*/ 29 h 29"/>
                <a:gd name="T22" fmla="*/ 1 w 142"/>
                <a:gd name="T23" fmla="*/ 0 h 29"/>
                <a:gd name="T24" fmla="*/ 0 w 142"/>
                <a:gd name="T25" fmla="*/ 0 h 29"/>
                <a:gd name="T26" fmla="*/ 0 w 142"/>
                <a:gd name="T27" fmla="*/ 0 h 29"/>
                <a:gd name="T28" fmla="*/ 0 w 142"/>
                <a:gd name="T29" fmla="*/ 0 h 29"/>
                <a:gd name="T30" fmla="*/ 0 w 142"/>
                <a:gd name="T3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2" h="29">
                  <a:moveTo>
                    <a:pt x="0" y="0"/>
                  </a:moveTo>
                  <a:cubicBezTo>
                    <a:pt x="0" y="0"/>
                    <a:pt x="0" y="0"/>
                    <a:pt x="0" y="0"/>
                  </a:cubicBezTo>
                  <a:cubicBezTo>
                    <a:pt x="20" y="19"/>
                    <a:pt x="46" y="29"/>
                    <a:pt x="72" y="29"/>
                  </a:cubicBezTo>
                  <a:cubicBezTo>
                    <a:pt x="97" y="29"/>
                    <a:pt x="121" y="20"/>
                    <a:pt x="141" y="3"/>
                  </a:cubicBezTo>
                  <a:cubicBezTo>
                    <a:pt x="141" y="2"/>
                    <a:pt x="142" y="2"/>
                    <a:pt x="142" y="2"/>
                  </a:cubicBezTo>
                  <a:cubicBezTo>
                    <a:pt x="141" y="2"/>
                    <a:pt x="141" y="2"/>
                    <a:pt x="141" y="3"/>
                  </a:cubicBezTo>
                  <a:cubicBezTo>
                    <a:pt x="121" y="20"/>
                    <a:pt x="97" y="29"/>
                    <a:pt x="72" y="29"/>
                  </a:cubicBezTo>
                  <a:cubicBezTo>
                    <a:pt x="72" y="29"/>
                    <a:pt x="72" y="29"/>
                    <a:pt x="72" y="29"/>
                  </a:cubicBezTo>
                  <a:cubicBezTo>
                    <a:pt x="72" y="29"/>
                    <a:pt x="72" y="29"/>
                    <a:pt x="72" y="29"/>
                  </a:cubicBezTo>
                  <a:cubicBezTo>
                    <a:pt x="72" y="29"/>
                    <a:pt x="72" y="29"/>
                    <a:pt x="72" y="29"/>
                  </a:cubicBezTo>
                  <a:cubicBezTo>
                    <a:pt x="72" y="29"/>
                    <a:pt x="72" y="29"/>
                    <a:pt x="72" y="29"/>
                  </a:cubicBezTo>
                  <a:cubicBezTo>
                    <a:pt x="46" y="29"/>
                    <a:pt x="21" y="20"/>
                    <a:pt x="1" y="0"/>
                  </a:cubicBezTo>
                  <a:cubicBezTo>
                    <a:pt x="1" y="0"/>
                    <a:pt x="1" y="0"/>
                    <a:pt x="0" y="0"/>
                  </a:cubicBezTo>
                  <a:cubicBezTo>
                    <a:pt x="0" y="0"/>
                    <a:pt x="0" y="0"/>
                    <a:pt x="0" y="0"/>
                  </a:cubicBezTo>
                  <a:cubicBezTo>
                    <a:pt x="0" y="0"/>
                    <a:pt x="0" y="0"/>
                    <a:pt x="0" y="0"/>
                  </a:cubicBezTo>
                  <a:cubicBezTo>
                    <a:pt x="0" y="0"/>
                    <a:pt x="0" y="0"/>
                    <a:pt x="0" y="0"/>
                  </a:cubicBezTo>
                </a:path>
              </a:pathLst>
            </a:custGeom>
            <a:solidFill>
              <a:srgbClr val="981619"/>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1" name="Freeform: Shape 75"/>
            <p:cNvSpPr/>
            <p:nvPr/>
          </p:nvSpPr>
          <p:spPr bwMode="auto">
            <a:xfrm>
              <a:off x="4367213" y="1797051"/>
              <a:ext cx="55563" cy="34925"/>
            </a:xfrm>
            <a:custGeom>
              <a:avLst/>
              <a:gdLst>
                <a:gd name="T0" fmla="*/ 35 w 35"/>
                <a:gd name="T1" fmla="*/ 22 h 22"/>
                <a:gd name="T2" fmla="*/ 35 w 35"/>
                <a:gd name="T3" fmla="*/ 22 h 22"/>
                <a:gd name="T4" fmla="*/ 35 w 35"/>
                <a:gd name="T5" fmla="*/ 22 h 22"/>
                <a:gd name="T6" fmla="*/ 0 w 35"/>
                <a:gd name="T7" fmla="*/ 0 h 22"/>
                <a:gd name="T8" fmla="*/ 34 w 35"/>
                <a:gd name="T9" fmla="*/ 22 h 22"/>
                <a:gd name="T10" fmla="*/ 0 w 35"/>
                <a:gd name="T11" fmla="*/ 0 h 22"/>
                <a:gd name="T12" fmla="*/ 0 w 35"/>
                <a:gd name="T13" fmla="*/ 0 h 22"/>
                <a:gd name="T14" fmla="*/ 0 w 35"/>
                <a:gd name="T15" fmla="*/ 0 h 22"/>
                <a:gd name="T16" fmla="*/ 0 w 3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2">
                  <a:moveTo>
                    <a:pt x="35" y="22"/>
                  </a:moveTo>
                  <a:cubicBezTo>
                    <a:pt x="35" y="22"/>
                    <a:pt x="35" y="22"/>
                    <a:pt x="35" y="22"/>
                  </a:cubicBezTo>
                  <a:cubicBezTo>
                    <a:pt x="35" y="22"/>
                    <a:pt x="35" y="22"/>
                    <a:pt x="35" y="22"/>
                  </a:cubicBezTo>
                  <a:moveTo>
                    <a:pt x="0" y="0"/>
                  </a:moveTo>
                  <a:cubicBezTo>
                    <a:pt x="21" y="16"/>
                    <a:pt x="32" y="21"/>
                    <a:pt x="34" y="22"/>
                  </a:cubicBezTo>
                  <a:cubicBezTo>
                    <a:pt x="32" y="21"/>
                    <a:pt x="21" y="16"/>
                    <a:pt x="0" y="0"/>
                  </a:cubicBezTo>
                  <a:moveTo>
                    <a:pt x="0" y="0"/>
                  </a:moveTo>
                  <a:cubicBezTo>
                    <a:pt x="0" y="0"/>
                    <a:pt x="0" y="0"/>
                    <a:pt x="0" y="0"/>
                  </a:cubicBezTo>
                  <a:cubicBezTo>
                    <a:pt x="0" y="0"/>
                    <a:pt x="0" y="0"/>
                    <a:pt x="0"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2" name="Freeform: Shape 76"/>
            <p:cNvSpPr/>
            <p:nvPr/>
          </p:nvSpPr>
          <p:spPr bwMode="auto">
            <a:xfrm>
              <a:off x="4276725" y="1550988"/>
              <a:ext cx="193675" cy="280988"/>
            </a:xfrm>
            <a:custGeom>
              <a:avLst/>
              <a:gdLst>
                <a:gd name="T0" fmla="*/ 100 w 120"/>
                <a:gd name="T1" fmla="*/ 0 h 174"/>
                <a:gd name="T2" fmla="*/ 100 w 120"/>
                <a:gd name="T3" fmla="*/ 0 h 174"/>
                <a:gd name="T4" fmla="*/ 0 w 120"/>
                <a:gd name="T5" fmla="*/ 100 h 174"/>
                <a:gd name="T6" fmla="*/ 56 w 120"/>
                <a:gd name="T7" fmla="*/ 152 h 174"/>
                <a:gd name="T8" fmla="*/ 56 w 120"/>
                <a:gd name="T9" fmla="*/ 152 h 174"/>
                <a:gd name="T10" fmla="*/ 56 w 120"/>
                <a:gd name="T11" fmla="*/ 152 h 174"/>
                <a:gd name="T12" fmla="*/ 90 w 120"/>
                <a:gd name="T13" fmla="*/ 174 h 174"/>
                <a:gd name="T14" fmla="*/ 91 w 120"/>
                <a:gd name="T15" fmla="*/ 174 h 174"/>
                <a:gd name="T16" fmla="*/ 91 w 120"/>
                <a:gd name="T17" fmla="*/ 174 h 174"/>
                <a:gd name="T18" fmla="*/ 91 w 120"/>
                <a:gd name="T19" fmla="*/ 174 h 174"/>
                <a:gd name="T20" fmla="*/ 91 w 120"/>
                <a:gd name="T21" fmla="*/ 174 h 174"/>
                <a:gd name="T22" fmla="*/ 94 w 120"/>
                <a:gd name="T23" fmla="*/ 167 h 174"/>
                <a:gd name="T24" fmla="*/ 99 w 120"/>
                <a:gd name="T25" fmla="*/ 154 h 174"/>
                <a:gd name="T26" fmla="*/ 103 w 120"/>
                <a:gd name="T27" fmla="*/ 145 h 174"/>
                <a:gd name="T28" fmla="*/ 105 w 120"/>
                <a:gd name="T29" fmla="*/ 138 h 174"/>
                <a:gd name="T30" fmla="*/ 108 w 120"/>
                <a:gd name="T31" fmla="*/ 130 h 174"/>
                <a:gd name="T32" fmla="*/ 110 w 120"/>
                <a:gd name="T33" fmla="*/ 123 h 174"/>
                <a:gd name="T34" fmla="*/ 112 w 120"/>
                <a:gd name="T35" fmla="*/ 115 h 174"/>
                <a:gd name="T36" fmla="*/ 114 w 120"/>
                <a:gd name="T37" fmla="*/ 109 h 174"/>
                <a:gd name="T38" fmla="*/ 115 w 120"/>
                <a:gd name="T39" fmla="*/ 101 h 174"/>
                <a:gd name="T40" fmla="*/ 117 w 120"/>
                <a:gd name="T41" fmla="*/ 95 h 174"/>
                <a:gd name="T42" fmla="*/ 118 w 120"/>
                <a:gd name="T43" fmla="*/ 88 h 174"/>
                <a:gd name="T44" fmla="*/ 119 w 120"/>
                <a:gd name="T45" fmla="*/ 82 h 174"/>
                <a:gd name="T46" fmla="*/ 120 w 120"/>
                <a:gd name="T47" fmla="*/ 74 h 174"/>
                <a:gd name="T48" fmla="*/ 120 w 120"/>
                <a:gd name="T49" fmla="*/ 70 h 174"/>
                <a:gd name="T50" fmla="*/ 120 w 120"/>
                <a:gd name="T51" fmla="*/ 58 h 174"/>
                <a:gd name="T52" fmla="*/ 120 w 120"/>
                <a:gd name="T53" fmla="*/ 55 h 174"/>
                <a:gd name="T54" fmla="*/ 120 w 120"/>
                <a:gd name="T55" fmla="*/ 47 h 174"/>
                <a:gd name="T56" fmla="*/ 119 w 120"/>
                <a:gd name="T57" fmla="*/ 43 h 174"/>
                <a:gd name="T58" fmla="*/ 118 w 120"/>
                <a:gd name="T59" fmla="*/ 37 h 174"/>
                <a:gd name="T60" fmla="*/ 117 w 120"/>
                <a:gd name="T61" fmla="*/ 33 h 174"/>
                <a:gd name="T62" fmla="*/ 116 w 120"/>
                <a:gd name="T63" fmla="*/ 27 h 174"/>
                <a:gd name="T64" fmla="*/ 114 w 120"/>
                <a:gd name="T65" fmla="*/ 23 h 174"/>
                <a:gd name="T66" fmla="*/ 112 w 120"/>
                <a:gd name="T67" fmla="*/ 18 h 174"/>
                <a:gd name="T68" fmla="*/ 111 w 120"/>
                <a:gd name="T69" fmla="*/ 15 h 174"/>
                <a:gd name="T70" fmla="*/ 107 w 120"/>
                <a:gd name="T71" fmla="*/ 9 h 174"/>
                <a:gd name="T72" fmla="*/ 106 w 120"/>
                <a:gd name="T73" fmla="*/ 7 h 174"/>
                <a:gd name="T74" fmla="*/ 100 w 120"/>
                <a:gd name="T75"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74">
                  <a:moveTo>
                    <a:pt x="100" y="0"/>
                  </a:moveTo>
                  <a:cubicBezTo>
                    <a:pt x="100" y="0"/>
                    <a:pt x="100" y="0"/>
                    <a:pt x="100" y="0"/>
                  </a:cubicBezTo>
                  <a:cubicBezTo>
                    <a:pt x="0" y="100"/>
                    <a:pt x="0" y="100"/>
                    <a:pt x="0" y="100"/>
                  </a:cubicBezTo>
                  <a:cubicBezTo>
                    <a:pt x="24" y="124"/>
                    <a:pt x="42" y="141"/>
                    <a:pt x="56" y="152"/>
                  </a:cubicBezTo>
                  <a:cubicBezTo>
                    <a:pt x="56" y="152"/>
                    <a:pt x="56" y="152"/>
                    <a:pt x="56" y="152"/>
                  </a:cubicBezTo>
                  <a:cubicBezTo>
                    <a:pt x="56" y="152"/>
                    <a:pt x="56" y="152"/>
                    <a:pt x="56" y="152"/>
                  </a:cubicBezTo>
                  <a:cubicBezTo>
                    <a:pt x="77" y="168"/>
                    <a:pt x="88" y="173"/>
                    <a:pt x="90" y="174"/>
                  </a:cubicBezTo>
                  <a:cubicBezTo>
                    <a:pt x="91" y="174"/>
                    <a:pt x="91" y="174"/>
                    <a:pt x="91" y="174"/>
                  </a:cubicBezTo>
                  <a:cubicBezTo>
                    <a:pt x="91" y="174"/>
                    <a:pt x="91" y="174"/>
                    <a:pt x="91" y="174"/>
                  </a:cubicBezTo>
                  <a:cubicBezTo>
                    <a:pt x="91" y="174"/>
                    <a:pt x="91" y="174"/>
                    <a:pt x="91" y="174"/>
                  </a:cubicBezTo>
                  <a:cubicBezTo>
                    <a:pt x="91" y="174"/>
                    <a:pt x="91" y="174"/>
                    <a:pt x="91" y="174"/>
                  </a:cubicBezTo>
                  <a:cubicBezTo>
                    <a:pt x="92" y="172"/>
                    <a:pt x="93" y="169"/>
                    <a:pt x="94" y="167"/>
                  </a:cubicBezTo>
                  <a:cubicBezTo>
                    <a:pt x="96" y="163"/>
                    <a:pt x="98" y="158"/>
                    <a:pt x="99" y="154"/>
                  </a:cubicBezTo>
                  <a:cubicBezTo>
                    <a:pt x="101" y="151"/>
                    <a:pt x="102" y="148"/>
                    <a:pt x="103" y="145"/>
                  </a:cubicBezTo>
                  <a:cubicBezTo>
                    <a:pt x="104" y="142"/>
                    <a:pt x="104" y="140"/>
                    <a:pt x="105" y="138"/>
                  </a:cubicBezTo>
                  <a:cubicBezTo>
                    <a:pt x="106" y="135"/>
                    <a:pt x="107" y="132"/>
                    <a:pt x="108" y="130"/>
                  </a:cubicBezTo>
                  <a:cubicBezTo>
                    <a:pt x="109" y="127"/>
                    <a:pt x="109" y="125"/>
                    <a:pt x="110" y="123"/>
                  </a:cubicBezTo>
                  <a:cubicBezTo>
                    <a:pt x="111" y="120"/>
                    <a:pt x="111" y="118"/>
                    <a:pt x="112" y="115"/>
                  </a:cubicBezTo>
                  <a:cubicBezTo>
                    <a:pt x="113" y="113"/>
                    <a:pt x="113" y="111"/>
                    <a:pt x="114" y="109"/>
                  </a:cubicBezTo>
                  <a:cubicBezTo>
                    <a:pt x="114" y="106"/>
                    <a:pt x="115" y="104"/>
                    <a:pt x="115" y="101"/>
                  </a:cubicBezTo>
                  <a:cubicBezTo>
                    <a:pt x="116" y="99"/>
                    <a:pt x="116" y="97"/>
                    <a:pt x="117" y="95"/>
                  </a:cubicBezTo>
                  <a:cubicBezTo>
                    <a:pt x="117" y="93"/>
                    <a:pt x="118" y="90"/>
                    <a:pt x="118" y="88"/>
                  </a:cubicBezTo>
                  <a:cubicBezTo>
                    <a:pt x="118" y="86"/>
                    <a:pt x="119" y="84"/>
                    <a:pt x="119" y="82"/>
                  </a:cubicBezTo>
                  <a:cubicBezTo>
                    <a:pt x="119" y="79"/>
                    <a:pt x="119" y="76"/>
                    <a:pt x="120" y="74"/>
                  </a:cubicBezTo>
                  <a:cubicBezTo>
                    <a:pt x="120" y="72"/>
                    <a:pt x="120" y="71"/>
                    <a:pt x="120" y="70"/>
                  </a:cubicBezTo>
                  <a:cubicBezTo>
                    <a:pt x="120" y="66"/>
                    <a:pt x="120" y="62"/>
                    <a:pt x="120" y="58"/>
                  </a:cubicBezTo>
                  <a:cubicBezTo>
                    <a:pt x="120" y="57"/>
                    <a:pt x="120" y="56"/>
                    <a:pt x="120" y="55"/>
                  </a:cubicBezTo>
                  <a:cubicBezTo>
                    <a:pt x="120" y="52"/>
                    <a:pt x="120" y="50"/>
                    <a:pt x="120" y="47"/>
                  </a:cubicBezTo>
                  <a:cubicBezTo>
                    <a:pt x="120" y="46"/>
                    <a:pt x="119" y="44"/>
                    <a:pt x="119" y="43"/>
                  </a:cubicBezTo>
                  <a:cubicBezTo>
                    <a:pt x="119" y="41"/>
                    <a:pt x="119" y="39"/>
                    <a:pt x="118" y="37"/>
                  </a:cubicBezTo>
                  <a:cubicBezTo>
                    <a:pt x="118" y="35"/>
                    <a:pt x="118" y="34"/>
                    <a:pt x="117" y="33"/>
                  </a:cubicBezTo>
                  <a:cubicBezTo>
                    <a:pt x="117" y="31"/>
                    <a:pt x="116" y="29"/>
                    <a:pt x="116" y="27"/>
                  </a:cubicBezTo>
                  <a:cubicBezTo>
                    <a:pt x="115" y="26"/>
                    <a:pt x="115" y="24"/>
                    <a:pt x="114" y="23"/>
                  </a:cubicBezTo>
                  <a:cubicBezTo>
                    <a:pt x="114" y="21"/>
                    <a:pt x="113" y="20"/>
                    <a:pt x="112" y="18"/>
                  </a:cubicBezTo>
                  <a:cubicBezTo>
                    <a:pt x="112" y="17"/>
                    <a:pt x="111" y="16"/>
                    <a:pt x="111" y="15"/>
                  </a:cubicBezTo>
                  <a:cubicBezTo>
                    <a:pt x="110" y="13"/>
                    <a:pt x="109" y="11"/>
                    <a:pt x="107" y="9"/>
                  </a:cubicBezTo>
                  <a:cubicBezTo>
                    <a:pt x="107" y="8"/>
                    <a:pt x="106" y="8"/>
                    <a:pt x="106" y="7"/>
                  </a:cubicBezTo>
                  <a:cubicBezTo>
                    <a:pt x="104" y="4"/>
                    <a:pt x="102" y="2"/>
                    <a:pt x="100" y="0"/>
                  </a:cubicBezTo>
                </a:path>
              </a:pathLst>
            </a:custGeom>
            <a:solidFill>
              <a:schemeClr val="accent1">
                <a:lumMod val="75000"/>
              </a:schemeClr>
            </a:solidFill>
            <a:ln>
              <a:noFill/>
            </a:ln>
          </p:spPr>
          <p:txBody>
            <a:bodyPr anchor="ctr"/>
            <a:p>
              <a:pPr algn="ctr"/>
            </a:p>
          </p:txBody>
        </p:sp>
        <p:sp>
          <p:nvSpPr>
            <p:cNvPr id="93" name="Freeform: Shape 77"/>
            <p:cNvSpPr/>
            <p:nvPr/>
          </p:nvSpPr>
          <p:spPr bwMode="auto">
            <a:xfrm>
              <a:off x="3413125" y="2740026"/>
              <a:ext cx="55563" cy="55563"/>
            </a:xfrm>
            <a:custGeom>
              <a:avLst/>
              <a:gdLst>
                <a:gd name="T0" fmla="*/ 0 w 35"/>
                <a:gd name="T1" fmla="*/ 0 h 35"/>
                <a:gd name="T2" fmla="*/ 0 w 35"/>
                <a:gd name="T3" fmla="*/ 0 h 35"/>
                <a:gd name="T4" fmla="*/ 35 w 35"/>
                <a:gd name="T5" fmla="*/ 35 h 35"/>
                <a:gd name="T6" fmla="*/ 0 w 35"/>
                <a:gd name="T7" fmla="*/ 0 h 35"/>
              </a:gdLst>
              <a:ahLst/>
              <a:cxnLst>
                <a:cxn ang="0">
                  <a:pos x="T0" y="T1"/>
                </a:cxn>
                <a:cxn ang="0">
                  <a:pos x="T2" y="T3"/>
                </a:cxn>
                <a:cxn ang="0">
                  <a:pos x="T4" y="T5"/>
                </a:cxn>
                <a:cxn ang="0">
                  <a:pos x="T6" y="T7"/>
                </a:cxn>
              </a:cxnLst>
              <a:rect l="0" t="0" r="r" b="b"/>
              <a:pathLst>
                <a:path w="35" h="35">
                  <a:moveTo>
                    <a:pt x="0" y="0"/>
                  </a:moveTo>
                  <a:lnTo>
                    <a:pt x="0" y="0"/>
                  </a:lnTo>
                  <a:lnTo>
                    <a:pt x="35" y="35"/>
                  </a:lnTo>
                  <a:lnTo>
                    <a:pt x="0" y="0"/>
                  </a:lnTo>
                  <a:close/>
                </a:path>
              </a:pathLst>
            </a:custGeom>
            <a:solidFill>
              <a:srgbClr val="DF93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4" name="Freeform: Shape 78"/>
            <p:cNvSpPr/>
            <p:nvPr/>
          </p:nvSpPr>
          <p:spPr bwMode="auto">
            <a:xfrm>
              <a:off x="3413125" y="2740026"/>
              <a:ext cx="55563" cy="55563"/>
            </a:xfrm>
            <a:custGeom>
              <a:avLst/>
              <a:gdLst>
                <a:gd name="T0" fmla="*/ 0 w 35"/>
                <a:gd name="T1" fmla="*/ 0 h 35"/>
                <a:gd name="T2" fmla="*/ 0 w 35"/>
                <a:gd name="T3" fmla="*/ 0 h 35"/>
                <a:gd name="T4" fmla="*/ 35 w 35"/>
                <a:gd name="T5" fmla="*/ 35 h 35"/>
                <a:gd name="T6" fmla="*/ 0 w 35"/>
                <a:gd name="T7" fmla="*/ 0 h 35"/>
              </a:gdLst>
              <a:ahLst/>
              <a:cxnLst>
                <a:cxn ang="0">
                  <a:pos x="T0" y="T1"/>
                </a:cxn>
                <a:cxn ang="0">
                  <a:pos x="T2" y="T3"/>
                </a:cxn>
                <a:cxn ang="0">
                  <a:pos x="T4" y="T5"/>
                </a:cxn>
                <a:cxn ang="0">
                  <a:pos x="T6" y="T7"/>
                </a:cxn>
              </a:cxnLst>
              <a:rect l="0" t="0" r="r" b="b"/>
              <a:pathLst>
                <a:path w="35" h="35">
                  <a:moveTo>
                    <a:pt x="0" y="0"/>
                  </a:moveTo>
                  <a:lnTo>
                    <a:pt x="0" y="0"/>
                  </a:lnTo>
                  <a:lnTo>
                    <a:pt x="35" y="3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95" name="Freeform: Shape 79"/>
            <p:cNvSpPr/>
            <p:nvPr/>
          </p:nvSpPr>
          <p:spPr bwMode="auto">
            <a:xfrm>
              <a:off x="3397250" y="2724151"/>
              <a:ext cx="15875" cy="15875"/>
            </a:xfrm>
            <a:custGeom>
              <a:avLst/>
              <a:gdLst>
                <a:gd name="T0" fmla="*/ 0 w 10"/>
                <a:gd name="T1" fmla="*/ 0 h 10"/>
                <a:gd name="T2" fmla="*/ 0 w 10"/>
                <a:gd name="T3" fmla="*/ 0 h 10"/>
                <a:gd name="T4" fmla="*/ 10 w 10"/>
                <a:gd name="T5" fmla="*/ 10 h 10"/>
                <a:gd name="T6" fmla="*/ 1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0" y="0"/>
                  </a:lnTo>
                  <a:lnTo>
                    <a:pt x="10" y="10"/>
                  </a:lnTo>
                  <a:lnTo>
                    <a:pt x="10" y="10"/>
                  </a:lnTo>
                  <a:lnTo>
                    <a:pt x="0" y="0"/>
                  </a:lnTo>
                  <a:close/>
                </a:path>
              </a:pathLst>
            </a:custGeom>
            <a:solidFill>
              <a:srgbClr val="DB652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6" name="Freeform: Shape 80"/>
            <p:cNvSpPr/>
            <p:nvPr/>
          </p:nvSpPr>
          <p:spPr bwMode="auto">
            <a:xfrm>
              <a:off x="3397250" y="2724151"/>
              <a:ext cx="15875" cy="15875"/>
            </a:xfrm>
            <a:custGeom>
              <a:avLst/>
              <a:gdLst>
                <a:gd name="T0" fmla="*/ 0 w 10"/>
                <a:gd name="T1" fmla="*/ 0 h 10"/>
                <a:gd name="T2" fmla="*/ 0 w 10"/>
                <a:gd name="T3" fmla="*/ 0 h 10"/>
                <a:gd name="T4" fmla="*/ 10 w 10"/>
                <a:gd name="T5" fmla="*/ 10 h 10"/>
                <a:gd name="T6" fmla="*/ 1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0" y="0"/>
                  </a:lnTo>
                  <a:lnTo>
                    <a:pt x="10" y="10"/>
                  </a:lnTo>
                  <a:lnTo>
                    <a:pt x="10"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97" name="Freeform: Shape 81"/>
            <p:cNvSpPr/>
            <p:nvPr/>
          </p:nvSpPr>
          <p:spPr bwMode="auto">
            <a:xfrm>
              <a:off x="3382963" y="2711451"/>
              <a:ext cx="14288" cy="12700"/>
            </a:xfrm>
            <a:custGeom>
              <a:avLst/>
              <a:gdLst>
                <a:gd name="T0" fmla="*/ 0 w 9"/>
                <a:gd name="T1" fmla="*/ 0 h 8"/>
                <a:gd name="T2" fmla="*/ 0 w 9"/>
                <a:gd name="T3" fmla="*/ 0 h 8"/>
                <a:gd name="T4" fmla="*/ 9 w 9"/>
                <a:gd name="T5" fmla="*/ 8 h 8"/>
                <a:gd name="T6" fmla="*/ 9 w 9"/>
                <a:gd name="T7" fmla="*/ 8 h 8"/>
                <a:gd name="T8" fmla="*/ 0 w 9"/>
                <a:gd name="T9" fmla="*/ 0 h 8"/>
              </a:gdLst>
              <a:ahLst/>
              <a:cxnLst>
                <a:cxn ang="0">
                  <a:pos x="T0" y="T1"/>
                </a:cxn>
                <a:cxn ang="0">
                  <a:pos x="T2" y="T3"/>
                </a:cxn>
                <a:cxn ang="0">
                  <a:pos x="T4" y="T5"/>
                </a:cxn>
                <a:cxn ang="0">
                  <a:pos x="T6" y="T7"/>
                </a:cxn>
                <a:cxn ang="0">
                  <a:pos x="T8" y="T9"/>
                </a:cxn>
              </a:cxnLst>
              <a:rect l="0" t="0" r="r" b="b"/>
              <a:pathLst>
                <a:path w="9" h="8">
                  <a:moveTo>
                    <a:pt x="0" y="0"/>
                  </a:moveTo>
                  <a:cubicBezTo>
                    <a:pt x="0" y="0"/>
                    <a:pt x="0" y="0"/>
                    <a:pt x="0" y="0"/>
                  </a:cubicBezTo>
                  <a:cubicBezTo>
                    <a:pt x="9" y="8"/>
                    <a:pt x="9" y="8"/>
                    <a:pt x="9" y="8"/>
                  </a:cubicBezTo>
                  <a:cubicBezTo>
                    <a:pt x="9" y="8"/>
                    <a:pt x="9" y="8"/>
                    <a:pt x="9" y="8"/>
                  </a:cubicBezTo>
                  <a:cubicBezTo>
                    <a:pt x="0" y="0"/>
                    <a:pt x="0" y="0"/>
                    <a:pt x="0" y="0"/>
                  </a:cubicBezTo>
                </a:path>
              </a:pathLst>
            </a:custGeom>
            <a:solidFill>
              <a:srgbClr val="DC8813"/>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8" name="Freeform: Shape 82"/>
            <p:cNvSpPr/>
            <p:nvPr/>
          </p:nvSpPr>
          <p:spPr bwMode="auto">
            <a:xfrm>
              <a:off x="3352800" y="2682876"/>
              <a:ext cx="30163" cy="28575"/>
            </a:xfrm>
            <a:custGeom>
              <a:avLst/>
              <a:gdLst>
                <a:gd name="T0" fmla="*/ 0 w 18"/>
                <a:gd name="T1" fmla="*/ 0 h 18"/>
                <a:gd name="T2" fmla="*/ 0 w 18"/>
                <a:gd name="T3" fmla="*/ 0 h 18"/>
                <a:gd name="T4" fmla="*/ 18 w 18"/>
                <a:gd name="T5" fmla="*/ 18 h 18"/>
                <a:gd name="T6" fmla="*/ 18 w 18"/>
                <a:gd name="T7" fmla="*/ 18 h 18"/>
                <a:gd name="T8" fmla="*/ 0 w 18"/>
                <a:gd name="T9" fmla="*/ 0 h 18"/>
              </a:gdLst>
              <a:ahLst/>
              <a:cxnLst>
                <a:cxn ang="0">
                  <a:pos x="T0" y="T1"/>
                </a:cxn>
                <a:cxn ang="0">
                  <a:pos x="T2" y="T3"/>
                </a:cxn>
                <a:cxn ang="0">
                  <a:pos x="T4" y="T5"/>
                </a:cxn>
                <a:cxn ang="0">
                  <a:pos x="T6" y="T7"/>
                </a:cxn>
                <a:cxn ang="0">
                  <a:pos x="T8" y="T9"/>
                </a:cxn>
              </a:cxnLst>
              <a:rect l="0" t="0" r="r" b="b"/>
              <a:pathLst>
                <a:path w="18" h="18">
                  <a:moveTo>
                    <a:pt x="0" y="0"/>
                  </a:moveTo>
                  <a:cubicBezTo>
                    <a:pt x="0" y="0"/>
                    <a:pt x="0" y="0"/>
                    <a:pt x="0" y="0"/>
                  </a:cubicBezTo>
                  <a:cubicBezTo>
                    <a:pt x="18" y="18"/>
                    <a:pt x="18" y="18"/>
                    <a:pt x="18" y="18"/>
                  </a:cubicBezTo>
                  <a:cubicBezTo>
                    <a:pt x="18" y="18"/>
                    <a:pt x="18" y="18"/>
                    <a:pt x="18" y="18"/>
                  </a:cubicBezTo>
                  <a:cubicBezTo>
                    <a:pt x="0" y="0"/>
                    <a:pt x="0" y="0"/>
                    <a:pt x="0"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9" name="Freeform: Shape 83"/>
            <p:cNvSpPr/>
            <p:nvPr/>
          </p:nvSpPr>
          <p:spPr bwMode="auto">
            <a:xfrm>
              <a:off x="3352800" y="2651126"/>
              <a:ext cx="147638" cy="144463"/>
            </a:xfrm>
            <a:custGeom>
              <a:avLst/>
              <a:gdLst>
                <a:gd name="T0" fmla="*/ 23 w 91"/>
                <a:gd name="T1" fmla="*/ 0 h 89"/>
                <a:gd name="T2" fmla="*/ 0 w 91"/>
                <a:gd name="T3" fmla="*/ 19 h 89"/>
                <a:gd name="T4" fmla="*/ 18 w 91"/>
                <a:gd name="T5" fmla="*/ 37 h 89"/>
                <a:gd name="T6" fmla="*/ 27 w 91"/>
                <a:gd name="T7" fmla="*/ 45 h 89"/>
                <a:gd name="T8" fmla="*/ 37 w 91"/>
                <a:gd name="T9" fmla="*/ 55 h 89"/>
                <a:gd name="T10" fmla="*/ 71 w 91"/>
                <a:gd name="T11" fmla="*/ 89 h 89"/>
                <a:gd name="T12" fmla="*/ 91 w 91"/>
                <a:gd name="T13" fmla="*/ 69 h 89"/>
                <a:gd name="T14" fmla="*/ 66 w 91"/>
                <a:gd name="T15" fmla="*/ 44 h 89"/>
                <a:gd name="T16" fmla="*/ 23 w 91"/>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89">
                  <a:moveTo>
                    <a:pt x="23" y="0"/>
                  </a:moveTo>
                  <a:cubicBezTo>
                    <a:pt x="15" y="7"/>
                    <a:pt x="7" y="13"/>
                    <a:pt x="0" y="19"/>
                  </a:cubicBezTo>
                  <a:cubicBezTo>
                    <a:pt x="18" y="37"/>
                    <a:pt x="18" y="37"/>
                    <a:pt x="18" y="37"/>
                  </a:cubicBezTo>
                  <a:cubicBezTo>
                    <a:pt x="27" y="45"/>
                    <a:pt x="27" y="45"/>
                    <a:pt x="27" y="45"/>
                  </a:cubicBezTo>
                  <a:cubicBezTo>
                    <a:pt x="37" y="55"/>
                    <a:pt x="37" y="55"/>
                    <a:pt x="37" y="55"/>
                  </a:cubicBezTo>
                  <a:cubicBezTo>
                    <a:pt x="71" y="89"/>
                    <a:pt x="71" y="89"/>
                    <a:pt x="71" y="89"/>
                  </a:cubicBezTo>
                  <a:cubicBezTo>
                    <a:pt x="91" y="69"/>
                    <a:pt x="91" y="69"/>
                    <a:pt x="91" y="69"/>
                  </a:cubicBezTo>
                  <a:cubicBezTo>
                    <a:pt x="66" y="44"/>
                    <a:pt x="66" y="44"/>
                    <a:pt x="66" y="44"/>
                  </a:cubicBezTo>
                  <a:cubicBezTo>
                    <a:pt x="23" y="0"/>
                    <a:pt x="23" y="0"/>
                    <a:pt x="23" y="0"/>
                  </a:cubicBezTo>
                </a:path>
              </a:pathLst>
            </a:custGeom>
            <a:solidFill>
              <a:schemeClr val="accent1">
                <a:lumMod val="75000"/>
              </a:schemeClr>
            </a:solidFill>
            <a:ln>
              <a:noFill/>
            </a:ln>
          </p:spPr>
          <p:txBody>
            <a:bodyPr anchor="ctr"/>
            <a:p>
              <a:pPr algn="ctr"/>
            </a:p>
          </p:txBody>
        </p:sp>
        <p:sp>
          <p:nvSpPr>
            <p:cNvPr id="100" name="Freeform: Shape 84"/>
            <p:cNvSpPr/>
            <p:nvPr/>
          </p:nvSpPr>
          <p:spPr bwMode="auto">
            <a:xfrm>
              <a:off x="3390900" y="2471738"/>
              <a:ext cx="188913" cy="250825"/>
            </a:xfrm>
            <a:custGeom>
              <a:avLst/>
              <a:gdLst>
                <a:gd name="T0" fmla="*/ 0 w 117"/>
                <a:gd name="T1" fmla="*/ 112 h 156"/>
                <a:gd name="T2" fmla="*/ 0 w 117"/>
                <a:gd name="T3" fmla="*/ 112 h 156"/>
                <a:gd name="T4" fmla="*/ 43 w 117"/>
                <a:gd name="T5" fmla="*/ 156 h 156"/>
                <a:gd name="T6" fmla="*/ 0 w 117"/>
                <a:gd name="T7" fmla="*/ 112 h 156"/>
                <a:gd name="T8" fmla="*/ 87 w 117"/>
                <a:gd name="T9" fmla="*/ 31 h 156"/>
                <a:gd name="T10" fmla="*/ 86 w 117"/>
                <a:gd name="T11" fmla="*/ 31 h 156"/>
                <a:gd name="T12" fmla="*/ 87 w 117"/>
                <a:gd name="T13" fmla="*/ 31 h 156"/>
                <a:gd name="T14" fmla="*/ 87 w 117"/>
                <a:gd name="T15" fmla="*/ 31 h 156"/>
                <a:gd name="T16" fmla="*/ 87 w 117"/>
                <a:gd name="T17" fmla="*/ 31 h 156"/>
                <a:gd name="T18" fmla="*/ 87 w 117"/>
                <a:gd name="T19" fmla="*/ 31 h 156"/>
                <a:gd name="T20" fmla="*/ 87 w 117"/>
                <a:gd name="T21" fmla="*/ 31 h 156"/>
                <a:gd name="T22" fmla="*/ 87 w 117"/>
                <a:gd name="T23" fmla="*/ 31 h 156"/>
                <a:gd name="T24" fmla="*/ 87 w 117"/>
                <a:gd name="T25" fmla="*/ 31 h 156"/>
                <a:gd name="T26" fmla="*/ 88 w 117"/>
                <a:gd name="T27" fmla="*/ 30 h 156"/>
                <a:gd name="T28" fmla="*/ 87 w 117"/>
                <a:gd name="T29" fmla="*/ 30 h 156"/>
                <a:gd name="T30" fmla="*/ 88 w 117"/>
                <a:gd name="T31" fmla="*/ 30 h 156"/>
                <a:gd name="T32" fmla="*/ 88 w 117"/>
                <a:gd name="T33" fmla="*/ 30 h 156"/>
                <a:gd name="T34" fmla="*/ 88 w 117"/>
                <a:gd name="T35" fmla="*/ 30 h 156"/>
                <a:gd name="T36" fmla="*/ 88 w 117"/>
                <a:gd name="T37" fmla="*/ 30 h 156"/>
                <a:gd name="T38" fmla="*/ 89 w 117"/>
                <a:gd name="T39" fmla="*/ 29 h 156"/>
                <a:gd name="T40" fmla="*/ 88 w 117"/>
                <a:gd name="T41" fmla="*/ 30 h 156"/>
                <a:gd name="T42" fmla="*/ 89 w 117"/>
                <a:gd name="T43" fmla="*/ 29 h 156"/>
                <a:gd name="T44" fmla="*/ 89 w 117"/>
                <a:gd name="T45" fmla="*/ 29 h 156"/>
                <a:gd name="T46" fmla="*/ 89 w 117"/>
                <a:gd name="T47" fmla="*/ 29 h 156"/>
                <a:gd name="T48" fmla="*/ 89 w 117"/>
                <a:gd name="T49" fmla="*/ 29 h 156"/>
                <a:gd name="T50" fmla="*/ 90 w 117"/>
                <a:gd name="T51" fmla="*/ 28 h 156"/>
                <a:gd name="T52" fmla="*/ 89 w 117"/>
                <a:gd name="T53" fmla="*/ 29 h 156"/>
                <a:gd name="T54" fmla="*/ 90 w 117"/>
                <a:gd name="T55" fmla="*/ 28 h 156"/>
                <a:gd name="T56" fmla="*/ 116 w 117"/>
                <a:gd name="T57" fmla="*/ 1 h 156"/>
                <a:gd name="T58" fmla="*/ 90 w 117"/>
                <a:gd name="T59" fmla="*/ 28 h 156"/>
                <a:gd name="T60" fmla="*/ 116 w 117"/>
                <a:gd name="T61" fmla="*/ 1 h 156"/>
                <a:gd name="T62" fmla="*/ 116 w 117"/>
                <a:gd name="T63" fmla="*/ 1 h 156"/>
                <a:gd name="T64" fmla="*/ 116 w 117"/>
                <a:gd name="T65" fmla="*/ 1 h 156"/>
                <a:gd name="T66" fmla="*/ 116 w 117"/>
                <a:gd name="T67" fmla="*/ 1 h 156"/>
                <a:gd name="T68" fmla="*/ 116 w 117"/>
                <a:gd name="T69" fmla="*/ 1 h 156"/>
                <a:gd name="T70" fmla="*/ 116 w 117"/>
                <a:gd name="T71" fmla="*/ 1 h 156"/>
                <a:gd name="T72" fmla="*/ 116 w 117"/>
                <a:gd name="T73" fmla="*/ 1 h 156"/>
                <a:gd name="T74" fmla="*/ 117 w 117"/>
                <a:gd name="T75" fmla="*/ 1 h 156"/>
                <a:gd name="T76" fmla="*/ 117 w 117"/>
                <a:gd name="T77" fmla="*/ 1 h 156"/>
                <a:gd name="T78" fmla="*/ 117 w 117"/>
                <a:gd name="T79" fmla="*/ 1 h 156"/>
                <a:gd name="T80" fmla="*/ 117 w 117"/>
                <a:gd name="T81" fmla="*/ 0 h 156"/>
                <a:gd name="T82" fmla="*/ 117 w 117"/>
                <a:gd name="T83" fmla="*/ 0 h 156"/>
                <a:gd name="T84" fmla="*/ 117 w 117"/>
                <a:gd name="T85" fmla="*/ 0 h 156"/>
                <a:gd name="T86" fmla="*/ 117 w 117"/>
                <a:gd name="T87" fmla="*/ 0 h 156"/>
                <a:gd name="T88" fmla="*/ 117 w 117"/>
                <a:gd name="T89" fmla="*/ 0 h 156"/>
                <a:gd name="T90" fmla="*/ 117 w 117"/>
                <a:gd name="T9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7" h="156">
                  <a:moveTo>
                    <a:pt x="0" y="112"/>
                  </a:moveTo>
                  <a:cubicBezTo>
                    <a:pt x="0" y="112"/>
                    <a:pt x="0" y="112"/>
                    <a:pt x="0" y="112"/>
                  </a:cubicBezTo>
                  <a:cubicBezTo>
                    <a:pt x="43" y="156"/>
                    <a:pt x="43" y="156"/>
                    <a:pt x="43" y="156"/>
                  </a:cubicBezTo>
                  <a:cubicBezTo>
                    <a:pt x="0" y="112"/>
                    <a:pt x="0" y="112"/>
                    <a:pt x="0" y="112"/>
                  </a:cubicBezTo>
                  <a:moveTo>
                    <a:pt x="87" y="31"/>
                  </a:moveTo>
                  <a:cubicBezTo>
                    <a:pt x="86" y="31"/>
                    <a:pt x="86" y="31"/>
                    <a:pt x="86" y="31"/>
                  </a:cubicBezTo>
                  <a:cubicBezTo>
                    <a:pt x="86" y="31"/>
                    <a:pt x="86" y="31"/>
                    <a:pt x="87" y="31"/>
                  </a:cubicBezTo>
                  <a:moveTo>
                    <a:pt x="87" y="31"/>
                  </a:moveTo>
                  <a:cubicBezTo>
                    <a:pt x="87" y="31"/>
                    <a:pt x="87" y="31"/>
                    <a:pt x="87" y="31"/>
                  </a:cubicBezTo>
                  <a:cubicBezTo>
                    <a:pt x="87" y="31"/>
                    <a:pt x="87" y="31"/>
                    <a:pt x="87" y="31"/>
                  </a:cubicBezTo>
                  <a:moveTo>
                    <a:pt x="87" y="31"/>
                  </a:moveTo>
                  <a:cubicBezTo>
                    <a:pt x="87" y="31"/>
                    <a:pt x="87" y="31"/>
                    <a:pt x="87" y="31"/>
                  </a:cubicBezTo>
                  <a:cubicBezTo>
                    <a:pt x="87" y="31"/>
                    <a:pt x="87" y="31"/>
                    <a:pt x="87" y="31"/>
                  </a:cubicBezTo>
                  <a:moveTo>
                    <a:pt x="88" y="30"/>
                  </a:moveTo>
                  <a:cubicBezTo>
                    <a:pt x="88" y="30"/>
                    <a:pt x="88" y="30"/>
                    <a:pt x="87" y="30"/>
                  </a:cubicBezTo>
                  <a:cubicBezTo>
                    <a:pt x="88" y="30"/>
                    <a:pt x="88" y="30"/>
                    <a:pt x="88" y="30"/>
                  </a:cubicBezTo>
                  <a:moveTo>
                    <a:pt x="88" y="30"/>
                  </a:moveTo>
                  <a:cubicBezTo>
                    <a:pt x="88" y="30"/>
                    <a:pt x="88" y="30"/>
                    <a:pt x="88" y="30"/>
                  </a:cubicBezTo>
                  <a:cubicBezTo>
                    <a:pt x="88" y="30"/>
                    <a:pt x="88" y="30"/>
                    <a:pt x="88" y="30"/>
                  </a:cubicBezTo>
                  <a:moveTo>
                    <a:pt x="89" y="29"/>
                  </a:moveTo>
                  <a:cubicBezTo>
                    <a:pt x="89" y="29"/>
                    <a:pt x="88" y="30"/>
                    <a:pt x="88" y="30"/>
                  </a:cubicBezTo>
                  <a:cubicBezTo>
                    <a:pt x="88" y="30"/>
                    <a:pt x="89" y="29"/>
                    <a:pt x="89" y="29"/>
                  </a:cubicBezTo>
                  <a:moveTo>
                    <a:pt x="89" y="29"/>
                  </a:moveTo>
                  <a:cubicBezTo>
                    <a:pt x="89" y="29"/>
                    <a:pt x="89" y="29"/>
                    <a:pt x="89" y="29"/>
                  </a:cubicBezTo>
                  <a:cubicBezTo>
                    <a:pt x="89" y="29"/>
                    <a:pt x="89" y="29"/>
                    <a:pt x="89" y="29"/>
                  </a:cubicBezTo>
                  <a:moveTo>
                    <a:pt x="90" y="28"/>
                  </a:moveTo>
                  <a:cubicBezTo>
                    <a:pt x="89" y="28"/>
                    <a:pt x="89" y="28"/>
                    <a:pt x="89" y="29"/>
                  </a:cubicBezTo>
                  <a:cubicBezTo>
                    <a:pt x="89" y="28"/>
                    <a:pt x="89" y="28"/>
                    <a:pt x="90" y="28"/>
                  </a:cubicBezTo>
                  <a:moveTo>
                    <a:pt x="116" y="1"/>
                  </a:moveTo>
                  <a:cubicBezTo>
                    <a:pt x="108" y="10"/>
                    <a:pt x="99" y="19"/>
                    <a:pt x="90" y="28"/>
                  </a:cubicBezTo>
                  <a:cubicBezTo>
                    <a:pt x="99" y="19"/>
                    <a:pt x="108" y="10"/>
                    <a:pt x="116" y="1"/>
                  </a:cubicBezTo>
                  <a:moveTo>
                    <a:pt x="116" y="1"/>
                  </a:moveTo>
                  <a:cubicBezTo>
                    <a:pt x="116" y="1"/>
                    <a:pt x="116" y="1"/>
                    <a:pt x="116" y="1"/>
                  </a:cubicBezTo>
                  <a:cubicBezTo>
                    <a:pt x="116" y="1"/>
                    <a:pt x="116" y="1"/>
                    <a:pt x="116" y="1"/>
                  </a:cubicBezTo>
                  <a:moveTo>
                    <a:pt x="116" y="1"/>
                  </a:moveTo>
                  <a:cubicBezTo>
                    <a:pt x="116" y="1"/>
                    <a:pt x="116" y="1"/>
                    <a:pt x="116" y="1"/>
                  </a:cubicBezTo>
                  <a:cubicBezTo>
                    <a:pt x="116" y="1"/>
                    <a:pt x="116" y="1"/>
                    <a:pt x="116" y="1"/>
                  </a:cubicBezTo>
                  <a:moveTo>
                    <a:pt x="117" y="1"/>
                  </a:moveTo>
                  <a:cubicBezTo>
                    <a:pt x="117" y="1"/>
                    <a:pt x="117" y="1"/>
                    <a:pt x="117" y="1"/>
                  </a:cubicBezTo>
                  <a:cubicBezTo>
                    <a:pt x="117" y="1"/>
                    <a:pt x="117" y="1"/>
                    <a:pt x="117" y="1"/>
                  </a:cubicBezTo>
                  <a:moveTo>
                    <a:pt x="117" y="0"/>
                  </a:moveTo>
                  <a:cubicBezTo>
                    <a:pt x="117" y="0"/>
                    <a:pt x="117" y="0"/>
                    <a:pt x="117" y="0"/>
                  </a:cubicBezTo>
                  <a:cubicBezTo>
                    <a:pt x="117" y="0"/>
                    <a:pt x="117" y="0"/>
                    <a:pt x="117" y="0"/>
                  </a:cubicBezTo>
                  <a:moveTo>
                    <a:pt x="117" y="0"/>
                  </a:moveTo>
                  <a:cubicBezTo>
                    <a:pt x="117" y="0"/>
                    <a:pt x="117" y="0"/>
                    <a:pt x="117" y="0"/>
                  </a:cubicBezTo>
                  <a:cubicBezTo>
                    <a:pt x="117" y="0"/>
                    <a:pt x="117" y="0"/>
                    <a:pt x="117"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1" name="Freeform: Shape 85"/>
            <p:cNvSpPr/>
            <p:nvPr/>
          </p:nvSpPr>
          <p:spPr bwMode="auto">
            <a:xfrm>
              <a:off x="3238500" y="2220913"/>
              <a:ext cx="531813" cy="530225"/>
            </a:xfrm>
            <a:custGeom>
              <a:avLst/>
              <a:gdLst>
                <a:gd name="T0" fmla="*/ 329 w 329"/>
                <a:gd name="T1" fmla="*/ 0 h 329"/>
                <a:gd name="T2" fmla="*/ 80 w 329"/>
                <a:gd name="T3" fmla="*/ 248 h 329"/>
                <a:gd name="T4" fmla="*/ 77 w 329"/>
                <a:gd name="T5" fmla="*/ 251 h 329"/>
                <a:gd name="T6" fmla="*/ 57 w 329"/>
                <a:gd name="T7" fmla="*/ 271 h 329"/>
                <a:gd name="T8" fmla="*/ 0 w 329"/>
                <a:gd name="T9" fmla="*/ 328 h 329"/>
                <a:gd name="T10" fmla="*/ 3 w 329"/>
                <a:gd name="T11" fmla="*/ 329 h 329"/>
                <a:gd name="T12" fmla="*/ 71 w 329"/>
                <a:gd name="T13" fmla="*/ 286 h 329"/>
                <a:gd name="T14" fmla="*/ 71 w 329"/>
                <a:gd name="T15" fmla="*/ 286 h 329"/>
                <a:gd name="T16" fmla="*/ 71 w 329"/>
                <a:gd name="T17" fmla="*/ 286 h 329"/>
                <a:gd name="T18" fmla="*/ 94 w 329"/>
                <a:gd name="T19" fmla="*/ 267 h 329"/>
                <a:gd name="T20" fmla="*/ 94 w 329"/>
                <a:gd name="T21" fmla="*/ 267 h 329"/>
                <a:gd name="T22" fmla="*/ 94 w 329"/>
                <a:gd name="T23" fmla="*/ 267 h 329"/>
                <a:gd name="T24" fmla="*/ 180 w 329"/>
                <a:gd name="T25" fmla="*/ 186 h 329"/>
                <a:gd name="T26" fmla="*/ 181 w 329"/>
                <a:gd name="T27" fmla="*/ 186 h 329"/>
                <a:gd name="T28" fmla="*/ 181 w 329"/>
                <a:gd name="T29" fmla="*/ 186 h 329"/>
                <a:gd name="T30" fmla="*/ 181 w 329"/>
                <a:gd name="T31" fmla="*/ 186 h 329"/>
                <a:gd name="T32" fmla="*/ 181 w 329"/>
                <a:gd name="T33" fmla="*/ 186 h 329"/>
                <a:gd name="T34" fmla="*/ 181 w 329"/>
                <a:gd name="T35" fmla="*/ 186 h 329"/>
                <a:gd name="T36" fmla="*/ 181 w 329"/>
                <a:gd name="T37" fmla="*/ 185 h 329"/>
                <a:gd name="T38" fmla="*/ 182 w 329"/>
                <a:gd name="T39" fmla="*/ 185 h 329"/>
                <a:gd name="T40" fmla="*/ 182 w 329"/>
                <a:gd name="T41" fmla="*/ 185 h 329"/>
                <a:gd name="T42" fmla="*/ 182 w 329"/>
                <a:gd name="T43" fmla="*/ 185 h 329"/>
                <a:gd name="T44" fmla="*/ 182 w 329"/>
                <a:gd name="T45" fmla="*/ 185 h 329"/>
                <a:gd name="T46" fmla="*/ 183 w 329"/>
                <a:gd name="T47" fmla="*/ 184 h 329"/>
                <a:gd name="T48" fmla="*/ 183 w 329"/>
                <a:gd name="T49" fmla="*/ 184 h 329"/>
                <a:gd name="T50" fmla="*/ 183 w 329"/>
                <a:gd name="T51" fmla="*/ 184 h 329"/>
                <a:gd name="T52" fmla="*/ 183 w 329"/>
                <a:gd name="T53" fmla="*/ 184 h 329"/>
                <a:gd name="T54" fmla="*/ 184 w 329"/>
                <a:gd name="T55" fmla="*/ 183 h 329"/>
                <a:gd name="T56" fmla="*/ 184 w 329"/>
                <a:gd name="T57" fmla="*/ 183 h 329"/>
                <a:gd name="T58" fmla="*/ 184 w 329"/>
                <a:gd name="T59" fmla="*/ 183 h 329"/>
                <a:gd name="T60" fmla="*/ 210 w 329"/>
                <a:gd name="T61" fmla="*/ 156 h 329"/>
                <a:gd name="T62" fmla="*/ 210 w 329"/>
                <a:gd name="T63" fmla="*/ 156 h 329"/>
                <a:gd name="T64" fmla="*/ 210 w 329"/>
                <a:gd name="T65" fmla="*/ 156 h 329"/>
                <a:gd name="T66" fmla="*/ 210 w 329"/>
                <a:gd name="T67" fmla="*/ 156 h 329"/>
                <a:gd name="T68" fmla="*/ 210 w 329"/>
                <a:gd name="T69" fmla="*/ 156 h 329"/>
                <a:gd name="T70" fmla="*/ 211 w 329"/>
                <a:gd name="T71" fmla="*/ 156 h 329"/>
                <a:gd name="T72" fmla="*/ 211 w 329"/>
                <a:gd name="T73" fmla="*/ 156 h 329"/>
                <a:gd name="T74" fmla="*/ 211 w 329"/>
                <a:gd name="T75" fmla="*/ 155 h 329"/>
                <a:gd name="T76" fmla="*/ 211 w 329"/>
                <a:gd name="T77" fmla="*/ 155 h 329"/>
                <a:gd name="T78" fmla="*/ 211 w 329"/>
                <a:gd name="T79" fmla="*/ 155 h 329"/>
                <a:gd name="T80" fmla="*/ 211 w 329"/>
                <a:gd name="T81" fmla="*/ 155 h 329"/>
                <a:gd name="T82" fmla="*/ 329 w 329"/>
                <a:gd name="T83" fmla="*/ 3 h 329"/>
                <a:gd name="T84" fmla="*/ 329 w 329"/>
                <a:gd name="T85" fmla="*/ 0 h 329"/>
                <a:gd name="T86" fmla="*/ 329 w 329"/>
                <a:gd name="T8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29" h="329">
                  <a:moveTo>
                    <a:pt x="329" y="0"/>
                  </a:moveTo>
                  <a:cubicBezTo>
                    <a:pt x="80" y="248"/>
                    <a:pt x="80" y="248"/>
                    <a:pt x="80" y="248"/>
                  </a:cubicBezTo>
                  <a:cubicBezTo>
                    <a:pt x="77" y="251"/>
                    <a:pt x="77" y="251"/>
                    <a:pt x="77" y="251"/>
                  </a:cubicBezTo>
                  <a:cubicBezTo>
                    <a:pt x="57" y="271"/>
                    <a:pt x="57" y="271"/>
                    <a:pt x="57" y="271"/>
                  </a:cubicBezTo>
                  <a:cubicBezTo>
                    <a:pt x="0" y="328"/>
                    <a:pt x="0" y="328"/>
                    <a:pt x="0" y="328"/>
                  </a:cubicBezTo>
                  <a:cubicBezTo>
                    <a:pt x="1" y="328"/>
                    <a:pt x="2" y="329"/>
                    <a:pt x="3" y="329"/>
                  </a:cubicBezTo>
                  <a:cubicBezTo>
                    <a:pt x="13" y="329"/>
                    <a:pt x="38" y="313"/>
                    <a:pt x="71" y="286"/>
                  </a:cubicBezTo>
                  <a:cubicBezTo>
                    <a:pt x="71" y="286"/>
                    <a:pt x="71" y="286"/>
                    <a:pt x="71" y="286"/>
                  </a:cubicBezTo>
                  <a:cubicBezTo>
                    <a:pt x="71" y="286"/>
                    <a:pt x="71" y="286"/>
                    <a:pt x="71" y="286"/>
                  </a:cubicBezTo>
                  <a:cubicBezTo>
                    <a:pt x="78" y="280"/>
                    <a:pt x="86" y="274"/>
                    <a:pt x="94" y="267"/>
                  </a:cubicBezTo>
                  <a:cubicBezTo>
                    <a:pt x="94" y="267"/>
                    <a:pt x="94" y="267"/>
                    <a:pt x="94" y="267"/>
                  </a:cubicBezTo>
                  <a:cubicBezTo>
                    <a:pt x="94" y="267"/>
                    <a:pt x="94" y="267"/>
                    <a:pt x="94" y="267"/>
                  </a:cubicBezTo>
                  <a:cubicBezTo>
                    <a:pt x="120" y="245"/>
                    <a:pt x="150" y="217"/>
                    <a:pt x="180" y="186"/>
                  </a:cubicBezTo>
                  <a:cubicBezTo>
                    <a:pt x="180" y="186"/>
                    <a:pt x="180" y="186"/>
                    <a:pt x="181" y="186"/>
                  </a:cubicBezTo>
                  <a:cubicBezTo>
                    <a:pt x="181" y="186"/>
                    <a:pt x="181" y="186"/>
                    <a:pt x="181" y="186"/>
                  </a:cubicBezTo>
                  <a:cubicBezTo>
                    <a:pt x="181" y="186"/>
                    <a:pt x="181" y="186"/>
                    <a:pt x="181" y="186"/>
                  </a:cubicBezTo>
                  <a:cubicBezTo>
                    <a:pt x="181" y="186"/>
                    <a:pt x="181" y="186"/>
                    <a:pt x="181" y="186"/>
                  </a:cubicBezTo>
                  <a:cubicBezTo>
                    <a:pt x="181" y="186"/>
                    <a:pt x="181" y="186"/>
                    <a:pt x="181" y="186"/>
                  </a:cubicBezTo>
                  <a:cubicBezTo>
                    <a:pt x="181" y="186"/>
                    <a:pt x="181" y="186"/>
                    <a:pt x="181" y="185"/>
                  </a:cubicBezTo>
                  <a:cubicBezTo>
                    <a:pt x="182" y="185"/>
                    <a:pt x="182" y="185"/>
                    <a:pt x="182" y="185"/>
                  </a:cubicBezTo>
                  <a:cubicBezTo>
                    <a:pt x="182" y="185"/>
                    <a:pt x="182" y="185"/>
                    <a:pt x="182" y="185"/>
                  </a:cubicBezTo>
                  <a:cubicBezTo>
                    <a:pt x="182" y="185"/>
                    <a:pt x="182" y="185"/>
                    <a:pt x="182" y="185"/>
                  </a:cubicBezTo>
                  <a:cubicBezTo>
                    <a:pt x="182" y="185"/>
                    <a:pt x="182" y="185"/>
                    <a:pt x="182" y="185"/>
                  </a:cubicBezTo>
                  <a:cubicBezTo>
                    <a:pt x="182" y="185"/>
                    <a:pt x="183" y="184"/>
                    <a:pt x="183" y="184"/>
                  </a:cubicBezTo>
                  <a:cubicBezTo>
                    <a:pt x="183" y="184"/>
                    <a:pt x="183" y="184"/>
                    <a:pt x="183" y="184"/>
                  </a:cubicBezTo>
                  <a:cubicBezTo>
                    <a:pt x="183" y="184"/>
                    <a:pt x="183" y="184"/>
                    <a:pt x="183" y="184"/>
                  </a:cubicBezTo>
                  <a:cubicBezTo>
                    <a:pt x="183" y="184"/>
                    <a:pt x="183" y="184"/>
                    <a:pt x="183" y="184"/>
                  </a:cubicBezTo>
                  <a:cubicBezTo>
                    <a:pt x="183" y="183"/>
                    <a:pt x="183" y="183"/>
                    <a:pt x="184" y="183"/>
                  </a:cubicBezTo>
                  <a:cubicBezTo>
                    <a:pt x="184" y="183"/>
                    <a:pt x="184" y="183"/>
                    <a:pt x="184" y="183"/>
                  </a:cubicBezTo>
                  <a:cubicBezTo>
                    <a:pt x="184" y="183"/>
                    <a:pt x="184" y="183"/>
                    <a:pt x="184" y="183"/>
                  </a:cubicBezTo>
                  <a:cubicBezTo>
                    <a:pt x="193" y="174"/>
                    <a:pt x="202" y="165"/>
                    <a:pt x="210" y="156"/>
                  </a:cubicBezTo>
                  <a:cubicBezTo>
                    <a:pt x="210" y="156"/>
                    <a:pt x="210" y="156"/>
                    <a:pt x="210" y="156"/>
                  </a:cubicBezTo>
                  <a:cubicBezTo>
                    <a:pt x="210" y="156"/>
                    <a:pt x="210" y="156"/>
                    <a:pt x="210" y="156"/>
                  </a:cubicBezTo>
                  <a:cubicBezTo>
                    <a:pt x="210" y="156"/>
                    <a:pt x="210" y="156"/>
                    <a:pt x="210" y="156"/>
                  </a:cubicBezTo>
                  <a:cubicBezTo>
                    <a:pt x="210" y="156"/>
                    <a:pt x="210" y="156"/>
                    <a:pt x="210" y="156"/>
                  </a:cubicBezTo>
                  <a:cubicBezTo>
                    <a:pt x="211" y="156"/>
                    <a:pt x="211" y="156"/>
                    <a:pt x="211" y="156"/>
                  </a:cubicBezTo>
                  <a:cubicBezTo>
                    <a:pt x="211" y="156"/>
                    <a:pt x="211" y="156"/>
                    <a:pt x="211" y="156"/>
                  </a:cubicBezTo>
                  <a:cubicBezTo>
                    <a:pt x="211" y="156"/>
                    <a:pt x="211" y="155"/>
                    <a:pt x="211" y="155"/>
                  </a:cubicBezTo>
                  <a:cubicBezTo>
                    <a:pt x="211" y="155"/>
                    <a:pt x="211" y="155"/>
                    <a:pt x="211" y="155"/>
                  </a:cubicBezTo>
                  <a:cubicBezTo>
                    <a:pt x="211" y="155"/>
                    <a:pt x="211" y="155"/>
                    <a:pt x="211" y="155"/>
                  </a:cubicBezTo>
                  <a:cubicBezTo>
                    <a:pt x="211" y="155"/>
                    <a:pt x="211" y="155"/>
                    <a:pt x="211" y="155"/>
                  </a:cubicBezTo>
                  <a:cubicBezTo>
                    <a:pt x="281" y="83"/>
                    <a:pt x="329" y="20"/>
                    <a:pt x="329" y="3"/>
                  </a:cubicBezTo>
                  <a:cubicBezTo>
                    <a:pt x="329" y="1"/>
                    <a:pt x="329" y="0"/>
                    <a:pt x="329" y="0"/>
                  </a:cubicBezTo>
                  <a:cubicBezTo>
                    <a:pt x="329" y="0"/>
                    <a:pt x="329" y="0"/>
                    <a:pt x="329" y="0"/>
                  </a:cubicBezTo>
                </a:path>
              </a:pathLst>
            </a:custGeom>
            <a:solidFill>
              <a:schemeClr val="accent1">
                <a:lumMod val="75000"/>
              </a:schemeClr>
            </a:solidFill>
            <a:ln>
              <a:noFill/>
            </a:ln>
          </p:spPr>
          <p:txBody>
            <a:bodyPr anchor="ctr"/>
            <a:p>
              <a:pPr algn="ctr"/>
            </a:p>
          </p:txBody>
        </p:sp>
        <p:sp>
          <p:nvSpPr>
            <p:cNvPr id="102" name="Freeform: Shape 86"/>
            <p:cNvSpPr/>
            <p:nvPr/>
          </p:nvSpPr>
          <p:spPr bwMode="auto">
            <a:xfrm>
              <a:off x="3944938" y="1809751"/>
              <a:ext cx="280988" cy="280988"/>
            </a:xfrm>
            <a:custGeom>
              <a:avLst/>
              <a:gdLst>
                <a:gd name="T0" fmla="*/ 77 w 174"/>
                <a:gd name="T1" fmla="*/ 162 h 174"/>
                <a:gd name="T2" fmla="*/ 72 w 174"/>
                <a:gd name="T3" fmla="*/ 167 h 174"/>
                <a:gd name="T4" fmla="*/ 95 w 174"/>
                <a:gd name="T5" fmla="*/ 154 h 174"/>
                <a:gd name="T6" fmla="*/ 100 w 174"/>
                <a:gd name="T7" fmla="*/ 158 h 174"/>
                <a:gd name="T8" fmla="*/ 95 w 174"/>
                <a:gd name="T9" fmla="*/ 164 h 174"/>
                <a:gd name="T10" fmla="*/ 90 w 174"/>
                <a:gd name="T11" fmla="*/ 160 h 174"/>
                <a:gd name="T12" fmla="*/ 95 w 174"/>
                <a:gd name="T13" fmla="*/ 154 h 174"/>
                <a:gd name="T14" fmla="*/ 50 w 174"/>
                <a:gd name="T15" fmla="*/ 154 h 174"/>
                <a:gd name="T16" fmla="*/ 49 w 174"/>
                <a:gd name="T17" fmla="*/ 164 h 174"/>
                <a:gd name="T18" fmla="*/ 43 w 174"/>
                <a:gd name="T19" fmla="*/ 159 h 174"/>
                <a:gd name="T20" fmla="*/ 49 w 174"/>
                <a:gd name="T21" fmla="*/ 154 h 174"/>
                <a:gd name="T22" fmla="*/ 122 w 174"/>
                <a:gd name="T23" fmla="*/ 147 h 174"/>
                <a:gd name="T24" fmla="*/ 120 w 174"/>
                <a:gd name="T25" fmla="*/ 155 h 174"/>
                <a:gd name="T26" fmla="*/ 113 w 174"/>
                <a:gd name="T27" fmla="*/ 153 h 174"/>
                <a:gd name="T28" fmla="*/ 112 w 174"/>
                <a:gd name="T29" fmla="*/ 150 h 174"/>
                <a:gd name="T30" fmla="*/ 27 w 174"/>
                <a:gd name="T31" fmla="*/ 145 h 174"/>
                <a:gd name="T32" fmla="*/ 32 w 174"/>
                <a:gd name="T33" fmla="*/ 150 h 174"/>
                <a:gd name="T34" fmla="*/ 31 w 174"/>
                <a:gd name="T35" fmla="*/ 153 h 174"/>
                <a:gd name="T36" fmla="*/ 27 w 174"/>
                <a:gd name="T37" fmla="*/ 155 h 174"/>
                <a:gd name="T38" fmla="*/ 22 w 174"/>
                <a:gd name="T39" fmla="*/ 147 h 174"/>
                <a:gd name="T40" fmla="*/ 136 w 174"/>
                <a:gd name="T41" fmla="*/ 130 h 174"/>
                <a:gd name="T42" fmla="*/ 141 w 174"/>
                <a:gd name="T43" fmla="*/ 136 h 174"/>
                <a:gd name="T44" fmla="*/ 136 w 174"/>
                <a:gd name="T45" fmla="*/ 141 h 174"/>
                <a:gd name="T46" fmla="*/ 132 w 174"/>
                <a:gd name="T47" fmla="*/ 132 h 174"/>
                <a:gd name="T48" fmla="*/ 136 w 174"/>
                <a:gd name="T49" fmla="*/ 130 h 174"/>
                <a:gd name="T50" fmla="*/ 156 w 174"/>
                <a:gd name="T51" fmla="*/ 117 h 174"/>
                <a:gd name="T52" fmla="*/ 150 w 174"/>
                <a:gd name="T53" fmla="*/ 122 h 174"/>
                <a:gd name="T54" fmla="*/ 148 w 174"/>
                <a:gd name="T55" fmla="*/ 122 h 174"/>
                <a:gd name="T56" fmla="*/ 146 w 174"/>
                <a:gd name="T57" fmla="*/ 114 h 174"/>
                <a:gd name="T58" fmla="*/ 159 w 174"/>
                <a:gd name="T59" fmla="*/ 90 h 174"/>
                <a:gd name="T60" fmla="*/ 165 w 174"/>
                <a:gd name="T61" fmla="*/ 95 h 174"/>
                <a:gd name="T62" fmla="*/ 159 w 174"/>
                <a:gd name="T63" fmla="*/ 101 h 174"/>
                <a:gd name="T64" fmla="*/ 154 w 174"/>
                <a:gd name="T65" fmla="*/ 95 h 174"/>
                <a:gd name="T66" fmla="*/ 159 w 174"/>
                <a:gd name="T67" fmla="*/ 90 h 174"/>
                <a:gd name="T68" fmla="*/ 162 w 174"/>
                <a:gd name="T69" fmla="*/ 67 h 174"/>
                <a:gd name="T70" fmla="*/ 168 w 174"/>
                <a:gd name="T71" fmla="*/ 72 h 174"/>
                <a:gd name="T72" fmla="*/ 157 w 174"/>
                <a:gd name="T73" fmla="*/ 72 h 174"/>
                <a:gd name="T74" fmla="*/ 162 w 174"/>
                <a:gd name="T75" fmla="*/ 67 h 174"/>
                <a:gd name="T76" fmla="*/ 164 w 174"/>
                <a:gd name="T77" fmla="*/ 47 h 174"/>
                <a:gd name="T78" fmla="*/ 161 w 174"/>
                <a:gd name="T79" fmla="*/ 54 h 174"/>
                <a:gd name="T80" fmla="*/ 154 w 174"/>
                <a:gd name="T81" fmla="*/ 50 h 174"/>
                <a:gd name="T82" fmla="*/ 158 w 174"/>
                <a:gd name="T83" fmla="*/ 44 h 174"/>
                <a:gd name="T84" fmla="*/ 150 w 174"/>
                <a:gd name="T85" fmla="*/ 22 h 174"/>
                <a:gd name="T86" fmla="*/ 153 w 174"/>
                <a:gd name="T87" fmla="*/ 31 h 174"/>
                <a:gd name="T88" fmla="*/ 150 w 174"/>
                <a:gd name="T89" fmla="*/ 32 h 174"/>
                <a:gd name="T90" fmla="*/ 148 w 174"/>
                <a:gd name="T91" fmla="*/ 22 h 174"/>
                <a:gd name="T92" fmla="*/ 145 w 174"/>
                <a:gd name="T93" fmla="*/ 0 h 174"/>
                <a:gd name="T94" fmla="*/ 137 w 174"/>
                <a:gd name="T95" fmla="*/ 26 h 174"/>
                <a:gd name="T96" fmla="*/ 151 w 174"/>
                <a:gd name="T97" fmla="*/ 72 h 174"/>
                <a:gd name="T98" fmla="*/ 139 w 174"/>
                <a:gd name="T99" fmla="*/ 114 h 174"/>
                <a:gd name="T100" fmla="*/ 139 w 174"/>
                <a:gd name="T101" fmla="*/ 115 h 174"/>
                <a:gd name="T102" fmla="*/ 138 w 174"/>
                <a:gd name="T103" fmla="*/ 115 h 174"/>
                <a:gd name="T104" fmla="*/ 138 w 174"/>
                <a:gd name="T105" fmla="*/ 116 h 174"/>
                <a:gd name="T106" fmla="*/ 128 w 174"/>
                <a:gd name="T107" fmla="*/ 128 h 174"/>
                <a:gd name="T108" fmla="*/ 106 w 174"/>
                <a:gd name="T109" fmla="*/ 144 h 174"/>
                <a:gd name="T110" fmla="*/ 26 w 174"/>
                <a:gd name="T111" fmla="*/ 136 h 174"/>
                <a:gd name="T112" fmla="*/ 0 w 174"/>
                <a:gd name="T113" fmla="*/ 145 h 174"/>
                <a:gd name="T114" fmla="*/ 72 w 174"/>
                <a:gd name="T115" fmla="*/ 174 h 174"/>
                <a:gd name="T116" fmla="*/ 174 w 174"/>
                <a:gd name="T117" fmla="*/ 7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4" h="174">
                  <a:moveTo>
                    <a:pt x="67" y="162"/>
                  </a:moveTo>
                  <a:cubicBezTo>
                    <a:pt x="67" y="162"/>
                    <a:pt x="67" y="162"/>
                    <a:pt x="67" y="162"/>
                  </a:cubicBezTo>
                  <a:cubicBezTo>
                    <a:pt x="67" y="159"/>
                    <a:pt x="69" y="157"/>
                    <a:pt x="72" y="157"/>
                  </a:cubicBezTo>
                  <a:cubicBezTo>
                    <a:pt x="75" y="157"/>
                    <a:pt x="77" y="159"/>
                    <a:pt x="77" y="162"/>
                  </a:cubicBezTo>
                  <a:cubicBezTo>
                    <a:pt x="77" y="162"/>
                    <a:pt x="77" y="162"/>
                    <a:pt x="77" y="162"/>
                  </a:cubicBezTo>
                  <a:cubicBezTo>
                    <a:pt x="77" y="162"/>
                    <a:pt x="77" y="162"/>
                    <a:pt x="77" y="162"/>
                  </a:cubicBezTo>
                  <a:cubicBezTo>
                    <a:pt x="77" y="162"/>
                    <a:pt x="77" y="162"/>
                    <a:pt x="77" y="162"/>
                  </a:cubicBezTo>
                  <a:cubicBezTo>
                    <a:pt x="77" y="162"/>
                    <a:pt x="77" y="162"/>
                    <a:pt x="77" y="162"/>
                  </a:cubicBezTo>
                  <a:cubicBezTo>
                    <a:pt x="77" y="165"/>
                    <a:pt x="75" y="167"/>
                    <a:pt x="72" y="167"/>
                  </a:cubicBezTo>
                  <a:cubicBezTo>
                    <a:pt x="72" y="167"/>
                    <a:pt x="72" y="167"/>
                    <a:pt x="72" y="167"/>
                  </a:cubicBezTo>
                  <a:cubicBezTo>
                    <a:pt x="72" y="167"/>
                    <a:pt x="72" y="167"/>
                    <a:pt x="72" y="167"/>
                  </a:cubicBezTo>
                  <a:cubicBezTo>
                    <a:pt x="72" y="167"/>
                    <a:pt x="72" y="167"/>
                    <a:pt x="72" y="167"/>
                  </a:cubicBezTo>
                  <a:cubicBezTo>
                    <a:pt x="72" y="167"/>
                    <a:pt x="72" y="167"/>
                    <a:pt x="72" y="167"/>
                  </a:cubicBezTo>
                  <a:cubicBezTo>
                    <a:pt x="69" y="167"/>
                    <a:pt x="67" y="165"/>
                    <a:pt x="67" y="162"/>
                  </a:cubicBezTo>
                  <a:cubicBezTo>
                    <a:pt x="67" y="162"/>
                    <a:pt x="67" y="162"/>
                    <a:pt x="67" y="162"/>
                  </a:cubicBezTo>
                  <a:cubicBezTo>
                    <a:pt x="67" y="162"/>
                    <a:pt x="67" y="162"/>
                    <a:pt x="67" y="162"/>
                  </a:cubicBezTo>
                  <a:cubicBezTo>
                    <a:pt x="67" y="162"/>
                    <a:pt x="67" y="162"/>
                    <a:pt x="67" y="162"/>
                  </a:cubicBezTo>
                  <a:moveTo>
                    <a:pt x="95" y="154"/>
                  </a:moveTo>
                  <a:cubicBezTo>
                    <a:pt x="95" y="154"/>
                    <a:pt x="95" y="154"/>
                    <a:pt x="95" y="154"/>
                  </a:cubicBezTo>
                  <a:cubicBezTo>
                    <a:pt x="95" y="154"/>
                    <a:pt x="95" y="154"/>
                    <a:pt x="95" y="154"/>
                  </a:cubicBezTo>
                  <a:cubicBezTo>
                    <a:pt x="98" y="154"/>
                    <a:pt x="100" y="155"/>
                    <a:pt x="100" y="158"/>
                  </a:cubicBezTo>
                  <a:cubicBezTo>
                    <a:pt x="100" y="158"/>
                    <a:pt x="100" y="158"/>
                    <a:pt x="100" y="158"/>
                  </a:cubicBezTo>
                  <a:cubicBezTo>
                    <a:pt x="100" y="158"/>
                    <a:pt x="100" y="158"/>
                    <a:pt x="100" y="158"/>
                  </a:cubicBezTo>
                  <a:cubicBezTo>
                    <a:pt x="100" y="158"/>
                    <a:pt x="100" y="158"/>
                    <a:pt x="100" y="158"/>
                  </a:cubicBezTo>
                  <a:cubicBezTo>
                    <a:pt x="101" y="158"/>
                    <a:pt x="101" y="159"/>
                    <a:pt x="101" y="159"/>
                  </a:cubicBezTo>
                  <a:cubicBezTo>
                    <a:pt x="101" y="159"/>
                    <a:pt x="101" y="159"/>
                    <a:pt x="101" y="159"/>
                  </a:cubicBezTo>
                  <a:cubicBezTo>
                    <a:pt x="101" y="161"/>
                    <a:pt x="99" y="164"/>
                    <a:pt x="97" y="164"/>
                  </a:cubicBezTo>
                  <a:cubicBezTo>
                    <a:pt x="97" y="164"/>
                    <a:pt x="97" y="164"/>
                    <a:pt x="97" y="164"/>
                  </a:cubicBezTo>
                  <a:cubicBezTo>
                    <a:pt x="96" y="164"/>
                    <a:pt x="96" y="164"/>
                    <a:pt x="95" y="164"/>
                  </a:cubicBezTo>
                  <a:cubicBezTo>
                    <a:pt x="95" y="164"/>
                    <a:pt x="95" y="164"/>
                    <a:pt x="95" y="164"/>
                  </a:cubicBezTo>
                  <a:cubicBezTo>
                    <a:pt x="95" y="164"/>
                    <a:pt x="95" y="164"/>
                    <a:pt x="95" y="164"/>
                  </a:cubicBezTo>
                  <a:cubicBezTo>
                    <a:pt x="95" y="164"/>
                    <a:pt x="95" y="164"/>
                    <a:pt x="95" y="164"/>
                  </a:cubicBezTo>
                  <a:cubicBezTo>
                    <a:pt x="95" y="164"/>
                    <a:pt x="95" y="164"/>
                    <a:pt x="95" y="164"/>
                  </a:cubicBezTo>
                  <a:cubicBezTo>
                    <a:pt x="93" y="164"/>
                    <a:pt x="91" y="163"/>
                    <a:pt x="90" y="161"/>
                  </a:cubicBezTo>
                  <a:cubicBezTo>
                    <a:pt x="90" y="161"/>
                    <a:pt x="90" y="161"/>
                    <a:pt x="90" y="161"/>
                  </a:cubicBezTo>
                  <a:cubicBezTo>
                    <a:pt x="90" y="161"/>
                    <a:pt x="90" y="161"/>
                    <a:pt x="90" y="160"/>
                  </a:cubicBezTo>
                  <a:cubicBezTo>
                    <a:pt x="90" y="160"/>
                    <a:pt x="90" y="160"/>
                    <a:pt x="90" y="159"/>
                  </a:cubicBezTo>
                  <a:cubicBezTo>
                    <a:pt x="90" y="159"/>
                    <a:pt x="90" y="159"/>
                    <a:pt x="90" y="159"/>
                  </a:cubicBezTo>
                  <a:cubicBezTo>
                    <a:pt x="90" y="157"/>
                    <a:pt x="92" y="155"/>
                    <a:pt x="94" y="154"/>
                  </a:cubicBezTo>
                  <a:cubicBezTo>
                    <a:pt x="94" y="154"/>
                    <a:pt x="94" y="154"/>
                    <a:pt x="94" y="154"/>
                  </a:cubicBezTo>
                  <a:cubicBezTo>
                    <a:pt x="94" y="154"/>
                    <a:pt x="94" y="154"/>
                    <a:pt x="94" y="154"/>
                  </a:cubicBezTo>
                  <a:cubicBezTo>
                    <a:pt x="95" y="154"/>
                    <a:pt x="95" y="154"/>
                    <a:pt x="95" y="154"/>
                  </a:cubicBezTo>
                  <a:cubicBezTo>
                    <a:pt x="95" y="154"/>
                    <a:pt x="95" y="154"/>
                    <a:pt x="95" y="154"/>
                  </a:cubicBezTo>
                  <a:cubicBezTo>
                    <a:pt x="95" y="154"/>
                    <a:pt x="95" y="154"/>
                    <a:pt x="95" y="154"/>
                  </a:cubicBezTo>
                  <a:moveTo>
                    <a:pt x="49" y="154"/>
                  </a:moveTo>
                  <a:cubicBezTo>
                    <a:pt x="49" y="154"/>
                    <a:pt x="49" y="154"/>
                    <a:pt x="49" y="154"/>
                  </a:cubicBezTo>
                  <a:cubicBezTo>
                    <a:pt x="49" y="154"/>
                    <a:pt x="49" y="154"/>
                    <a:pt x="49" y="154"/>
                  </a:cubicBezTo>
                  <a:cubicBezTo>
                    <a:pt x="49" y="154"/>
                    <a:pt x="50" y="154"/>
                    <a:pt x="50" y="154"/>
                  </a:cubicBezTo>
                  <a:cubicBezTo>
                    <a:pt x="50" y="154"/>
                    <a:pt x="50" y="154"/>
                    <a:pt x="50" y="154"/>
                  </a:cubicBezTo>
                  <a:cubicBezTo>
                    <a:pt x="52" y="155"/>
                    <a:pt x="54" y="157"/>
                    <a:pt x="54" y="159"/>
                  </a:cubicBezTo>
                  <a:cubicBezTo>
                    <a:pt x="54" y="159"/>
                    <a:pt x="54" y="159"/>
                    <a:pt x="54" y="159"/>
                  </a:cubicBezTo>
                  <a:cubicBezTo>
                    <a:pt x="54" y="160"/>
                    <a:pt x="54" y="160"/>
                    <a:pt x="54" y="160"/>
                  </a:cubicBezTo>
                  <a:cubicBezTo>
                    <a:pt x="54" y="161"/>
                    <a:pt x="54" y="161"/>
                    <a:pt x="54" y="161"/>
                  </a:cubicBezTo>
                  <a:cubicBezTo>
                    <a:pt x="53" y="163"/>
                    <a:pt x="51" y="164"/>
                    <a:pt x="49" y="164"/>
                  </a:cubicBezTo>
                  <a:cubicBezTo>
                    <a:pt x="49" y="164"/>
                    <a:pt x="49" y="164"/>
                    <a:pt x="49" y="164"/>
                  </a:cubicBezTo>
                  <a:cubicBezTo>
                    <a:pt x="49" y="164"/>
                    <a:pt x="49" y="164"/>
                    <a:pt x="49" y="164"/>
                  </a:cubicBezTo>
                  <a:cubicBezTo>
                    <a:pt x="49" y="164"/>
                    <a:pt x="49" y="164"/>
                    <a:pt x="49" y="164"/>
                  </a:cubicBezTo>
                  <a:cubicBezTo>
                    <a:pt x="49" y="164"/>
                    <a:pt x="49" y="164"/>
                    <a:pt x="49" y="164"/>
                  </a:cubicBezTo>
                  <a:cubicBezTo>
                    <a:pt x="48" y="164"/>
                    <a:pt x="48" y="164"/>
                    <a:pt x="47" y="164"/>
                  </a:cubicBezTo>
                  <a:cubicBezTo>
                    <a:pt x="45" y="164"/>
                    <a:pt x="43" y="161"/>
                    <a:pt x="43" y="159"/>
                  </a:cubicBezTo>
                  <a:cubicBezTo>
                    <a:pt x="43" y="159"/>
                    <a:pt x="43" y="159"/>
                    <a:pt x="43" y="159"/>
                  </a:cubicBezTo>
                  <a:cubicBezTo>
                    <a:pt x="43" y="159"/>
                    <a:pt x="43" y="158"/>
                    <a:pt x="44" y="158"/>
                  </a:cubicBezTo>
                  <a:cubicBezTo>
                    <a:pt x="44" y="158"/>
                    <a:pt x="44" y="158"/>
                    <a:pt x="44" y="158"/>
                  </a:cubicBezTo>
                  <a:cubicBezTo>
                    <a:pt x="44" y="158"/>
                    <a:pt x="44" y="158"/>
                    <a:pt x="44" y="158"/>
                  </a:cubicBezTo>
                  <a:cubicBezTo>
                    <a:pt x="44" y="155"/>
                    <a:pt x="46" y="154"/>
                    <a:pt x="49" y="154"/>
                  </a:cubicBezTo>
                  <a:cubicBezTo>
                    <a:pt x="49" y="154"/>
                    <a:pt x="49" y="154"/>
                    <a:pt x="49" y="154"/>
                  </a:cubicBezTo>
                  <a:cubicBezTo>
                    <a:pt x="49" y="154"/>
                    <a:pt x="49" y="154"/>
                    <a:pt x="49" y="154"/>
                  </a:cubicBezTo>
                  <a:moveTo>
                    <a:pt x="117" y="145"/>
                  </a:moveTo>
                  <a:cubicBezTo>
                    <a:pt x="117" y="145"/>
                    <a:pt x="117" y="145"/>
                    <a:pt x="117" y="145"/>
                  </a:cubicBezTo>
                  <a:cubicBezTo>
                    <a:pt x="117" y="145"/>
                    <a:pt x="117" y="145"/>
                    <a:pt x="117" y="145"/>
                  </a:cubicBezTo>
                  <a:cubicBezTo>
                    <a:pt x="119" y="145"/>
                    <a:pt x="121" y="146"/>
                    <a:pt x="122" y="147"/>
                  </a:cubicBezTo>
                  <a:cubicBezTo>
                    <a:pt x="122" y="147"/>
                    <a:pt x="122" y="147"/>
                    <a:pt x="122" y="147"/>
                  </a:cubicBezTo>
                  <a:cubicBezTo>
                    <a:pt x="122" y="148"/>
                    <a:pt x="122" y="149"/>
                    <a:pt x="122" y="150"/>
                  </a:cubicBezTo>
                  <a:cubicBezTo>
                    <a:pt x="122" y="150"/>
                    <a:pt x="122" y="150"/>
                    <a:pt x="122" y="150"/>
                  </a:cubicBezTo>
                  <a:cubicBezTo>
                    <a:pt x="122" y="152"/>
                    <a:pt x="122" y="154"/>
                    <a:pt x="120" y="155"/>
                  </a:cubicBezTo>
                  <a:cubicBezTo>
                    <a:pt x="120" y="155"/>
                    <a:pt x="120" y="155"/>
                    <a:pt x="120" y="155"/>
                  </a:cubicBezTo>
                  <a:cubicBezTo>
                    <a:pt x="120" y="155"/>
                    <a:pt x="120" y="155"/>
                    <a:pt x="120" y="155"/>
                  </a:cubicBezTo>
                  <a:cubicBezTo>
                    <a:pt x="120" y="155"/>
                    <a:pt x="120" y="155"/>
                    <a:pt x="120" y="155"/>
                  </a:cubicBezTo>
                  <a:cubicBezTo>
                    <a:pt x="119" y="155"/>
                    <a:pt x="118"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5" y="155"/>
                    <a:pt x="114" y="155"/>
                    <a:pt x="113" y="153"/>
                  </a:cubicBezTo>
                  <a:cubicBezTo>
                    <a:pt x="113" y="153"/>
                    <a:pt x="113" y="153"/>
                    <a:pt x="113" y="153"/>
                  </a:cubicBezTo>
                  <a:cubicBezTo>
                    <a:pt x="113" y="153"/>
                    <a:pt x="113" y="153"/>
                    <a:pt x="113" y="153"/>
                  </a:cubicBezTo>
                  <a:cubicBezTo>
                    <a:pt x="113" y="153"/>
                    <a:pt x="113" y="153"/>
                    <a:pt x="113" y="153"/>
                  </a:cubicBezTo>
                  <a:cubicBezTo>
                    <a:pt x="113" y="153"/>
                    <a:pt x="113" y="153"/>
                    <a:pt x="113" y="153"/>
                  </a:cubicBezTo>
                  <a:cubicBezTo>
                    <a:pt x="112" y="152"/>
                    <a:pt x="112" y="151"/>
                    <a:pt x="112" y="150"/>
                  </a:cubicBezTo>
                  <a:cubicBezTo>
                    <a:pt x="112" y="150"/>
                    <a:pt x="112" y="150"/>
                    <a:pt x="112" y="150"/>
                  </a:cubicBezTo>
                  <a:cubicBezTo>
                    <a:pt x="112" y="148"/>
                    <a:pt x="113" y="147"/>
                    <a:pt x="115" y="146"/>
                  </a:cubicBezTo>
                  <a:cubicBezTo>
                    <a:pt x="115" y="145"/>
                    <a:pt x="116" y="145"/>
                    <a:pt x="117" y="145"/>
                  </a:cubicBezTo>
                  <a:cubicBezTo>
                    <a:pt x="117" y="145"/>
                    <a:pt x="117" y="145"/>
                    <a:pt x="117" y="145"/>
                  </a:cubicBezTo>
                  <a:cubicBezTo>
                    <a:pt x="117" y="145"/>
                    <a:pt x="117" y="145"/>
                    <a:pt x="117" y="145"/>
                  </a:cubicBezTo>
                  <a:moveTo>
                    <a:pt x="27" y="145"/>
                  </a:moveTo>
                  <a:cubicBezTo>
                    <a:pt x="27" y="145"/>
                    <a:pt x="27" y="145"/>
                    <a:pt x="27" y="145"/>
                  </a:cubicBezTo>
                  <a:cubicBezTo>
                    <a:pt x="27" y="145"/>
                    <a:pt x="27" y="145"/>
                    <a:pt x="27" y="145"/>
                  </a:cubicBezTo>
                  <a:cubicBezTo>
                    <a:pt x="28" y="145"/>
                    <a:pt x="29" y="145"/>
                    <a:pt x="29" y="145"/>
                  </a:cubicBezTo>
                  <a:cubicBezTo>
                    <a:pt x="29" y="145"/>
                    <a:pt x="29" y="145"/>
                    <a:pt x="29" y="145"/>
                  </a:cubicBezTo>
                  <a:cubicBezTo>
                    <a:pt x="30" y="145"/>
                    <a:pt x="30" y="145"/>
                    <a:pt x="30" y="146"/>
                  </a:cubicBezTo>
                  <a:cubicBezTo>
                    <a:pt x="30" y="146"/>
                    <a:pt x="30" y="146"/>
                    <a:pt x="30" y="146"/>
                  </a:cubicBezTo>
                  <a:cubicBezTo>
                    <a:pt x="31" y="146"/>
                    <a:pt x="32" y="148"/>
                    <a:pt x="32" y="150"/>
                  </a:cubicBezTo>
                  <a:cubicBezTo>
                    <a:pt x="32" y="150"/>
                    <a:pt x="32" y="150"/>
                    <a:pt x="32" y="150"/>
                  </a:cubicBezTo>
                  <a:cubicBezTo>
                    <a:pt x="32" y="151"/>
                    <a:pt x="32" y="152"/>
                    <a:pt x="31" y="153"/>
                  </a:cubicBezTo>
                  <a:cubicBezTo>
                    <a:pt x="31" y="153"/>
                    <a:pt x="31" y="153"/>
                    <a:pt x="31" y="153"/>
                  </a:cubicBezTo>
                  <a:cubicBezTo>
                    <a:pt x="31" y="153"/>
                    <a:pt x="31" y="153"/>
                    <a:pt x="31" y="153"/>
                  </a:cubicBezTo>
                  <a:cubicBezTo>
                    <a:pt x="31" y="153"/>
                    <a:pt x="31" y="153"/>
                    <a:pt x="31" y="153"/>
                  </a:cubicBezTo>
                  <a:cubicBezTo>
                    <a:pt x="31" y="153"/>
                    <a:pt x="31" y="153"/>
                    <a:pt x="31" y="153"/>
                  </a:cubicBezTo>
                  <a:cubicBezTo>
                    <a:pt x="31" y="153"/>
                    <a:pt x="31" y="153"/>
                    <a:pt x="31" y="153"/>
                  </a:cubicBezTo>
                  <a:cubicBezTo>
                    <a:pt x="30" y="154"/>
                    <a:pt x="29" y="155"/>
                    <a:pt x="27" y="155"/>
                  </a:cubicBezTo>
                  <a:cubicBezTo>
                    <a:pt x="27" y="155"/>
                    <a:pt x="27" y="155"/>
                    <a:pt x="27" y="155"/>
                  </a:cubicBezTo>
                  <a:cubicBezTo>
                    <a:pt x="27" y="155"/>
                    <a:pt x="27" y="155"/>
                    <a:pt x="27" y="155"/>
                  </a:cubicBezTo>
                  <a:cubicBezTo>
                    <a:pt x="27" y="155"/>
                    <a:pt x="27" y="155"/>
                    <a:pt x="27" y="155"/>
                  </a:cubicBezTo>
                  <a:cubicBezTo>
                    <a:pt x="27" y="155"/>
                    <a:pt x="27" y="155"/>
                    <a:pt x="27" y="155"/>
                  </a:cubicBezTo>
                  <a:cubicBezTo>
                    <a:pt x="26" y="155"/>
                    <a:pt x="25" y="155"/>
                    <a:pt x="24" y="155"/>
                  </a:cubicBezTo>
                  <a:cubicBezTo>
                    <a:pt x="24" y="155"/>
                    <a:pt x="24" y="155"/>
                    <a:pt x="24" y="155"/>
                  </a:cubicBezTo>
                  <a:cubicBezTo>
                    <a:pt x="24" y="155"/>
                    <a:pt x="24" y="155"/>
                    <a:pt x="24" y="155"/>
                  </a:cubicBezTo>
                  <a:cubicBezTo>
                    <a:pt x="23" y="154"/>
                    <a:pt x="22" y="152"/>
                    <a:pt x="22" y="150"/>
                  </a:cubicBezTo>
                  <a:cubicBezTo>
                    <a:pt x="22" y="150"/>
                    <a:pt x="22" y="150"/>
                    <a:pt x="22" y="150"/>
                  </a:cubicBezTo>
                  <a:cubicBezTo>
                    <a:pt x="22" y="149"/>
                    <a:pt x="22" y="148"/>
                    <a:pt x="22" y="147"/>
                  </a:cubicBezTo>
                  <a:cubicBezTo>
                    <a:pt x="23" y="146"/>
                    <a:pt x="25" y="145"/>
                    <a:pt x="27" y="145"/>
                  </a:cubicBezTo>
                  <a:cubicBezTo>
                    <a:pt x="27" y="145"/>
                    <a:pt x="27" y="145"/>
                    <a:pt x="27" y="145"/>
                  </a:cubicBezTo>
                  <a:cubicBezTo>
                    <a:pt x="27" y="145"/>
                    <a:pt x="27" y="145"/>
                    <a:pt x="27" y="145"/>
                  </a:cubicBezTo>
                  <a:moveTo>
                    <a:pt x="136" y="130"/>
                  </a:moveTo>
                  <a:cubicBezTo>
                    <a:pt x="136" y="130"/>
                    <a:pt x="136" y="130"/>
                    <a:pt x="136" y="130"/>
                  </a:cubicBezTo>
                  <a:cubicBezTo>
                    <a:pt x="136" y="130"/>
                    <a:pt x="136" y="130"/>
                    <a:pt x="136" y="130"/>
                  </a:cubicBezTo>
                  <a:cubicBezTo>
                    <a:pt x="137" y="130"/>
                    <a:pt x="138" y="131"/>
                    <a:pt x="139" y="132"/>
                  </a:cubicBezTo>
                  <a:cubicBezTo>
                    <a:pt x="139" y="132"/>
                    <a:pt x="139" y="132"/>
                    <a:pt x="139" y="132"/>
                  </a:cubicBezTo>
                  <a:cubicBezTo>
                    <a:pt x="139" y="132"/>
                    <a:pt x="139" y="132"/>
                    <a:pt x="140" y="132"/>
                  </a:cubicBezTo>
                  <a:cubicBezTo>
                    <a:pt x="140" y="132"/>
                    <a:pt x="140" y="132"/>
                    <a:pt x="140" y="132"/>
                  </a:cubicBezTo>
                  <a:cubicBezTo>
                    <a:pt x="141" y="133"/>
                    <a:pt x="141" y="134"/>
                    <a:pt x="141" y="136"/>
                  </a:cubicBezTo>
                  <a:cubicBezTo>
                    <a:pt x="141" y="136"/>
                    <a:pt x="141" y="136"/>
                    <a:pt x="141" y="136"/>
                  </a:cubicBezTo>
                  <a:cubicBezTo>
                    <a:pt x="141" y="137"/>
                    <a:pt x="141" y="138"/>
                    <a:pt x="140" y="139"/>
                  </a:cubicBezTo>
                  <a:cubicBezTo>
                    <a:pt x="140" y="140"/>
                    <a:pt x="140" y="140"/>
                    <a:pt x="140" y="140"/>
                  </a:cubicBezTo>
                  <a:cubicBezTo>
                    <a:pt x="139" y="141"/>
                    <a:pt x="137" y="141"/>
                    <a:pt x="136" y="141"/>
                  </a:cubicBezTo>
                  <a:cubicBezTo>
                    <a:pt x="136" y="141"/>
                    <a:pt x="136" y="141"/>
                    <a:pt x="136" y="141"/>
                  </a:cubicBezTo>
                  <a:cubicBezTo>
                    <a:pt x="136" y="141"/>
                    <a:pt x="136" y="141"/>
                    <a:pt x="136" y="141"/>
                  </a:cubicBezTo>
                  <a:cubicBezTo>
                    <a:pt x="136" y="141"/>
                    <a:pt x="136" y="141"/>
                    <a:pt x="136" y="141"/>
                  </a:cubicBezTo>
                  <a:cubicBezTo>
                    <a:pt x="136" y="141"/>
                    <a:pt x="136" y="141"/>
                    <a:pt x="136" y="141"/>
                  </a:cubicBezTo>
                  <a:cubicBezTo>
                    <a:pt x="135" y="141"/>
                    <a:pt x="133" y="141"/>
                    <a:pt x="132" y="139"/>
                  </a:cubicBezTo>
                  <a:cubicBezTo>
                    <a:pt x="131" y="138"/>
                    <a:pt x="131" y="137"/>
                    <a:pt x="131" y="136"/>
                  </a:cubicBezTo>
                  <a:cubicBezTo>
                    <a:pt x="131" y="136"/>
                    <a:pt x="131" y="136"/>
                    <a:pt x="131" y="136"/>
                  </a:cubicBezTo>
                  <a:cubicBezTo>
                    <a:pt x="131" y="134"/>
                    <a:pt x="131" y="133"/>
                    <a:pt x="132" y="132"/>
                  </a:cubicBezTo>
                  <a:cubicBezTo>
                    <a:pt x="132" y="132"/>
                    <a:pt x="132" y="132"/>
                    <a:pt x="132" y="132"/>
                  </a:cubicBezTo>
                  <a:cubicBezTo>
                    <a:pt x="132" y="132"/>
                    <a:pt x="132" y="132"/>
                    <a:pt x="132" y="132"/>
                  </a:cubicBezTo>
                  <a:cubicBezTo>
                    <a:pt x="132" y="132"/>
                    <a:pt x="132" y="132"/>
                    <a:pt x="132" y="132"/>
                  </a:cubicBezTo>
                  <a:cubicBezTo>
                    <a:pt x="132" y="132"/>
                    <a:pt x="132" y="132"/>
                    <a:pt x="132" y="132"/>
                  </a:cubicBezTo>
                  <a:cubicBezTo>
                    <a:pt x="133" y="131"/>
                    <a:pt x="135" y="130"/>
                    <a:pt x="136" y="130"/>
                  </a:cubicBezTo>
                  <a:cubicBezTo>
                    <a:pt x="136" y="130"/>
                    <a:pt x="136" y="130"/>
                    <a:pt x="136" y="130"/>
                  </a:cubicBezTo>
                  <a:cubicBezTo>
                    <a:pt x="136" y="130"/>
                    <a:pt x="136" y="130"/>
                    <a:pt x="136" y="130"/>
                  </a:cubicBezTo>
                  <a:moveTo>
                    <a:pt x="150" y="112"/>
                  </a:moveTo>
                  <a:cubicBezTo>
                    <a:pt x="150" y="112"/>
                    <a:pt x="150" y="112"/>
                    <a:pt x="150" y="112"/>
                  </a:cubicBezTo>
                  <a:cubicBezTo>
                    <a:pt x="150" y="112"/>
                    <a:pt x="150" y="112"/>
                    <a:pt x="150" y="112"/>
                  </a:cubicBezTo>
                  <a:cubicBezTo>
                    <a:pt x="151" y="112"/>
                    <a:pt x="152" y="112"/>
                    <a:pt x="153" y="112"/>
                  </a:cubicBezTo>
                  <a:cubicBezTo>
                    <a:pt x="153" y="113"/>
                    <a:pt x="153" y="113"/>
                    <a:pt x="153" y="113"/>
                  </a:cubicBezTo>
                  <a:cubicBezTo>
                    <a:pt x="155" y="113"/>
                    <a:pt x="155" y="115"/>
                    <a:pt x="156" y="117"/>
                  </a:cubicBezTo>
                  <a:cubicBezTo>
                    <a:pt x="156" y="117"/>
                    <a:pt x="156" y="117"/>
                    <a:pt x="156" y="117"/>
                  </a:cubicBezTo>
                  <a:cubicBezTo>
                    <a:pt x="156" y="118"/>
                    <a:pt x="155" y="119"/>
                    <a:pt x="155" y="120"/>
                  </a:cubicBezTo>
                  <a:cubicBezTo>
                    <a:pt x="155" y="120"/>
                    <a:pt x="155" y="120"/>
                    <a:pt x="155" y="120"/>
                  </a:cubicBezTo>
                  <a:cubicBezTo>
                    <a:pt x="155" y="120"/>
                    <a:pt x="155" y="120"/>
                    <a:pt x="155" y="120"/>
                  </a:cubicBezTo>
                  <a:cubicBezTo>
                    <a:pt x="155" y="120"/>
                    <a:pt x="155" y="120"/>
                    <a:pt x="155" y="120"/>
                  </a:cubicBezTo>
                  <a:cubicBezTo>
                    <a:pt x="154" y="121"/>
                    <a:pt x="152" y="122"/>
                    <a:pt x="150" y="122"/>
                  </a:cubicBezTo>
                  <a:cubicBezTo>
                    <a:pt x="150" y="122"/>
                    <a:pt x="150" y="122"/>
                    <a:pt x="150" y="122"/>
                  </a:cubicBezTo>
                  <a:cubicBezTo>
                    <a:pt x="150" y="122"/>
                    <a:pt x="150" y="122"/>
                    <a:pt x="150" y="122"/>
                  </a:cubicBezTo>
                  <a:cubicBezTo>
                    <a:pt x="150" y="122"/>
                    <a:pt x="150" y="122"/>
                    <a:pt x="150" y="122"/>
                  </a:cubicBezTo>
                  <a:cubicBezTo>
                    <a:pt x="150" y="122"/>
                    <a:pt x="150" y="122"/>
                    <a:pt x="150" y="122"/>
                  </a:cubicBezTo>
                  <a:cubicBezTo>
                    <a:pt x="149" y="122"/>
                    <a:pt x="149" y="122"/>
                    <a:pt x="148" y="122"/>
                  </a:cubicBezTo>
                  <a:cubicBezTo>
                    <a:pt x="148" y="122"/>
                    <a:pt x="148" y="122"/>
                    <a:pt x="148" y="122"/>
                  </a:cubicBezTo>
                  <a:cubicBezTo>
                    <a:pt x="148" y="122"/>
                    <a:pt x="148" y="122"/>
                    <a:pt x="148" y="122"/>
                  </a:cubicBezTo>
                  <a:cubicBezTo>
                    <a:pt x="146" y="121"/>
                    <a:pt x="145" y="119"/>
                    <a:pt x="145" y="117"/>
                  </a:cubicBezTo>
                  <a:cubicBezTo>
                    <a:pt x="145" y="117"/>
                    <a:pt x="145" y="117"/>
                    <a:pt x="145" y="117"/>
                  </a:cubicBezTo>
                  <a:cubicBezTo>
                    <a:pt x="145" y="116"/>
                    <a:pt x="145" y="115"/>
                    <a:pt x="146" y="114"/>
                  </a:cubicBezTo>
                  <a:cubicBezTo>
                    <a:pt x="146" y="114"/>
                    <a:pt x="146" y="114"/>
                    <a:pt x="146" y="114"/>
                  </a:cubicBezTo>
                  <a:cubicBezTo>
                    <a:pt x="146" y="114"/>
                    <a:pt x="146" y="114"/>
                    <a:pt x="146" y="114"/>
                  </a:cubicBezTo>
                  <a:cubicBezTo>
                    <a:pt x="147" y="113"/>
                    <a:pt x="148" y="112"/>
                    <a:pt x="150" y="112"/>
                  </a:cubicBezTo>
                  <a:cubicBezTo>
                    <a:pt x="150" y="112"/>
                    <a:pt x="150" y="112"/>
                    <a:pt x="150" y="112"/>
                  </a:cubicBezTo>
                  <a:cubicBezTo>
                    <a:pt x="150" y="112"/>
                    <a:pt x="150" y="112"/>
                    <a:pt x="150" y="112"/>
                  </a:cubicBezTo>
                  <a:moveTo>
                    <a:pt x="159" y="90"/>
                  </a:moveTo>
                  <a:cubicBezTo>
                    <a:pt x="159" y="90"/>
                    <a:pt x="159" y="90"/>
                    <a:pt x="159" y="90"/>
                  </a:cubicBezTo>
                  <a:cubicBezTo>
                    <a:pt x="159" y="90"/>
                    <a:pt x="159" y="90"/>
                    <a:pt x="159" y="90"/>
                  </a:cubicBezTo>
                  <a:cubicBezTo>
                    <a:pt x="160" y="90"/>
                    <a:pt x="160" y="90"/>
                    <a:pt x="160" y="90"/>
                  </a:cubicBezTo>
                  <a:cubicBezTo>
                    <a:pt x="160" y="90"/>
                    <a:pt x="160" y="90"/>
                    <a:pt x="160" y="90"/>
                  </a:cubicBezTo>
                  <a:cubicBezTo>
                    <a:pt x="160" y="90"/>
                    <a:pt x="161" y="90"/>
                    <a:pt x="161" y="90"/>
                  </a:cubicBezTo>
                  <a:cubicBezTo>
                    <a:pt x="161" y="90"/>
                    <a:pt x="161" y="90"/>
                    <a:pt x="161" y="90"/>
                  </a:cubicBezTo>
                  <a:cubicBezTo>
                    <a:pt x="163" y="91"/>
                    <a:pt x="165" y="93"/>
                    <a:pt x="165" y="95"/>
                  </a:cubicBezTo>
                  <a:cubicBezTo>
                    <a:pt x="165" y="95"/>
                    <a:pt x="165" y="95"/>
                    <a:pt x="165" y="95"/>
                  </a:cubicBezTo>
                  <a:cubicBezTo>
                    <a:pt x="165" y="96"/>
                    <a:pt x="164" y="96"/>
                    <a:pt x="164" y="97"/>
                  </a:cubicBezTo>
                  <a:cubicBezTo>
                    <a:pt x="164" y="97"/>
                    <a:pt x="164" y="97"/>
                    <a:pt x="164" y="97"/>
                  </a:cubicBezTo>
                  <a:cubicBezTo>
                    <a:pt x="164" y="97"/>
                    <a:pt x="164" y="97"/>
                    <a:pt x="164" y="97"/>
                  </a:cubicBezTo>
                  <a:cubicBezTo>
                    <a:pt x="164" y="97"/>
                    <a:pt x="164" y="97"/>
                    <a:pt x="164" y="97"/>
                  </a:cubicBezTo>
                  <a:cubicBezTo>
                    <a:pt x="164" y="99"/>
                    <a:pt x="162" y="101"/>
                    <a:pt x="159" y="101"/>
                  </a:cubicBezTo>
                  <a:cubicBezTo>
                    <a:pt x="159" y="101"/>
                    <a:pt x="159" y="101"/>
                    <a:pt x="159" y="101"/>
                  </a:cubicBezTo>
                  <a:cubicBezTo>
                    <a:pt x="159" y="101"/>
                    <a:pt x="159" y="101"/>
                    <a:pt x="159" y="101"/>
                  </a:cubicBezTo>
                  <a:cubicBezTo>
                    <a:pt x="159" y="101"/>
                    <a:pt x="159" y="101"/>
                    <a:pt x="159" y="101"/>
                  </a:cubicBezTo>
                  <a:cubicBezTo>
                    <a:pt x="159" y="101"/>
                    <a:pt x="159" y="101"/>
                    <a:pt x="159" y="101"/>
                  </a:cubicBezTo>
                  <a:cubicBezTo>
                    <a:pt x="159" y="101"/>
                    <a:pt x="158" y="101"/>
                    <a:pt x="158" y="100"/>
                  </a:cubicBezTo>
                  <a:cubicBezTo>
                    <a:pt x="156" y="100"/>
                    <a:pt x="154" y="98"/>
                    <a:pt x="154" y="95"/>
                  </a:cubicBezTo>
                  <a:cubicBezTo>
                    <a:pt x="154" y="95"/>
                    <a:pt x="154" y="95"/>
                    <a:pt x="154" y="95"/>
                  </a:cubicBezTo>
                  <a:cubicBezTo>
                    <a:pt x="154" y="95"/>
                    <a:pt x="154" y="94"/>
                    <a:pt x="154" y="94"/>
                  </a:cubicBezTo>
                  <a:cubicBezTo>
                    <a:pt x="154" y="94"/>
                    <a:pt x="154" y="94"/>
                    <a:pt x="154" y="94"/>
                  </a:cubicBezTo>
                  <a:cubicBezTo>
                    <a:pt x="154" y="94"/>
                    <a:pt x="154" y="94"/>
                    <a:pt x="154" y="94"/>
                  </a:cubicBezTo>
                  <a:cubicBezTo>
                    <a:pt x="155" y="92"/>
                    <a:pt x="157" y="90"/>
                    <a:pt x="159" y="90"/>
                  </a:cubicBezTo>
                  <a:cubicBezTo>
                    <a:pt x="159" y="90"/>
                    <a:pt x="159" y="90"/>
                    <a:pt x="159" y="90"/>
                  </a:cubicBezTo>
                  <a:cubicBezTo>
                    <a:pt x="159" y="90"/>
                    <a:pt x="159" y="90"/>
                    <a:pt x="159" y="90"/>
                  </a:cubicBezTo>
                  <a:moveTo>
                    <a:pt x="162" y="67"/>
                  </a:move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5" y="67"/>
                    <a:pt x="168" y="69"/>
                    <a:pt x="168" y="72"/>
                  </a:cubicBezTo>
                  <a:cubicBezTo>
                    <a:pt x="168" y="72"/>
                    <a:pt x="168" y="72"/>
                    <a:pt x="168" y="72"/>
                  </a:cubicBezTo>
                  <a:cubicBezTo>
                    <a:pt x="168" y="72"/>
                    <a:pt x="168" y="72"/>
                    <a:pt x="168" y="72"/>
                  </a:cubicBezTo>
                  <a:cubicBezTo>
                    <a:pt x="168" y="72"/>
                    <a:pt x="168" y="72"/>
                    <a:pt x="168" y="72"/>
                  </a:cubicBezTo>
                  <a:cubicBezTo>
                    <a:pt x="168" y="72"/>
                    <a:pt x="168" y="72"/>
                    <a:pt x="168" y="72"/>
                  </a:cubicBezTo>
                  <a:cubicBezTo>
                    <a:pt x="168" y="72"/>
                    <a:pt x="168" y="72"/>
                    <a:pt x="168" y="72"/>
                  </a:cubicBezTo>
                  <a:cubicBezTo>
                    <a:pt x="168" y="75"/>
                    <a:pt x="165" y="77"/>
                    <a:pt x="162" y="77"/>
                  </a:cubicBezTo>
                  <a:cubicBezTo>
                    <a:pt x="159" y="77"/>
                    <a:pt x="157" y="75"/>
                    <a:pt x="157" y="72"/>
                  </a:cubicBezTo>
                  <a:cubicBezTo>
                    <a:pt x="157" y="72"/>
                    <a:pt x="157" y="72"/>
                    <a:pt x="157" y="72"/>
                  </a:cubicBezTo>
                  <a:cubicBezTo>
                    <a:pt x="157" y="72"/>
                    <a:pt x="157" y="72"/>
                    <a:pt x="157" y="72"/>
                  </a:cubicBezTo>
                  <a:cubicBezTo>
                    <a:pt x="157" y="72"/>
                    <a:pt x="157" y="72"/>
                    <a:pt x="157" y="72"/>
                  </a:cubicBezTo>
                  <a:cubicBezTo>
                    <a:pt x="157" y="72"/>
                    <a:pt x="157" y="72"/>
                    <a:pt x="157" y="72"/>
                  </a:cubicBezTo>
                  <a:cubicBezTo>
                    <a:pt x="157" y="69"/>
                    <a:pt x="159" y="67"/>
                    <a:pt x="162" y="67"/>
                  </a:cubicBezTo>
                  <a:cubicBezTo>
                    <a:pt x="162" y="67"/>
                    <a:pt x="162" y="67"/>
                    <a:pt x="162" y="67"/>
                  </a:cubicBezTo>
                  <a:cubicBezTo>
                    <a:pt x="162" y="67"/>
                    <a:pt x="162" y="67"/>
                    <a:pt x="162" y="67"/>
                  </a:cubicBezTo>
                  <a:moveTo>
                    <a:pt x="159" y="43"/>
                  </a:moveTo>
                  <a:cubicBezTo>
                    <a:pt x="159" y="43"/>
                    <a:pt x="159" y="43"/>
                    <a:pt x="159" y="43"/>
                  </a:cubicBezTo>
                  <a:cubicBezTo>
                    <a:pt x="159" y="43"/>
                    <a:pt x="159" y="43"/>
                    <a:pt x="159" y="43"/>
                  </a:cubicBezTo>
                  <a:cubicBezTo>
                    <a:pt x="162" y="43"/>
                    <a:pt x="164" y="45"/>
                    <a:pt x="164" y="47"/>
                  </a:cubicBezTo>
                  <a:cubicBezTo>
                    <a:pt x="164" y="47"/>
                    <a:pt x="164" y="47"/>
                    <a:pt x="164" y="47"/>
                  </a:cubicBezTo>
                  <a:cubicBezTo>
                    <a:pt x="164" y="47"/>
                    <a:pt x="164" y="47"/>
                    <a:pt x="164" y="47"/>
                  </a:cubicBezTo>
                  <a:cubicBezTo>
                    <a:pt x="164" y="47"/>
                    <a:pt x="164" y="47"/>
                    <a:pt x="164" y="47"/>
                  </a:cubicBezTo>
                  <a:cubicBezTo>
                    <a:pt x="164" y="48"/>
                    <a:pt x="165" y="48"/>
                    <a:pt x="165" y="49"/>
                  </a:cubicBezTo>
                  <a:cubicBezTo>
                    <a:pt x="165" y="49"/>
                    <a:pt x="165" y="49"/>
                    <a:pt x="165" y="49"/>
                  </a:cubicBezTo>
                  <a:cubicBezTo>
                    <a:pt x="165" y="51"/>
                    <a:pt x="163" y="53"/>
                    <a:pt x="161" y="54"/>
                  </a:cubicBezTo>
                  <a:cubicBezTo>
                    <a:pt x="161" y="54"/>
                    <a:pt x="161" y="54"/>
                    <a:pt x="161" y="54"/>
                  </a:cubicBezTo>
                  <a:cubicBezTo>
                    <a:pt x="160" y="54"/>
                    <a:pt x="160" y="54"/>
                    <a:pt x="159" y="54"/>
                  </a:cubicBezTo>
                  <a:cubicBezTo>
                    <a:pt x="159" y="54"/>
                    <a:pt x="159" y="54"/>
                    <a:pt x="159" y="54"/>
                  </a:cubicBezTo>
                  <a:cubicBezTo>
                    <a:pt x="159" y="54"/>
                    <a:pt x="159" y="54"/>
                    <a:pt x="159" y="54"/>
                  </a:cubicBezTo>
                  <a:cubicBezTo>
                    <a:pt x="159" y="54"/>
                    <a:pt x="159" y="54"/>
                    <a:pt x="159" y="54"/>
                  </a:cubicBezTo>
                  <a:cubicBezTo>
                    <a:pt x="159" y="54"/>
                    <a:pt x="159" y="54"/>
                    <a:pt x="159" y="54"/>
                  </a:cubicBezTo>
                  <a:cubicBezTo>
                    <a:pt x="157" y="54"/>
                    <a:pt x="155" y="52"/>
                    <a:pt x="154" y="50"/>
                  </a:cubicBezTo>
                  <a:cubicBezTo>
                    <a:pt x="154" y="50"/>
                    <a:pt x="154" y="50"/>
                    <a:pt x="154" y="50"/>
                  </a:cubicBezTo>
                  <a:cubicBezTo>
                    <a:pt x="154" y="50"/>
                    <a:pt x="154" y="50"/>
                    <a:pt x="154" y="50"/>
                  </a:cubicBezTo>
                  <a:cubicBezTo>
                    <a:pt x="154" y="50"/>
                    <a:pt x="154" y="49"/>
                    <a:pt x="154" y="49"/>
                  </a:cubicBezTo>
                  <a:cubicBezTo>
                    <a:pt x="154" y="49"/>
                    <a:pt x="154" y="49"/>
                    <a:pt x="154" y="49"/>
                  </a:cubicBezTo>
                  <a:cubicBezTo>
                    <a:pt x="154" y="46"/>
                    <a:pt x="156" y="44"/>
                    <a:pt x="158" y="44"/>
                  </a:cubicBezTo>
                  <a:cubicBezTo>
                    <a:pt x="158" y="44"/>
                    <a:pt x="158" y="44"/>
                    <a:pt x="158" y="44"/>
                  </a:cubicBezTo>
                  <a:cubicBezTo>
                    <a:pt x="158" y="44"/>
                    <a:pt x="158" y="44"/>
                    <a:pt x="158" y="44"/>
                  </a:cubicBezTo>
                  <a:cubicBezTo>
                    <a:pt x="158" y="43"/>
                    <a:pt x="159" y="43"/>
                    <a:pt x="159" y="43"/>
                  </a:cubicBezTo>
                  <a:cubicBezTo>
                    <a:pt x="159" y="43"/>
                    <a:pt x="159" y="43"/>
                    <a:pt x="159" y="43"/>
                  </a:cubicBezTo>
                  <a:cubicBezTo>
                    <a:pt x="159" y="43"/>
                    <a:pt x="159" y="43"/>
                    <a:pt x="159" y="43"/>
                  </a:cubicBezTo>
                  <a:moveTo>
                    <a:pt x="150" y="22"/>
                  </a:moveTo>
                  <a:cubicBezTo>
                    <a:pt x="150" y="22"/>
                    <a:pt x="150" y="22"/>
                    <a:pt x="150" y="22"/>
                  </a:cubicBezTo>
                  <a:cubicBezTo>
                    <a:pt x="150" y="22"/>
                    <a:pt x="150" y="22"/>
                    <a:pt x="150" y="22"/>
                  </a:cubicBezTo>
                  <a:cubicBezTo>
                    <a:pt x="152" y="22"/>
                    <a:pt x="154" y="22"/>
                    <a:pt x="155" y="24"/>
                  </a:cubicBezTo>
                  <a:cubicBezTo>
                    <a:pt x="155" y="24"/>
                    <a:pt x="155" y="24"/>
                    <a:pt x="155" y="24"/>
                  </a:cubicBezTo>
                  <a:cubicBezTo>
                    <a:pt x="155" y="25"/>
                    <a:pt x="155" y="26"/>
                    <a:pt x="156" y="27"/>
                  </a:cubicBezTo>
                  <a:cubicBezTo>
                    <a:pt x="156" y="27"/>
                    <a:pt x="156" y="27"/>
                    <a:pt x="156" y="27"/>
                  </a:cubicBezTo>
                  <a:cubicBezTo>
                    <a:pt x="156" y="29"/>
                    <a:pt x="155" y="30"/>
                    <a:pt x="153" y="31"/>
                  </a:cubicBezTo>
                  <a:cubicBezTo>
                    <a:pt x="153" y="31"/>
                    <a:pt x="153" y="31"/>
                    <a:pt x="153" y="31"/>
                  </a:cubicBezTo>
                  <a:cubicBezTo>
                    <a:pt x="152" y="32"/>
                    <a:pt x="151" y="32"/>
                    <a:pt x="150" y="32"/>
                  </a:cubicBezTo>
                  <a:cubicBezTo>
                    <a:pt x="150" y="32"/>
                    <a:pt x="150" y="32"/>
                    <a:pt x="150" y="32"/>
                  </a:cubicBezTo>
                  <a:cubicBezTo>
                    <a:pt x="150" y="32"/>
                    <a:pt x="150" y="32"/>
                    <a:pt x="150" y="32"/>
                  </a:cubicBezTo>
                  <a:cubicBezTo>
                    <a:pt x="150" y="32"/>
                    <a:pt x="150" y="32"/>
                    <a:pt x="150" y="32"/>
                  </a:cubicBezTo>
                  <a:cubicBezTo>
                    <a:pt x="150" y="32"/>
                    <a:pt x="150" y="32"/>
                    <a:pt x="150" y="32"/>
                  </a:cubicBezTo>
                  <a:cubicBezTo>
                    <a:pt x="148" y="32"/>
                    <a:pt x="147" y="31"/>
                    <a:pt x="146" y="30"/>
                  </a:cubicBezTo>
                  <a:cubicBezTo>
                    <a:pt x="146" y="30"/>
                    <a:pt x="146" y="30"/>
                    <a:pt x="146" y="30"/>
                  </a:cubicBezTo>
                  <a:cubicBezTo>
                    <a:pt x="146" y="30"/>
                    <a:pt x="146" y="30"/>
                    <a:pt x="146" y="29"/>
                  </a:cubicBezTo>
                  <a:cubicBezTo>
                    <a:pt x="145" y="29"/>
                    <a:pt x="145" y="28"/>
                    <a:pt x="145" y="27"/>
                  </a:cubicBezTo>
                  <a:cubicBezTo>
                    <a:pt x="145" y="27"/>
                    <a:pt x="145" y="27"/>
                    <a:pt x="145" y="27"/>
                  </a:cubicBezTo>
                  <a:cubicBezTo>
                    <a:pt x="145" y="25"/>
                    <a:pt x="146" y="23"/>
                    <a:pt x="148" y="22"/>
                  </a:cubicBezTo>
                  <a:cubicBezTo>
                    <a:pt x="148" y="22"/>
                    <a:pt x="148" y="22"/>
                    <a:pt x="148" y="22"/>
                  </a:cubicBezTo>
                  <a:cubicBezTo>
                    <a:pt x="148" y="22"/>
                    <a:pt x="148" y="22"/>
                    <a:pt x="148" y="22"/>
                  </a:cubicBezTo>
                  <a:cubicBezTo>
                    <a:pt x="149" y="22"/>
                    <a:pt x="149" y="22"/>
                    <a:pt x="150" y="22"/>
                  </a:cubicBezTo>
                  <a:cubicBezTo>
                    <a:pt x="150" y="22"/>
                    <a:pt x="150" y="22"/>
                    <a:pt x="150" y="22"/>
                  </a:cubicBezTo>
                  <a:cubicBezTo>
                    <a:pt x="150" y="22"/>
                    <a:pt x="150" y="22"/>
                    <a:pt x="150" y="22"/>
                  </a:cubicBezTo>
                  <a:moveTo>
                    <a:pt x="145" y="0"/>
                  </a:moveTo>
                  <a:cubicBezTo>
                    <a:pt x="140" y="5"/>
                    <a:pt x="140" y="5"/>
                    <a:pt x="140" y="5"/>
                  </a:cubicBezTo>
                  <a:cubicBezTo>
                    <a:pt x="142" y="7"/>
                    <a:pt x="142" y="10"/>
                    <a:pt x="140" y="12"/>
                  </a:cubicBezTo>
                  <a:cubicBezTo>
                    <a:pt x="139" y="13"/>
                    <a:pt x="137" y="13"/>
                    <a:pt x="136" y="13"/>
                  </a:cubicBezTo>
                  <a:cubicBezTo>
                    <a:pt x="135" y="13"/>
                    <a:pt x="134" y="13"/>
                    <a:pt x="133" y="12"/>
                  </a:cubicBezTo>
                  <a:cubicBezTo>
                    <a:pt x="129" y="16"/>
                    <a:pt x="129" y="16"/>
                    <a:pt x="129" y="16"/>
                  </a:cubicBezTo>
                  <a:cubicBezTo>
                    <a:pt x="131" y="19"/>
                    <a:pt x="134" y="23"/>
                    <a:pt x="137" y="26"/>
                  </a:cubicBezTo>
                  <a:cubicBezTo>
                    <a:pt x="137" y="26"/>
                    <a:pt x="137" y="26"/>
                    <a:pt x="137" y="26"/>
                  </a:cubicBezTo>
                  <a:cubicBezTo>
                    <a:pt x="137" y="26"/>
                    <a:pt x="137" y="26"/>
                    <a:pt x="137" y="26"/>
                  </a:cubicBezTo>
                  <a:cubicBezTo>
                    <a:pt x="138" y="28"/>
                    <a:pt x="139" y="30"/>
                    <a:pt x="140" y="32"/>
                  </a:cubicBezTo>
                  <a:cubicBezTo>
                    <a:pt x="141" y="32"/>
                    <a:pt x="141" y="32"/>
                    <a:pt x="141" y="32"/>
                  </a:cubicBezTo>
                  <a:cubicBezTo>
                    <a:pt x="141" y="32"/>
                    <a:pt x="141" y="32"/>
                    <a:pt x="141" y="32"/>
                  </a:cubicBezTo>
                  <a:cubicBezTo>
                    <a:pt x="147" y="44"/>
                    <a:pt x="151" y="57"/>
                    <a:pt x="151" y="72"/>
                  </a:cubicBezTo>
                  <a:cubicBezTo>
                    <a:pt x="151" y="72"/>
                    <a:pt x="151" y="72"/>
                    <a:pt x="151" y="72"/>
                  </a:cubicBezTo>
                  <a:cubicBezTo>
                    <a:pt x="151" y="72"/>
                    <a:pt x="151" y="72"/>
                    <a:pt x="151" y="72"/>
                  </a:cubicBezTo>
                  <a:cubicBezTo>
                    <a:pt x="151" y="72"/>
                    <a:pt x="151" y="72"/>
                    <a:pt x="151" y="72"/>
                  </a:cubicBezTo>
                  <a:cubicBezTo>
                    <a:pt x="151" y="82"/>
                    <a:pt x="149" y="92"/>
                    <a:pt x="146" y="101"/>
                  </a:cubicBezTo>
                  <a:cubicBezTo>
                    <a:pt x="144" y="106"/>
                    <a:pt x="142" y="110"/>
                    <a:pt x="139" y="114"/>
                  </a:cubicBezTo>
                  <a:cubicBezTo>
                    <a:pt x="139" y="114"/>
                    <a:pt x="139" y="114"/>
                    <a:pt x="139" y="114"/>
                  </a:cubicBezTo>
                  <a:cubicBezTo>
                    <a:pt x="139" y="114"/>
                    <a:pt x="139" y="114"/>
                    <a:pt x="139" y="114"/>
                  </a:cubicBezTo>
                  <a:cubicBezTo>
                    <a:pt x="139" y="114"/>
                    <a:pt x="139" y="114"/>
                    <a:pt x="139" y="114"/>
                  </a:cubicBezTo>
                  <a:cubicBezTo>
                    <a:pt x="139" y="114"/>
                    <a:pt x="139" y="114"/>
                    <a:pt x="139" y="114"/>
                  </a:cubicBezTo>
                  <a:cubicBezTo>
                    <a:pt x="139" y="114"/>
                    <a:pt x="139" y="114"/>
                    <a:pt x="139" y="114"/>
                  </a:cubicBezTo>
                  <a:cubicBezTo>
                    <a:pt x="139" y="114"/>
                    <a:pt x="139" y="114"/>
                    <a:pt x="139" y="115"/>
                  </a:cubicBezTo>
                  <a:cubicBezTo>
                    <a:pt x="139" y="115"/>
                    <a:pt x="139" y="115"/>
                    <a:pt x="139" y="115"/>
                  </a:cubicBezTo>
                  <a:cubicBezTo>
                    <a:pt x="139" y="115"/>
                    <a:pt x="139" y="115"/>
                    <a:pt x="139" y="115"/>
                  </a:cubicBezTo>
                  <a:cubicBezTo>
                    <a:pt x="139" y="115"/>
                    <a:pt x="139" y="115"/>
                    <a:pt x="139" y="115"/>
                  </a:cubicBezTo>
                  <a:cubicBezTo>
                    <a:pt x="139" y="115"/>
                    <a:pt x="139" y="115"/>
                    <a:pt x="139" y="115"/>
                  </a:cubicBezTo>
                  <a:cubicBezTo>
                    <a:pt x="139" y="115"/>
                    <a:pt x="139" y="115"/>
                    <a:pt x="139" y="115"/>
                  </a:cubicBezTo>
                  <a:cubicBezTo>
                    <a:pt x="139" y="115"/>
                    <a:pt x="139" y="115"/>
                    <a:pt x="138" y="115"/>
                  </a:cubicBezTo>
                  <a:cubicBezTo>
                    <a:pt x="138" y="115"/>
                    <a:pt x="138" y="115"/>
                    <a:pt x="138" y="115"/>
                  </a:cubicBezTo>
                  <a:cubicBezTo>
                    <a:pt x="138" y="115"/>
                    <a:pt x="138" y="115"/>
                    <a:pt x="138" y="115"/>
                  </a:cubicBezTo>
                  <a:cubicBezTo>
                    <a:pt x="138" y="115"/>
                    <a:pt x="138" y="115"/>
                    <a:pt x="138" y="115"/>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5" y="120"/>
                    <a:pt x="132" y="124"/>
                    <a:pt x="128" y="128"/>
                  </a:cubicBezTo>
                  <a:cubicBezTo>
                    <a:pt x="128" y="128"/>
                    <a:pt x="128" y="128"/>
                    <a:pt x="128" y="128"/>
                  </a:cubicBezTo>
                  <a:cubicBezTo>
                    <a:pt x="128" y="128"/>
                    <a:pt x="128" y="128"/>
                    <a:pt x="128" y="128"/>
                  </a:cubicBezTo>
                  <a:cubicBezTo>
                    <a:pt x="128" y="128"/>
                    <a:pt x="128" y="128"/>
                    <a:pt x="128" y="128"/>
                  </a:cubicBezTo>
                  <a:cubicBezTo>
                    <a:pt x="128" y="128"/>
                    <a:pt x="128" y="128"/>
                    <a:pt x="128" y="128"/>
                  </a:cubicBezTo>
                  <a:cubicBezTo>
                    <a:pt x="128" y="128"/>
                    <a:pt x="128" y="129"/>
                    <a:pt x="127" y="129"/>
                  </a:cubicBezTo>
                  <a:cubicBezTo>
                    <a:pt x="121" y="135"/>
                    <a:pt x="114" y="140"/>
                    <a:pt x="106" y="144"/>
                  </a:cubicBezTo>
                  <a:cubicBezTo>
                    <a:pt x="104" y="144"/>
                    <a:pt x="102" y="145"/>
                    <a:pt x="101" y="146"/>
                  </a:cubicBezTo>
                  <a:cubicBezTo>
                    <a:pt x="92" y="149"/>
                    <a:pt x="82" y="151"/>
                    <a:pt x="72" y="151"/>
                  </a:cubicBezTo>
                  <a:cubicBezTo>
                    <a:pt x="59" y="151"/>
                    <a:pt x="46" y="148"/>
                    <a:pt x="35" y="142"/>
                  </a:cubicBezTo>
                  <a:cubicBezTo>
                    <a:pt x="35" y="142"/>
                    <a:pt x="35" y="142"/>
                    <a:pt x="35" y="142"/>
                  </a:cubicBezTo>
                  <a:cubicBezTo>
                    <a:pt x="35" y="142"/>
                    <a:pt x="35" y="142"/>
                    <a:pt x="35" y="142"/>
                  </a:cubicBezTo>
                  <a:cubicBezTo>
                    <a:pt x="32" y="140"/>
                    <a:pt x="29" y="138"/>
                    <a:pt x="26" y="136"/>
                  </a:cubicBezTo>
                  <a:cubicBezTo>
                    <a:pt x="23" y="134"/>
                    <a:pt x="20" y="131"/>
                    <a:pt x="17" y="128"/>
                  </a:cubicBezTo>
                  <a:cubicBezTo>
                    <a:pt x="12" y="133"/>
                    <a:pt x="12" y="133"/>
                    <a:pt x="12" y="133"/>
                  </a:cubicBezTo>
                  <a:cubicBezTo>
                    <a:pt x="14" y="135"/>
                    <a:pt x="14" y="138"/>
                    <a:pt x="12" y="139"/>
                  </a:cubicBezTo>
                  <a:cubicBezTo>
                    <a:pt x="11" y="140"/>
                    <a:pt x="10" y="141"/>
                    <a:pt x="8" y="141"/>
                  </a:cubicBezTo>
                  <a:cubicBezTo>
                    <a:pt x="7" y="141"/>
                    <a:pt x="6" y="141"/>
                    <a:pt x="5" y="140"/>
                  </a:cubicBezTo>
                  <a:cubicBezTo>
                    <a:pt x="0" y="145"/>
                    <a:pt x="0" y="145"/>
                    <a:pt x="0" y="145"/>
                  </a:cubicBezTo>
                  <a:cubicBezTo>
                    <a:pt x="0" y="145"/>
                    <a:pt x="0" y="145"/>
                    <a:pt x="0" y="145"/>
                  </a:cubicBezTo>
                  <a:cubicBezTo>
                    <a:pt x="0" y="145"/>
                    <a:pt x="0" y="145"/>
                    <a:pt x="0" y="145"/>
                  </a:cubicBezTo>
                  <a:cubicBezTo>
                    <a:pt x="0" y="145"/>
                    <a:pt x="0" y="145"/>
                    <a:pt x="0" y="145"/>
                  </a:cubicBezTo>
                  <a:cubicBezTo>
                    <a:pt x="1" y="145"/>
                    <a:pt x="1" y="145"/>
                    <a:pt x="1" y="145"/>
                  </a:cubicBezTo>
                  <a:cubicBezTo>
                    <a:pt x="21" y="165"/>
                    <a:pt x="46" y="174"/>
                    <a:pt x="72" y="174"/>
                  </a:cubicBezTo>
                  <a:cubicBezTo>
                    <a:pt x="72" y="174"/>
                    <a:pt x="72" y="174"/>
                    <a:pt x="72" y="174"/>
                  </a:cubicBezTo>
                  <a:cubicBezTo>
                    <a:pt x="72" y="174"/>
                    <a:pt x="72" y="174"/>
                    <a:pt x="72" y="174"/>
                  </a:cubicBezTo>
                  <a:cubicBezTo>
                    <a:pt x="72" y="174"/>
                    <a:pt x="72" y="174"/>
                    <a:pt x="72" y="174"/>
                  </a:cubicBezTo>
                  <a:cubicBezTo>
                    <a:pt x="97" y="174"/>
                    <a:pt x="121" y="165"/>
                    <a:pt x="141" y="148"/>
                  </a:cubicBezTo>
                  <a:cubicBezTo>
                    <a:pt x="141" y="147"/>
                    <a:pt x="141" y="147"/>
                    <a:pt x="142" y="147"/>
                  </a:cubicBezTo>
                  <a:cubicBezTo>
                    <a:pt x="143" y="146"/>
                    <a:pt x="144" y="145"/>
                    <a:pt x="144" y="144"/>
                  </a:cubicBezTo>
                  <a:cubicBezTo>
                    <a:pt x="164" y="124"/>
                    <a:pt x="174" y="98"/>
                    <a:pt x="174" y="72"/>
                  </a:cubicBezTo>
                  <a:cubicBezTo>
                    <a:pt x="174" y="46"/>
                    <a:pt x="165" y="20"/>
                    <a:pt x="145" y="0"/>
                  </a:cubicBezTo>
                  <a:cubicBezTo>
                    <a:pt x="145" y="0"/>
                    <a:pt x="145" y="0"/>
                    <a:pt x="145" y="0"/>
                  </a:cubicBezTo>
                </a:path>
              </a:pathLst>
            </a:custGeom>
            <a:solidFill>
              <a:schemeClr val="accent1">
                <a:lumMod val="60000"/>
                <a:lumOff val="40000"/>
              </a:schemeClr>
            </a:solidFill>
            <a:ln>
              <a:noFill/>
            </a:ln>
          </p:spPr>
          <p:txBody>
            <a:bodyPr anchor="ctr"/>
            <a:p>
              <a:pPr algn="ctr"/>
            </a:p>
          </p:txBody>
        </p:sp>
        <p:sp>
          <p:nvSpPr>
            <p:cNvPr id="103" name="Freeform: Shape 87"/>
            <p:cNvSpPr/>
            <p:nvPr/>
          </p:nvSpPr>
          <p:spPr bwMode="auto">
            <a:xfrm>
              <a:off x="3987800" y="1851026"/>
              <a:ext cx="193675" cy="193675"/>
            </a:xfrm>
            <a:custGeom>
              <a:avLst/>
              <a:gdLst>
                <a:gd name="T0" fmla="*/ 76 w 120"/>
                <a:gd name="T1" fmla="*/ 119 h 120"/>
                <a:gd name="T2" fmla="*/ 80 w 120"/>
                <a:gd name="T3" fmla="*/ 118 h 120"/>
                <a:gd name="T4" fmla="*/ 9 w 120"/>
                <a:gd name="T5" fmla="*/ 116 h 120"/>
                <a:gd name="T6" fmla="*/ 0 w 120"/>
                <a:gd name="T7" fmla="*/ 110 h 120"/>
                <a:gd name="T8" fmla="*/ 0 w 120"/>
                <a:gd name="T9" fmla="*/ 110 h 120"/>
                <a:gd name="T10" fmla="*/ 102 w 120"/>
                <a:gd name="T11" fmla="*/ 102 h 120"/>
                <a:gd name="T12" fmla="*/ 102 w 120"/>
                <a:gd name="T13" fmla="*/ 102 h 120"/>
                <a:gd name="T14" fmla="*/ 112 w 120"/>
                <a:gd name="T15" fmla="*/ 90 h 120"/>
                <a:gd name="T16" fmla="*/ 112 w 120"/>
                <a:gd name="T17" fmla="*/ 90 h 120"/>
                <a:gd name="T18" fmla="*/ 112 w 120"/>
                <a:gd name="T19" fmla="*/ 90 h 120"/>
                <a:gd name="T20" fmla="*/ 112 w 120"/>
                <a:gd name="T21" fmla="*/ 90 h 120"/>
                <a:gd name="T22" fmla="*/ 112 w 120"/>
                <a:gd name="T23" fmla="*/ 90 h 120"/>
                <a:gd name="T24" fmla="*/ 112 w 120"/>
                <a:gd name="T25" fmla="*/ 90 h 120"/>
                <a:gd name="T26" fmla="*/ 112 w 120"/>
                <a:gd name="T27" fmla="*/ 89 h 120"/>
                <a:gd name="T28" fmla="*/ 112 w 120"/>
                <a:gd name="T29" fmla="*/ 89 h 120"/>
                <a:gd name="T30" fmla="*/ 112 w 120"/>
                <a:gd name="T31" fmla="*/ 89 h 120"/>
                <a:gd name="T32" fmla="*/ 113 w 120"/>
                <a:gd name="T33" fmla="*/ 89 h 120"/>
                <a:gd name="T34" fmla="*/ 113 w 120"/>
                <a:gd name="T35" fmla="*/ 89 h 120"/>
                <a:gd name="T36" fmla="*/ 113 w 120"/>
                <a:gd name="T37" fmla="*/ 89 h 120"/>
                <a:gd name="T38" fmla="*/ 113 w 120"/>
                <a:gd name="T39" fmla="*/ 89 h 120"/>
                <a:gd name="T40" fmla="*/ 113 w 120"/>
                <a:gd name="T41" fmla="*/ 89 h 120"/>
                <a:gd name="T42" fmla="*/ 113 w 120"/>
                <a:gd name="T43" fmla="*/ 89 h 120"/>
                <a:gd name="T44" fmla="*/ 113 w 120"/>
                <a:gd name="T45" fmla="*/ 88 h 120"/>
                <a:gd name="T46" fmla="*/ 113 w 120"/>
                <a:gd name="T47" fmla="*/ 88 h 120"/>
                <a:gd name="T48" fmla="*/ 113 w 120"/>
                <a:gd name="T49" fmla="*/ 88 h 120"/>
                <a:gd name="T50" fmla="*/ 120 w 120"/>
                <a:gd name="T51" fmla="*/ 75 h 120"/>
                <a:gd name="T52" fmla="*/ 113 w 120"/>
                <a:gd name="T53" fmla="*/ 88 h 120"/>
                <a:gd name="T54" fmla="*/ 115 w 120"/>
                <a:gd name="T55" fmla="*/ 6 h 120"/>
                <a:gd name="T56" fmla="*/ 115 w 120"/>
                <a:gd name="T57" fmla="*/ 6 h 120"/>
                <a:gd name="T58" fmla="*/ 114 w 120"/>
                <a:gd name="T59" fmla="*/ 6 h 120"/>
                <a:gd name="T60" fmla="*/ 111 w 120"/>
                <a:gd name="T61" fmla="*/ 0 h 120"/>
                <a:gd name="T62" fmla="*/ 111 w 120"/>
                <a:gd name="T63"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120">
                  <a:moveTo>
                    <a:pt x="80" y="118"/>
                  </a:moveTo>
                  <a:cubicBezTo>
                    <a:pt x="78" y="118"/>
                    <a:pt x="77" y="119"/>
                    <a:pt x="76" y="119"/>
                  </a:cubicBezTo>
                  <a:cubicBezTo>
                    <a:pt x="75" y="120"/>
                    <a:pt x="75" y="120"/>
                    <a:pt x="75" y="120"/>
                  </a:cubicBezTo>
                  <a:cubicBezTo>
                    <a:pt x="76" y="119"/>
                    <a:pt x="78" y="118"/>
                    <a:pt x="80" y="118"/>
                  </a:cubicBezTo>
                  <a:moveTo>
                    <a:pt x="9" y="116"/>
                  </a:moveTo>
                  <a:cubicBezTo>
                    <a:pt x="9" y="116"/>
                    <a:pt x="9" y="116"/>
                    <a:pt x="9" y="116"/>
                  </a:cubicBezTo>
                  <a:cubicBezTo>
                    <a:pt x="9" y="116"/>
                    <a:pt x="9" y="116"/>
                    <a:pt x="9" y="116"/>
                  </a:cubicBezTo>
                  <a:moveTo>
                    <a:pt x="0" y="110"/>
                  </a:moveTo>
                  <a:cubicBezTo>
                    <a:pt x="3" y="112"/>
                    <a:pt x="6" y="114"/>
                    <a:pt x="9" y="116"/>
                  </a:cubicBezTo>
                  <a:cubicBezTo>
                    <a:pt x="6" y="114"/>
                    <a:pt x="3" y="112"/>
                    <a:pt x="0" y="110"/>
                  </a:cubicBezTo>
                  <a:moveTo>
                    <a:pt x="102" y="102"/>
                  </a:moveTo>
                  <a:cubicBezTo>
                    <a:pt x="102" y="102"/>
                    <a:pt x="102" y="102"/>
                    <a:pt x="102" y="102"/>
                  </a:cubicBezTo>
                  <a:cubicBezTo>
                    <a:pt x="102" y="102"/>
                    <a:pt x="102" y="102"/>
                    <a:pt x="102" y="102"/>
                  </a:cubicBezTo>
                  <a:cubicBezTo>
                    <a:pt x="102" y="102"/>
                    <a:pt x="102" y="102"/>
                    <a:pt x="102" y="102"/>
                  </a:cubicBezTo>
                  <a:cubicBezTo>
                    <a:pt x="102" y="102"/>
                    <a:pt x="102" y="102"/>
                    <a:pt x="102" y="102"/>
                  </a:cubicBezTo>
                  <a:moveTo>
                    <a:pt x="112" y="90"/>
                  </a:moveTo>
                  <a:cubicBezTo>
                    <a:pt x="112" y="90"/>
                    <a:pt x="112" y="90"/>
                    <a:pt x="112" y="90"/>
                  </a:cubicBezTo>
                  <a:cubicBezTo>
                    <a:pt x="112" y="90"/>
                    <a:pt x="112" y="90"/>
                    <a:pt x="112" y="90"/>
                  </a:cubicBezTo>
                  <a:moveTo>
                    <a:pt x="112" y="90"/>
                  </a:moveTo>
                  <a:cubicBezTo>
                    <a:pt x="112" y="90"/>
                    <a:pt x="112" y="90"/>
                    <a:pt x="112" y="90"/>
                  </a:cubicBezTo>
                  <a:cubicBezTo>
                    <a:pt x="112" y="90"/>
                    <a:pt x="112" y="90"/>
                    <a:pt x="112" y="90"/>
                  </a:cubicBezTo>
                  <a:moveTo>
                    <a:pt x="112" y="90"/>
                  </a:moveTo>
                  <a:cubicBezTo>
                    <a:pt x="112" y="90"/>
                    <a:pt x="112" y="90"/>
                    <a:pt x="112" y="90"/>
                  </a:cubicBezTo>
                  <a:cubicBezTo>
                    <a:pt x="112" y="90"/>
                    <a:pt x="112" y="90"/>
                    <a:pt x="112" y="90"/>
                  </a:cubicBezTo>
                  <a:moveTo>
                    <a:pt x="112" y="90"/>
                  </a:moveTo>
                  <a:cubicBezTo>
                    <a:pt x="112" y="90"/>
                    <a:pt x="112" y="90"/>
                    <a:pt x="112" y="90"/>
                  </a:cubicBezTo>
                  <a:cubicBezTo>
                    <a:pt x="112" y="90"/>
                    <a:pt x="112" y="90"/>
                    <a:pt x="112" y="90"/>
                  </a:cubicBezTo>
                  <a:moveTo>
                    <a:pt x="112" y="89"/>
                  </a:moveTo>
                  <a:cubicBezTo>
                    <a:pt x="112" y="90"/>
                    <a:pt x="112" y="90"/>
                    <a:pt x="112" y="90"/>
                  </a:cubicBezTo>
                  <a:cubicBezTo>
                    <a:pt x="112" y="90"/>
                    <a:pt x="112" y="90"/>
                    <a:pt x="112" y="89"/>
                  </a:cubicBezTo>
                  <a:moveTo>
                    <a:pt x="112" y="89"/>
                  </a:moveTo>
                  <a:cubicBezTo>
                    <a:pt x="112" y="89"/>
                    <a:pt x="112" y="89"/>
                    <a:pt x="112" y="89"/>
                  </a:cubicBezTo>
                  <a:cubicBezTo>
                    <a:pt x="112" y="89"/>
                    <a:pt x="112" y="89"/>
                    <a:pt x="112" y="89"/>
                  </a:cubicBezTo>
                  <a:moveTo>
                    <a:pt x="113" y="89"/>
                  </a:moveTo>
                  <a:cubicBezTo>
                    <a:pt x="113" y="89"/>
                    <a:pt x="113" y="89"/>
                    <a:pt x="112" y="89"/>
                  </a:cubicBezTo>
                  <a:cubicBezTo>
                    <a:pt x="113" y="89"/>
                    <a:pt x="113" y="89"/>
                    <a:pt x="113" y="89"/>
                  </a:cubicBezTo>
                  <a:moveTo>
                    <a:pt x="113" y="89"/>
                  </a:moveTo>
                  <a:cubicBezTo>
                    <a:pt x="113" y="89"/>
                    <a:pt x="113" y="89"/>
                    <a:pt x="113" y="89"/>
                  </a:cubicBezTo>
                  <a:cubicBezTo>
                    <a:pt x="113" y="89"/>
                    <a:pt x="113" y="89"/>
                    <a:pt x="113" y="89"/>
                  </a:cubicBezTo>
                  <a:moveTo>
                    <a:pt x="113" y="89"/>
                  </a:moveTo>
                  <a:cubicBezTo>
                    <a:pt x="113" y="89"/>
                    <a:pt x="113" y="89"/>
                    <a:pt x="113" y="89"/>
                  </a:cubicBezTo>
                  <a:cubicBezTo>
                    <a:pt x="113" y="89"/>
                    <a:pt x="113" y="89"/>
                    <a:pt x="113" y="89"/>
                  </a:cubicBezTo>
                  <a:moveTo>
                    <a:pt x="113" y="88"/>
                  </a:moveTo>
                  <a:cubicBezTo>
                    <a:pt x="113" y="88"/>
                    <a:pt x="113" y="88"/>
                    <a:pt x="113" y="89"/>
                  </a:cubicBezTo>
                  <a:cubicBezTo>
                    <a:pt x="113" y="88"/>
                    <a:pt x="113" y="88"/>
                    <a:pt x="113" y="88"/>
                  </a:cubicBezTo>
                  <a:moveTo>
                    <a:pt x="113" y="88"/>
                  </a:moveTo>
                  <a:cubicBezTo>
                    <a:pt x="113" y="88"/>
                    <a:pt x="113" y="88"/>
                    <a:pt x="113" y="88"/>
                  </a:cubicBezTo>
                  <a:cubicBezTo>
                    <a:pt x="113" y="88"/>
                    <a:pt x="113" y="88"/>
                    <a:pt x="113" y="88"/>
                  </a:cubicBezTo>
                  <a:moveTo>
                    <a:pt x="113" y="88"/>
                  </a:moveTo>
                  <a:cubicBezTo>
                    <a:pt x="113" y="88"/>
                    <a:pt x="113" y="88"/>
                    <a:pt x="113" y="88"/>
                  </a:cubicBezTo>
                  <a:cubicBezTo>
                    <a:pt x="113" y="88"/>
                    <a:pt x="113" y="88"/>
                    <a:pt x="113" y="88"/>
                  </a:cubicBezTo>
                  <a:moveTo>
                    <a:pt x="120" y="75"/>
                  </a:moveTo>
                  <a:cubicBezTo>
                    <a:pt x="119" y="76"/>
                    <a:pt x="119" y="76"/>
                    <a:pt x="119" y="77"/>
                  </a:cubicBezTo>
                  <a:cubicBezTo>
                    <a:pt x="117" y="81"/>
                    <a:pt x="115" y="84"/>
                    <a:pt x="113" y="88"/>
                  </a:cubicBezTo>
                  <a:cubicBezTo>
                    <a:pt x="116" y="84"/>
                    <a:pt x="118" y="80"/>
                    <a:pt x="120" y="75"/>
                  </a:cubicBezTo>
                  <a:moveTo>
                    <a:pt x="115" y="6"/>
                  </a:moveTo>
                  <a:cubicBezTo>
                    <a:pt x="115" y="6"/>
                    <a:pt x="115" y="6"/>
                    <a:pt x="115" y="6"/>
                  </a:cubicBezTo>
                  <a:cubicBezTo>
                    <a:pt x="115" y="6"/>
                    <a:pt x="115" y="6"/>
                    <a:pt x="115" y="6"/>
                  </a:cubicBezTo>
                  <a:moveTo>
                    <a:pt x="111" y="0"/>
                  </a:moveTo>
                  <a:cubicBezTo>
                    <a:pt x="112" y="2"/>
                    <a:pt x="113" y="4"/>
                    <a:pt x="114" y="6"/>
                  </a:cubicBezTo>
                  <a:cubicBezTo>
                    <a:pt x="113" y="4"/>
                    <a:pt x="112" y="2"/>
                    <a:pt x="111" y="0"/>
                  </a:cubicBezTo>
                  <a:moveTo>
                    <a:pt x="111" y="0"/>
                  </a:moveTo>
                  <a:cubicBezTo>
                    <a:pt x="111" y="0"/>
                    <a:pt x="111" y="0"/>
                    <a:pt x="111" y="0"/>
                  </a:cubicBezTo>
                  <a:cubicBezTo>
                    <a:pt x="111" y="0"/>
                    <a:pt x="111" y="0"/>
                    <a:pt x="111" y="0"/>
                  </a:cubicBezTo>
                </a:path>
              </a:pathLst>
            </a:custGeom>
            <a:solidFill>
              <a:srgbClr val="B27577"/>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4" name="Freeform: Shape 88"/>
            <p:cNvSpPr/>
            <p:nvPr/>
          </p:nvSpPr>
          <p:spPr bwMode="auto">
            <a:xfrm>
              <a:off x="3973513" y="1835151"/>
              <a:ext cx="215900" cy="217488"/>
            </a:xfrm>
            <a:custGeom>
              <a:avLst/>
              <a:gdLst>
                <a:gd name="T0" fmla="*/ 0 w 134"/>
                <a:gd name="T1" fmla="*/ 112 h 135"/>
                <a:gd name="T2" fmla="*/ 0 w 134"/>
                <a:gd name="T3" fmla="*/ 112 h 135"/>
                <a:gd name="T4" fmla="*/ 9 w 134"/>
                <a:gd name="T5" fmla="*/ 120 h 135"/>
                <a:gd name="T6" fmla="*/ 18 w 134"/>
                <a:gd name="T7" fmla="*/ 126 h 135"/>
                <a:gd name="T8" fmla="*/ 18 w 134"/>
                <a:gd name="T9" fmla="*/ 126 h 135"/>
                <a:gd name="T10" fmla="*/ 18 w 134"/>
                <a:gd name="T11" fmla="*/ 126 h 135"/>
                <a:gd name="T12" fmla="*/ 55 w 134"/>
                <a:gd name="T13" fmla="*/ 135 h 135"/>
                <a:gd name="T14" fmla="*/ 84 w 134"/>
                <a:gd name="T15" fmla="*/ 130 h 135"/>
                <a:gd name="T16" fmla="*/ 85 w 134"/>
                <a:gd name="T17" fmla="*/ 129 h 135"/>
                <a:gd name="T18" fmla="*/ 55 w 134"/>
                <a:gd name="T19" fmla="*/ 135 h 135"/>
                <a:gd name="T20" fmla="*/ 55 w 134"/>
                <a:gd name="T21" fmla="*/ 135 h 135"/>
                <a:gd name="T22" fmla="*/ 55 w 134"/>
                <a:gd name="T23" fmla="*/ 135 h 135"/>
                <a:gd name="T24" fmla="*/ 55 w 134"/>
                <a:gd name="T25" fmla="*/ 135 h 135"/>
                <a:gd name="T26" fmla="*/ 55 w 134"/>
                <a:gd name="T27" fmla="*/ 135 h 135"/>
                <a:gd name="T28" fmla="*/ 0 w 134"/>
                <a:gd name="T29" fmla="*/ 113 h 135"/>
                <a:gd name="T30" fmla="*/ 0 w 134"/>
                <a:gd name="T31" fmla="*/ 113 h 135"/>
                <a:gd name="T32" fmla="*/ 0 w 134"/>
                <a:gd name="T33" fmla="*/ 112 h 135"/>
                <a:gd name="T34" fmla="*/ 134 w 134"/>
                <a:gd name="T35" fmla="*/ 56 h 135"/>
                <a:gd name="T36" fmla="*/ 134 w 134"/>
                <a:gd name="T37" fmla="*/ 57 h 135"/>
                <a:gd name="T38" fmla="*/ 128 w 134"/>
                <a:gd name="T39" fmla="*/ 87 h 135"/>
                <a:gd name="T40" fmla="*/ 129 w 134"/>
                <a:gd name="T41" fmla="*/ 85 h 135"/>
                <a:gd name="T42" fmla="*/ 134 w 134"/>
                <a:gd name="T43" fmla="*/ 56 h 135"/>
                <a:gd name="T44" fmla="*/ 134 w 134"/>
                <a:gd name="T45" fmla="*/ 56 h 135"/>
                <a:gd name="T46" fmla="*/ 112 w 134"/>
                <a:gd name="T47" fmla="*/ 0 h 135"/>
                <a:gd name="T48" fmla="*/ 112 w 134"/>
                <a:gd name="T49" fmla="*/ 0 h 135"/>
                <a:gd name="T50" fmla="*/ 134 w 134"/>
                <a:gd name="T51" fmla="*/ 50 h 135"/>
                <a:gd name="T52" fmla="*/ 134 w 134"/>
                <a:gd name="T53" fmla="*/ 56 h 135"/>
                <a:gd name="T54" fmla="*/ 124 w 134"/>
                <a:gd name="T55" fmla="*/ 16 h 135"/>
                <a:gd name="T56" fmla="*/ 124 w 134"/>
                <a:gd name="T57" fmla="*/ 16 h 135"/>
                <a:gd name="T58" fmla="*/ 123 w 134"/>
                <a:gd name="T59" fmla="*/ 16 h 135"/>
                <a:gd name="T60" fmla="*/ 120 w 134"/>
                <a:gd name="T61" fmla="*/ 10 h 135"/>
                <a:gd name="T62" fmla="*/ 120 w 134"/>
                <a:gd name="T63" fmla="*/ 10 h 135"/>
                <a:gd name="T64" fmla="*/ 120 w 134"/>
                <a:gd name="T65" fmla="*/ 10 h 135"/>
                <a:gd name="T66" fmla="*/ 112 w 134"/>
                <a:gd name="T67"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4" h="135">
                  <a:moveTo>
                    <a:pt x="0" y="112"/>
                  </a:moveTo>
                  <a:cubicBezTo>
                    <a:pt x="0" y="112"/>
                    <a:pt x="0" y="112"/>
                    <a:pt x="0" y="112"/>
                  </a:cubicBezTo>
                  <a:cubicBezTo>
                    <a:pt x="3" y="115"/>
                    <a:pt x="6" y="118"/>
                    <a:pt x="9" y="120"/>
                  </a:cubicBezTo>
                  <a:cubicBezTo>
                    <a:pt x="12" y="122"/>
                    <a:pt x="15" y="124"/>
                    <a:pt x="18" y="126"/>
                  </a:cubicBezTo>
                  <a:cubicBezTo>
                    <a:pt x="18" y="126"/>
                    <a:pt x="18" y="126"/>
                    <a:pt x="18" y="126"/>
                  </a:cubicBezTo>
                  <a:cubicBezTo>
                    <a:pt x="18" y="126"/>
                    <a:pt x="18" y="126"/>
                    <a:pt x="18" y="126"/>
                  </a:cubicBezTo>
                  <a:cubicBezTo>
                    <a:pt x="29" y="132"/>
                    <a:pt x="42" y="135"/>
                    <a:pt x="55" y="135"/>
                  </a:cubicBezTo>
                  <a:cubicBezTo>
                    <a:pt x="65" y="135"/>
                    <a:pt x="75" y="133"/>
                    <a:pt x="84" y="130"/>
                  </a:cubicBezTo>
                  <a:cubicBezTo>
                    <a:pt x="84" y="130"/>
                    <a:pt x="84" y="130"/>
                    <a:pt x="85" y="129"/>
                  </a:cubicBezTo>
                  <a:cubicBezTo>
                    <a:pt x="75" y="133"/>
                    <a:pt x="65" y="135"/>
                    <a:pt x="55" y="135"/>
                  </a:cubicBezTo>
                  <a:cubicBezTo>
                    <a:pt x="55" y="135"/>
                    <a:pt x="55" y="135"/>
                    <a:pt x="55" y="135"/>
                  </a:cubicBezTo>
                  <a:cubicBezTo>
                    <a:pt x="55" y="135"/>
                    <a:pt x="55" y="135"/>
                    <a:pt x="55" y="135"/>
                  </a:cubicBezTo>
                  <a:cubicBezTo>
                    <a:pt x="55" y="135"/>
                    <a:pt x="55" y="135"/>
                    <a:pt x="55" y="135"/>
                  </a:cubicBezTo>
                  <a:cubicBezTo>
                    <a:pt x="55" y="135"/>
                    <a:pt x="55" y="135"/>
                    <a:pt x="55" y="135"/>
                  </a:cubicBezTo>
                  <a:cubicBezTo>
                    <a:pt x="35" y="135"/>
                    <a:pt x="16" y="128"/>
                    <a:pt x="0" y="113"/>
                  </a:cubicBezTo>
                  <a:cubicBezTo>
                    <a:pt x="0" y="113"/>
                    <a:pt x="0" y="113"/>
                    <a:pt x="0" y="113"/>
                  </a:cubicBezTo>
                  <a:cubicBezTo>
                    <a:pt x="0" y="113"/>
                    <a:pt x="0" y="113"/>
                    <a:pt x="0" y="112"/>
                  </a:cubicBezTo>
                  <a:moveTo>
                    <a:pt x="134" y="56"/>
                  </a:moveTo>
                  <a:cubicBezTo>
                    <a:pt x="134" y="56"/>
                    <a:pt x="134" y="57"/>
                    <a:pt x="134" y="57"/>
                  </a:cubicBezTo>
                  <a:cubicBezTo>
                    <a:pt x="134" y="68"/>
                    <a:pt x="132" y="78"/>
                    <a:pt x="128" y="87"/>
                  </a:cubicBezTo>
                  <a:cubicBezTo>
                    <a:pt x="128" y="86"/>
                    <a:pt x="128" y="86"/>
                    <a:pt x="129" y="85"/>
                  </a:cubicBezTo>
                  <a:cubicBezTo>
                    <a:pt x="132" y="76"/>
                    <a:pt x="134" y="66"/>
                    <a:pt x="134" y="56"/>
                  </a:cubicBezTo>
                  <a:cubicBezTo>
                    <a:pt x="134" y="56"/>
                    <a:pt x="134" y="56"/>
                    <a:pt x="134" y="56"/>
                  </a:cubicBezTo>
                  <a:moveTo>
                    <a:pt x="112" y="0"/>
                  </a:moveTo>
                  <a:cubicBezTo>
                    <a:pt x="112" y="0"/>
                    <a:pt x="112" y="0"/>
                    <a:pt x="112" y="0"/>
                  </a:cubicBezTo>
                  <a:cubicBezTo>
                    <a:pt x="125" y="14"/>
                    <a:pt x="133" y="32"/>
                    <a:pt x="134" y="50"/>
                  </a:cubicBezTo>
                  <a:cubicBezTo>
                    <a:pt x="134" y="52"/>
                    <a:pt x="134" y="54"/>
                    <a:pt x="134" y="56"/>
                  </a:cubicBezTo>
                  <a:cubicBezTo>
                    <a:pt x="134" y="41"/>
                    <a:pt x="130" y="28"/>
                    <a:pt x="124" y="16"/>
                  </a:cubicBezTo>
                  <a:cubicBezTo>
                    <a:pt x="124" y="16"/>
                    <a:pt x="124" y="16"/>
                    <a:pt x="124" y="16"/>
                  </a:cubicBezTo>
                  <a:cubicBezTo>
                    <a:pt x="124" y="16"/>
                    <a:pt x="124" y="16"/>
                    <a:pt x="123" y="16"/>
                  </a:cubicBezTo>
                  <a:cubicBezTo>
                    <a:pt x="122" y="14"/>
                    <a:pt x="121" y="12"/>
                    <a:pt x="120" y="10"/>
                  </a:cubicBezTo>
                  <a:cubicBezTo>
                    <a:pt x="120" y="10"/>
                    <a:pt x="120" y="10"/>
                    <a:pt x="120" y="10"/>
                  </a:cubicBezTo>
                  <a:cubicBezTo>
                    <a:pt x="120" y="10"/>
                    <a:pt x="120" y="10"/>
                    <a:pt x="120" y="10"/>
                  </a:cubicBezTo>
                  <a:cubicBezTo>
                    <a:pt x="117" y="7"/>
                    <a:pt x="114" y="3"/>
                    <a:pt x="112" y="0"/>
                  </a:cubicBezTo>
                </a:path>
              </a:pathLst>
            </a:custGeom>
            <a:solidFill>
              <a:srgbClr val="B27577"/>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5" name="Freeform: Shape 89"/>
            <p:cNvSpPr/>
            <p:nvPr/>
          </p:nvSpPr>
          <p:spPr bwMode="auto">
            <a:xfrm>
              <a:off x="4160838" y="1817688"/>
              <a:ext cx="14288" cy="12700"/>
            </a:xfrm>
            <a:custGeom>
              <a:avLst/>
              <a:gdLst>
                <a:gd name="T0" fmla="*/ 7 w 9"/>
                <a:gd name="T1" fmla="*/ 0 h 8"/>
                <a:gd name="T2" fmla="*/ 7 w 9"/>
                <a:gd name="T3" fmla="*/ 0 h 8"/>
                <a:gd name="T4" fmla="*/ 0 w 9"/>
                <a:gd name="T5" fmla="*/ 7 h 8"/>
                <a:gd name="T6" fmla="*/ 3 w 9"/>
                <a:gd name="T7" fmla="*/ 8 h 8"/>
                <a:gd name="T8" fmla="*/ 7 w 9"/>
                <a:gd name="T9" fmla="*/ 7 h 8"/>
                <a:gd name="T10" fmla="*/ 7 w 9"/>
                <a:gd name="T11" fmla="*/ 0 h 8"/>
              </a:gdLst>
              <a:ahLst/>
              <a:cxnLst>
                <a:cxn ang="0">
                  <a:pos x="T0" y="T1"/>
                </a:cxn>
                <a:cxn ang="0">
                  <a:pos x="T2" y="T3"/>
                </a:cxn>
                <a:cxn ang="0">
                  <a:pos x="T4" y="T5"/>
                </a:cxn>
                <a:cxn ang="0">
                  <a:pos x="T6" y="T7"/>
                </a:cxn>
                <a:cxn ang="0">
                  <a:pos x="T8" y="T9"/>
                </a:cxn>
                <a:cxn ang="0">
                  <a:pos x="T10" y="T11"/>
                </a:cxn>
              </a:cxnLst>
              <a:rect l="0" t="0" r="r" b="b"/>
              <a:pathLst>
                <a:path w="9" h="8">
                  <a:moveTo>
                    <a:pt x="7" y="0"/>
                  </a:moveTo>
                  <a:cubicBezTo>
                    <a:pt x="7" y="0"/>
                    <a:pt x="7" y="0"/>
                    <a:pt x="7" y="0"/>
                  </a:cubicBezTo>
                  <a:cubicBezTo>
                    <a:pt x="0" y="7"/>
                    <a:pt x="0" y="7"/>
                    <a:pt x="0" y="7"/>
                  </a:cubicBezTo>
                  <a:cubicBezTo>
                    <a:pt x="1" y="8"/>
                    <a:pt x="2" y="8"/>
                    <a:pt x="3" y="8"/>
                  </a:cubicBezTo>
                  <a:cubicBezTo>
                    <a:pt x="4" y="8"/>
                    <a:pt x="6" y="8"/>
                    <a:pt x="7" y="7"/>
                  </a:cubicBezTo>
                  <a:cubicBezTo>
                    <a:pt x="9" y="5"/>
                    <a:pt x="9" y="2"/>
                    <a:pt x="7" y="0"/>
                  </a:cubicBezTo>
                </a:path>
              </a:pathLst>
            </a:custGeom>
            <a:solidFill>
              <a:schemeClr val="accent4"/>
            </a:solidFill>
            <a:ln>
              <a:noFill/>
            </a:ln>
          </p:spPr>
          <p:txBody>
            <a:bodyPr anchor="ctr"/>
            <a:p>
              <a:pPr algn="ctr"/>
            </a:p>
          </p:txBody>
        </p:sp>
        <p:sp>
          <p:nvSpPr>
            <p:cNvPr id="106" name="Freeform: Shape 90"/>
            <p:cNvSpPr/>
            <p:nvPr/>
          </p:nvSpPr>
          <p:spPr bwMode="auto">
            <a:xfrm>
              <a:off x="3952875" y="2024063"/>
              <a:ext cx="15875" cy="12700"/>
            </a:xfrm>
            <a:custGeom>
              <a:avLst/>
              <a:gdLst>
                <a:gd name="T0" fmla="*/ 7 w 9"/>
                <a:gd name="T1" fmla="*/ 0 h 8"/>
                <a:gd name="T2" fmla="*/ 0 w 9"/>
                <a:gd name="T3" fmla="*/ 7 h 8"/>
                <a:gd name="T4" fmla="*/ 3 w 9"/>
                <a:gd name="T5" fmla="*/ 8 h 8"/>
                <a:gd name="T6" fmla="*/ 7 w 9"/>
                <a:gd name="T7" fmla="*/ 6 h 8"/>
                <a:gd name="T8" fmla="*/ 7 w 9"/>
                <a:gd name="T9" fmla="*/ 0 h 8"/>
              </a:gdLst>
              <a:ahLst/>
              <a:cxnLst>
                <a:cxn ang="0">
                  <a:pos x="T0" y="T1"/>
                </a:cxn>
                <a:cxn ang="0">
                  <a:pos x="T2" y="T3"/>
                </a:cxn>
                <a:cxn ang="0">
                  <a:pos x="T4" y="T5"/>
                </a:cxn>
                <a:cxn ang="0">
                  <a:pos x="T6" y="T7"/>
                </a:cxn>
                <a:cxn ang="0">
                  <a:pos x="T8" y="T9"/>
                </a:cxn>
              </a:cxnLst>
              <a:rect l="0" t="0" r="r" b="b"/>
              <a:pathLst>
                <a:path w="9" h="8">
                  <a:moveTo>
                    <a:pt x="7" y="0"/>
                  </a:moveTo>
                  <a:cubicBezTo>
                    <a:pt x="0" y="7"/>
                    <a:pt x="0" y="7"/>
                    <a:pt x="0" y="7"/>
                  </a:cubicBezTo>
                  <a:cubicBezTo>
                    <a:pt x="1" y="8"/>
                    <a:pt x="2" y="8"/>
                    <a:pt x="3" y="8"/>
                  </a:cubicBezTo>
                  <a:cubicBezTo>
                    <a:pt x="5" y="8"/>
                    <a:pt x="6" y="7"/>
                    <a:pt x="7" y="6"/>
                  </a:cubicBezTo>
                  <a:cubicBezTo>
                    <a:pt x="9" y="5"/>
                    <a:pt x="9" y="2"/>
                    <a:pt x="7" y="0"/>
                  </a:cubicBezTo>
                </a:path>
              </a:pathLst>
            </a:custGeom>
            <a:solidFill>
              <a:schemeClr val="accent4"/>
            </a:solidFill>
            <a:ln>
              <a:noFill/>
            </a:ln>
          </p:spPr>
          <p:txBody>
            <a:bodyPr anchor="ctr"/>
            <a:p>
              <a:pPr algn="ctr"/>
            </a:p>
          </p:txBody>
        </p:sp>
        <p:sp>
          <p:nvSpPr>
            <p:cNvPr id="107" name="Freeform: Shape 91"/>
            <p:cNvSpPr/>
            <p:nvPr/>
          </p:nvSpPr>
          <p:spPr bwMode="auto">
            <a:xfrm>
              <a:off x="4116388" y="1993901"/>
              <a:ext cx="53975" cy="47625"/>
            </a:xfrm>
            <a:custGeom>
              <a:avLst/>
              <a:gdLst>
                <a:gd name="T0" fmla="*/ 22 w 33"/>
                <a:gd name="T1" fmla="*/ 14 h 30"/>
                <a:gd name="T2" fmla="*/ 0 w 33"/>
                <a:gd name="T3" fmla="*/ 30 h 30"/>
                <a:gd name="T4" fmla="*/ 21 w 33"/>
                <a:gd name="T5" fmla="*/ 15 h 30"/>
                <a:gd name="T6" fmla="*/ 22 w 33"/>
                <a:gd name="T7" fmla="*/ 14 h 30"/>
                <a:gd name="T8" fmla="*/ 22 w 33"/>
                <a:gd name="T9" fmla="*/ 14 h 30"/>
                <a:gd name="T10" fmla="*/ 22 w 33"/>
                <a:gd name="T11" fmla="*/ 14 h 30"/>
                <a:gd name="T12" fmla="*/ 32 w 33"/>
                <a:gd name="T13" fmla="*/ 2 h 30"/>
                <a:gd name="T14" fmla="*/ 22 w 33"/>
                <a:gd name="T15" fmla="*/ 14 h 30"/>
                <a:gd name="T16" fmla="*/ 32 w 33"/>
                <a:gd name="T17" fmla="*/ 2 h 30"/>
                <a:gd name="T18" fmla="*/ 32 w 33"/>
                <a:gd name="T19" fmla="*/ 2 h 30"/>
                <a:gd name="T20" fmla="*/ 32 w 33"/>
                <a:gd name="T21" fmla="*/ 2 h 30"/>
                <a:gd name="T22" fmla="*/ 32 w 33"/>
                <a:gd name="T23" fmla="*/ 2 h 30"/>
                <a:gd name="T24" fmla="*/ 32 w 33"/>
                <a:gd name="T25" fmla="*/ 2 h 30"/>
                <a:gd name="T26" fmla="*/ 32 w 33"/>
                <a:gd name="T27" fmla="*/ 2 h 30"/>
                <a:gd name="T28" fmla="*/ 32 w 33"/>
                <a:gd name="T29" fmla="*/ 2 h 30"/>
                <a:gd name="T30" fmla="*/ 32 w 33"/>
                <a:gd name="T31" fmla="*/ 2 h 30"/>
                <a:gd name="T32" fmla="*/ 32 w 33"/>
                <a:gd name="T33" fmla="*/ 2 h 30"/>
                <a:gd name="T34" fmla="*/ 32 w 33"/>
                <a:gd name="T35" fmla="*/ 2 h 30"/>
                <a:gd name="T36" fmla="*/ 32 w 33"/>
                <a:gd name="T37" fmla="*/ 2 h 30"/>
                <a:gd name="T38" fmla="*/ 32 w 33"/>
                <a:gd name="T39" fmla="*/ 2 h 30"/>
                <a:gd name="T40" fmla="*/ 32 w 33"/>
                <a:gd name="T41" fmla="*/ 2 h 30"/>
                <a:gd name="T42" fmla="*/ 32 w 33"/>
                <a:gd name="T43" fmla="*/ 1 h 30"/>
                <a:gd name="T44" fmla="*/ 32 w 33"/>
                <a:gd name="T45" fmla="*/ 1 h 30"/>
                <a:gd name="T46" fmla="*/ 32 w 33"/>
                <a:gd name="T47" fmla="*/ 1 h 30"/>
                <a:gd name="T48" fmla="*/ 32 w 33"/>
                <a:gd name="T49" fmla="*/ 1 h 30"/>
                <a:gd name="T50" fmla="*/ 32 w 33"/>
                <a:gd name="T51" fmla="*/ 1 h 30"/>
                <a:gd name="T52" fmla="*/ 32 w 33"/>
                <a:gd name="T53" fmla="*/ 1 h 30"/>
                <a:gd name="T54" fmla="*/ 33 w 33"/>
                <a:gd name="T55" fmla="*/ 1 h 30"/>
                <a:gd name="T56" fmla="*/ 33 w 33"/>
                <a:gd name="T57" fmla="*/ 1 h 30"/>
                <a:gd name="T58" fmla="*/ 33 w 33"/>
                <a:gd name="T59" fmla="*/ 1 h 30"/>
                <a:gd name="T60" fmla="*/ 33 w 33"/>
                <a:gd name="T61" fmla="*/ 1 h 30"/>
                <a:gd name="T62" fmla="*/ 33 w 33"/>
                <a:gd name="T63" fmla="*/ 1 h 30"/>
                <a:gd name="T64" fmla="*/ 33 w 33"/>
                <a:gd name="T65" fmla="*/ 1 h 30"/>
                <a:gd name="T66" fmla="*/ 33 w 33"/>
                <a:gd name="T67" fmla="*/ 1 h 30"/>
                <a:gd name="T68" fmla="*/ 33 w 33"/>
                <a:gd name="T69" fmla="*/ 1 h 30"/>
                <a:gd name="T70" fmla="*/ 33 w 33"/>
                <a:gd name="T71" fmla="*/ 1 h 30"/>
                <a:gd name="T72" fmla="*/ 33 w 33"/>
                <a:gd name="T73" fmla="*/ 0 h 30"/>
                <a:gd name="T74" fmla="*/ 33 w 33"/>
                <a:gd name="T75" fmla="*/ 0 h 30"/>
                <a:gd name="T76" fmla="*/ 33 w 33"/>
                <a:gd name="T77" fmla="*/ 0 h 30"/>
                <a:gd name="T78" fmla="*/ 33 w 33"/>
                <a:gd name="T79" fmla="*/ 0 h 30"/>
                <a:gd name="T80" fmla="*/ 33 w 33"/>
                <a:gd name="T81" fmla="*/ 0 h 30"/>
                <a:gd name="T82" fmla="*/ 33 w 33"/>
                <a:gd name="T83" fmla="*/ 0 h 30"/>
                <a:gd name="T84" fmla="*/ 33 w 33"/>
                <a:gd name="T85" fmla="*/ 0 h 30"/>
                <a:gd name="T86" fmla="*/ 33 w 33"/>
                <a:gd name="T87" fmla="*/ 0 h 30"/>
                <a:gd name="T88" fmla="*/ 33 w 33"/>
                <a:gd name="T8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3" h="30">
                  <a:moveTo>
                    <a:pt x="22" y="14"/>
                  </a:moveTo>
                  <a:cubicBezTo>
                    <a:pt x="15" y="21"/>
                    <a:pt x="8" y="26"/>
                    <a:pt x="0" y="30"/>
                  </a:cubicBezTo>
                  <a:cubicBezTo>
                    <a:pt x="8" y="26"/>
                    <a:pt x="15" y="21"/>
                    <a:pt x="21" y="15"/>
                  </a:cubicBezTo>
                  <a:cubicBezTo>
                    <a:pt x="22" y="15"/>
                    <a:pt x="22" y="14"/>
                    <a:pt x="22" y="14"/>
                  </a:cubicBezTo>
                  <a:cubicBezTo>
                    <a:pt x="22" y="14"/>
                    <a:pt x="22" y="14"/>
                    <a:pt x="22" y="14"/>
                  </a:cubicBezTo>
                  <a:cubicBezTo>
                    <a:pt x="22" y="14"/>
                    <a:pt x="22" y="14"/>
                    <a:pt x="22" y="14"/>
                  </a:cubicBezTo>
                  <a:moveTo>
                    <a:pt x="32" y="2"/>
                  </a:moveTo>
                  <a:cubicBezTo>
                    <a:pt x="29" y="6"/>
                    <a:pt x="26" y="10"/>
                    <a:pt x="22" y="14"/>
                  </a:cubicBezTo>
                  <a:cubicBezTo>
                    <a:pt x="26" y="10"/>
                    <a:pt x="29" y="6"/>
                    <a:pt x="32" y="2"/>
                  </a:cubicBezTo>
                  <a:moveTo>
                    <a:pt x="32" y="2"/>
                  </a:moveTo>
                  <a:cubicBezTo>
                    <a:pt x="32" y="2"/>
                    <a:pt x="32" y="2"/>
                    <a:pt x="32" y="2"/>
                  </a:cubicBezTo>
                  <a:cubicBezTo>
                    <a:pt x="32" y="2"/>
                    <a:pt x="32" y="2"/>
                    <a:pt x="32" y="2"/>
                  </a:cubicBezTo>
                  <a:moveTo>
                    <a:pt x="32" y="2"/>
                  </a:moveTo>
                  <a:cubicBezTo>
                    <a:pt x="32" y="2"/>
                    <a:pt x="32" y="2"/>
                    <a:pt x="32" y="2"/>
                  </a:cubicBezTo>
                  <a:cubicBezTo>
                    <a:pt x="32" y="2"/>
                    <a:pt x="32" y="2"/>
                    <a:pt x="32" y="2"/>
                  </a:cubicBezTo>
                  <a:moveTo>
                    <a:pt x="32" y="2"/>
                  </a:moveTo>
                  <a:cubicBezTo>
                    <a:pt x="32" y="2"/>
                    <a:pt x="32" y="2"/>
                    <a:pt x="32" y="2"/>
                  </a:cubicBezTo>
                  <a:cubicBezTo>
                    <a:pt x="32" y="2"/>
                    <a:pt x="32" y="2"/>
                    <a:pt x="32" y="2"/>
                  </a:cubicBezTo>
                  <a:moveTo>
                    <a:pt x="32" y="2"/>
                  </a:moveTo>
                  <a:cubicBezTo>
                    <a:pt x="32" y="2"/>
                    <a:pt x="32" y="2"/>
                    <a:pt x="32" y="2"/>
                  </a:cubicBezTo>
                  <a:cubicBezTo>
                    <a:pt x="32" y="2"/>
                    <a:pt x="32" y="2"/>
                    <a:pt x="32" y="2"/>
                  </a:cubicBezTo>
                  <a:moveTo>
                    <a:pt x="32" y="1"/>
                  </a:moveTo>
                  <a:cubicBezTo>
                    <a:pt x="32" y="1"/>
                    <a:pt x="32" y="1"/>
                    <a:pt x="32" y="1"/>
                  </a:cubicBezTo>
                  <a:cubicBezTo>
                    <a:pt x="32" y="1"/>
                    <a:pt x="32" y="1"/>
                    <a:pt x="32" y="1"/>
                  </a:cubicBezTo>
                  <a:moveTo>
                    <a:pt x="32" y="1"/>
                  </a:moveTo>
                  <a:cubicBezTo>
                    <a:pt x="32" y="1"/>
                    <a:pt x="32" y="1"/>
                    <a:pt x="32" y="1"/>
                  </a:cubicBezTo>
                  <a:cubicBezTo>
                    <a:pt x="32" y="1"/>
                    <a:pt x="32" y="1"/>
                    <a:pt x="32" y="1"/>
                  </a:cubicBezTo>
                  <a:moveTo>
                    <a:pt x="33" y="1"/>
                  </a:moveTo>
                  <a:cubicBezTo>
                    <a:pt x="33" y="1"/>
                    <a:pt x="33" y="1"/>
                    <a:pt x="33" y="1"/>
                  </a:cubicBezTo>
                  <a:cubicBezTo>
                    <a:pt x="33" y="1"/>
                    <a:pt x="33" y="1"/>
                    <a:pt x="33" y="1"/>
                  </a:cubicBezTo>
                  <a:moveTo>
                    <a:pt x="33" y="1"/>
                  </a:moveTo>
                  <a:cubicBezTo>
                    <a:pt x="33" y="1"/>
                    <a:pt x="33" y="1"/>
                    <a:pt x="33" y="1"/>
                  </a:cubicBezTo>
                  <a:cubicBezTo>
                    <a:pt x="33" y="1"/>
                    <a:pt x="33" y="1"/>
                    <a:pt x="33" y="1"/>
                  </a:cubicBezTo>
                  <a:moveTo>
                    <a:pt x="33" y="1"/>
                  </a:moveTo>
                  <a:cubicBezTo>
                    <a:pt x="33" y="1"/>
                    <a:pt x="33" y="1"/>
                    <a:pt x="33" y="1"/>
                  </a:cubicBezTo>
                  <a:cubicBezTo>
                    <a:pt x="33" y="1"/>
                    <a:pt x="33" y="1"/>
                    <a:pt x="33" y="1"/>
                  </a:cubicBezTo>
                  <a:moveTo>
                    <a:pt x="33" y="0"/>
                  </a:moveTo>
                  <a:cubicBezTo>
                    <a:pt x="33" y="0"/>
                    <a:pt x="33" y="0"/>
                    <a:pt x="33" y="0"/>
                  </a:cubicBezTo>
                  <a:cubicBezTo>
                    <a:pt x="33" y="0"/>
                    <a:pt x="33" y="0"/>
                    <a:pt x="33" y="0"/>
                  </a:cubicBezTo>
                  <a:moveTo>
                    <a:pt x="33" y="0"/>
                  </a:moveTo>
                  <a:cubicBezTo>
                    <a:pt x="33" y="0"/>
                    <a:pt x="33" y="0"/>
                    <a:pt x="33" y="0"/>
                  </a:cubicBezTo>
                  <a:cubicBezTo>
                    <a:pt x="33" y="0"/>
                    <a:pt x="33" y="0"/>
                    <a:pt x="33" y="0"/>
                  </a:cubicBezTo>
                  <a:moveTo>
                    <a:pt x="33" y="0"/>
                  </a:moveTo>
                  <a:cubicBezTo>
                    <a:pt x="33" y="0"/>
                    <a:pt x="33" y="0"/>
                    <a:pt x="33" y="0"/>
                  </a:cubicBezTo>
                  <a:cubicBezTo>
                    <a:pt x="33" y="0"/>
                    <a:pt x="33" y="0"/>
                    <a:pt x="33" y="0"/>
                  </a:cubicBezTo>
                </a:path>
              </a:pathLst>
            </a:custGeom>
            <a:solidFill>
              <a:srgbClr val="AC232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8" name="Freeform: Shape 92"/>
            <p:cNvSpPr/>
            <p:nvPr/>
          </p:nvSpPr>
          <p:spPr bwMode="auto">
            <a:xfrm>
              <a:off x="4110038" y="1976438"/>
              <a:ext cx="69850" cy="66675"/>
            </a:xfrm>
            <a:custGeom>
              <a:avLst/>
              <a:gdLst>
                <a:gd name="T0" fmla="*/ 43 w 43"/>
                <a:gd name="T1" fmla="*/ 0 h 42"/>
                <a:gd name="T2" fmla="*/ 0 w 43"/>
                <a:gd name="T3" fmla="*/ 42 h 42"/>
                <a:gd name="T4" fmla="*/ 4 w 43"/>
                <a:gd name="T5" fmla="*/ 41 h 42"/>
                <a:gd name="T6" fmla="*/ 26 w 43"/>
                <a:gd name="T7" fmla="*/ 25 h 42"/>
                <a:gd name="T8" fmla="*/ 26 w 43"/>
                <a:gd name="T9" fmla="*/ 25 h 42"/>
                <a:gd name="T10" fmla="*/ 26 w 43"/>
                <a:gd name="T11" fmla="*/ 25 h 42"/>
                <a:gd name="T12" fmla="*/ 36 w 43"/>
                <a:gd name="T13" fmla="*/ 13 h 42"/>
                <a:gd name="T14" fmla="*/ 36 w 43"/>
                <a:gd name="T15" fmla="*/ 13 h 42"/>
                <a:gd name="T16" fmla="*/ 36 w 43"/>
                <a:gd name="T17" fmla="*/ 13 h 42"/>
                <a:gd name="T18" fmla="*/ 36 w 43"/>
                <a:gd name="T19" fmla="*/ 13 h 42"/>
                <a:gd name="T20" fmla="*/ 36 w 43"/>
                <a:gd name="T21" fmla="*/ 13 h 42"/>
                <a:gd name="T22" fmla="*/ 36 w 43"/>
                <a:gd name="T23" fmla="*/ 13 h 42"/>
                <a:gd name="T24" fmla="*/ 36 w 43"/>
                <a:gd name="T25" fmla="*/ 13 h 42"/>
                <a:gd name="T26" fmla="*/ 36 w 43"/>
                <a:gd name="T27" fmla="*/ 13 h 42"/>
                <a:gd name="T28" fmla="*/ 36 w 43"/>
                <a:gd name="T29" fmla="*/ 13 h 42"/>
                <a:gd name="T30" fmla="*/ 36 w 43"/>
                <a:gd name="T31" fmla="*/ 12 h 42"/>
                <a:gd name="T32" fmla="*/ 36 w 43"/>
                <a:gd name="T33" fmla="*/ 12 h 42"/>
                <a:gd name="T34" fmla="*/ 36 w 43"/>
                <a:gd name="T35" fmla="*/ 12 h 42"/>
                <a:gd name="T36" fmla="*/ 36 w 43"/>
                <a:gd name="T37" fmla="*/ 12 h 42"/>
                <a:gd name="T38" fmla="*/ 37 w 43"/>
                <a:gd name="T39" fmla="*/ 12 h 42"/>
                <a:gd name="T40" fmla="*/ 37 w 43"/>
                <a:gd name="T41" fmla="*/ 12 h 42"/>
                <a:gd name="T42" fmla="*/ 37 w 43"/>
                <a:gd name="T43" fmla="*/ 12 h 42"/>
                <a:gd name="T44" fmla="*/ 37 w 43"/>
                <a:gd name="T45" fmla="*/ 12 h 42"/>
                <a:gd name="T46" fmla="*/ 37 w 43"/>
                <a:gd name="T47" fmla="*/ 12 h 42"/>
                <a:gd name="T48" fmla="*/ 37 w 43"/>
                <a:gd name="T49" fmla="*/ 12 h 42"/>
                <a:gd name="T50" fmla="*/ 37 w 43"/>
                <a:gd name="T51" fmla="*/ 11 h 42"/>
                <a:gd name="T52" fmla="*/ 37 w 43"/>
                <a:gd name="T53" fmla="*/ 11 h 42"/>
                <a:gd name="T54" fmla="*/ 37 w 43"/>
                <a:gd name="T55" fmla="*/ 11 h 42"/>
                <a:gd name="T56" fmla="*/ 37 w 43"/>
                <a:gd name="T57" fmla="*/ 11 h 42"/>
                <a:gd name="T58" fmla="*/ 37 w 43"/>
                <a:gd name="T59" fmla="*/ 11 h 42"/>
                <a:gd name="T60" fmla="*/ 37 w 43"/>
                <a:gd name="T61" fmla="*/ 11 h 42"/>
                <a:gd name="T62" fmla="*/ 43 w 43"/>
                <a:gd name="T6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 h="42">
                  <a:moveTo>
                    <a:pt x="43" y="0"/>
                  </a:moveTo>
                  <a:cubicBezTo>
                    <a:pt x="35" y="19"/>
                    <a:pt x="19" y="35"/>
                    <a:pt x="0" y="42"/>
                  </a:cubicBezTo>
                  <a:cubicBezTo>
                    <a:pt x="1" y="42"/>
                    <a:pt x="2" y="41"/>
                    <a:pt x="4" y="41"/>
                  </a:cubicBezTo>
                  <a:cubicBezTo>
                    <a:pt x="12" y="37"/>
                    <a:pt x="19" y="32"/>
                    <a:pt x="26" y="25"/>
                  </a:cubicBezTo>
                  <a:cubicBezTo>
                    <a:pt x="26" y="25"/>
                    <a:pt x="26" y="25"/>
                    <a:pt x="26" y="25"/>
                  </a:cubicBezTo>
                  <a:cubicBezTo>
                    <a:pt x="26" y="25"/>
                    <a:pt x="26" y="25"/>
                    <a:pt x="26" y="25"/>
                  </a:cubicBezTo>
                  <a:cubicBezTo>
                    <a:pt x="30" y="21"/>
                    <a:pt x="33" y="17"/>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2"/>
                  </a:cubicBezTo>
                  <a:cubicBezTo>
                    <a:pt x="36" y="12"/>
                    <a:pt x="36" y="12"/>
                    <a:pt x="36" y="12"/>
                  </a:cubicBezTo>
                  <a:cubicBezTo>
                    <a:pt x="36" y="12"/>
                    <a:pt x="36" y="12"/>
                    <a:pt x="36" y="12"/>
                  </a:cubicBezTo>
                  <a:cubicBezTo>
                    <a:pt x="36" y="12"/>
                    <a:pt x="36" y="12"/>
                    <a:pt x="36" y="12"/>
                  </a:cubicBezTo>
                  <a:cubicBezTo>
                    <a:pt x="37" y="12"/>
                    <a:pt x="37" y="12"/>
                    <a:pt x="37" y="12"/>
                  </a:cubicBezTo>
                  <a:cubicBezTo>
                    <a:pt x="37" y="12"/>
                    <a:pt x="37" y="12"/>
                    <a:pt x="37" y="12"/>
                  </a:cubicBezTo>
                  <a:cubicBezTo>
                    <a:pt x="37" y="12"/>
                    <a:pt x="37" y="12"/>
                    <a:pt x="37" y="12"/>
                  </a:cubicBezTo>
                  <a:cubicBezTo>
                    <a:pt x="37" y="12"/>
                    <a:pt x="37" y="12"/>
                    <a:pt x="37" y="12"/>
                  </a:cubicBezTo>
                  <a:cubicBezTo>
                    <a:pt x="37" y="12"/>
                    <a:pt x="37" y="12"/>
                    <a:pt x="37" y="12"/>
                  </a:cubicBezTo>
                  <a:cubicBezTo>
                    <a:pt x="37" y="12"/>
                    <a:pt x="37" y="12"/>
                    <a:pt x="37" y="12"/>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7" y="11"/>
                    <a:pt x="37" y="11"/>
                  </a:cubicBezTo>
                  <a:cubicBezTo>
                    <a:pt x="39" y="7"/>
                    <a:pt x="41" y="4"/>
                    <a:pt x="43" y="0"/>
                  </a:cubicBezTo>
                </a:path>
              </a:pathLst>
            </a:custGeom>
            <a:solidFill>
              <a:srgbClr val="B6B6B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9" name="Freeform: Shape 93"/>
            <p:cNvSpPr/>
            <p:nvPr/>
          </p:nvSpPr>
          <p:spPr bwMode="auto">
            <a:xfrm>
              <a:off x="3981450" y="2043113"/>
              <a:ext cx="14288" cy="15875"/>
            </a:xfrm>
            <a:custGeom>
              <a:avLst/>
              <a:gdLst>
                <a:gd name="T0" fmla="*/ 5 w 9"/>
                <a:gd name="T1" fmla="*/ 10 h 10"/>
                <a:gd name="T2" fmla="*/ 5 w 9"/>
                <a:gd name="T3" fmla="*/ 10 h 10"/>
                <a:gd name="T4" fmla="*/ 5 w 9"/>
                <a:gd name="T5" fmla="*/ 10 h 10"/>
                <a:gd name="T6" fmla="*/ 5 w 9"/>
                <a:gd name="T7" fmla="*/ 10 h 10"/>
                <a:gd name="T8" fmla="*/ 2 w 9"/>
                <a:gd name="T9" fmla="*/ 10 h 10"/>
                <a:gd name="T10" fmla="*/ 2 w 9"/>
                <a:gd name="T11" fmla="*/ 10 h 10"/>
                <a:gd name="T12" fmla="*/ 2 w 9"/>
                <a:gd name="T13" fmla="*/ 10 h 10"/>
                <a:gd name="T14" fmla="*/ 9 w 9"/>
                <a:gd name="T15" fmla="*/ 8 h 10"/>
                <a:gd name="T16" fmla="*/ 5 w 9"/>
                <a:gd name="T17" fmla="*/ 10 h 10"/>
                <a:gd name="T18" fmla="*/ 9 w 9"/>
                <a:gd name="T19" fmla="*/ 8 h 10"/>
                <a:gd name="T20" fmla="*/ 9 w 9"/>
                <a:gd name="T21" fmla="*/ 8 h 10"/>
                <a:gd name="T22" fmla="*/ 9 w 9"/>
                <a:gd name="T23" fmla="*/ 8 h 10"/>
                <a:gd name="T24" fmla="*/ 9 w 9"/>
                <a:gd name="T25" fmla="*/ 8 h 10"/>
                <a:gd name="T26" fmla="*/ 9 w 9"/>
                <a:gd name="T27" fmla="*/ 8 h 10"/>
                <a:gd name="T28" fmla="*/ 9 w 9"/>
                <a:gd name="T29" fmla="*/ 8 h 10"/>
                <a:gd name="T30" fmla="*/ 9 w 9"/>
                <a:gd name="T31" fmla="*/ 8 h 10"/>
                <a:gd name="T32" fmla="*/ 7 w 9"/>
                <a:gd name="T33" fmla="*/ 0 h 10"/>
                <a:gd name="T34" fmla="*/ 7 w 9"/>
                <a:gd name="T35" fmla="*/ 0 h 10"/>
                <a:gd name="T36" fmla="*/ 7 w 9"/>
                <a:gd name="T37" fmla="*/ 0 h 10"/>
                <a:gd name="T38" fmla="*/ 7 w 9"/>
                <a:gd name="T39" fmla="*/ 0 h 10"/>
                <a:gd name="T40" fmla="*/ 7 w 9"/>
                <a:gd name="T41" fmla="*/ 0 h 10"/>
                <a:gd name="T42" fmla="*/ 5 w 9"/>
                <a:gd name="T43" fmla="*/ 0 h 10"/>
                <a:gd name="T44" fmla="*/ 5 w 9"/>
                <a:gd name="T45" fmla="*/ 0 h 10"/>
                <a:gd name="T46" fmla="*/ 0 w 9"/>
                <a:gd name="T47" fmla="*/ 2 h 10"/>
                <a:gd name="T48" fmla="*/ 0 w 9"/>
                <a:gd name="T49" fmla="*/ 5 h 10"/>
                <a:gd name="T50" fmla="*/ 0 w 9"/>
                <a:gd name="T51" fmla="*/ 5 h 10"/>
                <a:gd name="T52" fmla="*/ 0 w 9"/>
                <a:gd name="T53" fmla="*/ 2 h 10"/>
                <a:gd name="T54" fmla="*/ 5 w 9"/>
                <a:gd name="T55" fmla="*/ 0 h 10"/>
                <a:gd name="T56" fmla="*/ 5 w 9"/>
                <a:gd name="T57" fmla="*/ 0 h 10"/>
                <a:gd name="T58" fmla="*/ 5 w 9"/>
                <a:gd name="T59" fmla="*/ 0 h 10"/>
                <a:gd name="T60" fmla="*/ 5 w 9"/>
                <a:gd name="T61" fmla="*/ 0 h 10"/>
                <a:gd name="T62" fmla="*/ 5 w 9"/>
                <a:gd name="T63" fmla="*/ 0 h 10"/>
                <a:gd name="T64" fmla="*/ 5 w 9"/>
                <a:gd name="T65" fmla="*/ 0 h 10"/>
                <a:gd name="T66" fmla="*/ 5 w 9"/>
                <a:gd name="T6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 h="10">
                  <a:moveTo>
                    <a:pt x="5" y="10"/>
                  </a:moveTo>
                  <a:cubicBezTo>
                    <a:pt x="5" y="10"/>
                    <a:pt x="5" y="10"/>
                    <a:pt x="5" y="10"/>
                  </a:cubicBezTo>
                  <a:cubicBezTo>
                    <a:pt x="5" y="10"/>
                    <a:pt x="5" y="10"/>
                    <a:pt x="5" y="10"/>
                  </a:cubicBezTo>
                  <a:cubicBezTo>
                    <a:pt x="5" y="10"/>
                    <a:pt x="5" y="10"/>
                    <a:pt x="5" y="10"/>
                  </a:cubicBezTo>
                  <a:moveTo>
                    <a:pt x="2" y="10"/>
                  </a:moveTo>
                  <a:cubicBezTo>
                    <a:pt x="2" y="10"/>
                    <a:pt x="2" y="10"/>
                    <a:pt x="2" y="10"/>
                  </a:cubicBezTo>
                  <a:cubicBezTo>
                    <a:pt x="2" y="10"/>
                    <a:pt x="2" y="10"/>
                    <a:pt x="2" y="10"/>
                  </a:cubicBezTo>
                  <a:moveTo>
                    <a:pt x="9" y="8"/>
                  </a:moveTo>
                  <a:cubicBezTo>
                    <a:pt x="8" y="9"/>
                    <a:pt x="7" y="10"/>
                    <a:pt x="5" y="10"/>
                  </a:cubicBezTo>
                  <a:cubicBezTo>
                    <a:pt x="7" y="10"/>
                    <a:pt x="8" y="9"/>
                    <a:pt x="9" y="8"/>
                  </a:cubicBezTo>
                  <a:moveTo>
                    <a:pt x="9" y="8"/>
                  </a:moveTo>
                  <a:cubicBezTo>
                    <a:pt x="9" y="8"/>
                    <a:pt x="9" y="8"/>
                    <a:pt x="9" y="8"/>
                  </a:cubicBezTo>
                  <a:cubicBezTo>
                    <a:pt x="9" y="8"/>
                    <a:pt x="9" y="8"/>
                    <a:pt x="9" y="8"/>
                  </a:cubicBezTo>
                  <a:moveTo>
                    <a:pt x="9" y="8"/>
                  </a:moveTo>
                  <a:cubicBezTo>
                    <a:pt x="9" y="8"/>
                    <a:pt x="9" y="8"/>
                    <a:pt x="9" y="8"/>
                  </a:cubicBezTo>
                  <a:cubicBezTo>
                    <a:pt x="9" y="8"/>
                    <a:pt x="9" y="8"/>
                    <a:pt x="9" y="8"/>
                  </a:cubicBezTo>
                  <a:moveTo>
                    <a:pt x="7" y="0"/>
                  </a:moveTo>
                  <a:cubicBezTo>
                    <a:pt x="7" y="0"/>
                    <a:pt x="7" y="0"/>
                    <a:pt x="7" y="0"/>
                  </a:cubicBezTo>
                  <a:cubicBezTo>
                    <a:pt x="7" y="0"/>
                    <a:pt x="7" y="0"/>
                    <a:pt x="7" y="0"/>
                  </a:cubicBezTo>
                  <a:cubicBezTo>
                    <a:pt x="7" y="0"/>
                    <a:pt x="7" y="0"/>
                    <a:pt x="7" y="0"/>
                  </a:cubicBezTo>
                  <a:cubicBezTo>
                    <a:pt x="7" y="0"/>
                    <a:pt x="7" y="0"/>
                    <a:pt x="7" y="0"/>
                  </a:cubicBezTo>
                  <a:moveTo>
                    <a:pt x="5" y="0"/>
                  </a:moveTo>
                  <a:cubicBezTo>
                    <a:pt x="5" y="0"/>
                    <a:pt x="5" y="0"/>
                    <a:pt x="5" y="0"/>
                  </a:cubicBezTo>
                  <a:cubicBezTo>
                    <a:pt x="3" y="0"/>
                    <a:pt x="1" y="1"/>
                    <a:pt x="0" y="2"/>
                  </a:cubicBezTo>
                  <a:cubicBezTo>
                    <a:pt x="0" y="3"/>
                    <a:pt x="0" y="4"/>
                    <a:pt x="0" y="5"/>
                  </a:cubicBezTo>
                  <a:cubicBezTo>
                    <a:pt x="0" y="5"/>
                    <a:pt x="0" y="5"/>
                    <a:pt x="0" y="5"/>
                  </a:cubicBezTo>
                  <a:cubicBezTo>
                    <a:pt x="0" y="4"/>
                    <a:pt x="0" y="3"/>
                    <a:pt x="0" y="2"/>
                  </a:cubicBezTo>
                  <a:cubicBezTo>
                    <a:pt x="1" y="1"/>
                    <a:pt x="3"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10" name="Freeform: Shape 94"/>
            <p:cNvSpPr/>
            <p:nvPr/>
          </p:nvSpPr>
          <p:spPr bwMode="auto">
            <a:xfrm>
              <a:off x="3981450" y="2043113"/>
              <a:ext cx="15875" cy="15875"/>
            </a:xfrm>
            <a:custGeom>
              <a:avLst/>
              <a:gdLst>
                <a:gd name="T0" fmla="*/ 5 w 10"/>
                <a:gd name="T1" fmla="*/ 0 h 10"/>
                <a:gd name="T2" fmla="*/ 5 w 10"/>
                <a:gd name="T3" fmla="*/ 0 h 10"/>
                <a:gd name="T4" fmla="*/ 0 w 10"/>
                <a:gd name="T5" fmla="*/ 2 h 10"/>
                <a:gd name="T6" fmla="*/ 0 w 10"/>
                <a:gd name="T7" fmla="*/ 5 h 10"/>
                <a:gd name="T8" fmla="*/ 2 w 10"/>
                <a:gd name="T9" fmla="*/ 10 h 10"/>
                <a:gd name="T10" fmla="*/ 2 w 10"/>
                <a:gd name="T11" fmla="*/ 10 h 10"/>
                <a:gd name="T12" fmla="*/ 2 w 10"/>
                <a:gd name="T13" fmla="*/ 10 h 10"/>
                <a:gd name="T14" fmla="*/ 2 w 10"/>
                <a:gd name="T15" fmla="*/ 10 h 10"/>
                <a:gd name="T16" fmla="*/ 2 w 10"/>
                <a:gd name="T17" fmla="*/ 10 h 10"/>
                <a:gd name="T18" fmla="*/ 5 w 10"/>
                <a:gd name="T19" fmla="*/ 10 h 10"/>
                <a:gd name="T20" fmla="*/ 5 w 10"/>
                <a:gd name="T21" fmla="*/ 10 h 10"/>
                <a:gd name="T22" fmla="*/ 5 w 10"/>
                <a:gd name="T23" fmla="*/ 10 h 10"/>
                <a:gd name="T24" fmla="*/ 5 w 10"/>
                <a:gd name="T25" fmla="*/ 10 h 10"/>
                <a:gd name="T26" fmla="*/ 5 w 10"/>
                <a:gd name="T27" fmla="*/ 10 h 10"/>
                <a:gd name="T28" fmla="*/ 5 w 10"/>
                <a:gd name="T29" fmla="*/ 10 h 10"/>
                <a:gd name="T30" fmla="*/ 9 w 10"/>
                <a:gd name="T31" fmla="*/ 8 h 10"/>
                <a:gd name="T32" fmla="*/ 9 w 10"/>
                <a:gd name="T33" fmla="*/ 8 h 10"/>
                <a:gd name="T34" fmla="*/ 9 w 10"/>
                <a:gd name="T35" fmla="*/ 8 h 10"/>
                <a:gd name="T36" fmla="*/ 9 w 10"/>
                <a:gd name="T37" fmla="*/ 8 h 10"/>
                <a:gd name="T38" fmla="*/ 9 w 10"/>
                <a:gd name="T39" fmla="*/ 8 h 10"/>
                <a:gd name="T40" fmla="*/ 9 w 10"/>
                <a:gd name="T41" fmla="*/ 8 h 10"/>
                <a:gd name="T42" fmla="*/ 9 w 10"/>
                <a:gd name="T43" fmla="*/ 8 h 10"/>
                <a:gd name="T44" fmla="*/ 9 w 10"/>
                <a:gd name="T45" fmla="*/ 8 h 10"/>
                <a:gd name="T46" fmla="*/ 9 w 10"/>
                <a:gd name="T47" fmla="*/ 8 h 10"/>
                <a:gd name="T48" fmla="*/ 9 w 10"/>
                <a:gd name="T49" fmla="*/ 8 h 10"/>
                <a:gd name="T50" fmla="*/ 9 w 10"/>
                <a:gd name="T51" fmla="*/ 8 h 10"/>
                <a:gd name="T52" fmla="*/ 10 w 10"/>
                <a:gd name="T53" fmla="*/ 5 h 10"/>
                <a:gd name="T54" fmla="*/ 8 w 10"/>
                <a:gd name="T55" fmla="*/ 1 h 10"/>
                <a:gd name="T56" fmla="*/ 8 w 10"/>
                <a:gd name="T57" fmla="*/ 1 h 10"/>
                <a:gd name="T58" fmla="*/ 7 w 10"/>
                <a:gd name="T59" fmla="*/ 0 h 10"/>
                <a:gd name="T60" fmla="*/ 7 w 10"/>
                <a:gd name="T61" fmla="*/ 0 h 10"/>
                <a:gd name="T62" fmla="*/ 5 w 10"/>
                <a:gd name="T63" fmla="*/ 0 h 10"/>
                <a:gd name="T64" fmla="*/ 5 w 10"/>
                <a:gd name="T6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10">
                  <a:moveTo>
                    <a:pt x="5" y="0"/>
                  </a:moveTo>
                  <a:cubicBezTo>
                    <a:pt x="5" y="0"/>
                    <a:pt x="5" y="0"/>
                    <a:pt x="5" y="0"/>
                  </a:cubicBezTo>
                  <a:cubicBezTo>
                    <a:pt x="3" y="0"/>
                    <a:pt x="1" y="1"/>
                    <a:pt x="0" y="2"/>
                  </a:cubicBezTo>
                  <a:cubicBezTo>
                    <a:pt x="0" y="3"/>
                    <a:pt x="0" y="4"/>
                    <a:pt x="0" y="5"/>
                  </a:cubicBezTo>
                  <a:cubicBezTo>
                    <a:pt x="0" y="7"/>
                    <a:pt x="1" y="9"/>
                    <a:pt x="2" y="10"/>
                  </a:cubicBezTo>
                  <a:cubicBezTo>
                    <a:pt x="2" y="10"/>
                    <a:pt x="2" y="10"/>
                    <a:pt x="2" y="10"/>
                  </a:cubicBezTo>
                  <a:cubicBezTo>
                    <a:pt x="2" y="10"/>
                    <a:pt x="2" y="10"/>
                    <a:pt x="2" y="10"/>
                  </a:cubicBezTo>
                  <a:cubicBezTo>
                    <a:pt x="2" y="10"/>
                    <a:pt x="2" y="10"/>
                    <a:pt x="2" y="10"/>
                  </a:cubicBezTo>
                  <a:cubicBezTo>
                    <a:pt x="2" y="10"/>
                    <a:pt x="2" y="10"/>
                    <a:pt x="2" y="10"/>
                  </a:cubicBezTo>
                  <a:cubicBezTo>
                    <a:pt x="3" y="10"/>
                    <a:pt x="4"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7" y="10"/>
                    <a:pt x="8" y="9"/>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10" y="7"/>
                    <a:pt x="10" y="6"/>
                    <a:pt x="10" y="5"/>
                  </a:cubicBezTo>
                  <a:cubicBezTo>
                    <a:pt x="10" y="3"/>
                    <a:pt x="9" y="1"/>
                    <a:pt x="8" y="1"/>
                  </a:cubicBezTo>
                  <a:cubicBezTo>
                    <a:pt x="8" y="1"/>
                    <a:pt x="8" y="1"/>
                    <a:pt x="8" y="1"/>
                  </a:cubicBezTo>
                  <a:cubicBezTo>
                    <a:pt x="8" y="0"/>
                    <a:pt x="8" y="0"/>
                    <a:pt x="7" y="0"/>
                  </a:cubicBezTo>
                  <a:cubicBezTo>
                    <a:pt x="7" y="0"/>
                    <a:pt x="7" y="0"/>
                    <a:pt x="7" y="0"/>
                  </a:cubicBezTo>
                  <a:cubicBezTo>
                    <a:pt x="7" y="0"/>
                    <a:pt x="6" y="0"/>
                    <a:pt x="5" y="0"/>
                  </a:cubicBezTo>
                  <a:cubicBezTo>
                    <a:pt x="5" y="0"/>
                    <a:pt x="5" y="0"/>
                    <a:pt x="5" y="0"/>
                  </a:cubicBezTo>
                </a:path>
              </a:pathLst>
            </a:custGeom>
            <a:solidFill>
              <a:schemeClr val="accent4"/>
            </a:solidFill>
            <a:ln>
              <a:noFill/>
            </a:ln>
          </p:spPr>
          <p:txBody>
            <a:bodyPr anchor="ctr"/>
            <a:p>
              <a:pPr algn="ctr"/>
            </a:p>
          </p:txBody>
        </p:sp>
        <p:sp>
          <p:nvSpPr>
            <p:cNvPr id="111" name="Freeform: Shape 95"/>
            <p:cNvSpPr/>
            <p:nvPr/>
          </p:nvSpPr>
          <p:spPr bwMode="auto">
            <a:xfrm>
              <a:off x="4014788" y="2057401"/>
              <a:ext cx="17463" cy="17463"/>
            </a:xfrm>
            <a:custGeom>
              <a:avLst/>
              <a:gdLst>
                <a:gd name="T0" fmla="*/ 6 w 11"/>
                <a:gd name="T1" fmla="*/ 10 h 10"/>
                <a:gd name="T2" fmla="*/ 6 w 11"/>
                <a:gd name="T3" fmla="*/ 10 h 10"/>
                <a:gd name="T4" fmla="*/ 6 w 11"/>
                <a:gd name="T5" fmla="*/ 10 h 10"/>
                <a:gd name="T6" fmla="*/ 6 w 11"/>
                <a:gd name="T7" fmla="*/ 10 h 10"/>
                <a:gd name="T8" fmla="*/ 11 w 11"/>
                <a:gd name="T9" fmla="*/ 7 h 10"/>
                <a:gd name="T10" fmla="*/ 6 w 11"/>
                <a:gd name="T11" fmla="*/ 10 h 10"/>
                <a:gd name="T12" fmla="*/ 11 w 11"/>
                <a:gd name="T13" fmla="*/ 7 h 10"/>
                <a:gd name="T14" fmla="*/ 1 w 11"/>
                <a:gd name="T15" fmla="*/ 4 h 10"/>
                <a:gd name="T16" fmla="*/ 1 w 11"/>
                <a:gd name="T17" fmla="*/ 4 h 10"/>
                <a:gd name="T18" fmla="*/ 1 w 11"/>
                <a:gd name="T19" fmla="*/ 4 h 10"/>
                <a:gd name="T20" fmla="*/ 0 w 11"/>
                <a:gd name="T21" fmla="*/ 5 h 10"/>
                <a:gd name="T22" fmla="*/ 0 w 11"/>
                <a:gd name="T23" fmla="*/ 5 h 10"/>
                <a:gd name="T24" fmla="*/ 1 w 11"/>
                <a:gd name="T25" fmla="*/ 4 h 10"/>
                <a:gd name="T26" fmla="*/ 1 w 11"/>
                <a:gd name="T27" fmla="*/ 4 h 10"/>
                <a:gd name="T28" fmla="*/ 6 w 11"/>
                <a:gd name="T29" fmla="*/ 0 h 10"/>
                <a:gd name="T30" fmla="*/ 6 w 11"/>
                <a:gd name="T31" fmla="*/ 0 h 10"/>
                <a:gd name="T32" fmla="*/ 1 w 11"/>
                <a:gd name="T33" fmla="*/ 4 h 10"/>
                <a:gd name="T34" fmla="*/ 1 w 11"/>
                <a:gd name="T35" fmla="*/ 4 h 10"/>
                <a:gd name="T36" fmla="*/ 6 w 11"/>
                <a:gd name="T37" fmla="*/ 0 h 10"/>
                <a:gd name="T38" fmla="*/ 6 w 11"/>
                <a:gd name="T39" fmla="*/ 0 h 10"/>
                <a:gd name="T40" fmla="*/ 6 w 11"/>
                <a:gd name="T41" fmla="*/ 0 h 10"/>
                <a:gd name="T42" fmla="*/ 6 w 11"/>
                <a:gd name="T43" fmla="*/ 0 h 10"/>
                <a:gd name="T44" fmla="*/ 6 w 11"/>
                <a:gd name="T45" fmla="*/ 0 h 10"/>
                <a:gd name="T46" fmla="*/ 6 w 11"/>
                <a:gd name="T47" fmla="*/ 0 h 10"/>
                <a:gd name="T48" fmla="*/ 6 w 11"/>
                <a:gd name="T4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 h="10">
                  <a:moveTo>
                    <a:pt x="6" y="10"/>
                  </a:moveTo>
                  <a:cubicBezTo>
                    <a:pt x="6" y="10"/>
                    <a:pt x="6" y="10"/>
                    <a:pt x="6" y="10"/>
                  </a:cubicBezTo>
                  <a:cubicBezTo>
                    <a:pt x="6" y="10"/>
                    <a:pt x="6" y="10"/>
                    <a:pt x="6" y="10"/>
                  </a:cubicBezTo>
                  <a:cubicBezTo>
                    <a:pt x="6" y="10"/>
                    <a:pt x="6" y="10"/>
                    <a:pt x="6" y="10"/>
                  </a:cubicBezTo>
                  <a:moveTo>
                    <a:pt x="11" y="7"/>
                  </a:moveTo>
                  <a:cubicBezTo>
                    <a:pt x="10" y="9"/>
                    <a:pt x="8" y="10"/>
                    <a:pt x="6" y="10"/>
                  </a:cubicBezTo>
                  <a:cubicBezTo>
                    <a:pt x="8" y="10"/>
                    <a:pt x="10" y="9"/>
                    <a:pt x="11" y="7"/>
                  </a:cubicBezTo>
                  <a:moveTo>
                    <a:pt x="1" y="4"/>
                  </a:moveTo>
                  <a:cubicBezTo>
                    <a:pt x="1" y="4"/>
                    <a:pt x="1" y="4"/>
                    <a:pt x="1" y="4"/>
                  </a:cubicBezTo>
                  <a:cubicBezTo>
                    <a:pt x="1" y="4"/>
                    <a:pt x="1" y="4"/>
                    <a:pt x="1" y="4"/>
                  </a:cubicBezTo>
                  <a:cubicBezTo>
                    <a:pt x="0" y="4"/>
                    <a:pt x="0" y="5"/>
                    <a:pt x="0" y="5"/>
                  </a:cubicBezTo>
                  <a:cubicBezTo>
                    <a:pt x="0" y="5"/>
                    <a:pt x="0" y="5"/>
                    <a:pt x="0" y="5"/>
                  </a:cubicBezTo>
                  <a:cubicBezTo>
                    <a:pt x="0" y="5"/>
                    <a:pt x="0" y="4"/>
                    <a:pt x="1" y="4"/>
                  </a:cubicBezTo>
                  <a:cubicBezTo>
                    <a:pt x="1" y="4"/>
                    <a:pt x="1" y="4"/>
                    <a:pt x="1" y="4"/>
                  </a:cubicBezTo>
                  <a:moveTo>
                    <a:pt x="6" y="0"/>
                  </a:moveTo>
                  <a:cubicBezTo>
                    <a:pt x="6" y="0"/>
                    <a:pt x="6" y="0"/>
                    <a:pt x="6" y="0"/>
                  </a:cubicBezTo>
                  <a:cubicBezTo>
                    <a:pt x="3" y="0"/>
                    <a:pt x="1" y="1"/>
                    <a:pt x="1" y="4"/>
                  </a:cubicBezTo>
                  <a:cubicBezTo>
                    <a:pt x="1" y="4"/>
                    <a:pt x="1" y="4"/>
                    <a:pt x="1" y="4"/>
                  </a:cubicBezTo>
                  <a:cubicBezTo>
                    <a:pt x="1" y="1"/>
                    <a:pt x="3" y="0"/>
                    <a:pt x="6" y="0"/>
                  </a:cubicBezTo>
                  <a:moveTo>
                    <a:pt x="6" y="0"/>
                  </a:moveTo>
                  <a:cubicBezTo>
                    <a:pt x="6" y="0"/>
                    <a:pt x="6" y="0"/>
                    <a:pt x="6" y="0"/>
                  </a:cubicBezTo>
                  <a:cubicBezTo>
                    <a:pt x="6" y="0"/>
                    <a:pt x="6" y="0"/>
                    <a:pt x="6" y="0"/>
                  </a:cubicBezTo>
                  <a:cubicBezTo>
                    <a:pt x="6" y="0"/>
                    <a:pt x="6" y="0"/>
                    <a:pt x="6" y="0"/>
                  </a:cubicBezTo>
                  <a:cubicBezTo>
                    <a:pt x="6" y="0"/>
                    <a:pt x="6" y="0"/>
                    <a:pt x="6" y="0"/>
                  </a:cubicBezTo>
                  <a:cubicBezTo>
                    <a:pt x="6" y="0"/>
                    <a:pt x="6" y="0"/>
                    <a:pt x="6" y="0"/>
                  </a:cubicBezTo>
                </a:path>
              </a:pathLst>
            </a:custGeom>
            <a:solidFill>
              <a:schemeClr val="accent4"/>
            </a:solidFill>
            <a:ln>
              <a:noFill/>
            </a:ln>
          </p:spPr>
          <p:txBody>
            <a:bodyPr anchor="ctr"/>
            <a:p>
              <a:pPr algn="ctr"/>
            </a:p>
          </p:txBody>
        </p:sp>
        <p:sp>
          <p:nvSpPr>
            <p:cNvPr id="112" name="Freeform: Shape 96"/>
            <p:cNvSpPr/>
            <p:nvPr/>
          </p:nvSpPr>
          <p:spPr bwMode="auto">
            <a:xfrm>
              <a:off x="4014788" y="2057401"/>
              <a:ext cx="17463" cy="17463"/>
            </a:xfrm>
            <a:custGeom>
              <a:avLst/>
              <a:gdLst>
                <a:gd name="T0" fmla="*/ 6 w 11"/>
                <a:gd name="T1" fmla="*/ 0 h 10"/>
                <a:gd name="T2" fmla="*/ 6 w 11"/>
                <a:gd name="T3" fmla="*/ 0 h 10"/>
                <a:gd name="T4" fmla="*/ 1 w 11"/>
                <a:gd name="T5" fmla="*/ 4 h 10"/>
                <a:gd name="T6" fmla="*/ 1 w 11"/>
                <a:gd name="T7" fmla="*/ 4 h 10"/>
                <a:gd name="T8" fmla="*/ 1 w 11"/>
                <a:gd name="T9" fmla="*/ 4 h 10"/>
                <a:gd name="T10" fmla="*/ 0 w 11"/>
                <a:gd name="T11" fmla="*/ 5 h 10"/>
                <a:gd name="T12" fmla="*/ 4 w 11"/>
                <a:gd name="T13" fmla="*/ 10 h 10"/>
                <a:gd name="T14" fmla="*/ 6 w 11"/>
                <a:gd name="T15" fmla="*/ 10 h 10"/>
                <a:gd name="T16" fmla="*/ 6 w 11"/>
                <a:gd name="T17" fmla="*/ 10 h 10"/>
                <a:gd name="T18" fmla="*/ 6 w 11"/>
                <a:gd name="T19" fmla="*/ 10 h 10"/>
                <a:gd name="T20" fmla="*/ 6 w 11"/>
                <a:gd name="T21" fmla="*/ 10 h 10"/>
                <a:gd name="T22" fmla="*/ 6 w 11"/>
                <a:gd name="T23" fmla="*/ 10 h 10"/>
                <a:gd name="T24" fmla="*/ 6 w 11"/>
                <a:gd name="T25" fmla="*/ 10 h 10"/>
                <a:gd name="T26" fmla="*/ 11 w 11"/>
                <a:gd name="T27" fmla="*/ 7 h 10"/>
                <a:gd name="T28" fmla="*/ 11 w 11"/>
                <a:gd name="T29" fmla="*/ 7 h 10"/>
                <a:gd name="T30" fmla="*/ 11 w 11"/>
                <a:gd name="T31" fmla="*/ 6 h 10"/>
                <a:gd name="T32" fmla="*/ 11 w 11"/>
                <a:gd name="T33" fmla="*/ 5 h 10"/>
                <a:gd name="T34" fmla="*/ 7 w 11"/>
                <a:gd name="T35" fmla="*/ 0 h 10"/>
                <a:gd name="T36" fmla="*/ 7 w 11"/>
                <a:gd name="T37" fmla="*/ 0 h 10"/>
                <a:gd name="T38" fmla="*/ 6 w 11"/>
                <a:gd name="T39" fmla="*/ 0 h 10"/>
                <a:gd name="T40" fmla="*/ 6 w 11"/>
                <a:gd name="T4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0"/>
                  </a:moveTo>
                  <a:cubicBezTo>
                    <a:pt x="6" y="0"/>
                    <a:pt x="6" y="0"/>
                    <a:pt x="6" y="0"/>
                  </a:cubicBezTo>
                  <a:cubicBezTo>
                    <a:pt x="3" y="0"/>
                    <a:pt x="1" y="1"/>
                    <a:pt x="1" y="4"/>
                  </a:cubicBezTo>
                  <a:cubicBezTo>
                    <a:pt x="1" y="4"/>
                    <a:pt x="1" y="4"/>
                    <a:pt x="1" y="4"/>
                  </a:cubicBezTo>
                  <a:cubicBezTo>
                    <a:pt x="1" y="4"/>
                    <a:pt x="1" y="4"/>
                    <a:pt x="1" y="4"/>
                  </a:cubicBezTo>
                  <a:cubicBezTo>
                    <a:pt x="0" y="4"/>
                    <a:pt x="0" y="5"/>
                    <a:pt x="0" y="5"/>
                  </a:cubicBezTo>
                  <a:cubicBezTo>
                    <a:pt x="0" y="7"/>
                    <a:pt x="2" y="10"/>
                    <a:pt x="4" y="10"/>
                  </a:cubicBezTo>
                  <a:cubicBezTo>
                    <a:pt x="5" y="10"/>
                    <a:pt x="5"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8" y="10"/>
                    <a:pt x="10" y="9"/>
                    <a:pt x="11" y="7"/>
                  </a:cubicBezTo>
                  <a:cubicBezTo>
                    <a:pt x="11" y="7"/>
                    <a:pt x="11" y="7"/>
                    <a:pt x="11" y="7"/>
                  </a:cubicBezTo>
                  <a:cubicBezTo>
                    <a:pt x="11" y="7"/>
                    <a:pt x="11" y="7"/>
                    <a:pt x="11" y="6"/>
                  </a:cubicBezTo>
                  <a:cubicBezTo>
                    <a:pt x="11" y="6"/>
                    <a:pt x="11" y="6"/>
                    <a:pt x="11" y="5"/>
                  </a:cubicBezTo>
                  <a:cubicBezTo>
                    <a:pt x="11" y="3"/>
                    <a:pt x="9" y="1"/>
                    <a:pt x="7" y="0"/>
                  </a:cubicBezTo>
                  <a:cubicBezTo>
                    <a:pt x="7" y="0"/>
                    <a:pt x="7" y="0"/>
                    <a:pt x="7" y="0"/>
                  </a:cubicBezTo>
                  <a:cubicBezTo>
                    <a:pt x="7" y="0"/>
                    <a:pt x="6" y="0"/>
                    <a:pt x="6" y="0"/>
                  </a:cubicBezTo>
                  <a:cubicBezTo>
                    <a:pt x="6" y="0"/>
                    <a:pt x="6" y="0"/>
                    <a:pt x="6" y="0"/>
                  </a:cubicBezTo>
                </a:path>
              </a:pathLst>
            </a:custGeom>
            <a:solidFill>
              <a:schemeClr val="accent4"/>
            </a:solidFill>
            <a:ln>
              <a:noFill/>
            </a:ln>
          </p:spPr>
          <p:txBody>
            <a:bodyPr anchor="ctr"/>
            <a:p>
              <a:pPr algn="ctr"/>
            </a:p>
          </p:txBody>
        </p:sp>
        <p:sp>
          <p:nvSpPr>
            <p:cNvPr id="113" name="Freeform: Shape 97"/>
            <p:cNvSpPr/>
            <p:nvPr/>
          </p:nvSpPr>
          <p:spPr bwMode="auto">
            <a:xfrm>
              <a:off x="4062413" y="2079626"/>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chemeClr val="accent4"/>
            </a:solidFill>
            <a:ln>
              <a:noFill/>
            </a:ln>
          </p:spPr>
          <p:txBody>
            <a:bodyPr anchor="ctr"/>
            <a:p>
              <a:pPr algn="ctr"/>
            </a:p>
          </p:txBody>
        </p:sp>
        <p:sp>
          <p:nvSpPr>
            <p:cNvPr id="114" name="Freeform: Shape 98"/>
            <p:cNvSpPr/>
            <p:nvPr/>
          </p:nvSpPr>
          <p:spPr bwMode="auto">
            <a:xfrm>
              <a:off x="4054475" y="2062163"/>
              <a:ext cx="15875" cy="17463"/>
            </a:xfrm>
            <a:custGeom>
              <a:avLst/>
              <a:gdLst>
                <a:gd name="T0" fmla="*/ 5 w 10"/>
                <a:gd name="T1" fmla="*/ 0 h 10"/>
                <a:gd name="T2" fmla="*/ 0 w 10"/>
                <a:gd name="T3" fmla="*/ 5 h 10"/>
                <a:gd name="T4" fmla="*/ 5 w 10"/>
                <a:gd name="T5" fmla="*/ 10 h 10"/>
                <a:gd name="T6" fmla="*/ 5 w 10"/>
                <a:gd name="T7" fmla="*/ 10 h 10"/>
                <a:gd name="T8" fmla="*/ 5 w 10"/>
                <a:gd name="T9" fmla="*/ 10 h 10"/>
                <a:gd name="T10" fmla="*/ 5 w 10"/>
                <a:gd name="T11" fmla="*/ 10 h 10"/>
                <a:gd name="T12" fmla="*/ 5 w 10"/>
                <a:gd name="T13" fmla="*/ 10 h 10"/>
                <a:gd name="T14" fmla="*/ 10 w 10"/>
                <a:gd name="T15" fmla="*/ 5 h 10"/>
                <a:gd name="T16" fmla="*/ 10 w 10"/>
                <a:gd name="T17" fmla="*/ 5 h 10"/>
                <a:gd name="T18" fmla="*/ 10 w 10"/>
                <a:gd name="T19" fmla="*/ 5 h 10"/>
                <a:gd name="T20" fmla="*/ 10 w 10"/>
                <a:gd name="T21" fmla="*/ 5 h 10"/>
                <a:gd name="T22" fmla="*/ 10 w 10"/>
                <a:gd name="T23" fmla="*/ 5 h 10"/>
                <a:gd name="T24" fmla="*/ 10 w 10"/>
                <a:gd name="T25" fmla="*/ 5 h 10"/>
                <a:gd name="T26" fmla="*/ 5 w 10"/>
                <a:gd name="T2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5" y="0"/>
                  </a:moveTo>
                  <a:cubicBezTo>
                    <a:pt x="2" y="0"/>
                    <a:pt x="0" y="2"/>
                    <a:pt x="0" y="5"/>
                  </a:cubicBezTo>
                  <a:cubicBezTo>
                    <a:pt x="0" y="8"/>
                    <a:pt x="2" y="10"/>
                    <a:pt x="5" y="10"/>
                  </a:cubicBezTo>
                  <a:cubicBezTo>
                    <a:pt x="5" y="10"/>
                    <a:pt x="5" y="10"/>
                    <a:pt x="5" y="10"/>
                  </a:cubicBezTo>
                  <a:cubicBezTo>
                    <a:pt x="5" y="10"/>
                    <a:pt x="5" y="10"/>
                    <a:pt x="5" y="10"/>
                  </a:cubicBezTo>
                  <a:cubicBezTo>
                    <a:pt x="5" y="10"/>
                    <a:pt x="5" y="10"/>
                    <a:pt x="5" y="10"/>
                  </a:cubicBezTo>
                  <a:cubicBezTo>
                    <a:pt x="5" y="10"/>
                    <a:pt x="5" y="10"/>
                    <a:pt x="5" y="10"/>
                  </a:cubicBezTo>
                  <a:cubicBezTo>
                    <a:pt x="8" y="10"/>
                    <a:pt x="10" y="8"/>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2"/>
                    <a:pt x="8" y="0"/>
                    <a:pt x="5" y="0"/>
                  </a:cubicBezTo>
                </a:path>
              </a:pathLst>
            </a:custGeom>
            <a:solidFill>
              <a:schemeClr val="accent4"/>
            </a:solidFill>
            <a:ln>
              <a:noFill/>
            </a:ln>
          </p:spPr>
          <p:txBody>
            <a:bodyPr anchor="ctr"/>
            <a:p>
              <a:pPr algn="ctr"/>
            </a:p>
          </p:txBody>
        </p:sp>
        <p:sp>
          <p:nvSpPr>
            <p:cNvPr id="115" name="Freeform: Shape 99"/>
            <p:cNvSpPr/>
            <p:nvPr/>
          </p:nvSpPr>
          <p:spPr bwMode="auto">
            <a:xfrm>
              <a:off x="4090988" y="2057401"/>
              <a:ext cx="15875" cy="17463"/>
            </a:xfrm>
            <a:custGeom>
              <a:avLst/>
              <a:gdLst>
                <a:gd name="T0" fmla="*/ 5 w 10"/>
                <a:gd name="T1" fmla="*/ 10 h 10"/>
                <a:gd name="T2" fmla="*/ 5 w 10"/>
                <a:gd name="T3" fmla="*/ 10 h 10"/>
                <a:gd name="T4" fmla="*/ 5 w 10"/>
                <a:gd name="T5" fmla="*/ 10 h 10"/>
                <a:gd name="T6" fmla="*/ 5 w 10"/>
                <a:gd name="T7" fmla="*/ 10 h 10"/>
                <a:gd name="T8" fmla="*/ 7 w 10"/>
                <a:gd name="T9" fmla="*/ 10 h 10"/>
                <a:gd name="T10" fmla="*/ 5 w 10"/>
                <a:gd name="T11" fmla="*/ 10 h 10"/>
                <a:gd name="T12" fmla="*/ 7 w 10"/>
                <a:gd name="T13" fmla="*/ 10 h 10"/>
                <a:gd name="T14" fmla="*/ 0 w 10"/>
                <a:gd name="T15" fmla="*/ 7 h 10"/>
                <a:gd name="T16" fmla="*/ 0 w 10"/>
                <a:gd name="T17" fmla="*/ 7 h 10"/>
                <a:gd name="T18" fmla="*/ 0 w 10"/>
                <a:gd name="T19" fmla="*/ 7 h 10"/>
                <a:gd name="T20" fmla="*/ 10 w 10"/>
                <a:gd name="T21" fmla="*/ 4 h 10"/>
                <a:gd name="T22" fmla="*/ 10 w 10"/>
                <a:gd name="T23" fmla="*/ 4 h 10"/>
                <a:gd name="T24" fmla="*/ 10 w 10"/>
                <a:gd name="T25" fmla="*/ 4 h 10"/>
                <a:gd name="T26" fmla="*/ 10 w 10"/>
                <a:gd name="T27" fmla="*/ 4 h 10"/>
                <a:gd name="T28" fmla="*/ 10 w 10"/>
                <a:gd name="T29" fmla="*/ 4 h 10"/>
                <a:gd name="T30" fmla="*/ 5 w 10"/>
                <a:gd name="T31" fmla="*/ 0 h 10"/>
                <a:gd name="T32" fmla="*/ 5 w 10"/>
                <a:gd name="T33" fmla="*/ 0 h 10"/>
                <a:gd name="T34" fmla="*/ 4 w 10"/>
                <a:gd name="T35" fmla="*/ 0 h 10"/>
                <a:gd name="T36" fmla="*/ 4 w 10"/>
                <a:gd name="T37" fmla="*/ 0 h 10"/>
                <a:gd name="T38" fmla="*/ 5 w 10"/>
                <a:gd name="T39" fmla="*/ 0 h 10"/>
                <a:gd name="T40" fmla="*/ 5 w 10"/>
                <a:gd name="T41" fmla="*/ 0 h 10"/>
                <a:gd name="T42" fmla="*/ 5 w 10"/>
                <a:gd name="T43" fmla="*/ 0 h 10"/>
                <a:gd name="T44" fmla="*/ 5 w 10"/>
                <a:gd name="T45" fmla="*/ 0 h 10"/>
                <a:gd name="T46" fmla="*/ 5 w 10"/>
                <a:gd name="T47" fmla="*/ 0 h 10"/>
                <a:gd name="T48" fmla="*/ 5 w 10"/>
                <a:gd name="T49" fmla="*/ 0 h 10"/>
                <a:gd name="T50" fmla="*/ 5 w 10"/>
                <a:gd name="T5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 h="10">
                  <a:moveTo>
                    <a:pt x="5" y="10"/>
                  </a:moveTo>
                  <a:cubicBezTo>
                    <a:pt x="5" y="10"/>
                    <a:pt x="5" y="10"/>
                    <a:pt x="5" y="10"/>
                  </a:cubicBezTo>
                  <a:cubicBezTo>
                    <a:pt x="5" y="10"/>
                    <a:pt x="5" y="10"/>
                    <a:pt x="5" y="10"/>
                  </a:cubicBezTo>
                  <a:cubicBezTo>
                    <a:pt x="5" y="10"/>
                    <a:pt x="5" y="10"/>
                    <a:pt x="5" y="10"/>
                  </a:cubicBezTo>
                  <a:moveTo>
                    <a:pt x="7" y="10"/>
                  </a:moveTo>
                  <a:cubicBezTo>
                    <a:pt x="6" y="10"/>
                    <a:pt x="6" y="10"/>
                    <a:pt x="5" y="10"/>
                  </a:cubicBezTo>
                  <a:cubicBezTo>
                    <a:pt x="6" y="10"/>
                    <a:pt x="6" y="10"/>
                    <a:pt x="7" y="10"/>
                  </a:cubicBezTo>
                  <a:moveTo>
                    <a:pt x="0" y="7"/>
                  </a:moveTo>
                  <a:cubicBezTo>
                    <a:pt x="0" y="7"/>
                    <a:pt x="0" y="7"/>
                    <a:pt x="0" y="7"/>
                  </a:cubicBezTo>
                  <a:cubicBezTo>
                    <a:pt x="0" y="7"/>
                    <a:pt x="0" y="7"/>
                    <a:pt x="0" y="7"/>
                  </a:cubicBezTo>
                  <a:moveTo>
                    <a:pt x="10" y="4"/>
                  </a:moveTo>
                  <a:cubicBezTo>
                    <a:pt x="10" y="4"/>
                    <a:pt x="10" y="4"/>
                    <a:pt x="10" y="4"/>
                  </a:cubicBezTo>
                  <a:cubicBezTo>
                    <a:pt x="10" y="4"/>
                    <a:pt x="10" y="4"/>
                    <a:pt x="10" y="4"/>
                  </a:cubicBezTo>
                  <a:cubicBezTo>
                    <a:pt x="10" y="4"/>
                    <a:pt x="10" y="4"/>
                    <a:pt x="10" y="4"/>
                  </a:cubicBezTo>
                  <a:cubicBezTo>
                    <a:pt x="10" y="4"/>
                    <a:pt x="10" y="4"/>
                    <a:pt x="10" y="4"/>
                  </a:cubicBezTo>
                  <a:moveTo>
                    <a:pt x="5" y="0"/>
                  </a:moveTo>
                  <a:cubicBezTo>
                    <a:pt x="5" y="0"/>
                    <a:pt x="5" y="0"/>
                    <a:pt x="5" y="0"/>
                  </a:cubicBezTo>
                  <a:cubicBezTo>
                    <a:pt x="5" y="0"/>
                    <a:pt x="5" y="0"/>
                    <a:pt x="4" y="0"/>
                  </a:cubicBezTo>
                  <a:cubicBezTo>
                    <a:pt x="4" y="0"/>
                    <a:pt x="4" y="0"/>
                    <a:pt x="4" y="0"/>
                  </a:cubicBezTo>
                  <a:cubicBezTo>
                    <a:pt x="5" y="0"/>
                    <a:pt x="5"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16" name="Freeform: Shape 100"/>
            <p:cNvSpPr/>
            <p:nvPr/>
          </p:nvSpPr>
          <p:spPr bwMode="auto">
            <a:xfrm>
              <a:off x="4090988" y="2057401"/>
              <a:ext cx="17463" cy="17463"/>
            </a:xfrm>
            <a:custGeom>
              <a:avLst/>
              <a:gdLst>
                <a:gd name="T0" fmla="*/ 5 w 11"/>
                <a:gd name="T1" fmla="*/ 0 h 10"/>
                <a:gd name="T2" fmla="*/ 5 w 11"/>
                <a:gd name="T3" fmla="*/ 0 h 10"/>
                <a:gd name="T4" fmla="*/ 4 w 11"/>
                <a:gd name="T5" fmla="*/ 0 h 10"/>
                <a:gd name="T6" fmla="*/ 4 w 11"/>
                <a:gd name="T7" fmla="*/ 0 h 10"/>
                <a:gd name="T8" fmla="*/ 4 w 11"/>
                <a:gd name="T9" fmla="*/ 0 h 10"/>
                <a:gd name="T10" fmla="*/ 0 w 11"/>
                <a:gd name="T11" fmla="*/ 5 h 10"/>
                <a:gd name="T12" fmla="*/ 0 w 11"/>
                <a:gd name="T13" fmla="*/ 6 h 10"/>
                <a:gd name="T14" fmla="*/ 0 w 11"/>
                <a:gd name="T15" fmla="*/ 7 h 10"/>
                <a:gd name="T16" fmla="*/ 0 w 11"/>
                <a:gd name="T17" fmla="*/ 7 h 10"/>
                <a:gd name="T18" fmla="*/ 0 w 11"/>
                <a:gd name="T19" fmla="*/ 7 h 10"/>
                <a:gd name="T20" fmla="*/ 0 w 11"/>
                <a:gd name="T21" fmla="*/ 7 h 10"/>
                <a:gd name="T22" fmla="*/ 5 w 11"/>
                <a:gd name="T23" fmla="*/ 10 h 10"/>
                <a:gd name="T24" fmla="*/ 5 w 11"/>
                <a:gd name="T25" fmla="*/ 10 h 10"/>
                <a:gd name="T26" fmla="*/ 5 w 11"/>
                <a:gd name="T27" fmla="*/ 10 h 10"/>
                <a:gd name="T28" fmla="*/ 5 w 11"/>
                <a:gd name="T29" fmla="*/ 10 h 10"/>
                <a:gd name="T30" fmla="*/ 5 w 11"/>
                <a:gd name="T31" fmla="*/ 10 h 10"/>
                <a:gd name="T32" fmla="*/ 5 w 11"/>
                <a:gd name="T33" fmla="*/ 10 h 10"/>
                <a:gd name="T34" fmla="*/ 7 w 11"/>
                <a:gd name="T35" fmla="*/ 10 h 10"/>
                <a:gd name="T36" fmla="*/ 7 w 11"/>
                <a:gd name="T37" fmla="*/ 10 h 10"/>
                <a:gd name="T38" fmla="*/ 7 w 11"/>
                <a:gd name="T39" fmla="*/ 10 h 10"/>
                <a:gd name="T40" fmla="*/ 11 w 11"/>
                <a:gd name="T41" fmla="*/ 5 h 10"/>
                <a:gd name="T42" fmla="*/ 10 w 11"/>
                <a:gd name="T43" fmla="*/ 4 h 10"/>
                <a:gd name="T44" fmla="*/ 10 w 11"/>
                <a:gd name="T45" fmla="*/ 4 h 10"/>
                <a:gd name="T46" fmla="*/ 10 w 11"/>
                <a:gd name="T47" fmla="*/ 4 h 10"/>
                <a:gd name="T48" fmla="*/ 10 w 11"/>
                <a:gd name="T49" fmla="*/ 4 h 10"/>
                <a:gd name="T50" fmla="*/ 5 w 11"/>
                <a:gd name="T51" fmla="*/ 0 h 10"/>
                <a:gd name="T52" fmla="*/ 5 w 11"/>
                <a:gd name="T5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0">
                  <a:moveTo>
                    <a:pt x="5" y="0"/>
                  </a:moveTo>
                  <a:cubicBezTo>
                    <a:pt x="5" y="0"/>
                    <a:pt x="5" y="0"/>
                    <a:pt x="5" y="0"/>
                  </a:cubicBezTo>
                  <a:cubicBezTo>
                    <a:pt x="5" y="0"/>
                    <a:pt x="5" y="0"/>
                    <a:pt x="4" y="0"/>
                  </a:cubicBezTo>
                  <a:cubicBezTo>
                    <a:pt x="4" y="0"/>
                    <a:pt x="4" y="0"/>
                    <a:pt x="4" y="0"/>
                  </a:cubicBezTo>
                  <a:cubicBezTo>
                    <a:pt x="4" y="0"/>
                    <a:pt x="4" y="0"/>
                    <a:pt x="4" y="0"/>
                  </a:cubicBezTo>
                  <a:cubicBezTo>
                    <a:pt x="2" y="1"/>
                    <a:pt x="0" y="3"/>
                    <a:pt x="0" y="5"/>
                  </a:cubicBezTo>
                  <a:cubicBezTo>
                    <a:pt x="0" y="6"/>
                    <a:pt x="0" y="6"/>
                    <a:pt x="0" y="6"/>
                  </a:cubicBezTo>
                  <a:cubicBezTo>
                    <a:pt x="0" y="7"/>
                    <a:pt x="0" y="7"/>
                    <a:pt x="0" y="7"/>
                  </a:cubicBezTo>
                  <a:cubicBezTo>
                    <a:pt x="0" y="7"/>
                    <a:pt x="0" y="7"/>
                    <a:pt x="0" y="7"/>
                  </a:cubicBezTo>
                  <a:cubicBezTo>
                    <a:pt x="0" y="7"/>
                    <a:pt x="0" y="7"/>
                    <a:pt x="0" y="7"/>
                  </a:cubicBezTo>
                  <a:cubicBezTo>
                    <a:pt x="0" y="7"/>
                    <a:pt x="0" y="7"/>
                    <a:pt x="0" y="7"/>
                  </a:cubicBezTo>
                  <a:cubicBezTo>
                    <a:pt x="1" y="9"/>
                    <a:pt x="3"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7" y="10"/>
                    <a:pt x="7" y="10"/>
                  </a:cubicBezTo>
                  <a:cubicBezTo>
                    <a:pt x="9" y="10"/>
                    <a:pt x="11" y="7"/>
                    <a:pt x="11" y="5"/>
                  </a:cubicBezTo>
                  <a:cubicBezTo>
                    <a:pt x="11" y="5"/>
                    <a:pt x="11" y="4"/>
                    <a:pt x="10" y="4"/>
                  </a:cubicBezTo>
                  <a:cubicBezTo>
                    <a:pt x="10" y="4"/>
                    <a:pt x="10" y="4"/>
                    <a:pt x="10" y="4"/>
                  </a:cubicBezTo>
                  <a:cubicBezTo>
                    <a:pt x="10" y="4"/>
                    <a:pt x="10" y="4"/>
                    <a:pt x="10" y="4"/>
                  </a:cubicBezTo>
                  <a:cubicBezTo>
                    <a:pt x="10" y="4"/>
                    <a:pt x="10" y="4"/>
                    <a:pt x="10" y="4"/>
                  </a:cubicBezTo>
                  <a:cubicBezTo>
                    <a:pt x="10" y="1"/>
                    <a:pt x="8" y="0"/>
                    <a:pt x="5" y="0"/>
                  </a:cubicBezTo>
                  <a:cubicBezTo>
                    <a:pt x="5" y="0"/>
                    <a:pt x="5" y="0"/>
                    <a:pt x="5" y="0"/>
                  </a:cubicBezTo>
                </a:path>
              </a:pathLst>
            </a:custGeom>
            <a:solidFill>
              <a:schemeClr val="accent4"/>
            </a:solidFill>
            <a:ln>
              <a:noFill/>
            </a:ln>
          </p:spPr>
          <p:txBody>
            <a:bodyPr anchor="ctr"/>
            <a:p>
              <a:pPr algn="ctr"/>
            </a:p>
          </p:txBody>
        </p:sp>
        <p:sp>
          <p:nvSpPr>
            <p:cNvPr id="117" name="Freeform: Shape 101"/>
            <p:cNvSpPr/>
            <p:nvPr/>
          </p:nvSpPr>
          <p:spPr bwMode="auto">
            <a:xfrm>
              <a:off x="4125913" y="2043113"/>
              <a:ext cx="15875" cy="15875"/>
            </a:xfrm>
            <a:custGeom>
              <a:avLst/>
              <a:gdLst>
                <a:gd name="T0" fmla="*/ 5 w 10"/>
                <a:gd name="T1" fmla="*/ 10 h 10"/>
                <a:gd name="T2" fmla="*/ 5 w 10"/>
                <a:gd name="T3" fmla="*/ 10 h 10"/>
                <a:gd name="T4" fmla="*/ 5 w 10"/>
                <a:gd name="T5" fmla="*/ 10 h 10"/>
                <a:gd name="T6" fmla="*/ 5 w 10"/>
                <a:gd name="T7" fmla="*/ 10 h 10"/>
                <a:gd name="T8" fmla="*/ 8 w 10"/>
                <a:gd name="T9" fmla="*/ 10 h 10"/>
                <a:gd name="T10" fmla="*/ 5 w 10"/>
                <a:gd name="T11" fmla="*/ 10 h 10"/>
                <a:gd name="T12" fmla="*/ 8 w 10"/>
                <a:gd name="T13" fmla="*/ 10 h 10"/>
                <a:gd name="T14" fmla="*/ 8 w 10"/>
                <a:gd name="T15" fmla="*/ 10 h 10"/>
                <a:gd name="T16" fmla="*/ 8 w 10"/>
                <a:gd name="T17" fmla="*/ 10 h 10"/>
                <a:gd name="T18" fmla="*/ 8 w 10"/>
                <a:gd name="T19" fmla="*/ 10 h 10"/>
                <a:gd name="T20" fmla="*/ 1 w 10"/>
                <a:gd name="T21" fmla="*/ 8 h 10"/>
                <a:gd name="T22" fmla="*/ 1 w 10"/>
                <a:gd name="T23" fmla="*/ 8 h 10"/>
                <a:gd name="T24" fmla="*/ 1 w 10"/>
                <a:gd name="T25" fmla="*/ 8 h 10"/>
                <a:gd name="T26" fmla="*/ 1 w 10"/>
                <a:gd name="T27" fmla="*/ 8 h 10"/>
                <a:gd name="T28" fmla="*/ 1 w 10"/>
                <a:gd name="T29" fmla="*/ 8 h 10"/>
                <a:gd name="T30" fmla="*/ 1 w 10"/>
                <a:gd name="T31" fmla="*/ 8 h 10"/>
                <a:gd name="T32" fmla="*/ 10 w 10"/>
                <a:gd name="T33" fmla="*/ 2 h 10"/>
                <a:gd name="T34" fmla="*/ 10 w 10"/>
                <a:gd name="T35" fmla="*/ 2 h 10"/>
                <a:gd name="T36" fmla="*/ 10 w 10"/>
                <a:gd name="T37" fmla="*/ 5 h 10"/>
                <a:gd name="T38" fmla="*/ 10 w 10"/>
                <a:gd name="T39" fmla="*/ 5 h 10"/>
                <a:gd name="T40" fmla="*/ 10 w 10"/>
                <a:gd name="T41" fmla="*/ 2 h 10"/>
                <a:gd name="T42" fmla="*/ 10 w 10"/>
                <a:gd name="T43" fmla="*/ 2 h 10"/>
                <a:gd name="T44" fmla="*/ 10 w 10"/>
                <a:gd name="T45" fmla="*/ 2 h 10"/>
                <a:gd name="T46" fmla="*/ 5 w 10"/>
                <a:gd name="T47" fmla="*/ 0 h 10"/>
                <a:gd name="T48" fmla="*/ 5 w 10"/>
                <a:gd name="T49" fmla="*/ 0 h 10"/>
                <a:gd name="T50" fmla="*/ 3 w 10"/>
                <a:gd name="T51" fmla="*/ 1 h 10"/>
                <a:gd name="T52" fmla="*/ 0 w 10"/>
                <a:gd name="T53" fmla="*/ 5 h 10"/>
                <a:gd name="T54" fmla="*/ 0 w 10"/>
                <a:gd name="T55" fmla="*/ 5 h 10"/>
                <a:gd name="T56" fmla="*/ 3 w 10"/>
                <a:gd name="T57" fmla="*/ 1 h 10"/>
                <a:gd name="T58" fmla="*/ 5 w 10"/>
                <a:gd name="T59" fmla="*/ 0 h 10"/>
                <a:gd name="T60" fmla="*/ 5 w 10"/>
                <a:gd name="T61" fmla="*/ 0 h 10"/>
                <a:gd name="T62" fmla="*/ 5 w 10"/>
                <a:gd name="T63" fmla="*/ 0 h 10"/>
                <a:gd name="T64" fmla="*/ 5 w 10"/>
                <a:gd name="T65" fmla="*/ 0 h 10"/>
                <a:gd name="T66" fmla="*/ 5 w 10"/>
                <a:gd name="T67" fmla="*/ 0 h 10"/>
                <a:gd name="T68" fmla="*/ 5 w 10"/>
                <a:gd name="T69" fmla="*/ 0 h 10"/>
                <a:gd name="T70" fmla="*/ 5 w 10"/>
                <a:gd name="T7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 h="10">
                  <a:moveTo>
                    <a:pt x="5" y="10"/>
                  </a:moveTo>
                  <a:cubicBezTo>
                    <a:pt x="5" y="10"/>
                    <a:pt x="5" y="10"/>
                    <a:pt x="5" y="10"/>
                  </a:cubicBezTo>
                  <a:cubicBezTo>
                    <a:pt x="5" y="10"/>
                    <a:pt x="5" y="10"/>
                    <a:pt x="5" y="10"/>
                  </a:cubicBezTo>
                  <a:cubicBezTo>
                    <a:pt x="5" y="10"/>
                    <a:pt x="5" y="10"/>
                    <a:pt x="5" y="10"/>
                  </a:cubicBezTo>
                  <a:moveTo>
                    <a:pt x="8" y="10"/>
                  </a:moveTo>
                  <a:cubicBezTo>
                    <a:pt x="7" y="10"/>
                    <a:pt x="6" y="10"/>
                    <a:pt x="5" y="10"/>
                  </a:cubicBezTo>
                  <a:cubicBezTo>
                    <a:pt x="6" y="10"/>
                    <a:pt x="7" y="10"/>
                    <a:pt x="8" y="10"/>
                  </a:cubicBezTo>
                  <a:moveTo>
                    <a:pt x="8" y="10"/>
                  </a:moveTo>
                  <a:cubicBezTo>
                    <a:pt x="8" y="10"/>
                    <a:pt x="8" y="10"/>
                    <a:pt x="8" y="10"/>
                  </a:cubicBezTo>
                  <a:cubicBezTo>
                    <a:pt x="8" y="10"/>
                    <a:pt x="8" y="10"/>
                    <a:pt x="8" y="10"/>
                  </a:cubicBezTo>
                  <a:moveTo>
                    <a:pt x="1" y="8"/>
                  </a:moveTo>
                  <a:cubicBezTo>
                    <a:pt x="1" y="8"/>
                    <a:pt x="1" y="8"/>
                    <a:pt x="1" y="8"/>
                  </a:cubicBezTo>
                  <a:cubicBezTo>
                    <a:pt x="1" y="8"/>
                    <a:pt x="1" y="8"/>
                    <a:pt x="1" y="8"/>
                  </a:cubicBezTo>
                  <a:moveTo>
                    <a:pt x="1" y="8"/>
                  </a:moveTo>
                  <a:cubicBezTo>
                    <a:pt x="1" y="8"/>
                    <a:pt x="1" y="8"/>
                    <a:pt x="1" y="8"/>
                  </a:cubicBezTo>
                  <a:cubicBezTo>
                    <a:pt x="1" y="8"/>
                    <a:pt x="1" y="8"/>
                    <a:pt x="1" y="8"/>
                  </a:cubicBezTo>
                  <a:moveTo>
                    <a:pt x="10" y="2"/>
                  </a:moveTo>
                  <a:cubicBezTo>
                    <a:pt x="10" y="2"/>
                    <a:pt x="10" y="2"/>
                    <a:pt x="10" y="2"/>
                  </a:cubicBezTo>
                  <a:cubicBezTo>
                    <a:pt x="10" y="3"/>
                    <a:pt x="10" y="4"/>
                    <a:pt x="10" y="5"/>
                  </a:cubicBezTo>
                  <a:cubicBezTo>
                    <a:pt x="10" y="5"/>
                    <a:pt x="10" y="5"/>
                    <a:pt x="10" y="5"/>
                  </a:cubicBezTo>
                  <a:cubicBezTo>
                    <a:pt x="10" y="4"/>
                    <a:pt x="10" y="3"/>
                    <a:pt x="10" y="2"/>
                  </a:cubicBezTo>
                  <a:cubicBezTo>
                    <a:pt x="10" y="2"/>
                    <a:pt x="10" y="2"/>
                    <a:pt x="10" y="2"/>
                  </a:cubicBezTo>
                  <a:cubicBezTo>
                    <a:pt x="10" y="2"/>
                    <a:pt x="10" y="2"/>
                    <a:pt x="10" y="2"/>
                  </a:cubicBezTo>
                  <a:moveTo>
                    <a:pt x="5" y="0"/>
                  </a:moveTo>
                  <a:cubicBezTo>
                    <a:pt x="5" y="0"/>
                    <a:pt x="5" y="0"/>
                    <a:pt x="5" y="0"/>
                  </a:cubicBezTo>
                  <a:cubicBezTo>
                    <a:pt x="4" y="0"/>
                    <a:pt x="3" y="0"/>
                    <a:pt x="3" y="1"/>
                  </a:cubicBezTo>
                  <a:cubicBezTo>
                    <a:pt x="1" y="2"/>
                    <a:pt x="0" y="3"/>
                    <a:pt x="0" y="5"/>
                  </a:cubicBezTo>
                  <a:cubicBezTo>
                    <a:pt x="0" y="5"/>
                    <a:pt x="0" y="5"/>
                    <a:pt x="0" y="5"/>
                  </a:cubicBezTo>
                  <a:cubicBezTo>
                    <a:pt x="0" y="3"/>
                    <a:pt x="1" y="2"/>
                    <a:pt x="3" y="1"/>
                  </a:cubicBezTo>
                  <a:cubicBezTo>
                    <a:pt x="3" y="0"/>
                    <a:pt x="4"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18" name="Freeform: Shape 102"/>
            <p:cNvSpPr/>
            <p:nvPr/>
          </p:nvSpPr>
          <p:spPr bwMode="auto">
            <a:xfrm>
              <a:off x="4125913" y="2043113"/>
              <a:ext cx="15875" cy="15875"/>
            </a:xfrm>
            <a:custGeom>
              <a:avLst/>
              <a:gdLst>
                <a:gd name="T0" fmla="*/ 5 w 10"/>
                <a:gd name="T1" fmla="*/ 0 h 10"/>
                <a:gd name="T2" fmla="*/ 5 w 10"/>
                <a:gd name="T3" fmla="*/ 0 h 10"/>
                <a:gd name="T4" fmla="*/ 3 w 10"/>
                <a:gd name="T5" fmla="*/ 1 h 10"/>
                <a:gd name="T6" fmla="*/ 0 w 10"/>
                <a:gd name="T7" fmla="*/ 5 h 10"/>
                <a:gd name="T8" fmla="*/ 1 w 10"/>
                <a:gd name="T9" fmla="*/ 8 h 10"/>
                <a:gd name="T10" fmla="*/ 1 w 10"/>
                <a:gd name="T11" fmla="*/ 8 h 10"/>
                <a:gd name="T12" fmla="*/ 1 w 10"/>
                <a:gd name="T13" fmla="*/ 8 h 10"/>
                <a:gd name="T14" fmla="*/ 1 w 10"/>
                <a:gd name="T15" fmla="*/ 8 h 10"/>
                <a:gd name="T16" fmla="*/ 1 w 10"/>
                <a:gd name="T17" fmla="*/ 8 h 10"/>
                <a:gd name="T18" fmla="*/ 1 w 10"/>
                <a:gd name="T19" fmla="*/ 8 h 10"/>
                <a:gd name="T20" fmla="*/ 1 w 10"/>
                <a:gd name="T21" fmla="*/ 8 h 10"/>
                <a:gd name="T22" fmla="*/ 1 w 10"/>
                <a:gd name="T23" fmla="*/ 8 h 10"/>
                <a:gd name="T24" fmla="*/ 1 w 10"/>
                <a:gd name="T25" fmla="*/ 8 h 10"/>
                <a:gd name="T26" fmla="*/ 5 w 10"/>
                <a:gd name="T27" fmla="*/ 10 h 10"/>
                <a:gd name="T28" fmla="*/ 5 w 10"/>
                <a:gd name="T29" fmla="*/ 10 h 10"/>
                <a:gd name="T30" fmla="*/ 5 w 10"/>
                <a:gd name="T31" fmla="*/ 10 h 10"/>
                <a:gd name="T32" fmla="*/ 5 w 10"/>
                <a:gd name="T33" fmla="*/ 10 h 10"/>
                <a:gd name="T34" fmla="*/ 5 w 10"/>
                <a:gd name="T35" fmla="*/ 10 h 10"/>
                <a:gd name="T36" fmla="*/ 5 w 10"/>
                <a:gd name="T37" fmla="*/ 10 h 10"/>
                <a:gd name="T38" fmla="*/ 8 w 10"/>
                <a:gd name="T39" fmla="*/ 10 h 10"/>
                <a:gd name="T40" fmla="*/ 8 w 10"/>
                <a:gd name="T41" fmla="*/ 10 h 10"/>
                <a:gd name="T42" fmla="*/ 8 w 10"/>
                <a:gd name="T43" fmla="*/ 10 h 10"/>
                <a:gd name="T44" fmla="*/ 8 w 10"/>
                <a:gd name="T45" fmla="*/ 10 h 10"/>
                <a:gd name="T46" fmla="*/ 8 w 10"/>
                <a:gd name="T47" fmla="*/ 10 h 10"/>
                <a:gd name="T48" fmla="*/ 8 w 10"/>
                <a:gd name="T49" fmla="*/ 10 h 10"/>
                <a:gd name="T50" fmla="*/ 8 w 10"/>
                <a:gd name="T51" fmla="*/ 10 h 10"/>
                <a:gd name="T52" fmla="*/ 10 w 10"/>
                <a:gd name="T53" fmla="*/ 5 h 10"/>
                <a:gd name="T54" fmla="*/ 10 w 10"/>
                <a:gd name="T55" fmla="*/ 2 h 10"/>
                <a:gd name="T56" fmla="*/ 10 w 10"/>
                <a:gd name="T57" fmla="*/ 2 h 10"/>
                <a:gd name="T58" fmla="*/ 5 w 10"/>
                <a:gd name="T59" fmla="*/ 0 h 10"/>
                <a:gd name="T60" fmla="*/ 5 w 10"/>
                <a:gd name="T6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 h="10">
                  <a:moveTo>
                    <a:pt x="5" y="0"/>
                  </a:moveTo>
                  <a:cubicBezTo>
                    <a:pt x="5" y="0"/>
                    <a:pt x="5" y="0"/>
                    <a:pt x="5" y="0"/>
                  </a:cubicBezTo>
                  <a:cubicBezTo>
                    <a:pt x="4" y="0"/>
                    <a:pt x="3" y="0"/>
                    <a:pt x="3" y="1"/>
                  </a:cubicBezTo>
                  <a:cubicBezTo>
                    <a:pt x="1" y="2"/>
                    <a:pt x="0" y="3"/>
                    <a:pt x="0" y="5"/>
                  </a:cubicBezTo>
                  <a:cubicBezTo>
                    <a:pt x="0" y="6"/>
                    <a:pt x="0" y="7"/>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2" y="10"/>
                    <a:pt x="3"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6" y="10"/>
                    <a:pt x="7"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10" y="9"/>
                    <a:pt x="10" y="7"/>
                    <a:pt x="10" y="5"/>
                  </a:cubicBezTo>
                  <a:cubicBezTo>
                    <a:pt x="10" y="4"/>
                    <a:pt x="10" y="3"/>
                    <a:pt x="10" y="2"/>
                  </a:cubicBezTo>
                  <a:cubicBezTo>
                    <a:pt x="10" y="2"/>
                    <a:pt x="10" y="2"/>
                    <a:pt x="10" y="2"/>
                  </a:cubicBezTo>
                  <a:cubicBezTo>
                    <a:pt x="9" y="1"/>
                    <a:pt x="7" y="0"/>
                    <a:pt x="5" y="0"/>
                  </a:cubicBezTo>
                  <a:cubicBezTo>
                    <a:pt x="5" y="0"/>
                    <a:pt x="5" y="0"/>
                    <a:pt x="5" y="0"/>
                  </a:cubicBezTo>
                </a:path>
              </a:pathLst>
            </a:custGeom>
            <a:solidFill>
              <a:schemeClr val="accent4"/>
            </a:solidFill>
            <a:ln>
              <a:noFill/>
            </a:ln>
          </p:spPr>
          <p:txBody>
            <a:bodyPr anchor="ctr"/>
            <a:p>
              <a:pPr algn="ctr"/>
            </a:p>
          </p:txBody>
        </p:sp>
        <p:sp>
          <p:nvSpPr>
            <p:cNvPr id="119" name="Freeform: Shape 103"/>
            <p:cNvSpPr/>
            <p:nvPr/>
          </p:nvSpPr>
          <p:spPr bwMode="auto">
            <a:xfrm>
              <a:off x="4159250" y="2019301"/>
              <a:ext cx="14288" cy="17463"/>
            </a:xfrm>
            <a:custGeom>
              <a:avLst/>
              <a:gdLst>
                <a:gd name="T0" fmla="*/ 4 w 9"/>
                <a:gd name="T1" fmla="*/ 11 h 11"/>
                <a:gd name="T2" fmla="*/ 4 w 9"/>
                <a:gd name="T3" fmla="*/ 11 h 11"/>
                <a:gd name="T4" fmla="*/ 4 w 9"/>
                <a:gd name="T5" fmla="*/ 11 h 11"/>
                <a:gd name="T6" fmla="*/ 4 w 9"/>
                <a:gd name="T7" fmla="*/ 11 h 11"/>
                <a:gd name="T8" fmla="*/ 8 w 9"/>
                <a:gd name="T9" fmla="*/ 10 h 11"/>
                <a:gd name="T10" fmla="*/ 4 w 9"/>
                <a:gd name="T11" fmla="*/ 11 h 11"/>
                <a:gd name="T12" fmla="*/ 8 w 9"/>
                <a:gd name="T13" fmla="*/ 10 h 11"/>
                <a:gd name="T14" fmla="*/ 8 w 9"/>
                <a:gd name="T15" fmla="*/ 2 h 11"/>
                <a:gd name="T16" fmla="*/ 8 w 9"/>
                <a:gd name="T17" fmla="*/ 2 h 11"/>
                <a:gd name="T18" fmla="*/ 9 w 9"/>
                <a:gd name="T19" fmla="*/ 6 h 11"/>
                <a:gd name="T20" fmla="*/ 9 w 9"/>
                <a:gd name="T21" fmla="*/ 6 h 11"/>
                <a:gd name="T22" fmla="*/ 8 w 9"/>
                <a:gd name="T23" fmla="*/ 2 h 11"/>
                <a:gd name="T24" fmla="*/ 8 w 9"/>
                <a:gd name="T25" fmla="*/ 2 h 11"/>
                <a:gd name="T26" fmla="*/ 8 w 9"/>
                <a:gd name="T27" fmla="*/ 2 h 11"/>
                <a:gd name="T28" fmla="*/ 7 w 9"/>
                <a:gd name="T29" fmla="*/ 2 h 11"/>
                <a:gd name="T30" fmla="*/ 7 w 9"/>
                <a:gd name="T31" fmla="*/ 2 h 11"/>
                <a:gd name="T32" fmla="*/ 7 w 9"/>
                <a:gd name="T33" fmla="*/ 2 h 11"/>
                <a:gd name="T34" fmla="*/ 7 w 9"/>
                <a:gd name="T35" fmla="*/ 2 h 11"/>
                <a:gd name="T36" fmla="*/ 7 w 9"/>
                <a:gd name="T37" fmla="*/ 2 h 11"/>
                <a:gd name="T38" fmla="*/ 0 w 9"/>
                <a:gd name="T39" fmla="*/ 2 h 11"/>
                <a:gd name="T40" fmla="*/ 0 w 9"/>
                <a:gd name="T41" fmla="*/ 2 h 11"/>
                <a:gd name="T42" fmla="*/ 0 w 9"/>
                <a:gd name="T43" fmla="*/ 2 h 11"/>
                <a:gd name="T44" fmla="*/ 0 w 9"/>
                <a:gd name="T45" fmla="*/ 2 h 11"/>
                <a:gd name="T46" fmla="*/ 0 w 9"/>
                <a:gd name="T47" fmla="*/ 2 h 11"/>
                <a:gd name="T48" fmla="*/ 4 w 9"/>
                <a:gd name="T49" fmla="*/ 0 h 11"/>
                <a:gd name="T50" fmla="*/ 4 w 9"/>
                <a:gd name="T51" fmla="*/ 0 h 11"/>
                <a:gd name="T52" fmla="*/ 0 w 9"/>
                <a:gd name="T53" fmla="*/ 2 h 11"/>
                <a:gd name="T54" fmla="*/ 0 w 9"/>
                <a:gd name="T55" fmla="*/ 2 h 11"/>
                <a:gd name="T56" fmla="*/ 4 w 9"/>
                <a:gd name="T57" fmla="*/ 0 h 11"/>
                <a:gd name="T58" fmla="*/ 4 w 9"/>
                <a:gd name="T59" fmla="*/ 0 h 11"/>
                <a:gd name="T60" fmla="*/ 4 w 9"/>
                <a:gd name="T61" fmla="*/ 0 h 11"/>
                <a:gd name="T62" fmla="*/ 4 w 9"/>
                <a:gd name="T63" fmla="*/ 0 h 11"/>
                <a:gd name="T64" fmla="*/ 4 w 9"/>
                <a:gd name="T65" fmla="*/ 0 h 11"/>
                <a:gd name="T66" fmla="*/ 4 w 9"/>
                <a:gd name="T67" fmla="*/ 0 h 11"/>
                <a:gd name="T68" fmla="*/ 4 w 9"/>
                <a:gd name="T6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 h="11">
                  <a:moveTo>
                    <a:pt x="4" y="11"/>
                  </a:moveTo>
                  <a:cubicBezTo>
                    <a:pt x="4" y="11"/>
                    <a:pt x="4" y="11"/>
                    <a:pt x="4" y="11"/>
                  </a:cubicBezTo>
                  <a:cubicBezTo>
                    <a:pt x="4" y="11"/>
                    <a:pt x="4" y="11"/>
                    <a:pt x="4" y="11"/>
                  </a:cubicBezTo>
                  <a:cubicBezTo>
                    <a:pt x="4" y="11"/>
                    <a:pt x="4" y="11"/>
                    <a:pt x="4" y="11"/>
                  </a:cubicBezTo>
                  <a:moveTo>
                    <a:pt x="8" y="10"/>
                  </a:moveTo>
                  <a:cubicBezTo>
                    <a:pt x="7" y="11"/>
                    <a:pt x="5" y="11"/>
                    <a:pt x="4" y="11"/>
                  </a:cubicBezTo>
                  <a:cubicBezTo>
                    <a:pt x="5" y="11"/>
                    <a:pt x="7" y="11"/>
                    <a:pt x="8" y="10"/>
                  </a:cubicBezTo>
                  <a:moveTo>
                    <a:pt x="8" y="2"/>
                  </a:moveTo>
                  <a:cubicBezTo>
                    <a:pt x="8" y="2"/>
                    <a:pt x="8" y="2"/>
                    <a:pt x="8" y="2"/>
                  </a:cubicBezTo>
                  <a:cubicBezTo>
                    <a:pt x="9" y="3"/>
                    <a:pt x="9" y="4"/>
                    <a:pt x="9" y="6"/>
                  </a:cubicBezTo>
                  <a:cubicBezTo>
                    <a:pt x="9" y="6"/>
                    <a:pt x="9" y="6"/>
                    <a:pt x="9" y="6"/>
                  </a:cubicBezTo>
                  <a:cubicBezTo>
                    <a:pt x="9" y="4"/>
                    <a:pt x="9" y="3"/>
                    <a:pt x="8" y="2"/>
                  </a:cubicBezTo>
                  <a:cubicBezTo>
                    <a:pt x="8" y="2"/>
                    <a:pt x="8" y="2"/>
                    <a:pt x="8" y="2"/>
                  </a:cubicBezTo>
                  <a:cubicBezTo>
                    <a:pt x="8" y="2"/>
                    <a:pt x="8" y="2"/>
                    <a:pt x="8" y="2"/>
                  </a:cubicBezTo>
                  <a:moveTo>
                    <a:pt x="7" y="2"/>
                  </a:moveTo>
                  <a:cubicBezTo>
                    <a:pt x="7" y="2"/>
                    <a:pt x="7" y="2"/>
                    <a:pt x="7" y="2"/>
                  </a:cubicBezTo>
                  <a:cubicBezTo>
                    <a:pt x="7" y="2"/>
                    <a:pt x="7" y="2"/>
                    <a:pt x="7" y="2"/>
                  </a:cubicBezTo>
                  <a:cubicBezTo>
                    <a:pt x="7" y="2"/>
                    <a:pt x="7" y="2"/>
                    <a:pt x="7" y="2"/>
                  </a:cubicBezTo>
                  <a:cubicBezTo>
                    <a:pt x="7" y="2"/>
                    <a:pt x="7" y="2"/>
                    <a:pt x="7" y="2"/>
                  </a:cubicBezTo>
                  <a:moveTo>
                    <a:pt x="0" y="2"/>
                  </a:moveTo>
                  <a:cubicBezTo>
                    <a:pt x="0" y="2"/>
                    <a:pt x="0" y="2"/>
                    <a:pt x="0" y="2"/>
                  </a:cubicBezTo>
                  <a:cubicBezTo>
                    <a:pt x="0" y="2"/>
                    <a:pt x="0" y="2"/>
                    <a:pt x="0" y="2"/>
                  </a:cubicBezTo>
                  <a:cubicBezTo>
                    <a:pt x="0" y="2"/>
                    <a:pt x="0" y="2"/>
                    <a:pt x="0" y="2"/>
                  </a:cubicBezTo>
                  <a:cubicBezTo>
                    <a:pt x="0" y="2"/>
                    <a:pt x="0" y="2"/>
                    <a:pt x="0" y="2"/>
                  </a:cubicBezTo>
                  <a:moveTo>
                    <a:pt x="4" y="0"/>
                  </a:moveTo>
                  <a:cubicBezTo>
                    <a:pt x="4" y="0"/>
                    <a:pt x="4" y="0"/>
                    <a:pt x="4" y="0"/>
                  </a:cubicBezTo>
                  <a:cubicBezTo>
                    <a:pt x="3" y="0"/>
                    <a:pt x="1" y="1"/>
                    <a:pt x="0" y="2"/>
                  </a:cubicBezTo>
                  <a:cubicBezTo>
                    <a:pt x="0" y="2"/>
                    <a:pt x="0" y="2"/>
                    <a:pt x="0" y="2"/>
                  </a:cubicBezTo>
                  <a:cubicBezTo>
                    <a:pt x="1" y="1"/>
                    <a:pt x="3" y="0"/>
                    <a:pt x="4" y="0"/>
                  </a:cubicBezTo>
                  <a:moveTo>
                    <a:pt x="4" y="0"/>
                  </a:moveTo>
                  <a:cubicBezTo>
                    <a:pt x="4" y="0"/>
                    <a:pt x="4" y="0"/>
                    <a:pt x="4" y="0"/>
                  </a:cubicBezTo>
                  <a:cubicBezTo>
                    <a:pt x="4" y="0"/>
                    <a:pt x="4" y="0"/>
                    <a:pt x="4" y="0"/>
                  </a:cubicBezTo>
                  <a:cubicBezTo>
                    <a:pt x="4" y="0"/>
                    <a:pt x="4" y="0"/>
                    <a:pt x="4" y="0"/>
                  </a:cubicBezTo>
                  <a:cubicBezTo>
                    <a:pt x="4" y="0"/>
                    <a:pt x="4" y="0"/>
                    <a:pt x="4" y="0"/>
                  </a:cubicBezTo>
                  <a:cubicBezTo>
                    <a:pt x="4" y="0"/>
                    <a:pt x="4" y="0"/>
                    <a:pt x="4" y="0"/>
                  </a:cubicBezTo>
                </a:path>
              </a:pathLst>
            </a:custGeom>
            <a:solidFill>
              <a:schemeClr val="accent4"/>
            </a:solidFill>
            <a:ln>
              <a:noFill/>
            </a:ln>
          </p:spPr>
          <p:txBody>
            <a:bodyPr anchor="ctr"/>
            <a:p>
              <a:pPr algn="ctr"/>
            </a:p>
          </p:txBody>
        </p:sp>
        <p:sp>
          <p:nvSpPr>
            <p:cNvPr id="120" name="Freeform: Shape 104"/>
            <p:cNvSpPr/>
            <p:nvPr/>
          </p:nvSpPr>
          <p:spPr bwMode="auto">
            <a:xfrm>
              <a:off x="4157663" y="2019301"/>
              <a:ext cx="15875" cy="17463"/>
            </a:xfrm>
            <a:custGeom>
              <a:avLst/>
              <a:gdLst>
                <a:gd name="T0" fmla="*/ 5 w 10"/>
                <a:gd name="T1" fmla="*/ 0 h 11"/>
                <a:gd name="T2" fmla="*/ 5 w 10"/>
                <a:gd name="T3" fmla="*/ 0 h 11"/>
                <a:gd name="T4" fmla="*/ 1 w 10"/>
                <a:gd name="T5" fmla="*/ 2 h 11"/>
                <a:gd name="T6" fmla="*/ 1 w 10"/>
                <a:gd name="T7" fmla="*/ 2 h 11"/>
                <a:gd name="T8" fmla="*/ 1 w 10"/>
                <a:gd name="T9" fmla="*/ 2 h 11"/>
                <a:gd name="T10" fmla="*/ 1 w 10"/>
                <a:gd name="T11" fmla="*/ 2 h 11"/>
                <a:gd name="T12" fmla="*/ 1 w 10"/>
                <a:gd name="T13" fmla="*/ 2 h 11"/>
                <a:gd name="T14" fmla="*/ 0 w 10"/>
                <a:gd name="T15" fmla="*/ 6 h 11"/>
                <a:gd name="T16" fmla="*/ 1 w 10"/>
                <a:gd name="T17" fmla="*/ 9 h 11"/>
                <a:gd name="T18" fmla="*/ 5 w 10"/>
                <a:gd name="T19" fmla="*/ 11 h 11"/>
                <a:gd name="T20" fmla="*/ 5 w 10"/>
                <a:gd name="T21" fmla="*/ 11 h 11"/>
                <a:gd name="T22" fmla="*/ 5 w 10"/>
                <a:gd name="T23" fmla="*/ 11 h 11"/>
                <a:gd name="T24" fmla="*/ 5 w 10"/>
                <a:gd name="T25" fmla="*/ 11 h 11"/>
                <a:gd name="T26" fmla="*/ 5 w 10"/>
                <a:gd name="T27" fmla="*/ 11 h 11"/>
                <a:gd name="T28" fmla="*/ 5 w 10"/>
                <a:gd name="T29" fmla="*/ 11 h 11"/>
                <a:gd name="T30" fmla="*/ 9 w 10"/>
                <a:gd name="T31" fmla="*/ 10 h 11"/>
                <a:gd name="T32" fmla="*/ 9 w 10"/>
                <a:gd name="T33" fmla="*/ 10 h 11"/>
                <a:gd name="T34" fmla="*/ 9 w 10"/>
                <a:gd name="T35" fmla="*/ 9 h 11"/>
                <a:gd name="T36" fmla="*/ 10 w 10"/>
                <a:gd name="T37" fmla="*/ 6 h 11"/>
                <a:gd name="T38" fmla="*/ 9 w 10"/>
                <a:gd name="T39" fmla="*/ 2 h 11"/>
                <a:gd name="T40" fmla="*/ 9 w 10"/>
                <a:gd name="T41" fmla="*/ 2 h 11"/>
                <a:gd name="T42" fmla="*/ 8 w 10"/>
                <a:gd name="T43" fmla="*/ 2 h 11"/>
                <a:gd name="T44" fmla="*/ 8 w 10"/>
                <a:gd name="T45" fmla="*/ 2 h 11"/>
                <a:gd name="T46" fmla="*/ 5 w 10"/>
                <a:gd name="T47" fmla="*/ 0 h 11"/>
                <a:gd name="T48" fmla="*/ 5 w 10"/>
                <a:gd name="T4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 h="11">
                  <a:moveTo>
                    <a:pt x="5" y="0"/>
                  </a:moveTo>
                  <a:cubicBezTo>
                    <a:pt x="5" y="0"/>
                    <a:pt x="5" y="0"/>
                    <a:pt x="5" y="0"/>
                  </a:cubicBezTo>
                  <a:cubicBezTo>
                    <a:pt x="4" y="0"/>
                    <a:pt x="2" y="1"/>
                    <a:pt x="1" y="2"/>
                  </a:cubicBezTo>
                  <a:cubicBezTo>
                    <a:pt x="1" y="2"/>
                    <a:pt x="1" y="2"/>
                    <a:pt x="1" y="2"/>
                  </a:cubicBezTo>
                  <a:cubicBezTo>
                    <a:pt x="1" y="2"/>
                    <a:pt x="1" y="2"/>
                    <a:pt x="1" y="2"/>
                  </a:cubicBezTo>
                  <a:cubicBezTo>
                    <a:pt x="1" y="2"/>
                    <a:pt x="1" y="2"/>
                    <a:pt x="1" y="2"/>
                  </a:cubicBezTo>
                  <a:cubicBezTo>
                    <a:pt x="1" y="2"/>
                    <a:pt x="1" y="2"/>
                    <a:pt x="1" y="2"/>
                  </a:cubicBezTo>
                  <a:cubicBezTo>
                    <a:pt x="0" y="3"/>
                    <a:pt x="0" y="4"/>
                    <a:pt x="0" y="6"/>
                  </a:cubicBezTo>
                  <a:cubicBezTo>
                    <a:pt x="0" y="7"/>
                    <a:pt x="0" y="8"/>
                    <a:pt x="1" y="9"/>
                  </a:cubicBezTo>
                  <a:cubicBezTo>
                    <a:pt x="2" y="11"/>
                    <a:pt x="4"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6" y="11"/>
                    <a:pt x="8" y="11"/>
                    <a:pt x="9" y="10"/>
                  </a:cubicBezTo>
                  <a:cubicBezTo>
                    <a:pt x="9" y="10"/>
                    <a:pt x="9" y="10"/>
                    <a:pt x="9" y="10"/>
                  </a:cubicBezTo>
                  <a:cubicBezTo>
                    <a:pt x="9" y="10"/>
                    <a:pt x="9" y="10"/>
                    <a:pt x="9" y="9"/>
                  </a:cubicBezTo>
                  <a:cubicBezTo>
                    <a:pt x="10" y="8"/>
                    <a:pt x="10" y="7"/>
                    <a:pt x="10" y="6"/>
                  </a:cubicBezTo>
                  <a:cubicBezTo>
                    <a:pt x="10" y="4"/>
                    <a:pt x="10" y="3"/>
                    <a:pt x="9" y="2"/>
                  </a:cubicBezTo>
                  <a:cubicBezTo>
                    <a:pt x="9" y="2"/>
                    <a:pt x="9" y="2"/>
                    <a:pt x="9" y="2"/>
                  </a:cubicBezTo>
                  <a:cubicBezTo>
                    <a:pt x="8" y="2"/>
                    <a:pt x="8" y="2"/>
                    <a:pt x="8" y="2"/>
                  </a:cubicBezTo>
                  <a:cubicBezTo>
                    <a:pt x="8" y="2"/>
                    <a:pt x="8" y="2"/>
                    <a:pt x="8" y="2"/>
                  </a:cubicBezTo>
                  <a:cubicBezTo>
                    <a:pt x="7" y="1"/>
                    <a:pt x="6" y="0"/>
                    <a:pt x="5" y="0"/>
                  </a:cubicBezTo>
                  <a:cubicBezTo>
                    <a:pt x="5" y="0"/>
                    <a:pt x="5" y="0"/>
                    <a:pt x="5" y="0"/>
                  </a:cubicBezTo>
                </a:path>
              </a:pathLst>
            </a:custGeom>
            <a:solidFill>
              <a:schemeClr val="accent4"/>
            </a:solidFill>
            <a:ln>
              <a:noFill/>
            </a:ln>
          </p:spPr>
          <p:txBody>
            <a:bodyPr anchor="ctr"/>
            <a:p>
              <a:pPr algn="ctr"/>
            </a:p>
          </p:txBody>
        </p:sp>
        <p:sp>
          <p:nvSpPr>
            <p:cNvPr id="121" name="Freeform: Shape 105"/>
            <p:cNvSpPr/>
            <p:nvPr/>
          </p:nvSpPr>
          <p:spPr bwMode="auto">
            <a:xfrm>
              <a:off x="4181475" y="1990726"/>
              <a:ext cx="15875" cy="15875"/>
            </a:xfrm>
            <a:custGeom>
              <a:avLst/>
              <a:gdLst>
                <a:gd name="T0" fmla="*/ 4 w 10"/>
                <a:gd name="T1" fmla="*/ 10 h 10"/>
                <a:gd name="T2" fmla="*/ 4 w 10"/>
                <a:gd name="T3" fmla="*/ 10 h 10"/>
                <a:gd name="T4" fmla="*/ 4 w 10"/>
                <a:gd name="T5" fmla="*/ 10 h 10"/>
                <a:gd name="T6" fmla="*/ 4 w 10"/>
                <a:gd name="T7" fmla="*/ 10 h 10"/>
                <a:gd name="T8" fmla="*/ 2 w 10"/>
                <a:gd name="T9" fmla="*/ 10 h 10"/>
                <a:gd name="T10" fmla="*/ 2 w 10"/>
                <a:gd name="T11" fmla="*/ 10 h 10"/>
                <a:gd name="T12" fmla="*/ 2 w 10"/>
                <a:gd name="T13" fmla="*/ 10 h 10"/>
                <a:gd name="T14" fmla="*/ 9 w 10"/>
                <a:gd name="T15" fmla="*/ 8 h 10"/>
                <a:gd name="T16" fmla="*/ 4 w 10"/>
                <a:gd name="T17" fmla="*/ 10 h 10"/>
                <a:gd name="T18" fmla="*/ 9 w 10"/>
                <a:gd name="T19" fmla="*/ 8 h 10"/>
                <a:gd name="T20" fmla="*/ 9 w 10"/>
                <a:gd name="T21" fmla="*/ 8 h 10"/>
                <a:gd name="T22" fmla="*/ 9 w 10"/>
                <a:gd name="T23" fmla="*/ 8 h 10"/>
                <a:gd name="T24" fmla="*/ 9 w 10"/>
                <a:gd name="T25" fmla="*/ 8 h 10"/>
                <a:gd name="T26" fmla="*/ 7 w 10"/>
                <a:gd name="T27" fmla="*/ 0 h 10"/>
                <a:gd name="T28" fmla="*/ 7 w 10"/>
                <a:gd name="T29" fmla="*/ 1 h 10"/>
                <a:gd name="T30" fmla="*/ 10 w 10"/>
                <a:gd name="T31" fmla="*/ 5 h 10"/>
                <a:gd name="T32" fmla="*/ 10 w 10"/>
                <a:gd name="T33" fmla="*/ 5 h 10"/>
                <a:gd name="T34" fmla="*/ 7 w 10"/>
                <a:gd name="T35" fmla="*/ 1 h 10"/>
                <a:gd name="T36" fmla="*/ 7 w 10"/>
                <a:gd name="T37" fmla="*/ 0 h 10"/>
                <a:gd name="T38" fmla="*/ 7 w 10"/>
                <a:gd name="T39" fmla="*/ 0 h 10"/>
                <a:gd name="T40" fmla="*/ 4 w 10"/>
                <a:gd name="T41" fmla="*/ 0 h 10"/>
                <a:gd name="T42" fmla="*/ 4 w 10"/>
                <a:gd name="T43" fmla="*/ 0 h 10"/>
                <a:gd name="T44" fmla="*/ 0 w 10"/>
                <a:gd name="T45" fmla="*/ 2 h 10"/>
                <a:gd name="T46" fmla="*/ 0 w 10"/>
                <a:gd name="T47" fmla="*/ 2 h 10"/>
                <a:gd name="T48" fmla="*/ 4 w 10"/>
                <a:gd name="T49" fmla="*/ 0 h 10"/>
                <a:gd name="T50" fmla="*/ 4 w 10"/>
                <a:gd name="T51" fmla="*/ 0 h 10"/>
                <a:gd name="T52" fmla="*/ 4 w 10"/>
                <a:gd name="T53" fmla="*/ 0 h 10"/>
                <a:gd name="T54" fmla="*/ 4 w 10"/>
                <a:gd name="T55" fmla="*/ 0 h 10"/>
                <a:gd name="T56" fmla="*/ 4 w 10"/>
                <a:gd name="T57" fmla="*/ 0 h 10"/>
                <a:gd name="T58" fmla="*/ 4 w 10"/>
                <a:gd name="T59" fmla="*/ 0 h 10"/>
                <a:gd name="T60" fmla="*/ 4 w 10"/>
                <a:gd name="T6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 h="10">
                  <a:moveTo>
                    <a:pt x="4" y="10"/>
                  </a:moveTo>
                  <a:cubicBezTo>
                    <a:pt x="4" y="10"/>
                    <a:pt x="4" y="10"/>
                    <a:pt x="4" y="10"/>
                  </a:cubicBezTo>
                  <a:cubicBezTo>
                    <a:pt x="4" y="10"/>
                    <a:pt x="4" y="10"/>
                    <a:pt x="4" y="10"/>
                  </a:cubicBezTo>
                  <a:cubicBezTo>
                    <a:pt x="4" y="10"/>
                    <a:pt x="4" y="10"/>
                    <a:pt x="4" y="10"/>
                  </a:cubicBezTo>
                  <a:moveTo>
                    <a:pt x="2" y="10"/>
                  </a:moveTo>
                  <a:cubicBezTo>
                    <a:pt x="2" y="10"/>
                    <a:pt x="2" y="10"/>
                    <a:pt x="2" y="10"/>
                  </a:cubicBezTo>
                  <a:cubicBezTo>
                    <a:pt x="2" y="10"/>
                    <a:pt x="2" y="10"/>
                    <a:pt x="2" y="10"/>
                  </a:cubicBezTo>
                  <a:moveTo>
                    <a:pt x="9" y="8"/>
                  </a:moveTo>
                  <a:cubicBezTo>
                    <a:pt x="8" y="9"/>
                    <a:pt x="6" y="10"/>
                    <a:pt x="4" y="10"/>
                  </a:cubicBezTo>
                  <a:cubicBezTo>
                    <a:pt x="6" y="10"/>
                    <a:pt x="8" y="9"/>
                    <a:pt x="9" y="8"/>
                  </a:cubicBezTo>
                  <a:moveTo>
                    <a:pt x="9" y="8"/>
                  </a:moveTo>
                  <a:cubicBezTo>
                    <a:pt x="9" y="8"/>
                    <a:pt x="9" y="8"/>
                    <a:pt x="9" y="8"/>
                  </a:cubicBezTo>
                  <a:cubicBezTo>
                    <a:pt x="9" y="8"/>
                    <a:pt x="9" y="8"/>
                    <a:pt x="9" y="8"/>
                  </a:cubicBezTo>
                  <a:moveTo>
                    <a:pt x="7" y="0"/>
                  </a:moveTo>
                  <a:cubicBezTo>
                    <a:pt x="7" y="1"/>
                    <a:pt x="7" y="1"/>
                    <a:pt x="7" y="1"/>
                  </a:cubicBezTo>
                  <a:cubicBezTo>
                    <a:pt x="9" y="1"/>
                    <a:pt x="9" y="3"/>
                    <a:pt x="10" y="5"/>
                  </a:cubicBezTo>
                  <a:cubicBezTo>
                    <a:pt x="10" y="5"/>
                    <a:pt x="10" y="5"/>
                    <a:pt x="10" y="5"/>
                  </a:cubicBezTo>
                  <a:cubicBezTo>
                    <a:pt x="9" y="3"/>
                    <a:pt x="9" y="1"/>
                    <a:pt x="7" y="1"/>
                  </a:cubicBezTo>
                  <a:cubicBezTo>
                    <a:pt x="7" y="1"/>
                    <a:pt x="7" y="1"/>
                    <a:pt x="7" y="0"/>
                  </a:cubicBezTo>
                  <a:cubicBezTo>
                    <a:pt x="7" y="0"/>
                    <a:pt x="7" y="0"/>
                    <a:pt x="7" y="0"/>
                  </a:cubicBezTo>
                  <a:moveTo>
                    <a:pt x="4" y="0"/>
                  </a:moveTo>
                  <a:cubicBezTo>
                    <a:pt x="4" y="0"/>
                    <a:pt x="4" y="0"/>
                    <a:pt x="4" y="0"/>
                  </a:cubicBezTo>
                  <a:cubicBezTo>
                    <a:pt x="2" y="0"/>
                    <a:pt x="1" y="1"/>
                    <a:pt x="0" y="2"/>
                  </a:cubicBezTo>
                  <a:cubicBezTo>
                    <a:pt x="0" y="2"/>
                    <a:pt x="0" y="2"/>
                    <a:pt x="0" y="2"/>
                  </a:cubicBezTo>
                  <a:cubicBezTo>
                    <a:pt x="1" y="1"/>
                    <a:pt x="2" y="0"/>
                    <a:pt x="4" y="0"/>
                  </a:cubicBezTo>
                  <a:moveTo>
                    <a:pt x="4" y="0"/>
                  </a:moveTo>
                  <a:cubicBezTo>
                    <a:pt x="4" y="0"/>
                    <a:pt x="4" y="0"/>
                    <a:pt x="4" y="0"/>
                  </a:cubicBezTo>
                  <a:cubicBezTo>
                    <a:pt x="4" y="0"/>
                    <a:pt x="4" y="0"/>
                    <a:pt x="4" y="0"/>
                  </a:cubicBezTo>
                  <a:cubicBezTo>
                    <a:pt x="4" y="0"/>
                    <a:pt x="4" y="0"/>
                    <a:pt x="4" y="0"/>
                  </a:cubicBezTo>
                  <a:cubicBezTo>
                    <a:pt x="4" y="0"/>
                    <a:pt x="4" y="0"/>
                    <a:pt x="4" y="0"/>
                  </a:cubicBezTo>
                  <a:cubicBezTo>
                    <a:pt x="4" y="0"/>
                    <a:pt x="4" y="0"/>
                    <a:pt x="4" y="0"/>
                  </a:cubicBezTo>
                </a:path>
              </a:pathLst>
            </a:custGeom>
            <a:solidFill>
              <a:schemeClr val="accent4"/>
            </a:solidFill>
            <a:ln>
              <a:noFill/>
            </a:ln>
          </p:spPr>
          <p:txBody>
            <a:bodyPr anchor="ctr"/>
            <a:p>
              <a:pPr algn="ctr"/>
            </a:p>
          </p:txBody>
        </p:sp>
        <p:sp>
          <p:nvSpPr>
            <p:cNvPr id="122" name="Freeform: Shape 106"/>
            <p:cNvSpPr/>
            <p:nvPr/>
          </p:nvSpPr>
          <p:spPr bwMode="auto">
            <a:xfrm>
              <a:off x="4179888" y="1990726"/>
              <a:ext cx="17463" cy="15875"/>
            </a:xfrm>
            <a:custGeom>
              <a:avLst/>
              <a:gdLst>
                <a:gd name="T0" fmla="*/ 5 w 11"/>
                <a:gd name="T1" fmla="*/ 0 h 10"/>
                <a:gd name="T2" fmla="*/ 5 w 11"/>
                <a:gd name="T3" fmla="*/ 0 h 10"/>
                <a:gd name="T4" fmla="*/ 1 w 11"/>
                <a:gd name="T5" fmla="*/ 2 h 10"/>
                <a:gd name="T6" fmla="*/ 1 w 11"/>
                <a:gd name="T7" fmla="*/ 2 h 10"/>
                <a:gd name="T8" fmla="*/ 1 w 11"/>
                <a:gd name="T9" fmla="*/ 2 h 10"/>
                <a:gd name="T10" fmla="*/ 0 w 11"/>
                <a:gd name="T11" fmla="*/ 5 h 10"/>
                <a:gd name="T12" fmla="*/ 3 w 11"/>
                <a:gd name="T13" fmla="*/ 10 h 10"/>
                <a:gd name="T14" fmla="*/ 3 w 11"/>
                <a:gd name="T15" fmla="*/ 10 h 10"/>
                <a:gd name="T16" fmla="*/ 3 w 11"/>
                <a:gd name="T17" fmla="*/ 10 h 10"/>
                <a:gd name="T18" fmla="*/ 3 w 11"/>
                <a:gd name="T19" fmla="*/ 10 h 10"/>
                <a:gd name="T20" fmla="*/ 3 w 11"/>
                <a:gd name="T21" fmla="*/ 10 h 10"/>
                <a:gd name="T22" fmla="*/ 5 w 11"/>
                <a:gd name="T23" fmla="*/ 10 h 10"/>
                <a:gd name="T24" fmla="*/ 5 w 11"/>
                <a:gd name="T25" fmla="*/ 10 h 10"/>
                <a:gd name="T26" fmla="*/ 5 w 11"/>
                <a:gd name="T27" fmla="*/ 10 h 10"/>
                <a:gd name="T28" fmla="*/ 5 w 11"/>
                <a:gd name="T29" fmla="*/ 10 h 10"/>
                <a:gd name="T30" fmla="*/ 5 w 11"/>
                <a:gd name="T31" fmla="*/ 10 h 10"/>
                <a:gd name="T32" fmla="*/ 5 w 11"/>
                <a:gd name="T33" fmla="*/ 10 h 10"/>
                <a:gd name="T34" fmla="*/ 10 w 11"/>
                <a:gd name="T35" fmla="*/ 8 h 10"/>
                <a:gd name="T36" fmla="*/ 10 w 11"/>
                <a:gd name="T37" fmla="*/ 8 h 10"/>
                <a:gd name="T38" fmla="*/ 10 w 11"/>
                <a:gd name="T39" fmla="*/ 8 h 10"/>
                <a:gd name="T40" fmla="*/ 10 w 11"/>
                <a:gd name="T41" fmla="*/ 8 h 10"/>
                <a:gd name="T42" fmla="*/ 10 w 11"/>
                <a:gd name="T43" fmla="*/ 8 h 10"/>
                <a:gd name="T44" fmla="*/ 10 w 11"/>
                <a:gd name="T45" fmla="*/ 8 h 10"/>
                <a:gd name="T46" fmla="*/ 10 w 11"/>
                <a:gd name="T47" fmla="*/ 8 h 10"/>
                <a:gd name="T48" fmla="*/ 11 w 11"/>
                <a:gd name="T49" fmla="*/ 5 h 10"/>
                <a:gd name="T50" fmla="*/ 8 w 11"/>
                <a:gd name="T51" fmla="*/ 1 h 10"/>
                <a:gd name="T52" fmla="*/ 8 w 11"/>
                <a:gd name="T53" fmla="*/ 0 h 10"/>
                <a:gd name="T54" fmla="*/ 5 w 11"/>
                <a:gd name="T55" fmla="*/ 0 h 10"/>
                <a:gd name="T56" fmla="*/ 5 w 11"/>
                <a:gd name="T5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 h="10">
                  <a:moveTo>
                    <a:pt x="5" y="0"/>
                  </a:moveTo>
                  <a:cubicBezTo>
                    <a:pt x="5" y="0"/>
                    <a:pt x="5" y="0"/>
                    <a:pt x="5" y="0"/>
                  </a:cubicBezTo>
                  <a:cubicBezTo>
                    <a:pt x="3" y="0"/>
                    <a:pt x="2" y="1"/>
                    <a:pt x="1" y="2"/>
                  </a:cubicBezTo>
                  <a:cubicBezTo>
                    <a:pt x="1" y="2"/>
                    <a:pt x="1" y="2"/>
                    <a:pt x="1" y="2"/>
                  </a:cubicBezTo>
                  <a:cubicBezTo>
                    <a:pt x="1" y="2"/>
                    <a:pt x="1" y="2"/>
                    <a:pt x="1" y="2"/>
                  </a:cubicBezTo>
                  <a:cubicBezTo>
                    <a:pt x="0" y="3"/>
                    <a:pt x="0" y="4"/>
                    <a:pt x="0" y="5"/>
                  </a:cubicBezTo>
                  <a:cubicBezTo>
                    <a:pt x="0" y="7"/>
                    <a:pt x="1" y="9"/>
                    <a:pt x="3" y="10"/>
                  </a:cubicBezTo>
                  <a:cubicBezTo>
                    <a:pt x="3" y="10"/>
                    <a:pt x="3" y="10"/>
                    <a:pt x="3" y="10"/>
                  </a:cubicBezTo>
                  <a:cubicBezTo>
                    <a:pt x="3" y="10"/>
                    <a:pt x="3" y="10"/>
                    <a:pt x="3" y="10"/>
                  </a:cubicBezTo>
                  <a:cubicBezTo>
                    <a:pt x="3" y="10"/>
                    <a:pt x="3" y="10"/>
                    <a:pt x="3" y="10"/>
                  </a:cubicBezTo>
                  <a:cubicBezTo>
                    <a:pt x="3" y="10"/>
                    <a:pt x="3" y="10"/>
                    <a:pt x="3" y="10"/>
                  </a:cubicBezTo>
                  <a:cubicBezTo>
                    <a:pt x="4" y="10"/>
                    <a:pt x="4"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7" y="10"/>
                    <a:pt x="9" y="9"/>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7"/>
                    <a:pt x="11" y="6"/>
                    <a:pt x="11" y="5"/>
                  </a:cubicBezTo>
                  <a:cubicBezTo>
                    <a:pt x="10" y="3"/>
                    <a:pt x="10" y="1"/>
                    <a:pt x="8" y="1"/>
                  </a:cubicBezTo>
                  <a:cubicBezTo>
                    <a:pt x="8" y="1"/>
                    <a:pt x="8" y="1"/>
                    <a:pt x="8" y="0"/>
                  </a:cubicBezTo>
                  <a:cubicBezTo>
                    <a:pt x="7" y="0"/>
                    <a:pt x="6" y="0"/>
                    <a:pt x="5" y="0"/>
                  </a:cubicBezTo>
                  <a:cubicBezTo>
                    <a:pt x="5" y="0"/>
                    <a:pt x="5" y="0"/>
                    <a:pt x="5" y="0"/>
                  </a:cubicBezTo>
                </a:path>
              </a:pathLst>
            </a:custGeom>
            <a:solidFill>
              <a:schemeClr val="accent4"/>
            </a:solidFill>
            <a:ln>
              <a:noFill/>
            </a:ln>
          </p:spPr>
          <p:txBody>
            <a:bodyPr anchor="ctr"/>
            <a:p>
              <a:pPr algn="ctr"/>
            </a:p>
          </p:txBody>
        </p:sp>
        <p:sp>
          <p:nvSpPr>
            <p:cNvPr id="123" name="Freeform: Shape 107"/>
            <p:cNvSpPr/>
            <p:nvPr/>
          </p:nvSpPr>
          <p:spPr bwMode="auto">
            <a:xfrm>
              <a:off x="4194175" y="1954213"/>
              <a:ext cx="17463" cy="19050"/>
            </a:xfrm>
            <a:custGeom>
              <a:avLst/>
              <a:gdLst>
                <a:gd name="T0" fmla="*/ 5 w 11"/>
                <a:gd name="T1" fmla="*/ 11 h 11"/>
                <a:gd name="T2" fmla="*/ 5 w 11"/>
                <a:gd name="T3" fmla="*/ 11 h 11"/>
                <a:gd name="T4" fmla="*/ 5 w 11"/>
                <a:gd name="T5" fmla="*/ 11 h 11"/>
                <a:gd name="T6" fmla="*/ 5 w 11"/>
                <a:gd name="T7" fmla="*/ 11 h 11"/>
                <a:gd name="T8" fmla="*/ 10 w 11"/>
                <a:gd name="T9" fmla="*/ 7 h 11"/>
                <a:gd name="T10" fmla="*/ 5 w 11"/>
                <a:gd name="T11" fmla="*/ 11 h 11"/>
                <a:gd name="T12" fmla="*/ 10 w 11"/>
                <a:gd name="T13" fmla="*/ 7 h 11"/>
                <a:gd name="T14" fmla="*/ 10 w 11"/>
                <a:gd name="T15" fmla="*/ 7 h 11"/>
                <a:gd name="T16" fmla="*/ 10 w 11"/>
                <a:gd name="T17" fmla="*/ 7 h 11"/>
                <a:gd name="T18" fmla="*/ 10 w 11"/>
                <a:gd name="T19" fmla="*/ 7 h 11"/>
                <a:gd name="T20" fmla="*/ 0 w 11"/>
                <a:gd name="T21" fmla="*/ 4 h 11"/>
                <a:gd name="T22" fmla="*/ 0 w 11"/>
                <a:gd name="T23" fmla="*/ 4 h 11"/>
                <a:gd name="T24" fmla="*/ 0 w 11"/>
                <a:gd name="T25" fmla="*/ 4 h 11"/>
                <a:gd name="T26" fmla="*/ 0 w 11"/>
                <a:gd name="T27" fmla="*/ 5 h 11"/>
                <a:gd name="T28" fmla="*/ 0 w 11"/>
                <a:gd name="T29" fmla="*/ 5 h 11"/>
                <a:gd name="T30" fmla="*/ 0 w 11"/>
                <a:gd name="T31" fmla="*/ 4 h 11"/>
                <a:gd name="T32" fmla="*/ 0 w 11"/>
                <a:gd name="T33" fmla="*/ 4 h 11"/>
                <a:gd name="T34" fmla="*/ 7 w 11"/>
                <a:gd name="T35" fmla="*/ 0 h 11"/>
                <a:gd name="T36" fmla="*/ 7 w 11"/>
                <a:gd name="T37" fmla="*/ 0 h 11"/>
                <a:gd name="T38" fmla="*/ 11 w 11"/>
                <a:gd name="T39" fmla="*/ 5 h 11"/>
                <a:gd name="T40" fmla="*/ 11 w 11"/>
                <a:gd name="T41" fmla="*/ 5 h 11"/>
                <a:gd name="T42" fmla="*/ 7 w 11"/>
                <a:gd name="T43" fmla="*/ 0 h 11"/>
                <a:gd name="T44" fmla="*/ 7 w 11"/>
                <a:gd name="T45" fmla="*/ 0 h 11"/>
                <a:gd name="T46" fmla="*/ 7 w 11"/>
                <a:gd name="T47" fmla="*/ 0 h 11"/>
                <a:gd name="T48" fmla="*/ 6 w 11"/>
                <a:gd name="T49" fmla="*/ 0 h 11"/>
                <a:gd name="T50" fmla="*/ 6 w 11"/>
                <a:gd name="T51" fmla="*/ 0 h 11"/>
                <a:gd name="T52" fmla="*/ 6 w 11"/>
                <a:gd name="T53" fmla="*/ 0 h 11"/>
                <a:gd name="T54" fmla="*/ 6 w 11"/>
                <a:gd name="T55" fmla="*/ 0 h 11"/>
                <a:gd name="T56" fmla="*/ 6 w 11"/>
                <a:gd name="T57" fmla="*/ 0 h 11"/>
                <a:gd name="T58" fmla="*/ 5 w 11"/>
                <a:gd name="T59" fmla="*/ 0 h 11"/>
                <a:gd name="T60" fmla="*/ 5 w 11"/>
                <a:gd name="T61" fmla="*/ 0 h 11"/>
                <a:gd name="T62" fmla="*/ 0 w 11"/>
                <a:gd name="T63" fmla="*/ 4 h 11"/>
                <a:gd name="T64" fmla="*/ 0 w 11"/>
                <a:gd name="T65" fmla="*/ 4 h 11"/>
                <a:gd name="T66" fmla="*/ 5 w 11"/>
                <a:gd name="T67" fmla="*/ 0 h 11"/>
                <a:gd name="T68" fmla="*/ 5 w 11"/>
                <a:gd name="T69" fmla="*/ 0 h 11"/>
                <a:gd name="T70" fmla="*/ 5 w 11"/>
                <a:gd name="T71" fmla="*/ 0 h 11"/>
                <a:gd name="T72" fmla="*/ 5 w 11"/>
                <a:gd name="T73" fmla="*/ 0 h 11"/>
                <a:gd name="T74" fmla="*/ 5 w 11"/>
                <a:gd name="T75" fmla="*/ 0 h 11"/>
                <a:gd name="T76" fmla="*/ 5 w 11"/>
                <a:gd name="T77" fmla="*/ 0 h 11"/>
                <a:gd name="T78" fmla="*/ 5 w 11"/>
                <a:gd name="T7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 h="11">
                  <a:moveTo>
                    <a:pt x="5" y="11"/>
                  </a:moveTo>
                  <a:cubicBezTo>
                    <a:pt x="5" y="11"/>
                    <a:pt x="5" y="11"/>
                    <a:pt x="5" y="11"/>
                  </a:cubicBezTo>
                  <a:cubicBezTo>
                    <a:pt x="5" y="11"/>
                    <a:pt x="5" y="11"/>
                    <a:pt x="5" y="11"/>
                  </a:cubicBezTo>
                  <a:cubicBezTo>
                    <a:pt x="5" y="11"/>
                    <a:pt x="5" y="11"/>
                    <a:pt x="5" y="11"/>
                  </a:cubicBezTo>
                  <a:moveTo>
                    <a:pt x="10" y="7"/>
                  </a:moveTo>
                  <a:cubicBezTo>
                    <a:pt x="10" y="9"/>
                    <a:pt x="8" y="11"/>
                    <a:pt x="5" y="11"/>
                  </a:cubicBezTo>
                  <a:cubicBezTo>
                    <a:pt x="8" y="11"/>
                    <a:pt x="10" y="9"/>
                    <a:pt x="10" y="7"/>
                  </a:cubicBezTo>
                  <a:moveTo>
                    <a:pt x="10" y="7"/>
                  </a:moveTo>
                  <a:cubicBezTo>
                    <a:pt x="10" y="7"/>
                    <a:pt x="10" y="7"/>
                    <a:pt x="10" y="7"/>
                  </a:cubicBezTo>
                  <a:cubicBezTo>
                    <a:pt x="10" y="7"/>
                    <a:pt x="10" y="7"/>
                    <a:pt x="10" y="7"/>
                  </a:cubicBezTo>
                  <a:moveTo>
                    <a:pt x="0" y="4"/>
                  </a:moveTo>
                  <a:cubicBezTo>
                    <a:pt x="0" y="4"/>
                    <a:pt x="0" y="4"/>
                    <a:pt x="0" y="4"/>
                  </a:cubicBezTo>
                  <a:cubicBezTo>
                    <a:pt x="0" y="4"/>
                    <a:pt x="0" y="4"/>
                    <a:pt x="0" y="4"/>
                  </a:cubicBezTo>
                  <a:cubicBezTo>
                    <a:pt x="0" y="4"/>
                    <a:pt x="0" y="5"/>
                    <a:pt x="0" y="5"/>
                  </a:cubicBezTo>
                  <a:cubicBezTo>
                    <a:pt x="0" y="5"/>
                    <a:pt x="0" y="5"/>
                    <a:pt x="0" y="5"/>
                  </a:cubicBezTo>
                  <a:cubicBezTo>
                    <a:pt x="0" y="5"/>
                    <a:pt x="0" y="4"/>
                    <a:pt x="0" y="4"/>
                  </a:cubicBezTo>
                  <a:cubicBezTo>
                    <a:pt x="0" y="4"/>
                    <a:pt x="0" y="4"/>
                    <a:pt x="0" y="4"/>
                  </a:cubicBezTo>
                  <a:moveTo>
                    <a:pt x="7" y="0"/>
                  </a:moveTo>
                  <a:cubicBezTo>
                    <a:pt x="7" y="0"/>
                    <a:pt x="7" y="0"/>
                    <a:pt x="7" y="0"/>
                  </a:cubicBezTo>
                  <a:cubicBezTo>
                    <a:pt x="9" y="1"/>
                    <a:pt x="11" y="3"/>
                    <a:pt x="11" y="5"/>
                  </a:cubicBezTo>
                  <a:cubicBezTo>
                    <a:pt x="11" y="5"/>
                    <a:pt x="11" y="5"/>
                    <a:pt x="11" y="5"/>
                  </a:cubicBezTo>
                  <a:cubicBezTo>
                    <a:pt x="11" y="3"/>
                    <a:pt x="9" y="1"/>
                    <a:pt x="7" y="0"/>
                  </a:cubicBezTo>
                  <a:cubicBezTo>
                    <a:pt x="7" y="0"/>
                    <a:pt x="7" y="0"/>
                    <a:pt x="7" y="0"/>
                  </a:cubicBezTo>
                  <a:cubicBezTo>
                    <a:pt x="7" y="0"/>
                    <a:pt x="7" y="0"/>
                    <a:pt x="7" y="0"/>
                  </a:cubicBezTo>
                  <a:moveTo>
                    <a:pt x="6" y="0"/>
                  </a:moveTo>
                  <a:cubicBezTo>
                    <a:pt x="6" y="0"/>
                    <a:pt x="6" y="0"/>
                    <a:pt x="6" y="0"/>
                  </a:cubicBezTo>
                  <a:cubicBezTo>
                    <a:pt x="6" y="0"/>
                    <a:pt x="6" y="0"/>
                    <a:pt x="6" y="0"/>
                  </a:cubicBezTo>
                  <a:cubicBezTo>
                    <a:pt x="6" y="0"/>
                    <a:pt x="6" y="0"/>
                    <a:pt x="6" y="0"/>
                  </a:cubicBezTo>
                  <a:cubicBezTo>
                    <a:pt x="6" y="0"/>
                    <a:pt x="6" y="0"/>
                    <a:pt x="6" y="0"/>
                  </a:cubicBezTo>
                  <a:moveTo>
                    <a:pt x="5" y="0"/>
                  </a:moveTo>
                  <a:cubicBezTo>
                    <a:pt x="5" y="0"/>
                    <a:pt x="5" y="0"/>
                    <a:pt x="5" y="0"/>
                  </a:cubicBezTo>
                  <a:cubicBezTo>
                    <a:pt x="3" y="0"/>
                    <a:pt x="1" y="2"/>
                    <a:pt x="0" y="4"/>
                  </a:cubicBezTo>
                  <a:cubicBezTo>
                    <a:pt x="0" y="4"/>
                    <a:pt x="0" y="4"/>
                    <a:pt x="0" y="4"/>
                  </a:cubicBezTo>
                  <a:cubicBezTo>
                    <a:pt x="1" y="2"/>
                    <a:pt x="3"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24" name="Freeform: Shape 108"/>
            <p:cNvSpPr/>
            <p:nvPr/>
          </p:nvSpPr>
          <p:spPr bwMode="auto">
            <a:xfrm>
              <a:off x="4194175" y="1954213"/>
              <a:ext cx="17463" cy="19050"/>
            </a:xfrm>
            <a:custGeom>
              <a:avLst/>
              <a:gdLst>
                <a:gd name="T0" fmla="*/ 5 w 11"/>
                <a:gd name="T1" fmla="*/ 0 h 11"/>
                <a:gd name="T2" fmla="*/ 5 w 11"/>
                <a:gd name="T3" fmla="*/ 0 h 11"/>
                <a:gd name="T4" fmla="*/ 0 w 11"/>
                <a:gd name="T5" fmla="*/ 4 h 11"/>
                <a:gd name="T6" fmla="*/ 0 w 11"/>
                <a:gd name="T7" fmla="*/ 4 h 11"/>
                <a:gd name="T8" fmla="*/ 0 w 11"/>
                <a:gd name="T9" fmla="*/ 4 h 11"/>
                <a:gd name="T10" fmla="*/ 0 w 11"/>
                <a:gd name="T11" fmla="*/ 5 h 11"/>
                <a:gd name="T12" fmla="*/ 4 w 11"/>
                <a:gd name="T13" fmla="*/ 10 h 11"/>
                <a:gd name="T14" fmla="*/ 5 w 11"/>
                <a:gd name="T15" fmla="*/ 11 h 11"/>
                <a:gd name="T16" fmla="*/ 5 w 11"/>
                <a:gd name="T17" fmla="*/ 11 h 11"/>
                <a:gd name="T18" fmla="*/ 5 w 11"/>
                <a:gd name="T19" fmla="*/ 11 h 11"/>
                <a:gd name="T20" fmla="*/ 5 w 11"/>
                <a:gd name="T21" fmla="*/ 11 h 11"/>
                <a:gd name="T22" fmla="*/ 5 w 11"/>
                <a:gd name="T23" fmla="*/ 11 h 11"/>
                <a:gd name="T24" fmla="*/ 5 w 11"/>
                <a:gd name="T25" fmla="*/ 11 h 11"/>
                <a:gd name="T26" fmla="*/ 10 w 11"/>
                <a:gd name="T27" fmla="*/ 7 h 11"/>
                <a:gd name="T28" fmla="*/ 10 w 11"/>
                <a:gd name="T29" fmla="*/ 7 h 11"/>
                <a:gd name="T30" fmla="*/ 10 w 11"/>
                <a:gd name="T31" fmla="*/ 7 h 11"/>
                <a:gd name="T32" fmla="*/ 10 w 11"/>
                <a:gd name="T33" fmla="*/ 7 h 11"/>
                <a:gd name="T34" fmla="*/ 10 w 11"/>
                <a:gd name="T35" fmla="*/ 7 h 11"/>
                <a:gd name="T36" fmla="*/ 10 w 11"/>
                <a:gd name="T37" fmla="*/ 7 h 11"/>
                <a:gd name="T38" fmla="*/ 10 w 11"/>
                <a:gd name="T39" fmla="*/ 7 h 11"/>
                <a:gd name="T40" fmla="*/ 11 w 11"/>
                <a:gd name="T41" fmla="*/ 5 h 11"/>
                <a:gd name="T42" fmla="*/ 7 w 11"/>
                <a:gd name="T43" fmla="*/ 0 h 11"/>
                <a:gd name="T44" fmla="*/ 7 w 11"/>
                <a:gd name="T45" fmla="*/ 0 h 11"/>
                <a:gd name="T46" fmla="*/ 6 w 11"/>
                <a:gd name="T47" fmla="*/ 0 h 11"/>
                <a:gd name="T48" fmla="*/ 6 w 11"/>
                <a:gd name="T49" fmla="*/ 0 h 11"/>
                <a:gd name="T50" fmla="*/ 5 w 11"/>
                <a:gd name="T51" fmla="*/ 0 h 11"/>
                <a:gd name="T52" fmla="*/ 5 w 11"/>
                <a:gd name="T5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1">
                  <a:moveTo>
                    <a:pt x="5" y="0"/>
                  </a:moveTo>
                  <a:cubicBezTo>
                    <a:pt x="5" y="0"/>
                    <a:pt x="5" y="0"/>
                    <a:pt x="5" y="0"/>
                  </a:cubicBezTo>
                  <a:cubicBezTo>
                    <a:pt x="3" y="0"/>
                    <a:pt x="1" y="2"/>
                    <a:pt x="0" y="4"/>
                  </a:cubicBezTo>
                  <a:cubicBezTo>
                    <a:pt x="0" y="4"/>
                    <a:pt x="0" y="4"/>
                    <a:pt x="0" y="4"/>
                  </a:cubicBezTo>
                  <a:cubicBezTo>
                    <a:pt x="0" y="4"/>
                    <a:pt x="0" y="4"/>
                    <a:pt x="0" y="4"/>
                  </a:cubicBezTo>
                  <a:cubicBezTo>
                    <a:pt x="0" y="4"/>
                    <a:pt x="0" y="5"/>
                    <a:pt x="0" y="5"/>
                  </a:cubicBezTo>
                  <a:cubicBezTo>
                    <a:pt x="0" y="8"/>
                    <a:pt x="2" y="10"/>
                    <a:pt x="4" y="10"/>
                  </a:cubicBezTo>
                  <a:cubicBezTo>
                    <a:pt x="4"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8" y="11"/>
                    <a:pt x="10" y="9"/>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6"/>
                    <a:pt x="11" y="6"/>
                    <a:pt x="11" y="5"/>
                  </a:cubicBezTo>
                  <a:cubicBezTo>
                    <a:pt x="11" y="3"/>
                    <a:pt x="9" y="1"/>
                    <a:pt x="7" y="0"/>
                  </a:cubicBezTo>
                  <a:cubicBezTo>
                    <a:pt x="7" y="0"/>
                    <a:pt x="7" y="0"/>
                    <a:pt x="7" y="0"/>
                  </a:cubicBezTo>
                  <a:cubicBezTo>
                    <a:pt x="7" y="0"/>
                    <a:pt x="6" y="0"/>
                    <a:pt x="6" y="0"/>
                  </a:cubicBezTo>
                  <a:cubicBezTo>
                    <a:pt x="6" y="0"/>
                    <a:pt x="6" y="0"/>
                    <a:pt x="6" y="0"/>
                  </a:cubicBezTo>
                  <a:cubicBezTo>
                    <a:pt x="6" y="0"/>
                    <a:pt x="6" y="0"/>
                    <a:pt x="5" y="0"/>
                  </a:cubicBezTo>
                  <a:cubicBezTo>
                    <a:pt x="5" y="0"/>
                    <a:pt x="5" y="0"/>
                    <a:pt x="5" y="0"/>
                  </a:cubicBezTo>
                </a:path>
              </a:pathLst>
            </a:custGeom>
            <a:solidFill>
              <a:schemeClr val="accent4"/>
            </a:solidFill>
            <a:ln>
              <a:noFill/>
            </a:ln>
          </p:spPr>
          <p:txBody>
            <a:bodyPr anchor="ctr"/>
            <a:p>
              <a:pPr algn="ctr"/>
            </a:p>
          </p:txBody>
        </p:sp>
        <p:sp>
          <p:nvSpPr>
            <p:cNvPr id="125" name="Freeform: Shape 109"/>
            <p:cNvSpPr/>
            <p:nvPr/>
          </p:nvSpPr>
          <p:spPr bwMode="auto">
            <a:xfrm>
              <a:off x="4198938" y="1917701"/>
              <a:ext cx="7938" cy="7938"/>
            </a:xfrm>
            <a:custGeom>
              <a:avLst/>
              <a:gdLst>
                <a:gd name="T0" fmla="*/ 5 w 5"/>
                <a:gd name="T1" fmla="*/ 0 h 5"/>
                <a:gd name="T2" fmla="*/ 5 w 5"/>
                <a:gd name="T3" fmla="*/ 0 h 5"/>
                <a:gd name="T4" fmla="*/ 5 w 5"/>
                <a:gd name="T5" fmla="*/ 0 h 5"/>
                <a:gd name="T6" fmla="*/ 5 w 5"/>
                <a:gd name="T7" fmla="*/ 0 h 5"/>
                <a:gd name="T8" fmla="*/ 5 w 5"/>
                <a:gd name="T9" fmla="*/ 0 h 5"/>
                <a:gd name="T10" fmla="*/ 5 w 5"/>
                <a:gd name="T11" fmla="*/ 0 h 5"/>
                <a:gd name="T12" fmla="*/ 5 w 5"/>
                <a:gd name="T13" fmla="*/ 0 h 5"/>
                <a:gd name="T14" fmla="*/ 5 w 5"/>
                <a:gd name="T15" fmla="*/ 0 h 5"/>
                <a:gd name="T16" fmla="*/ 0 w 5"/>
                <a:gd name="T17" fmla="*/ 5 h 5"/>
                <a:gd name="T18" fmla="*/ 0 w 5"/>
                <a:gd name="T19" fmla="*/ 5 h 5"/>
                <a:gd name="T20" fmla="*/ 0 w 5"/>
                <a:gd name="T21" fmla="*/ 5 h 5"/>
                <a:gd name="T22" fmla="*/ 5 w 5"/>
                <a:gd name="T23" fmla="*/ 0 h 5"/>
                <a:gd name="T24" fmla="*/ 5 w 5"/>
                <a:gd name="T25" fmla="*/ 0 h 5"/>
                <a:gd name="T26" fmla="*/ 5 w 5"/>
                <a:gd name="T27" fmla="*/ 0 h 5"/>
                <a:gd name="T28" fmla="*/ 5 w 5"/>
                <a:gd name="T29" fmla="*/ 0 h 5"/>
                <a:gd name="T30" fmla="*/ 5 w 5"/>
                <a:gd name="T31" fmla="*/ 0 h 5"/>
                <a:gd name="T32" fmla="*/ 5 w 5"/>
                <a:gd name="T33" fmla="*/ 0 h 5"/>
                <a:gd name="T34" fmla="*/ 5 w 5"/>
                <a:gd name="T3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 h="5">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moveTo>
                    <a:pt x="5" y="0"/>
                  </a:moveTo>
                  <a:cubicBezTo>
                    <a:pt x="5" y="0"/>
                    <a:pt x="5" y="0"/>
                    <a:pt x="5" y="0"/>
                  </a:cubicBezTo>
                  <a:cubicBezTo>
                    <a:pt x="2" y="0"/>
                    <a:pt x="0" y="2"/>
                    <a:pt x="0" y="5"/>
                  </a:cubicBezTo>
                  <a:cubicBezTo>
                    <a:pt x="0" y="5"/>
                    <a:pt x="0" y="5"/>
                    <a:pt x="0" y="5"/>
                  </a:cubicBezTo>
                  <a:cubicBezTo>
                    <a:pt x="0" y="5"/>
                    <a:pt x="0" y="5"/>
                    <a:pt x="0" y="5"/>
                  </a:cubicBezTo>
                  <a:cubicBezTo>
                    <a:pt x="0" y="2"/>
                    <a:pt x="2"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26" name="Freeform: Shape 110"/>
            <p:cNvSpPr/>
            <p:nvPr/>
          </p:nvSpPr>
          <p:spPr bwMode="auto">
            <a:xfrm>
              <a:off x="4198938" y="1917701"/>
              <a:ext cx="17463" cy="15875"/>
            </a:xfrm>
            <a:custGeom>
              <a:avLst/>
              <a:gdLst>
                <a:gd name="T0" fmla="*/ 5 w 11"/>
                <a:gd name="T1" fmla="*/ 0 h 10"/>
                <a:gd name="T2" fmla="*/ 5 w 11"/>
                <a:gd name="T3" fmla="*/ 0 h 10"/>
                <a:gd name="T4" fmla="*/ 0 w 11"/>
                <a:gd name="T5" fmla="*/ 5 h 10"/>
                <a:gd name="T6" fmla="*/ 5 w 11"/>
                <a:gd name="T7" fmla="*/ 10 h 10"/>
                <a:gd name="T8" fmla="*/ 11 w 11"/>
                <a:gd name="T9" fmla="*/ 5 h 10"/>
                <a:gd name="T10" fmla="*/ 11 w 11"/>
                <a:gd name="T11" fmla="*/ 5 h 10"/>
                <a:gd name="T12" fmla="*/ 5 w 11"/>
                <a:gd name="T13" fmla="*/ 0 h 10"/>
                <a:gd name="T14" fmla="*/ 5 w 11"/>
                <a:gd name="T15" fmla="*/ 0 h 10"/>
                <a:gd name="T16" fmla="*/ 5 w 11"/>
                <a:gd name="T17" fmla="*/ 0 h 10"/>
                <a:gd name="T18" fmla="*/ 5 w 11"/>
                <a:gd name="T19" fmla="*/ 0 h 10"/>
                <a:gd name="T20" fmla="*/ 5 w 11"/>
                <a:gd name="T21" fmla="*/ 0 h 10"/>
                <a:gd name="T22" fmla="*/ 5 w 11"/>
                <a:gd name="T23" fmla="*/ 0 h 10"/>
                <a:gd name="T24" fmla="*/ 5 w 11"/>
                <a:gd name="T2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 h="10">
                  <a:moveTo>
                    <a:pt x="5" y="0"/>
                  </a:moveTo>
                  <a:cubicBezTo>
                    <a:pt x="5" y="0"/>
                    <a:pt x="5" y="0"/>
                    <a:pt x="5" y="0"/>
                  </a:cubicBezTo>
                  <a:cubicBezTo>
                    <a:pt x="2" y="0"/>
                    <a:pt x="0" y="2"/>
                    <a:pt x="0" y="5"/>
                  </a:cubicBezTo>
                  <a:cubicBezTo>
                    <a:pt x="0" y="8"/>
                    <a:pt x="2" y="10"/>
                    <a:pt x="5" y="10"/>
                  </a:cubicBezTo>
                  <a:cubicBezTo>
                    <a:pt x="8" y="10"/>
                    <a:pt x="11" y="8"/>
                    <a:pt x="11" y="5"/>
                  </a:cubicBezTo>
                  <a:cubicBezTo>
                    <a:pt x="11" y="5"/>
                    <a:pt x="11" y="5"/>
                    <a:pt x="11" y="5"/>
                  </a:cubicBezTo>
                  <a:cubicBezTo>
                    <a:pt x="11" y="2"/>
                    <a:pt x="8"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27" name="Freeform: Shape 111"/>
            <p:cNvSpPr/>
            <p:nvPr/>
          </p:nvSpPr>
          <p:spPr bwMode="auto">
            <a:xfrm>
              <a:off x="4194175" y="1879601"/>
              <a:ext cx="15875" cy="9525"/>
            </a:xfrm>
            <a:custGeom>
              <a:avLst/>
              <a:gdLst>
                <a:gd name="T0" fmla="*/ 10 w 10"/>
                <a:gd name="T1" fmla="*/ 4 h 6"/>
                <a:gd name="T2" fmla="*/ 10 w 10"/>
                <a:gd name="T3" fmla="*/ 4 h 6"/>
                <a:gd name="T4" fmla="*/ 10 w 10"/>
                <a:gd name="T5" fmla="*/ 4 h 6"/>
                <a:gd name="T6" fmla="*/ 10 w 10"/>
                <a:gd name="T7" fmla="*/ 4 h 6"/>
                <a:gd name="T8" fmla="*/ 10 w 10"/>
                <a:gd name="T9" fmla="*/ 4 h 6"/>
                <a:gd name="T10" fmla="*/ 4 w 10"/>
                <a:gd name="T11" fmla="*/ 1 h 6"/>
                <a:gd name="T12" fmla="*/ 4 w 10"/>
                <a:gd name="T13" fmla="*/ 1 h 6"/>
                <a:gd name="T14" fmla="*/ 4 w 10"/>
                <a:gd name="T15" fmla="*/ 1 h 6"/>
                <a:gd name="T16" fmla="*/ 0 w 10"/>
                <a:gd name="T17" fmla="*/ 6 h 6"/>
                <a:gd name="T18" fmla="*/ 0 w 10"/>
                <a:gd name="T19" fmla="*/ 6 h 6"/>
                <a:gd name="T20" fmla="*/ 4 w 10"/>
                <a:gd name="T21" fmla="*/ 1 h 6"/>
                <a:gd name="T22" fmla="*/ 4 w 10"/>
                <a:gd name="T23" fmla="*/ 1 h 6"/>
                <a:gd name="T24" fmla="*/ 5 w 10"/>
                <a:gd name="T25" fmla="*/ 0 h 6"/>
                <a:gd name="T26" fmla="*/ 5 w 10"/>
                <a:gd name="T27" fmla="*/ 0 h 6"/>
                <a:gd name="T28" fmla="*/ 4 w 10"/>
                <a:gd name="T29" fmla="*/ 1 h 6"/>
                <a:gd name="T30" fmla="*/ 4 w 10"/>
                <a:gd name="T31" fmla="*/ 1 h 6"/>
                <a:gd name="T32" fmla="*/ 5 w 10"/>
                <a:gd name="T3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 h="6">
                  <a:moveTo>
                    <a:pt x="10" y="4"/>
                  </a:moveTo>
                  <a:cubicBezTo>
                    <a:pt x="10" y="4"/>
                    <a:pt x="10" y="4"/>
                    <a:pt x="10" y="4"/>
                  </a:cubicBezTo>
                  <a:cubicBezTo>
                    <a:pt x="10" y="4"/>
                    <a:pt x="10" y="4"/>
                    <a:pt x="10" y="4"/>
                  </a:cubicBezTo>
                  <a:cubicBezTo>
                    <a:pt x="10" y="4"/>
                    <a:pt x="10" y="4"/>
                    <a:pt x="10" y="4"/>
                  </a:cubicBezTo>
                  <a:cubicBezTo>
                    <a:pt x="10" y="4"/>
                    <a:pt x="10" y="4"/>
                    <a:pt x="10" y="4"/>
                  </a:cubicBezTo>
                  <a:moveTo>
                    <a:pt x="4" y="1"/>
                  </a:moveTo>
                  <a:cubicBezTo>
                    <a:pt x="4" y="1"/>
                    <a:pt x="4" y="1"/>
                    <a:pt x="4" y="1"/>
                  </a:cubicBezTo>
                  <a:cubicBezTo>
                    <a:pt x="4" y="1"/>
                    <a:pt x="4" y="1"/>
                    <a:pt x="4" y="1"/>
                  </a:cubicBezTo>
                  <a:cubicBezTo>
                    <a:pt x="2" y="1"/>
                    <a:pt x="0" y="3"/>
                    <a:pt x="0" y="6"/>
                  </a:cubicBezTo>
                  <a:cubicBezTo>
                    <a:pt x="0" y="6"/>
                    <a:pt x="0" y="6"/>
                    <a:pt x="0" y="6"/>
                  </a:cubicBezTo>
                  <a:cubicBezTo>
                    <a:pt x="0" y="3"/>
                    <a:pt x="2" y="1"/>
                    <a:pt x="4" y="1"/>
                  </a:cubicBezTo>
                  <a:cubicBezTo>
                    <a:pt x="4" y="1"/>
                    <a:pt x="4" y="1"/>
                    <a:pt x="4" y="1"/>
                  </a:cubicBezTo>
                  <a:moveTo>
                    <a:pt x="5" y="0"/>
                  </a:moveTo>
                  <a:cubicBezTo>
                    <a:pt x="5" y="0"/>
                    <a:pt x="5" y="0"/>
                    <a:pt x="5" y="0"/>
                  </a:cubicBezTo>
                  <a:cubicBezTo>
                    <a:pt x="5" y="0"/>
                    <a:pt x="4" y="0"/>
                    <a:pt x="4" y="1"/>
                  </a:cubicBezTo>
                  <a:cubicBezTo>
                    <a:pt x="4" y="1"/>
                    <a:pt x="4" y="1"/>
                    <a:pt x="4" y="1"/>
                  </a:cubicBezTo>
                  <a:cubicBezTo>
                    <a:pt x="4" y="0"/>
                    <a:pt x="5" y="0"/>
                    <a:pt x="5" y="0"/>
                  </a:cubicBezTo>
                </a:path>
              </a:pathLst>
            </a:custGeom>
            <a:solidFill>
              <a:schemeClr val="accent4"/>
            </a:solidFill>
            <a:ln>
              <a:noFill/>
            </a:ln>
          </p:spPr>
          <p:txBody>
            <a:bodyPr anchor="ctr"/>
            <a:p>
              <a:pPr algn="ctr"/>
            </a:p>
          </p:txBody>
        </p:sp>
        <p:sp>
          <p:nvSpPr>
            <p:cNvPr id="128" name="Freeform: Shape 112"/>
            <p:cNvSpPr/>
            <p:nvPr/>
          </p:nvSpPr>
          <p:spPr bwMode="auto">
            <a:xfrm>
              <a:off x="4194175" y="1879601"/>
              <a:ext cx="17463" cy="17463"/>
            </a:xfrm>
            <a:custGeom>
              <a:avLst/>
              <a:gdLst>
                <a:gd name="T0" fmla="*/ 5 w 11"/>
                <a:gd name="T1" fmla="*/ 0 h 11"/>
                <a:gd name="T2" fmla="*/ 5 w 11"/>
                <a:gd name="T3" fmla="*/ 0 h 11"/>
                <a:gd name="T4" fmla="*/ 4 w 11"/>
                <a:gd name="T5" fmla="*/ 1 h 11"/>
                <a:gd name="T6" fmla="*/ 4 w 11"/>
                <a:gd name="T7" fmla="*/ 1 h 11"/>
                <a:gd name="T8" fmla="*/ 4 w 11"/>
                <a:gd name="T9" fmla="*/ 1 h 11"/>
                <a:gd name="T10" fmla="*/ 0 w 11"/>
                <a:gd name="T11" fmla="*/ 6 h 11"/>
                <a:gd name="T12" fmla="*/ 0 w 11"/>
                <a:gd name="T13" fmla="*/ 7 h 11"/>
                <a:gd name="T14" fmla="*/ 0 w 11"/>
                <a:gd name="T15" fmla="*/ 7 h 11"/>
                <a:gd name="T16" fmla="*/ 0 w 11"/>
                <a:gd name="T17" fmla="*/ 7 h 11"/>
                <a:gd name="T18" fmla="*/ 0 w 11"/>
                <a:gd name="T19" fmla="*/ 7 h 11"/>
                <a:gd name="T20" fmla="*/ 0 w 11"/>
                <a:gd name="T21" fmla="*/ 7 h 11"/>
                <a:gd name="T22" fmla="*/ 5 w 11"/>
                <a:gd name="T23" fmla="*/ 11 h 11"/>
                <a:gd name="T24" fmla="*/ 5 w 11"/>
                <a:gd name="T25" fmla="*/ 11 h 11"/>
                <a:gd name="T26" fmla="*/ 5 w 11"/>
                <a:gd name="T27" fmla="*/ 11 h 11"/>
                <a:gd name="T28" fmla="*/ 5 w 11"/>
                <a:gd name="T29" fmla="*/ 11 h 11"/>
                <a:gd name="T30" fmla="*/ 5 w 11"/>
                <a:gd name="T31" fmla="*/ 11 h 11"/>
                <a:gd name="T32" fmla="*/ 5 w 11"/>
                <a:gd name="T33" fmla="*/ 11 h 11"/>
                <a:gd name="T34" fmla="*/ 7 w 11"/>
                <a:gd name="T35" fmla="*/ 11 h 11"/>
                <a:gd name="T36" fmla="*/ 7 w 11"/>
                <a:gd name="T37" fmla="*/ 11 h 11"/>
                <a:gd name="T38" fmla="*/ 7 w 11"/>
                <a:gd name="T39" fmla="*/ 11 h 11"/>
                <a:gd name="T40" fmla="*/ 11 w 11"/>
                <a:gd name="T41" fmla="*/ 6 h 11"/>
                <a:gd name="T42" fmla="*/ 10 w 11"/>
                <a:gd name="T43" fmla="*/ 4 h 11"/>
                <a:gd name="T44" fmla="*/ 10 w 11"/>
                <a:gd name="T45" fmla="*/ 4 h 11"/>
                <a:gd name="T46" fmla="*/ 10 w 11"/>
                <a:gd name="T47" fmla="*/ 4 h 11"/>
                <a:gd name="T48" fmla="*/ 10 w 11"/>
                <a:gd name="T49" fmla="*/ 4 h 11"/>
                <a:gd name="T50" fmla="*/ 5 w 11"/>
                <a:gd name="T51" fmla="*/ 0 h 11"/>
                <a:gd name="T52" fmla="*/ 5 w 11"/>
                <a:gd name="T5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1">
                  <a:moveTo>
                    <a:pt x="5" y="0"/>
                  </a:moveTo>
                  <a:cubicBezTo>
                    <a:pt x="5" y="0"/>
                    <a:pt x="5" y="0"/>
                    <a:pt x="5" y="0"/>
                  </a:cubicBezTo>
                  <a:cubicBezTo>
                    <a:pt x="5" y="0"/>
                    <a:pt x="4" y="0"/>
                    <a:pt x="4" y="1"/>
                  </a:cubicBezTo>
                  <a:cubicBezTo>
                    <a:pt x="4" y="1"/>
                    <a:pt x="4" y="1"/>
                    <a:pt x="4" y="1"/>
                  </a:cubicBezTo>
                  <a:cubicBezTo>
                    <a:pt x="4" y="1"/>
                    <a:pt x="4" y="1"/>
                    <a:pt x="4" y="1"/>
                  </a:cubicBezTo>
                  <a:cubicBezTo>
                    <a:pt x="2" y="1"/>
                    <a:pt x="0" y="3"/>
                    <a:pt x="0" y="6"/>
                  </a:cubicBezTo>
                  <a:cubicBezTo>
                    <a:pt x="0" y="6"/>
                    <a:pt x="0" y="7"/>
                    <a:pt x="0" y="7"/>
                  </a:cubicBezTo>
                  <a:cubicBezTo>
                    <a:pt x="0" y="7"/>
                    <a:pt x="0" y="7"/>
                    <a:pt x="0" y="7"/>
                  </a:cubicBezTo>
                  <a:cubicBezTo>
                    <a:pt x="0" y="7"/>
                    <a:pt x="0" y="7"/>
                    <a:pt x="0" y="7"/>
                  </a:cubicBezTo>
                  <a:cubicBezTo>
                    <a:pt x="0" y="7"/>
                    <a:pt x="0" y="7"/>
                    <a:pt x="0" y="7"/>
                  </a:cubicBezTo>
                  <a:cubicBezTo>
                    <a:pt x="0" y="7"/>
                    <a:pt x="0" y="7"/>
                    <a:pt x="0" y="7"/>
                  </a:cubicBezTo>
                  <a:cubicBezTo>
                    <a:pt x="1" y="9"/>
                    <a:pt x="3"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6" y="11"/>
                    <a:pt x="6" y="11"/>
                    <a:pt x="7" y="11"/>
                  </a:cubicBezTo>
                  <a:cubicBezTo>
                    <a:pt x="7" y="11"/>
                    <a:pt x="7" y="11"/>
                    <a:pt x="7" y="11"/>
                  </a:cubicBezTo>
                  <a:cubicBezTo>
                    <a:pt x="7" y="11"/>
                    <a:pt x="7" y="11"/>
                    <a:pt x="7" y="11"/>
                  </a:cubicBezTo>
                  <a:cubicBezTo>
                    <a:pt x="9" y="10"/>
                    <a:pt x="11" y="8"/>
                    <a:pt x="11" y="6"/>
                  </a:cubicBezTo>
                  <a:cubicBezTo>
                    <a:pt x="11" y="5"/>
                    <a:pt x="10" y="5"/>
                    <a:pt x="10" y="4"/>
                  </a:cubicBezTo>
                  <a:cubicBezTo>
                    <a:pt x="10" y="4"/>
                    <a:pt x="10" y="4"/>
                    <a:pt x="10" y="4"/>
                  </a:cubicBezTo>
                  <a:cubicBezTo>
                    <a:pt x="10" y="4"/>
                    <a:pt x="10" y="4"/>
                    <a:pt x="10" y="4"/>
                  </a:cubicBezTo>
                  <a:cubicBezTo>
                    <a:pt x="10" y="4"/>
                    <a:pt x="10" y="4"/>
                    <a:pt x="10" y="4"/>
                  </a:cubicBezTo>
                  <a:cubicBezTo>
                    <a:pt x="10" y="2"/>
                    <a:pt x="8" y="0"/>
                    <a:pt x="5" y="0"/>
                  </a:cubicBezTo>
                  <a:cubicBezTo>
                    <a:pt x="5" y="0"/>
                    <a:pt x="5" y="0"/>
                    <a:pt x="5" y="0"/>
                  </a:cubicBezTo>
                </a:path>
              </a:pathLst>
            </a:custGeom>
            <a:solidFill>
              <a:schemeClr val="accent4"/>
            </a:solidFill>
            <a:ln>
              <a:noFill/>
            </a:ln>
          </p:spPr>
          <p:txBody>
            <a:bodyPr anchor="ctr"/>
            <a:p>
              <a:pPr algn="ctr"/>
            </a:p>
          </p:txBody>
        </p:sp>
        <p:sp>
          <p:nvSpPr>
            <p:cNvPr id="129" name="Freeform: Shape 113"/>
            <p:cNvSpPr/>
            <p:nvPr/>
          </p:nvSpPr>
          <p:spPr bwMode="auto">
            <a:xfrm>
              <a:off x="4194175" y="1879601"/>
              <a:ext cx="11113" cy="17463"/>
            </a:xfrm>
            <a:custGeom>
              <a:avLst/>
              <a:gdLst>
                <a:gd name="T0" fmla="*/ 5 w 7"/>
                <a:gd name="T1" fmla="*/ 11 h 11"/>
                <a:gd name="T2" fmla="*/ 5 w 7"/>
                <a:gd name="T3" fmla="*/ 11 h 11"/>
                <a:gd name="T4" fmla="*/ 5 w 7"/>
                <a:gd name="T5" fmla="*/ 11 h 11"/>
                <a:gd name="T6" fmla="*/ 5 w 7"/>
                <a:gd name="T7" fmla="*/ 11 h 11"/>
                <a:gd name="T8" fmla="*/ 7 w 7"/>
                <a:gd name="T9" fmla="*/ 11 h 11"/>
                <a:gd name="T10" fmla="*/ 5 w 7"/>
                <a:gd name="T11" fmla="*/ 11 h 11"/>
                <a:gd name="T12" fmla="*/ 7 w 7"/>
                <a:gd name="T13" fmla="*/ 11 h 11"/>
                <a:gd name="T14" fmla="*/ 0 w 7"/>
                <a:gd name="T15" fmla="*/ 7 h 11"/>
                <a:gd name="T16" fmla="*/ 0 w 7"/>
                <a:gd name="T17" fmla="*/ 7 h 11"/>
                <a:gd name="T18" fmla="*/ 0 w 7"/>
                <a:gd name="T19" fmla="*/ 7 h 11"/>
                <a:gd name="T20" fmla="*/ 5 w 7"/>
                <a:gd name="T21" fmla="*/ 0 h 11"/>
                <a:gd name="T22" fmla="*/ 5 w 7"/>
                <a:gd name="T23" fmla="*/ 0 h 11"/>
                <a:gd name="T24" fmla="*/ 5 w 7"/>
                <a:gd name="T25" fmla="*/ 0 h 11"/>
                <a:gd name="T26" fmla="*/ 5 w 7"/>
                <a:gd name="T27" fmla="*/ 0 h 11"/>
                <a:gd name="T28" fmla="*/ 5 w 7"/>
                <a:gd name="T29" fmla="*/ 0 h 11"/>
                <a:gd name="T30" fmla="*/ 5 w 7"/>
                <a:gd name="T3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 h="11">
                  <a:moveTo>
                    <a:pt x="5" y="11"/>
                  </a:moveTo>
                  <a:cubicBezTo>
                    <a:pt x="5" y="11"/>
                    <a:pt x="5" y="11"/>
                    <a:pt x="5" y="11"/>
                  </a:cubicBezTo>
                  <a:cubicBezTo>
                    <a:pt x="5" y="11"/>
                    <a:pt x="5" y="11"/>
                    <a:pt x="5" y="11"/>
                  </a:cubicBezTo>
                  <a:cubicBezTo>
                    <a:pt x="5" y="11"/>
                    <a:pt x="5" y="11"/>
                    <a:pt x="5" y="11"/>
                  </a:cubicBezTo>
                  <a:moveTo>
                    <a:pt x="7" y="11"/>
                  </a:moveTo>
                  <a:cubicBezTo>
                    <a:pt x="6" y="11"/>
                    <a:pt x="6" y="11"/>
                    <a:pt x="5" y="11"/>
                  </a:cubicBezTo>
                  <a:cubicBezTo>
                    <a:pt x="6" y="11"/>
                    <a:pt x="6" y="11"/>
                    <a:pt x="7" y="11"/>
                  </a:cubicBezTo>
                  <a:moveTo>
                    <a:pt x="0" y="7"/>
                  </a:moveTo>
                  <a:cubicBezTo>
                    <a:pt x="0" y="7"/>
                    <a:pt x="0" y="7"/>
                    <a:pt x="0" y="7"/>
                  </a:cubicBezTo>
                  <a:cubicBezTo>
                    <a:pt x="0" y="7"/>
                    <a:pt x="0" y="7"/>
                    <a:pt x="0" y="7"/>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30" name="Freeform: Shape 114"/>
            <p:cNvSpPr/>
            <p:nvPr/>
          </p:nvSpPr>
          <p:spPr bwMode="auto">
            <a:xfrm>
              <a:off x="4179888" y="1844676"/>
              <a:ext cx="17463" cy="7938"/>
            </a:xfrm>
            <a:custGeom>
              <a:avLst/>
              <a:gdLst>
                <a:gd name="T0" fmla="*/ 10 w 11"/>
                <a:gd name="T1" fmla="*/ 2 h 5"/>
                <a:gd name="T2" fmla="*/ 10 w 11"/>
                <a:gd name="T3" fmla="*/ 2 h 5"/>
                <a:gd name="T4" fmla="*/ 11 w 11"/>
                <a:gd name="T5" fmla="*/ 5 h 5"/>
                <a:gd name="T6" fmla="*/ 11 w 11"/>
                <a:gd name="T7" fmla="*/ 5 h 5"/>
                <a:gd name="T8" fmla="*/ 10 w 11"/>
                <a:gd name="T9" fmla="*/ 2 h 5"/>
                <a:gd name="T10" fmla="*/ 10 w 11"/>
                <a:gd name="T11" fmla="*/ 2 h 5"/>
                <a:gd name="T12" fmla="*/ 10 w 11"/>
                <a:gd name="T13" fmla="*/ 2 h 5"/>
                <a:gd name="T14" fmla="*/ 3 w 11"/>
                <a:gd name="T15" fmla="*/ 0 h 5"/>
                <a:gd name="T16" fmla="*/ 3 w 11"/>
                <a:gd name="T17" fmla="*/ 0 h 5"/>
                <a:gd name="T18" fmla="*/ 3 w 11"/>
                <a:gd name="T19" fmla="*/ 0 h 5"/>
                <a:gd name="T20" fmla="*/ 0 w 11"/>
                <a:gd name="T21" fmla="*/ 5 h 5"/>
                <a:gd name="T22" fmla="*/ 0 w 11"/>
                <a:gd name="T23" fmla="*/ 5 h 5"/>
                <a:gd name="T24" fmla="*/ 3 w 11"/>
                <a:gd name="T25" fmla="*/ 0 h 5"/>
                <a:gd name="T26" fmla="*/ 3 w 11"/>
                <a:gd name="T27" fmla="*/ 0 h 5"/>
                <a:gd name="T28" fmla="*/ 5 w 11"/>
                <a:gd name="T29" fmla="*/ 0 h 5"/>
                <a:gd name="T30" fmla="*/ 5 w 11"/>
                <a:gd name="T31" fmla="*/ 0 h 5"/>
                <a:gd name="T32" fmla="*/ 3 w 11"/>
                <a:gd name="T33" fmla="*/ 0 h 5"/>
                <a:gd name="T34" fmla="*/ 3 w 11"/>
                <a:gd name="T35" fmla="*/ 0 h 5"/>
                <a:gd name="T36" fmla="*/ 5 w 11"/>
                <a:gd name="T3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 h="5">
                  <a:moveTo>
                    <a:pt x="10" y="2"/>
                  </a:moveTo>
                  <a:cubicBezTo>
                    <a:pt x="10" y="2"/>
                    <a:pt x="10" y="2"/>
                    <a:pt x="10" y="2"/>
                  </a:cubicBezTo>
                  <a:cubicBezTo>
                    <a:pt x="10" y="3"/>
                    <a:pt x="10" y="4"/>
                    <a:pt x="11" y="5"/>
                  </a:cubicBezTo>
                  <a:cubicBezTo>
                    <a:pt x="11" y="5"/>
                    <a:pt x="11" y="5"/>
                    <a:pt x="11" y="5"/>
                  </a:cubicBezTo>
                  <a:cubicBezTo>
                    <a:pt x="10" y="4"/>
                    <a:pt x="10" y="3"/>
                    <a:pt x="10" y="2"/>
                  </a:cubicBezTo>
                  <a:cubicBezTo>
                    <a:pt x="10" y="2"/>
                    <a:pt x="10" y="2"/>
                    <a:pt x="10" y="2"/>
                  </a:cubicBezTo>
                  <a:cubicBezTo>
                    <a:pt x="10" y="2"/>
                    <a:pt x="10" y="2"/>
                    <a:pt x="10" y="2"/>
                  </a:cubicBezTo>
                  <a:moveTo>
                    <a:pt x="3" y="0"/>
                  </a:moveTo>
                  <a:cubicBezTo>
                    <a:pt x="3" y="0"/>
                    <a:pt x="3" y="0"/>
                    <a:pt x="3" y="0"/>
                  </a:cubicBezTo>
                  <a:cubicBezTo>
                    <a:pt x="3" y="0"/>
                    <a:pt x="3" y="0"/>
                    <a:pt x="3" y="0"/>
                  </a:cubicBezTo>
                  <a:cubicBezTo>
                    <a:pt x="1" y="1"/>
                    <a:pt x="0" y="3"/>
                    <a:pt x="0" y="5"/>
                  </a:cubicBezTo>
                  <a:cubicBezTo>
                    <a:pt x="0" y="5"/>
                    <a:pt x="0" y="5"/>
                    <a:pt x="0" y="5"/>
                  </a:cubicBezTo>
                  <a:cubicBezTo>
                    <a:pt x="0" y="3"/>
                    <a:pt x="1" y="1"/>
                    <a:pt x="3" y="0"/>
                  </a:cubicBezTo>
                  <a:cubicBezTo>
                    <a:pt x="3" y="0"/>
                    <a:pt x="3" y="0"/>
                    <a:pt x="3" y="0"/>
                  </a:cubicBezTo>
                  <a:moveTo>
                    <a:pt x="5" y="0"/>
                  </a:moveTo>
                  <a:cubicBezTo>
                    <a:pt x="5" y="0"/>
                    <a:pt x="5" y="0"/>
                    <a:pt x="5" y="0"/>
                  </a:cubicBezTo>
                  <a:cubicBezTo>
                    <a:pt x="4" y="0"/>
                    <a:pt x="4" y="0"/>
                    <a:pt x="3" y="0"/>
                  </a:cubicBezTo>
                  <a:cubicBezTo>
                    <a:pt x="3" y="0"/>
                    <a:pt x="3" y="0"/>
                    <a:pt x="3" y="0"/>
                  </a:cubicBezTo>
                  <a:cubicBezTo>
                    <a:pt x="4" y="0"/>
                    <a:pt x="4" y="0"/>
                    <a:pt x="5" y="0"/>
                  </a:cubicBezTo>
                </a:path>
              </a:pathLst>
            </a:custGeom>
            <a:solidFill>
              <a:schemeClr val="accent4"/>
            </a:solidFill>
            <a:ln>
              <a:noFill/>
            </a:ln>
          </p:spPr>
          <p:txBody>
            <a:bodyPr anchor="ctr"/>
            <a:p>
              <a:pPr algn="ctr"/>
            </a:p>
          </p:txBody>
        </p:sp>
        <p:sp>
          <p:nvSpPr>
            <p:cNvPr id="131" name="Freeform: Shape 115"/>
            <p:cNvSpPr/>
            <p:nvPr/>
          </p:nvSpPr>
          <p:spPr bwMode="auto">
            <a:xfrm>
              <a:off x="4179888" y="1844676"/>
              <a:ext cx="17463" cy="15875"/>
            </a:xfrm>
            <a:custGeom>
              <a:avLst/>
              <a:gdLst>
                <a:gd name="T0" fmla="*/ 5 w 11"/>
                <a:gd name="T1" fmla="*/ 0 h 10"/>
                <a:gd name="T2" fmla="*/ 5 w 11"/>
                <a:gd name="T3" fmla="*/ 0 h 10"/>
                <a:gd name="T4" fmla="*/ 3 w 11"/>
                <a:gd name="T5" fmla="*/ 0 h 10"/>
                <a:gd name="T6" fmla="*/ 3 w 11"/>
                <a:gd name="T7" fmla="*/ 0 h 10"/>
                <a:gd name="T8" fmla="*/ 3 w 11"/>
                <a:gd name="T9" fmla="*/ 0 h 10"/>
                <a:gd name="T10" fmla="*/ 0 w 11"/>
                <a:gd name="T11" fmla="*/ 5 h 10"/>
                <a:gd name="T12" fmla="*/ 1 w 11"/>
                <a:gd name="T13" fmla="*/ 7 h 10"/>
                <a:gd name="T14" fmla="*/ 1 w 11"/>
                <a:gd name="T15" fmla="*/ 8 h 10"/>
                <a:gd name="T16" fmla="*/ 1 w 11"/>
                <a:gd name="T17" fmla="*/ 8 h 10"/>
                <a:gd name="T18" fmla="*/ 1 w 11"/>
                <a:gd name="T19" fmla="*/ 8 h 10"/>
                <a:gd name="T20" fmla="*/ 1 w 11"/>
                <a:gd name="T21" fmla="*/ 8 h 10"/>
                <a:gd name="T22" fmla="*/ 5 w 11"/>
                <a:gd name="T23" fmla="*/ 10 h 10"/>
                <a:gd name="T24" fmla="*/ 5 w 11"/>
                <a:gd name="T25" fmla="*/ 10 h 10"/>
                <a:gd name="T26" fmla="*/ 5 w 11"/>
                <a:gd name="T27" fmla="*/ 10 h 10"/>
                <a:gd name="T28" fmla="*/ 5 w 11"/>
                <a:gd name="T29" fmla="*/ 10 h 10"/>
                <a:gd name="T30" fmla="*/ 5 w 11"/>
                <a:gd name="T31" fmla="*/ 10 h 10"/>
                <a:gd name="T32" fmla="*/ 5 w 11"/>
                <a:gd name="T33" fmla="*/ 10 h 10"/>
                <a:gd name="T34" fmla="*/ 8 w 11"/>
                <a:gd name="T35" fmla="*/ 9 h 10"/>
                <a:gd name="T36" fmla="*/ 8 w 11"/>
                <a:gd name="T37" fmla="*/ 9 h 10"/>
                <a:gd name="T38" fmla="*/ 8 w 11"/>
                <a:gd name="T39" fmla="*/ 9 h 10"/>
                <a:gd name="T40" fmla="*/ 11 w 11"/>
                <a:gd name="T41" fmla="*/ 5 h 10"/>
                <a:gd name="T42" fmla="*/ 10 w 11"/>
                <a:gd name="T43" fmla="*/ 2 h 10"/>
                <a:gd name="T44" fmla="*/ 10 w 11"/>
                <a:gd name="T45" fmla="*/ 2 h 10"/>
                <a:gd name="T46" fmla="*/ 5 w 11"/>
                <a:gd name="T47" fmla="*/ 0 h 10"/>
                <a:gd name="T48" fmla="*/ 5 w 11"/>
                <a:gd name="T4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 h="10">
                  <a:moveTo>
                    <a:pt x="5" y="0"/>
                  </a:moveTo>
                  <a:cubicBezTo>
                    <a:pt x="5" y="0"/>
                    <a:pt x="5" y="0"/>
                    <a:pt x="5" y="0"/>
                  </a:cubicBezTo>
                  <a:cubicBezTo>
                    <a:pt x="4" y="0"/>
                    <a:pt x="4" y="0"/>
                    <a:pt x="3" y="0"/>
                  </a:cubicBezTo>
                  <a:cubicBezTo>
                    <a:pt x="3" y="0"/>
                    <a:pt x="3" y="0"/>
                    <a:pt x="3" y="0"/>
                  </a:cubicBezTo>
                  <a:cubicBezTo>
                    <a:pt x="3" y="0"/>
                    <a:pt x="3" y="0"/>
                    <a:pt x="3" y="0"/>
                  </a:cubicBezTo>
                  <a:cubicBezTo>
                    <a:pt x="1" y="1"/>
                    <a:pt x="0" y="3"/>
                    <a:pt x="0" y="5"/>
                  </a:cubicBezTo>
                  <a:cubicBezTo>
                    <a:pt x="0" y="6"/>
                    <a:pt x="0" y="7"/>
                    <a:pt x="1" y="7"/>
                  </a:cubicBezTo>
                  <a:cubicBezTo>
                    <a:pt x="1" y="8"/>
                    <a:pt x="1" y="8"/>
                    <a:pt x="1" y="8"/>
                  </a:cubicBezTo>
                  <a:cubicBezTo>
                    <a:pt x="1" y="8"/>
                    <a:pt x="1" y="8"/>
                    <a:pt x="1" y="8"/>
                  </a:cubicBezTo>
                  <a:cubicBezTo>
                    <a:pt x="1" y="8"/>
                    <a:pt x="1" y="8"/>
                    <a:pt x="1" y="8"/>
                  </a:cubicBezTo>
                  <a:cubicBezTo>
                    <a:pt x="1" y="8"/>
                    <a:pt x="1" y="8"/>
                    <a:pt x="1" y="8"/>
                  </a:cubicBezTo>
                  <a:cubicBezTo>
                    <a:pt x="2" y="9"/>
                    <a:pt x="3"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6" y="10"/>
                    <a:pt x="7" y="10"/>
                    <a:pt x="8" y="9"/>
                  </a:cubicBezTo>
                  <a:cubicBezTo>
                    <a:pt x="8" y="9"/>
                    <a:pt x="8" y="9"/>
                    <a:pt x="8" y="9"/>
                  </a:cubicBezTo>
                  <a:cubicBezTo>
                    <a:pt x="8" y="9"/>
                    <a:pt x="8" y="9"/>
                    <a:pt x="8" y="9"/>
                  </a:cubicBezTo>
                  <a:cubicBezTo>
                    <a:pt x="10" y="8"/>
                    <a:pt x="11" y="7"/>
                    <a:pt x="11" y="5"/>
                  </a:cubicBezTo>
                  <a:cubicBezTo>
                    <a:pt x="10" y="4"/>
                    <a:pt x="10" y="3"/>
                    <a:pt x="10" y="2"/>
                  </a:cubicBezTo>
                  <a:cubicBezTo>
                    <a:pt x="10" y="2"/>
                    <a:pt x="10" y="2"/>
                    <a:pt x="10" y="2"/>
                  </a:cubicBezTo>
                  <a:cubicBezTo>
                    <a:pt x="9" y="0"/>
                    <a:pt x="7" y="0"/>
                    <a:pt x="5" y="0"/>
                  </a:cubicBezTo>
                  <a:cubicBezTo>
                    <a:pt x="5" y="0"/>
                    <a:pt x="5" y="0"/>
                    <a:pt x="5" y="0"/>
                  </a:cubicBezTo>
                </a:path>
              </a:pathLst>
            </a:custGeom>
            <a:solidFill>
              <a:schemeClr val="accent4"/>
            </a:solidFill>
            <a:ln>
              <a:noFill/>
            </a:ln>
          </p:spPr>
          <p:txBody>
            <a:bodyPr anchor="ctr"/>
            <a:p>
              <a:pPr algn="ctr"/>
            </a:p>
          </p:txBody>
        </p:sp>
        <p:sp>
          <p:nvSpPr>
            <p:cNvPr id="132" name="Freeform: Shape 116"/>
            <p:cNvSpPr/>
            <p:nvPr/>
          </p:nvSpPr>
          <p:spPr bwMode="auto">
            <a:xfrm>
              <a:off x="4181475" y="1844676"/>
              <a:ext cx="11113" cy="15875"/>
            </a:xfrm>
            <a:custGeom>
              <a:avLst/>
              <a:gdLst>
                <a:gd name="T0" fmla="*/ 4 w 7"/>
                <a:gd name="T1" fmla="*/ 10 h 10"/>
                <a:gd name="T2" fmla="*/ 4 w 7"/>
                <a:gd name="T3" fmla="*/ 10 h 10"/>
                <a:gd name="T4" fmla="*/ 4 w 7"/>
                <a:gd name="T5" fmla="*/ 10 h 10"/>
                <a:gd name="T6" fmla="*/ 4 w 7"/>
                <a:gd name="T7" fmla="*/ 10 h 10"/>
                <a:gd name="T8" fmla="*/ 7 w 7"/>
                <a:gd name="T9" fmla="*/ 9 h 10"/>
                <a:gd name="T10" fmla="*/ 4 w 7"/>
                <a:gd name="T11" fmla="*/ 10 h 10"/>
                <a:gd name="T12" fmla="*/ 7 w 7"/>
                <a:gd name="T13" fmla="*/ 9 h 10"/>
                <a:gd name="T14" fmla="*/ 0 w 7"/>
                <a:gd name="T15" fmla="*/ 8 h 10"/>
                <a:gd name="T16" fmla="*/ 0 w 7"/>
                <a:gd name="T17" fmla="*/ 8 h 10"/>
                <a:gd name="T18" fmla="*/ 0 w 7"/>
                <a:gd name="T19" fmla="*/ 8 h 10"/>
                <a:gd name="T20" fmla="*/ 4 w 7"/>
                <a:gd name="T21" fmla="*/ 0 h 10"/>
                <a:gd name="T22" fmla="*/ 4 w 7"/>
                <a:gd name="T23" fmla="*/ 0 h 10"/>
                <a:gd name="T24" fmla="*/ 4 w 7"/>
                <a:gd name="T25" fmla="*/ 0 h 10"/>
                <a:gd name="T26" fmla="*/ 4 w 7"/>
                <a:gd name="T27" fmla="*/ 0 h 10"/>
                <a:gd name="T28" fmla="*/ 4 w 7"/>
                <a:gd name="T29" fmla="*/ 0 h 10"/>
                <a:gd name="T30" fmla="*/ 4 w 7"/>
                <a:gd name="T3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 h="10">
                  <a:moveTo>
                    <a:pt x="4" y="10"/>
                  </a:moveTo>
                  <a:cubicBezTo>
                    <a:pt x="4" y="10"/>
                    <a:pt x="4" y="10"/>
                    <a:pt x="4" y="10"/>
                  </a:cubicBezTo>
                  <a:cubicBezTo>
                    <a:pt x="4" y="10"/>
                    <a:pt x="4" y="10"/>
                    <a:pt x="4" y="10"/>
                  </a:cubicBezTo>
                  <a:cubicBezTo>
                    <a:pt x="4" y="10"/>
                    <a:pt x="4" y="10"/>
                    <a:pt x="4" y="10"/>
                  </a:cubicBezTo>
                  <a:moveTo>
                    <a:pt x="7" y="9"/>
                  </a:moveTo>
                  <a:cubicBezTo>
                    <a:pt x="6" y="10"/>
                    <a:pt x="5" y="10"/>
                    <a:pt x="4" y="10"/>
                  </a:cubicBezTo>
                  <a:cubicBezTo>
                    <a:pt x="5" y="10"/>
                    <a:pt x="6" y="10"/>
                    <a:pt x="7" y="9"/>
                  </a:cubicBezTo>
                  <a:moveTo>
                    <a:pt x="0" y="8"/>
                  </a:moveTo>
                  <a:cubicBezTo>
                    <a:pt x="0" y="8"/>
                    <a:pt x="0" y="8"/>
                    <a:pt x="0" y="8"/>
                  </a:cubicBezTo>
                  <a:cubicBezTo>
                    <a:pt x="0" y="8"/>
                    <a:pt x="0" y="8"/>
                    <a:pt x="0" y="8"/>
                  </a:cubicBezTo>
                  <a:moveTo>
                    <a:pt x="4" y="0"/>
                  </a:moveTo>
                  <a:cubicBezTo>
                    <a:pt x="4" y="0"/>
                    <a:pt x="4" y="0"/>
                    <a:pt x="4" y="0"/>
                  </a:cubicBezTo>
                  <a:cubicBezTo>
                    <a:pt x="4" y="0"/>
                    <a:pt x="4" y="0"/>
                    <a:pt x="4" y="0"/>
                  </a:cubicBezTo>
                  <a:cubicBezTo>
                    <a:pt x="4" y="0"/>
                    <a:pt x="4" y="0"/>
                    <a:pt x="4" y="0"/>
                  </a:cubicBezTo>
                  <a:cubicBezTo>
                    <a:pt x="4" y="0"/>
                    <a:pt x="4" y="0"/>
                    <a:pt x="4" y="0"/>
                  </a:cubicBezTo>
                  <a:cubicBezTo>
                    <a:pt x="4" y="0"/>
                    <a:pt x="4" y="0"/>
                    <a:pt x="4" y="0"/>
                  </a:cubicBezTo>
                </a:path>
              </a:pathLst>
            </a:custGeom>
            <a:solidFill>
              <a:schemeClr val="accent4"/>
            </a:solidFill>
            <a:ln>
              <a:noFill/>
            </a:ln>
          </p:spPr>
          <p:txBody>
            <a:bodyPr anchor="ctr"/>
            <a:p>
              <a:pPr algn="ctr"/>
            </a:p>
          </p:txBody>
        </p:sp>
        <p:sp>
          <p:nvSpPr>
            <p:cNvPr id="133" name="Freeform: Shape 117"/>
            <p:cNvSpPr/>
            <p:nvPr/>
          </p:nvSpPr>
          <p:spPr bwMode="auto">
            <a:xfrm>
              <a:off x="762000" y="2906713"/>
              <a:ext cx="1376363" cy="757238"/>
            </a:xfrm>
            <a:custGeom>
              <a:avLst/>
              <a:gdLst>
                <a:gd name="T0" fmla="*/ 853 w 853"/>
                <a:gd name="T1" fmla="*/ 277 h 469"/>
                <a:gd name="T2" fmla="*/ 764 w 853"/>
                <a:gd name="T3" fmla="*/ 189 h 469"/>
                <a:gd name="T4" fmla="*/ 722 w 853"/>
                <a:gd name="T5" fmla="*/ 201 h 469"/>
                <a:gd name="T6" fmla="*/ 645 w 853"/>
                <a:gd name="T7" fmla="*/ 178 h 469"/>
                <a:gd name="T8" fmla="*/ 635 w 853"/>
                <a:gd name="T9" fmla="*/ 179 h 469"/>
                <a:gd name="T10" fmla="*/ 407 w 853"/>
                <a:gd name="T11" fmla="*/ 0 h 469"/>
                <a:gd name="T12" fmla="*/ 199 w 853"/>
                <a:gd name="T13" fmla="*/ 126 h 469"/>
                <a:gd name="T14" fmla="*/ 172 w 853"/>
                <a:gd name="T15" fmla="*/ 124 h 469"/>
                <a:gd name="T16" fmla="*/ 0 w 853"/>
                <a:gd name="T17" fmla="*/ 296 h 469"/>
                <a:gd name="T18" fmla="*/ 172 w 853"/>
                <a:gd name="T19" fmla="*/ 469 h 469"/>
                <a:gd name="T20" fmla="*/ 280 w 853"/>
                <a:gd name="T21" fmla="*/ 431 h 469"/>
                <a:gd name="T22" fmla="*/ 407 w 853"/>
                <a:gd name="T23" fmla="*/ 469 h 469"/>
                <a:gd name="T24" fmla="*/ 542 w 853"/>
                <a:gd name="T25" fmla="*/ 426 h 469"/>
                <a:gd name="T26" fmla="*/ 645 w 853"/>
                <a:gd name="T27" fmla="*/ 469 h 469"/>
                <a:gd name="T28" fmla="*/ 784 w 853"/>
                <a:gd name="T29" fmla="*/ 363 h 469"/>
                <a:gd name="T30" fmla="*/ 853 w 853"/>
                <a:gd name="T31" fmla="*/ 27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53" h="469">
                  <a:moveTo>
                    <a:pt x="853" y="277"/>
                  </a:moveTo>
                  <a:cubicBezTo>
                    <a:pt x="853" y="229"/>
                    <a:pt x="813" y="189"/>
                    <a:pt x="764" y="189"/>
                  </a:cubicBezTo>
                  <a:cubicBezTo>
                    <a:pt x="749" y="189"/>
                    <a:pt x="734" y="193"/>
                    <a:pt x="722" y="201"/>
                  </a:cubicBezTo>
                  <a:cubicBezTo>
                    <a:pt x="699" y="186"/>
                    <a:pt x="673" y="178"/>
                    <a:pt x="645" y="178"/>
                  </a:cubicBezTo>
                  <a:cubicBezTo>
                    <a:pt x="641" y="178"/>
                    <a:pt x="638" y="179"/>
                    <a:pt x="635" y="179"/>
                  </a:cubicBezTo>
                  <a:cubicBezTo>
                    <a:pt x="610" y="76"/>
                    <a:pt x="517" y="0"/>
                    <a:pt x="407" y="0"/>
                  </a:cubicBezTo>
                  <a:cubicBezTo>
                    <a:pt x="316" y="0"/>
                    <a:pt x="238" y="51"/>
                    <a:pt x="199" y="126"/>
                  </a:cubicBezTo>
                  <a:cubicBezTo>
                    <a:pt x="190" y="125"/>
                    <a:pt x="181" y="124"/>
                    <a:pt x="172" y="124"/>
                  </a:cubicBezTo>
                  <a:cubicBezTo>
                    <a:pt x="77" y="124"/>
                    <a:pt x="0" y="201"/>
                    <a:pt x="0" y="296"/>
                  </a:cubicBezTo>
                  <a:cubicBezTo>
                    <a:pt x="0" y="392"/>
                    <a:pt x="77" y="469"/>
                    <a:pt x="172" y="469"/>
                  </a:cubicBezTo>
                  <a:cubicBezTo>
                    <a:pt x="213" y="469"/>
                    <a:pt x="250" y="455"/>
                    <a:pt x="280" y="431"/>
                  </a:cubicBezTo>
                  <a:cubicBezTo>
                    <a:pt x="316" y="455"/>
                    <a:pt x="360" y="469"/>
                    <a:pt x="407" y="469"/>
                  </a:cubicBezTo>
                  <a:cubicBezTo>
                    <a:pt x="457" y="469"/>
                    <a:pt x="504" y="453"/>
                    <a:pt x="542" y="426"/>
                  </a:cubicBezTo>
                  <a:cubicBezTo>
                    <a:pt x="568" y="453"/>
                    <a:pt x="604" y="469"/>
                    <a:pt x="645" y="469"/>
                  </a:cubicBezTo>
                  <a:cubicBezTo>
                    <a:pt x="711" y="469"/>
                    <a:pt x="767" y="424"/>
                    <a:pt x="784" y="363"/>
                  </a:cubicBezTo>
                  <a:cubicBezTo>
                    <a:pt x="823" y="354"/>
                    <a:pt x="853" y="319"/>
                    <a:pt x="853" y="277"/>
                  </a:cubicBezTo>
                  <a:close/>
                </a:path>
              </a:pathLst>
            </a:custGeom>
            <a:solidFill>
              <a:schemeClr val="bg2"/>
            </a:solidFill>
            <a:ln>
              <a:noFill/>
            </a:ln>
          </p:spPr>
          <p:txBody>
            <a:bodyPr anchor="ctr"/>
            <a:p>
              <a:pPr algn="ctr"/>
            </a:p>
          </p:txBody>
        </p:sp>
        <p:sp>
          <p:nvSpPr>
            <p:cNvPr id="134" name="Freeform: Shape 118"/>
            <p:cNvSpPr/>
            <p:nvPr/>
          </p:nvSpPr>
          <p:spPr bwMode="auto">
            <a:xfrm>
              <a:off x="1905000" y="2074863"/>
              <a:ext cx="954088" cy="801688"/>
            </a:xfrm>
            <a:custGeom>
              <a:avLst/>
              <a:gdLst>
                <a:gd name="T0" fmla="*/ 547 w 592"/>
                <a:gd name="T1" fmla="*/ 292 h 497"/>
                <a:gd name="T2" fmla="*/ 571 w 592"/>
                <a:gd name="T3" fmla="*/ 198 h 497"/>
                <a:gd name="T4" fmla="*/ 373 w 592"/>
                <a:gd name="T5" fmla="*/ 0 h 497"/>
                <a:gd name="T6" fmla="*/ 177 w 592"/>
                <a:gd name="T7" fmla="*/ 185 h 497"/>
                <a:gd name="T8" fmla="*/ 152 w 592"/>
                <a:gd name="T9" fmla="*/ 183 h 497"/>
                <a:gd name="T10" fmla="*/ 0 w 592"/>
                <a:gd name="T11" fmla="*/ 334 h 497"/>
                <a:gd name="T12" fmla="*/ 152 w 592"/>
                <a:gd name="T13" fmla="*/ 485 h 497"/>
                <a:gd name="T14" fmla="*/ 224 w 592"/>
                <a:gd name="T15" fmla="*/ 467 h 497"/>
                <a:gd name="T16" fmla="*/ 340 w 592"/>
                <a:gd name="T17" fmla="*/ 485 h 497"/>
                <a:gd name="T18" fmla="*/ 414 w 592"/>
                <a:gd name="T19" fmla="*/ 478 h 497"/>
                <a:gd name="T20" fmla="*/ 478 w 592"/>
                <a:gd name="T21" fmla="*/ 497 h 497"/>
                <a:gd name="T22" fmla="*/ 592 w 592"/>
                <a:gd name="T23" fmla="*/ 383 h 497"/>
                <a:gd name="T24" fmla="*/ 547 w 592"/>
                <a:gd name="T25" fmla="*/ 292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2" h="497">
                  <a:moveTo>
                    <a:pt x="547" y="292"/>
                  </a:moveTo>
                  <a:cubicBezTo>
                    <a:pt x="562" y="264"/>
                    <a:pt x="571" y="232"/>
                    <a:pt x="571" y="198"/>
                  </a:cubicBezTo>
                  <a:cubicBezTo>
                    <a:pt x="571" y="89"/>
                    <a:pt x="482" y="0"/>
                    <a:pt x="373" y="0"/>
                  </a:cubicBezTo>
                  <a:cubicBezTo>
                    <a:pt x="269" y="0"/>
                    <a:pt x="183" y="82"/>
                    <a:pt x="177" y="185"/>
                  </a:cubicBezTo>
                  <a:cubicBezTo>
                    <a:pt x="168" y="183"/>
                    <a:pt x="160" y="183"/>
                    <a:pt x="152" y="183"/>
                  </a:cubicBezTo>
                  <a:cubicBezTo>
                    <a:pt x="68" y="183"/>
                    <a:pt x="0" y="250"/>
                    <a:pt x="0" y="334"/>
                  </a:cubicBezTo>
                  <a:cubicBezTo>
                    <a:pt x="0" y="418"/>
                    <a:pt x="68" y="485"/>
                    <a:pt x="152" y="485"/>
                  </a:cubicBezTo>
                  <a:cubicBezTo>
                    <a:pt x="178" y="485"/>
                    <a:pt x="203" y="479"/>
                    <a:pt x="224" y="467"/>
                  </a:cubicBezTo>
                  <a:cubicBezTo>
                    <a:pt x="256" y="478"/>
                    <a:pt x="296" y="485"/>
                    <a:pt x="340" y="485"/>
                  </a:cubicBezTo>
                  <a:cubicBezTo>
                    <a:pt x="367" y="485"/>
                    <a:pt x="392" y="483"/>
                    <a:pt x="414" y="478"/>
                  </a:cubicBezTo>
                  <a:cubicBezTo>
                    <a:pt x="432" y="490"/>
                    <a:pt x="454" y="497"/>
                    <a:pt x="478" y="497"/>
                  </a:cubicBezTo>
                  <a:cubicBezTo>
                    <a:pt x="541" y="497"/>
                    <a:pt x="592" y="446"/>
                    <a:pt x="592" y="383"/>
                  </a:cubicBezTo>
                  <a:cubicBezTo>
                    <a:pt x="592" y="346"/>
                    <a:pt x="574" y="313"/>
                    <a:pt x="547" y="292"/>
                  </a:cubicBezTo>
                  <a:close/>
                </a:path>
              </a:pathLst>
            </a:custGeom>
            <a:solidFill>
              <a:schemeClr val="bg2"/>
            </a:solidFill>
            <a:ln>
              <a:noFill/>
            </a:ln>
          </p:spPr>
          <p:txBody>
            <a:bodyPr anchor="ctr"/>
            <a:p>
              <a:pPr algn="ctr"/>
            </a:p>
          </p:txBody>
        </p:sp>
        <p:sp>
          <p:nvSpPr>
            <p:cNvPr id="135" name="Freeform: Shape 119"/>
            <p:cNvSpPr/>
            <p:nvPr/>
          </p:nvSpPr>
          <p:spPr bwMode="auto">
            <a:xfrm>
              <a:off x="4341813" y="2949576"/>
              <a:ext cx="1128713" cy="808038"/>
            </a:xfrm>
            <a:custGeom>
              <a:avLst/>
              <a:gdLst>
                <a:gd name="T0" fmla="*/ 559 w 699"/>
                <a:gd name="T1" fmla="*/ 124 h 501"/>
                <a:gd name="T2" fmla="*/ 533 w 699"/>
                <a:gd name="T3" fmla="*/ 126 h 501"/>
                <a:gd name="T4" fmla="*/ 377 w 699"/>
                <a:gd name="T5" fmla="*/ 0 h 501"/>
                <a:gd name="T6" fmla="*/ 219 w 699"/>
                <a:gd name="T7" fmla="*/ 147 h 501"/>
                <a:gd name="T8" fmla="*/ 141 w 699"/>
                <a:gd name="T9" fmla="*/ 124 h 501"/>
                <a:gd name="T10" fmla="*/ 0 w 699"/>
                <a:gd name="T11" fmla="*/ 265 h 501"/>
                <a:gd name="T12" fmla="*/ 141 w 699"/>
                <a:gd name="T13" fmla="*/ 406 h 501"/>
                <a:gd name="T14" fmla="*/ 220 w 699"/>
                <a:gd name="T15" fmla="*/ 381 h 501"/>
                <a:gd name="T16" fmla="*/ 365 w 699"/>
                <a:gd name="T17" fmla="*/ 501 h 501"/>
                <a:gd name="T18" fmla="*/ 506 w 699"/>
                <a:gd name="T19" fmla="*/ 395 h 501"/>
                <a:gd name="T20" fmla="*/ 559 w 699"/>
                <a:gd name="T21" fmla="*/ 406 h 501"/>
                <a:gd name="T22" fmla="*/ 699 w 699"/>
                <a:gd name="T23" fmla="*/ 265 h 501"/>
                <a:gd name="T24" fmla="*/ 559 w 699"/>
                <a:gd name="T25" fmla="*/ 124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9" h="501">
                  <a:moveTo>
                    <a:pt x="559" y="124"/>
                  </a:moveTo>
                  <a:cubicBezTo>
                    <a:pt x="550" y="124"/>
                    <a:pt x="541" y="125"/>
                    <a:pt x="533" y="126"/>
                  </a:cubicBezTo>
                  <a:cubicBezTo>
                    <a:pt x="518" y="54"/>
                    <a:pt x="454" y="0"/>
                    <a:pt x="377" y="0"/>
                  </a:cubicBezTo>
                  <a:cubicBezTo>
                    <a:pt x="293" y="0"/>
                    <a:pt x="224" y="65"/>
                    <a:pt x="219" y="147"/>
                  </a:cubicBezTo>
                  <a:cubicBezTo>
                    <a:pt x="196" y="133"/>
                    <a:pt x="170" y="124"/>
                    <a:pt x="141" y="124"/>
                  </a:cubicBezTo>
                  <a:cubicBezTo>
                    <a:pt x="63" y="124"/>
                    <a:pt x="0" y="187"/>
                    <a:pt x="0" y="265"/>
                  </a:cubicBezTo>
                  <a:cubicBezTo>
                    <a:pt x="0" y="343"/>
                    <a:pt x="63" y="406"/>
                    <a:pt x="141" y="406"/>
                  </a:cubicBezTo>
                  <a:cubicBezTo>
                    <a:pt x="170" y="406"/>
                    <a:pt x="198" y="396"/>
                    <a:pt x="220" y="381"/>
                  </a:cubicBezTo>
                  <a:cubicBezTo>
                    <a:pt x="233" y="449"/>
                    <a:pt x="293" y="501"/>
                    <a:pt x="365" y="501"/>
                  </a:cubicBezTo>
                  <a:cubicBezTo>
                    <a:pt x="432" y="501"/>
                    <a:pt x="488" y="456"/>
                    <a:pt x="506" y="395"/>
                  </a:cubicBezTo>
                  <a:cubicBezTo>
                    <a:pt x="522" y="402"/>
                    <a:pt x="540" y="406"/>
                    <a:pt x="559" y="406"/>
                  </a:cubicBezTo>
                  <a:cubicBezTo>
                    <a:pt x="636" y="406"/>
                    <a:pt x="699" y="343"/>
                    <a:pt x="699" y="265"/>
                  </a:cubicBezTo>
                  <a:cubicBezTo>
                    <a:pt x="699" y="187"/>
                    <a:pt x="636" y="124"/>
                    <a:pt x="559" y="124"/>
                  </a:cubicBezTo>
                  <a:close/>
                </a:path>
              </a:pathLst>
            </a:custGeom>
            <a:solidFill>
              <a:schemeClr val="bg2"/>
            </a:solidFill>
            <a:ln>
              <a:noFill/>
            </a:ln>
          </p:spPr>
          <p:txBody>
            <a:bodyPr anchor="ctr"/>
            <a:p>
              <a:pPr algn="ct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t>4.1 </a:t>
            </a:r>
            <a:r>
              <a:rPr lang="zh-CN" altLang="en-US"/>
              <a:t>直接</a:t>
            </a:r>
            <a:r>
              <a:rPr lang="zh-CN" altLang="en-US"/>
              <a:t>选择排序</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文本框 3"/>
          <p:cNvSpPr txBox="1"/>
          <p:nvPr/>
        </p:nvSpPr>
        <p:spPr>
          <a:xfrm>
            <a:off x="633095" y="1186815"/>
            <a:ext cx="5614670" cy="4246245"/>
          </a:xfrm>
          <a:prstGeom prst="rect">
            <a:avLst/>
          </a:prstGeom>
          <a:noFill/>
        </p:spPr>
        <p:txBody>
          <a:bodyPr wrap="square" rtlCol="0">
            <a:spAutoFit/>
          </a:bodyPr>
          <a:p>
            <a:pPr indent="266700" algn="just">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其主要步骤如下。 </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令</a:t>
            </a:r>
            <a:r>
              <a:rPr lang="en-US" altLang="zh-CN" sz="2000"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=0</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在无序序列</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i+1</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n-1</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中选出关键字值最小的记录</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min</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(3) a</a:t>
            </a:r>
            <a:r>
              <a:rPr lang="en-US" altLang="zh-CN" sz="2000" kern="100" baseline="-250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min</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与</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a:t>
            </a:r>
            <a:r>
              <a:rPr lang="en-US" altLang="zh-CN" sz="2000" kern="100" baseline="-25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交换位置，</a:t>
            </a:r>
            <a:r>
              <a:rPr lang="en-US" altLang="zh-CN" sz="2000"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加</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1</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(4)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重复步骤</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和</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，直到</a:t>
            </a:r>
            <a:r>
              <a:rPr lang="en-US" altLang="zh-CN" sz="2000" kern="100" dirty="0" err="1">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i</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时停止。</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假设一组待排序的记录的关键字序列为</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{36,23,18,56,78,70,45,2}</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endParaRPr>
          </a:p>
          <a:p>
            <a:pPr indent="266700" algn="just">
              <a:lnSpc>
                <a:spcPct val="150000"/>
              </a:lnSpc>
            </a:pP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直接选择排序的过程如图</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7.6</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所示。</a:t>
            </a:r>
            <a:endParaRPr lang="en-US" altLang="zh-CN" sz="200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90030" y="3175"/>
            <a:ext cx="5621655" cy="6851650"/>
          </a:xfrm>
          <a:prstGeom prst="rect">
            <a:avLst/>
          </a:prstGeom>
        </p:spPr>
      </p:pic>
      <p:pic>
        <p:nvPicPr>
          <p:cNvPr id="7" name="图片 6"/>
          <p:cNvPicPr>
            <a:picLocks noChangeAspect="1"/>
          </p:cNvPicPr>
          <p:nvPr/>
        </p:nvPicPr>
        <p:blipFill>
          <a:blip r:embed="rId2"/>
          <a:stretch>
            <a:fillRect/>
          </a:stretch>
        </p:blipFill>
        <p:spPr>
          <a:xfrm>
            <a:off x="6961505" y="867410"/>
            <a:ext cx="4863465" cy="461581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rcRect t="15627" r="-385"/>
          <a:stretch>
            <a:fillRect/>
          </a:stretch>
        </p:blipFill>
        <p:spPr>
          <a:xfrm>
            <a:off x="1247775" y="1310640"/>
            <a:ext cx="12605385" cy="51828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t>4.1 </a:t>
            </a:r>
            <a:r>
              <a:rPr lang="zh-CN" altLang="en-US"/>
              <a:t>算法性能</a:t>
            </a:r>
            <a:r>
              <a:rPr lang="zh-CN" altLang="en-US"/>
              <a:t>分析</a:t>
            </a:r>
            <a:endParaRPr lang="zh-CN" altLang="en-US"/>
          </a:p>
        </p:txBody>
      </p:sp>
      <p:grpSp>
        <p:nvGrpSpPr>
          <p:cNvPr id="44" name="组合 43"/>
          <p:cNvGrpSpPr/>
          <p:nvPr/>
        </p:nvGrpSpPr>
        <p:grpSpPr>
          <a:xfrm>
            <a:off x="1620652" y="3556538"/>
            <a:ext cx="9845439" cy="2708275"/>
            <a:chOff x="7307" y="4115"/>
            <a:chExt cx="11035" cy="3281"/>
          </a:xfrm>
        </p:grpSpPr>
        <p:cxnSp>
          <p:nvCxnSpPr>
            <p:cNvPr id="14" name="直接连接符 13"/>
            <p:cNvCxnSpPr/>
            <p:nvPr/>
          </p:nvCxnSpPr>
          <p:spPr>
            <a:xfrm>
              <a:off x="7369" y="5052"/>
              <a:ext cx="4373" cy="0"/>
            </a:xfrm>
            <a:prstGeom prst="line">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3803" y="5052"/>
              <a:ext cx="4339" cy="0"/>
            </a:xfrm>
            <a:prstGeom prst="line">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10241" y="4115"/>
              <a:ext cx="5038" cy="3281"/>
              <a:chOff x="2984222" y="1843043"/>
              <a:chExt cx="3198570" cy="2083859"/>
            </a:xfrm>
          </p:grpSpPr>
          <p:sp>
            <p:nvSpPr>
              <p:cNvPr id="5" name="菱形 4"/>
              <p:cNvSpPr/>
              <p:nvPr/>
            </p:nvSpPr>
            <p:spPr>
              <a:xfrm rot="5400000">
                <a:off x="5288183" y="3032293"/>
                <a:ext cx="894513" cy="894705"/>
              </a:xfrm>
              <a:prstGeom prst="diamond">
                <a:avLst/>
              </a:prstGeom>
              <a:solidFill>
                <a:schemeClr val="accent5">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3" name="组合 2"/>
              <p:cNvGrpSpPr/>
              <p:nvPr/>
            </p:nvGrpSpPr>
            <p:grpSpPr>
              <a:xfrm>
                <a:off x="2984222" y="1843043"/>
                <a:ext cx="2863258" cy="2074087"/>
                <a:chOff x="2984222" y="1843043"/>
                <a:chExt cx="2863258" cy="2074087"/>
              </a:xfrm>
            </p:grpSpPr>
            <p:sp>
              <p:nvSpPr>
                <p:cNvPr id="4" name="菱形 3"/>
                <p:cNvSpPr/>
                <p:nvPr/>
              </p:nvSpPr>
              <p:spPr>
                <a:xfrm rot="5400000">
                  <a:off x="4713812" y="2437804"/>
                  <a:ext cx="894563" cy="894698"/>
                </a:xfrm>
                <a:prstGeom prst="diamond">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 name="菱形 5"/>
                <p:cNvSpPr/>
                <p:nvPr/>
              </p:nvSpPr>
              <p:spPr>
                <a:xfrm rot="5400000">
                  <a:off x="4138984" y="1843028"/>
                  <a:ext cx="894669" cy="894698"/>
                </a:xfrm>
                <a:prstGeom prst="diamond">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7" name="菱形 6"/>
                <p:cNvSpPr/>
                <p:nvPr/>
              </p:nvSpPr>
              <p:spPr>
                <a:xfrm rot="5400000" flipV="1">
                  <a:off x="3558786" y="2427421"/>
                  <a:ext cx="894669" cy="894698"/>
                </a:xfrm>
                <a:prstGeom prst="diamond">
                  <a:avLst/>
                </a:prstGeom>
                <a:solidFill>
                  <a:schemeClr val="accent2">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9" name="菱形 8"/>
                <p:cNvSpPr/>
                <p:nvPr/>
              </p:nvSpPr>
              <p:spPr>
                <a:xfrm rot="5400000" flipV="1">
                  <a:off x="2984297" y="3022437"/>
                  <a:ext cx="894618" cy="894768"/>
                </a:xfrm>
                <a:prstGeom prst="diamond">
                  <a:avLst/>
                </a:prstGeom>
                <a:solidFill>
                  <a:schemeClr val="accent1">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0" name="任意多边形: 形状 8"/>
                <p:cNvSpPr/>
                <p:nvPr/>
              </p:nvSpPr>
              <p:spPr bwMode="auto">
                <a:xfrm>
                  <a:off x="4436524" y="2136949"/>
                  <a:ext cx="304559" cy="302946"/>
                </a:xfrm>
                <a:custGeom>
                  <a:avLst/>
                  <a:gdLst>
                    <a:gd name="connsiteX0" fmla="*/ 262525 w 338138"/>
                    <a:gd name="connsiteY0" fmla="*/ 84138 h 336551"/>
                    <a:gd name="connsiteX1" fmla="*/ 314260 w 338138"/>
                    <a:gd name="connsiteY1" fmla="*/ 84138 h 336551"/>
                    <a:gd name="connsiteX2" fmla="*/ 338138 w 338138"/>
                    <a:gd name="connsiteY2" fmla="*/ 107802 h 336551"/>
                    <a:gd name="connsiteX3" fmla="*/ 338138 w 338138"/>
                    <a:gd name="connsiteY3" fmla="*/ 191940 h 336551"/>
                    <a:gd name="connsiteX4" fmla="*/ 314260 w 338138"/>
                    <a:gd name="connsiteY4" fmla="*/ 216918 h 336551"/>
                    <a:gd name="connsiteX5" fmla="*/ 314260 w 338138"/>
                    <a:gd name="connsiteY5" fmla="*/ 336551 h 336551"/>
                    <a:gd name="connsiteX6" fmla="*/ 241300 w 338138"/>
                    <a:gd name="connsiteY6" fmla="*/ 336551 h 336551"/>
                    <a:gd name="connsiteX7" fmla="*/ 241300 w 338138"/>
                    <a:gd name="connsiteY7" fmla="*/ 240582 h 336551"/>
                    <a:gd name="connsiteX8" fmla="*/ 265178 w 338138"/>
                    <a:gd name="connsiteY8" fmla="*/ 216918 h 336551"/>
                    <a:gd name="connsiteX9" fmla="*/ 265178 w 338138"/>
                    <a:gd name="connsiteY9" fmla="*/ 95970 h 336551"/>
                    <a:gd name="connsiteX10" fmla="*/ 262525 w 338138"/>
                    <a:gd name="connsiteY10" fmla="*/ 84138 h 336551"/>
                    <a:gd name="connsiteX11" fmla="*/ 120477 w 338138"/>
                    <a:gd name="connsiteY11" fmla="*/ 84138 h 336551"/>
                    <a:gd name="connsiteX12" fmla="*/ 217661 w 338138"/>
                    <a:gd name="connsiteY12" fmla="*/ 84138 h 336551"/>
                    <a:gd name="connsiteX13" fmla="*/ 241300 w 338138"/>
                    <a:gd name="connsiteY13" fmla="*/ 107802 h 336551"/>
                    <a:gd name="connsiteX14" fmla="*/ 241300 w 338138"/>
                    <a:gd name="connsiteY14" fmla="*/ 191940 h 336551"/>
                    <a:gd name="connsiteX15" fmla="*/ 217661 w 338138"/>
                    <a:gd name="connsiteY15" fmla="*/ 216918 h 336551"/>
                    <a:gd name="connsiteX16" fmla="*/ 217661 w 338138"/>
                    <a:gd name="connsiteY16" fmla="*/ 336551 h 336551"/>
                    <a:gd name="connsiteX17" fmla="*/ 120477 w 338138"/>
                    <a:gd name="connsiteY17" fmla="*/ 336551 h 336551"/>
                    <a:gd name="connsiteX18" fmla="*/ 120477 w 338138"/>
                    <a:gd name="connsiteY18" fmla="*/ 216918 h 336551"/>
                    <a:gd name="connsiteX19" fmla="*/ 96837 w 338138"/>
                    <a:gd name="connsiteY19" fmla="*/ 191940 h 336551"/>
                    <a:gd name="connsiteX20" fmla="*/ 96837 w 338138"/>
                    <a:gd name="connsiteY20" fmla="*/ 107802 h 336551"/>
                    <a:gd name="connsiteX21" fmla="*/ 120477 w 338138"/>
                    <a:gd name="connsiteY21" fmla="*/ 84138 h 336551"/>
                    <a:gd name="connsiteX22" fmla="*/ 23878 w 338138"/>
                    <a:gd name="connsiteY22" fmla="*/ 84138 h 336551"/>
                    <a:gd name="connsiteX23" fmla="*/ 75613 w 338138"/>
                    <a:gd name="connsiteY23" fmla="*/ 84138 h 336551"/>
                    <a:gd name="connsiteX24" fmla="*/ 72960 w 338138"/>
                    <a:gd name="connsiteY24" fmla="*/ 95970 h 336551"/>
                    <a:gd name="connsiteX25" fmla="*/ 72960 w 338138"/>
                    <a:gd name="connsiteY25" fmla="*/ 216918 h 336551"/>
                    <a:gd name="connsiteX26" fmla="*/ 96838 w 338138"/>
                    <a:gd name="connsiteY26" fmla="*/ 240582 h 336551"/>
                    <a:gd name="connsiteX27" fmla="*/ 96838 w 338138"/>
                    <a:gd name="connsiteY27" fmla="*/ 336551 h 336551"/>
                    <a:gd name="connsiteX28" fmla="*/ 23878 w 338138"/>
                    <a:gd name="connsiteY28" fmla="*/ 336551 h 336551"/>
                    <a:gd name="connsiteX29" fmla="*/ 23878 w 338138"/>
                    <a:gd name="connsiteY29" fmla="*/ 216918 h 336551"/>
                    <a:gd name="connsiteX30" fmla="*/ 0 w 338138"/>
                    <a:gd name="connsiteY30" fmla="*/ 191940 h 336551"/>
                    <a:gd name="connsiteX31" fmla="*/ 0 w 338138"/>
                    <a:gd name="connsiteY31" fmla="*/ 107802 h 336551"/>
                    <a:gd name="connsiteX32" fmla="*/ 23878 w 338138"/>
                    <a:gd name="connsiteY32" fmla="*/ 84138 h 336551"/>
                    <a:gd name="connsiteX33" fmla="*/ 265257 w 338138"/>
                    <a:gd name="connsiteY33" fmla="*/ 0 h 336551"/>
                    <a:gd name="connsiteX34" fmla="*/ 301625 w 338138"/>
                    <a:gd name="connsiteY34" fmla="*/ 35069 h 336551"/>
                    <a:gd name="connsiteX35" fmla="*/ 265257 w 338138"/>
                    <a:gd name="connsiteY35" fmla="*/ 71438 h 336551"/>
                    <a:gd name="connsiteX36" fmla="*/ 248371 w 338138"/>
                    <a:gd name="connsiteY36" fmla="*/ 66242 h 336551"/>
                    <a:gd name="connsiteX37" fmla="*/ 245774 w 338138"/>
                    <a:gd name="connsiteY37" fmla="*/ 64944 h 336551"/>
                    <a:gd name="connsiteX38" fmla="*/ 230187 w 338138"/>
                    <a:gd name="connsiteY38" fmla="*/ 35069 h 336551"/>
                    <a:gd name="connsiteX39" fmla="*/ 265257 w 338138"/>
                    <a:gd name="connsiteY39" fmla="*/ 0 h 336551"/>
                    <a:gd name="connsiteX40" fmla="*/ 169069 w 338138"/>
                    <a:gd name="connsiteY40" fmla="*/ 0 h 336551"/>
                    <a:gd name="connsiteX41" fmla="*/ 204788 w 338138"/>
                    <a:gd name="connsiteY41" fmla="*/ 35719 h 336551"/>
                    <a:gd name="connsiteX42" fmla="*/ 169069 w 338138"/>
                    <a:gd name="connsiteY42" fmla="*/ 71438 h 336551"/>
                    <a:gd name="connsiteX43" fmla="*/ 133350 w 338138"/>
                    <a:gd name="connsiteY43" fmla="*/ 35719 h 336551"/>
                    <a:gd name="connsiteX44" fmla="*/ 169069 w 338138"/>
                    <a:gd name="connsiteY44" fmla="*/ 0 h 336551"/>
                    <a:gd name="connsiteX45" fmla="*/ 72880 w 338138"/>
                    <a:gd name="connsiteY45" fmla="*/ 0 h 336551"/>
                    <a:gd name="connsiteX46" fmla="*/ 107950 w 338138"/>
                    <a:gd name="connsiteY46" fmla="*/ 35069 h 336551"/>
                    <a:gd name="connsiteX47" fmla="*/ 92363 w 338138"/>
                    <a:gd name="connsiteY47" fmla="*/ 64944 h 336551"/>
                    <a:gd name="connsiteX48" fmla="*/ 89766 w 338138"/>
                    <a:gd name="connsiteY48" fmla="*/ 66242 h 336551"/>
                    <a:gd name="connsiteX49" fmla="*/ 72880 w 338138"/>
                    <a:gd name="connsiteY49" fmla="*/ 71438 h 336551"/>
                    <a:gd name="connsiteX50" fmla="*/ 36512 w 338138"/>
                    <a:gd name="connsiteY50" fmla="*/ 35069 h 336551"/>
                    <a:gd name="connsiteX51" fmla="*/ 72880 w 338138"/>
                    <a:gd name="connsiteY51"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336551">
                      <a:moveTo>
                        <a:pt x="262525" y="84138"/>
                      </a:moveTo>
                      <a:cubicBezTo>
                        <a:pt x="262525" y="84138"/>
                        <a:pt x="262525" y="84138"/>
                        <a:pt x="314260" y="84138"/>
                      </a:cubicBezTo>
                      <a:cubicBezTo>
                        <a:pt x="338138" y="84138"/>
                        <a:pt x="338138" y="107802"/>
                        <a:pt x="338138" y="107802"/>
                      </a:cubicBezTo>
                      <a:cubicBezTo>
                        <a:pt x="338138" y="107802"/>
                        <a:pt x="338138" y="107802"/>
                        <a:pt x="338138" y="191940"/>
                      </a:cubicBezTo>
                      <a:cubicBezTo>
                        <a:pt x="338138" y="216918"/>
                        <a:pt x="314260" y="216918"/>
                        <a:pt x="314260" y="216918"/>
                      </a:cubicBezTo>
                      <a:cubicBezTo>
                        <a:pt x="314260" y="216918"/>
                        <a:pt x="314260" y="216918"/>
                        <a:pt x="314260" y="336551"/>
                      </a:cubicBezTo>
                      <a:cubicBezTo>
                        <a:pt x="314260" y="336551"/>
                        <a:pt x="314260" y="336551"/>
                        <a:pt x="241300" y="336551"/>
                      </a:cubicBezTo>
                      <a:cubicBezTo>
                        <a:pt x="241300" y="336551"/>
                        <a:pt x="241300" y="336551"/>
                        <a:pt x="241300" y="240582"/>
                      </a:cubicBezTo>
                      <a:cubicBezTo>
                        <a:pt x="241300" y="240582"/>
                        <a:pt x="265178" y="240582"/>
                        <a:pt x="265178" y="216918"/>
                      </a:cubicBezTo>
                      <a:cubicBezTo>
                        <a:pt x="265178" y="216918"/>
                        <a:pt x="265178" y="216918"/>
                        <a:pt x="265178" y="95970"/>
                      </a:cubicBezTo>
                      <a:cubicBezTo>
                        <a:pt x="265178" y="95970"/>
                        <a:pt x="265178" y="90711"/>
                        <a:pt x="262525" y="84138"/>
                      </a:cubicBezTo>
                      <a:close/>
                      <a:moveTo>
                        <a:pt x="120477" y="84138"/>
                      </a:moveTo>
                      <a:cubicBezTo>
                        <a:pt x="120477" y="84138"/>
                        <a:pt x="120477" y="84138"/>
                        <a:pt x="217661" y="84138"/>
                      </a:cubicBezTo>
                      <a:cubicBezTo>
                        <a:pt x="241300" y="84138"/>
                        <a:pt x="241300" y="107802"/>
                        <a:pt x="241300" y="107802"/>
                      </a:cubicBezTo>
                      <a:lnTo>
                        <a:pt x="241300" y="191940"/>
                      </a:lnTo>
                      <a:cubicBezTo>
                        <a:pt x="241300" y="216918"/>
                        <a:pt x="217661" y="216918"/>
                        <a:pt x="217661" y="216918"/>
                      </a:cubicBezTo>
                      <a:cubicBezTo>
                        <a:pt x="217661" y="216918"/>
                        <a:pt x="217661" y="216918"/>
                        <a:pt x="217661" y="336551"/>
                      </a:cubicBezTo>
                      <a:cubicBezTo>
                        <a:pt x="217661" y="336551"/>
                        <a:pt x="217661" y="336551"/>
                        <a:pt x="120477" y="336551"/>
                      </a:cubicBezTo>
                      <a:cubicBezTo>
                        <a:pt x="120477" y="336551"/>
                        <a:pt x="120477" y="336551"/>
                        <a:pt x="120477" y="216918"/>
                      </a:cubicBezTo>
                      <a:cubicBezTo>
                        <a:pt x="120477" y="216918"/>
                        <a:pt x="96837" y="216918"/>
                        <a:pt x="96837" y="191940"/>
                      </a:cubicBezTo>
                      <a:cubicBezTo>
                        <a:pt x="96837" y="191940"/>
                        <a:pt x="96837" y="191940"/>
                        <a:pt x="96837" y="107802"/>
                      </a:cubicBezTo>
                      <a:cubicBezTo>
                        <a:pt x="96837" y="84138"/>
                        <a:pt x="120477" y="84138"/>
                        <a:pt x="120477" y="84138"/>
                      </a:cubicBezTo>
                      <a:close/>
                      <a:moveTo>
                        <a:pt x="23878" y="84138"/>
                      </a:moveTo>
                      <a:cubicBezTo>
                        <a:pt x="23878" y="84138"/>
                        <a:pt x="23878" y="84138"/>
                        <a:pt x="75613" y="84138"/>
                      </a:cubicBezTo>
                      <a:cubicBezTo>
                        <a:pt x="72960" y="90711"/>
                        <a:pt x="72960" y="95970"/>
                        <a:pt x="72960" y="95970"/>
                      </a:cubicBezTo>
                      <a:cubicBezTo>
                        <a:pt x="72960" y="95970"/>
                        <a:pt x="72960" y="95970"/>
                        <a:pt x="72960" y="216918"/>
                      </a:cubicBezTo>
                      <a:cubicBezTo>
                        <a:pt x="72960" y="240582"/>
                        <a:pt x="96838" y="240582"/>
                        <a:pt x="96838" y="240582"/>
                      </a:cubicBezTo>
                      <a:cubicBezTo>
                        <a:pt x="96838" y="240582"/>
                        <a:pt x="96838" y="240582"/>
                        <a:pt x="96838" y="336551"/>
                      </a:cubicBezTo>
                      <a:cubicBezTo>
                        <a:pt x="96838" y="336551"/>
                        <a:pt x="96838" y="336551"/>
                        <a:pt x="23878" y="336551"/>
                      </a:cubicBezTo>
                      <a:cubicBezTo>
                        <a:pt x="23878" y="336551"/>
                        <a:pt x="23878" y="336551"/>
                        <a:pt x="23878" y="216918"/>
                      </a:cubicBezTo>
                      <a:cubicBezTo>
                        <a:pt x="23878" y="216918"/>
                        <a:pt x="0" y="216918"/>
                        <a:pt x="0" y="191940"/>
                      </a:cubicBezTo>
                      <a:cubicBezTo>
                        <a:pt x="0" y="191940"/>
                        <a:pt x="0" y="191940"/>
                        <a:pt x="0" y="107802"/>
                      </a:cubicBezTo>
                      <a:cubicBezTo>
                        <a:pt x="0" y="84138"/>
                        <a:pt x="23878" y="84138"/>
                        <a:pt x="23878" y="84138"/>
                      </a:cubicBezTo>
                      <a:close/>
                      <a:moveTo>
                        <a:pt x="265257" y="0"/>
                      </a:moveTo>
                      <a:cubicBezTo>
                        <a:pt x="284740" y="0"/>
                        <a:pt x="301625" y="15586"/>
                        <a:pt x="301625" y="35069"/>
                      </a:cubicBezTo>
                      <a:cubicBezTo>
                        <a:pt x="301625" y="55851"/>
                        <a:pt x="284740" y="71438"/>
                        <a:pt x="265257" y="71438"/>
                      </a:cubicBezTo>
                      <a:cubicBezTo>
                        <a:pt x="258762" y="71438"/>
                        <a:pt x="253567" y="70139"/>
                        <a:pt x="248371" y="66242"/>
                      </a:cubicBezTo>
                      <a:cubicBezTo>
                        <a:pt x="248371" y="66242"/>
                        <a:pt x="247072" y="66242"/>
                        <a:pt x="245774" y="64944"/>
                      </a:cubicBezTo>
                      <a:cubicBezTo>
                        <a:pt x="236681" y="59748"/>
                        <a:pt x="230187" y="48058"/>
                        <a:pt x="230187" y="35069"/>
                      </a:cubicBezTo>
                      <a:cubicBezTo>
                        <a:pt x="230187" y="15586"/>
                        <a:pt x="245774" y="0"/>
                        <a:pt x="265257" y="0"/>
                      </a:cubicBezTo>
                      <a:close/>
                      <a:moveTo>
                        <a:pt x="169069" y="0"/>
                      </a:moveTo>
                      <a:cubicBezTo>
                        <a:pt x="188796" y="0"/>
                        <a:pt x="204788" y="15992"/>
                        <a:pt x="204788" y="35719"/>
                      </a:cubicBezTo>
                      <a:cubicBezTo>
                        <a:pt x="204788" y="55446"/>
                        <a:pt x="188796" y="71438"/>
                        <a:pt x="169069" y="71438"/>
                      </a:cubicBezTo>
                      <a:cubicBezTo>
                        <a:pt x="149342" y="71438"/>
                        <a:pt x="133350" y="55446"/>
                        <a:pt x="133350" y="35719"/>
                      </a:cubicBezTo>
                      <a:cubicBezTo>
                        <a:pt x="133350" y="15992"/>
                        <a:pt x="149342" y="0"/>
                        <a:pt x="169069" y="0"/>
                      </a:cubicBezTo>
                      <a:close/>
                      <a:moveTo>
                        <a:pt x="72880" y="0"/>
                      </a:moveTo>
                      <a:cubicBezTo>
                        <a:pt x="92363" y="0"/>
                        <a:pt x="107950" y="15586"/>
                        <a:pt x="107950" y="35069"/>
                      </a:cubicBezTo>
                      <a:cubicBezTo>
                        <a:pt x="107950" y="48058"/>
                        <a:pt x="101456" y="59748"/>
                        <a:pt x="92363" y="64944"/>
                      </a:cubicBezTo>
                      <a:cubicBezTo>
                        <a:pt x="91065" y="66242"/>
                        <a:pt x="89766" y="66242"/>
                        <a:pt x="89766" y="66242"/>
                      </a:cubicBezTo>
                      <a:cubicBezTo>
                        <a:pt x="84570" y="70139"/>
                        <a:pt x="79375" y="71438"/>
                        <a:pt x="72880" y="71438"/>
                      </a:cubicBezTo>
                      <a:cubicBezTo>
                        <a:pt x="53397" y="71438"/>
                        <a:pt x="36512" y="55851"/>
                        <a:pt x="36512" y="35069"/>
                      </a:cubicBezTo>
                      <a:cubicBezTo>
                        <a:pt x="36512" y="15586"/>
                        <a:pt x="53397" y="0"/>
                        <a:pt x="72880"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11" name="组合 10"/>
                <p:cNvGrpSpPr/>
                <p:nvPr/>
              </p:nvGrpSpPr>
              <p:grpSpPr>
                <a:xfrm>
                  <a:off x="3268513" y="3249213"/>
                  <a:ext cx="329917" cy="393338"/>
                  <a:chOff x="-11044238" y="1517650"/>
                  <a:chExt cx="1800225" cy="2146300"/>
                </a:xfrm>
                <a:solidFill>
                  <a:schemeClr val="bg1"/>
                </a:solidFill>
              </p:grpSpPr>
              <p:sp>
                <p:nvSpPr>
                  <p:cNvPr id="34" name="任意多边形: 形状 33"/>
                  <p:cNvSpPr/>
                  <p:nvPr/>
                </p:nvSpPr>
                <p:spPr bwMode="auto">
                  <a:xfrm>
                    <a:off x="-11012488" y="3044825"/>
                    <a:ext cx="577850" cy="619125"/>
                  </a:xfrm>
                  <a:custGeom>
                    <a:avLst/>
                    <a:gdLst>
                      <a:gd name="T0" fmla="*/ 228 w 364"/>
                      <a:gd name="T1" fmla="*/ 206 h 390"/>
                      <a:gd name="T2" fmla="*/ 250 w 364"/>
                      <a:gd name="T3" fmla="*/ 186 h 390"/>
                      <a:gd name="T4" fmla="*/ 268 w 364"/>
                      <a:gd name="T5" fmla="*/ 160 h 390"/>
                      <a:gd name="T6" fmla="*/ 278 w 364"/>
                      <a:gd name="T7" fmla="*/ 130 h 390"/>
                      <a:gd name="T8" fmla="*/ 282 w 364"/>
                      <a:gd name="T9" fmla="*/ 100 h 390"/>
                      <a:gd name="T10" fmla="*/ 280 w 364"/>
                      <a:gd name="T11" fmla="*/ 80 h 390"/>
                      <a:gd name="T12" fmla="*/ 266 w 364"/>
                      <a:gd name="T13" fmla="*/ 44 h 390"/>
                      <a:gd name="T14" fmla="*/ 238 w 364"/>
                      <a:gd name="T15" fmla="*/ 18 h 390"/>
                      <a:gd name="T16" fmla="*/ 202 w 364"/>
                      <a:gd name="T17" fmla="*/ 2 h 390"/>
                      <a:gd name="T18" fmla="*/ 182 w 364"/>
                      <a:gd name="T19" fmla="*/ 0 h 390"/>
                      <a:gd name="T20" fmla="*/ 144 w 364"/>
                      <a:gd name="T21" fmla="*/ 8 h 390"/>
                      <a:gd name="T22" fmla="*/ 112 w 364"/>
                      <a:gd name="T23" fmla="*/ 30 h 390"/>
                      <a:gd name="T24" fmla="*/ 90 w 364"/>
                      <a:gd name="T25" fmla="*/ 62 h 390"/>
                      <a:gd name="T26" fmla="*/ 82 w 364"/>
                      <a:gd name="T27" fmla="*/ 100 h 390"/>
                      <a:gd name="T28" fmla="*/ 82 w 364"/>
                      <a:gd name="T29" fmla="*/ 116 h 390"/>
                      <a:gd name="T30" fmla="*/ 90 w 364"/>
                      <a:gd name="T31" fmla="*/ 146 h 390"/>
                      <a:gd name="T32" fmla="*/ 106 w 364"/>
                      <a:gd name="T33" fmla="*/ 174 h 390"/>
                      <a:gd name="T34" fmla="*/ 126 w 364"/>
                      <a:gd name="T35" fmla="*/ 196 h 390"/>
                      <a:gd name="T36" fmla="*/ 138 w 364"/>
                      <a:gd name="T37" fmla="*/ 206 h 390"/>
                      <a:gd name="T38" fmla="*/ 82 w 364"/>
                      <a:gd name="T39" fmla="*/ 228 h 390"/>
                      <a:gd name="T40" fmla="*/ 40 w 364"/>
                      <a:gd name="T41" fmla="*/ 264 h 390"/>
                      <a:gd name="T42" fmla="*/ 10 w 364"/>
                      <a:gd name="T43" fmla="*/ 304 h 390"/>
                      <a:gd name="T44" fmla="*/ 0 w 364"/>
                      <a:gd name="T45" fmla="*/ 336 h 390"/>
                      <a:gd name="T46" fmla="*/ 0 w 364"/>
                      <a:gd name="T47" fmla="*/ 344 h 390"/>
                      <a:gd name="T48" fmla="*/ 4 w 364"/>
                      <a:gd name="T49" fmla="*/ 356 h 390"/>
                      <a:gd name="T50" fmla="*/ 16 w 364"/>
                      <a:gd name="T51" fmla="*/ 364 h 390"/>
                      <a:gd name="T52" fmla="*/ 58 w 364"/>
                      <a:gd name="T53" fmla="*/ 378 h 390"/>
                      <a:gd name="T54" fmla="*/ 116 w 364"/>
                      <a:gd name="T55" fmla="*/ 388 h 390"/>
                      <a:gd name="T56" fmla="*/ 182 w 364"/>
                      <a:gd name="T57" fmla="*/ 390 h 390"/>
                      <a:gd name="T58" fmla="*/ 250 w 364"/>
                      <a:gd name="T59" fmla="*/ 388 h 390"/>
                      <a:gd name="T60" fmla="*/ 308 w 364"/>
                      <a:gd name="T61" fmla="*/ 378 h 390"/>
                      <a:gd name="T62" fmla="*/ 348 w 364"/>
                      <a:gd name="T63" fmla="*/ 364 h 390"/>
                      <a:gd name="T64" fmla="*/ 360 w 364"/>
                      <a:gd name="T65" fmla="*/ 356 h 390"/>
                      <a:gd name="T66" fmla="*/ 364 w 364"/>
                      <a:gd name="T67" fmla="*/ 344 h 390"/>
                      <a:gd name="T68" fmla="*/ 364 w 364"/>
                      <a:gd name="T69" fmla="*/ 336 h 390"/>
                      <a:gd name="T70" fmla="*/ 354 w 364"/>
                      <a:gd name="T71" fmla="*/ 304 h 390"/>
                      <a:gd name="T72" fmla="*/ 326 w 364"/>
                      <a:gd name="T73" fmla="*/ 264 h 390"/>
                      <a:gd name="T74" fmla="*/ 282 w 364"/>
                      <a:gd name="T75" fmla="*/ 228 h 390"/>
                      <a:gd name="T76" fmla="*/ 228 w 364"/>
                      <a:gd name="T77" fmla="*/ 20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4" h="390">
                        <a:moveTo>
                          <a:pt x="228" y="206"/>
                        </a:moveTo>
                        <a:lnTo>
                          <a:pt x="228" y="206"/>
                        </a:lnTo>
                        <a:lnTo>
                          <a:pt x="238" y="196"/>
                        </a:lnTo>
                        <a:lnTo>
                          <a:pt x="250" y="186"/>
                        </a:lnTo>
                        <a:lnTo>
                          <a:pt x="260" y="174"/>
                        </a:lnTo>
                        <a:lnTo>
                          <a:pt x="268" y="160"/>
                        </a:lnTo>
                        <a:lnTo>
                          <a:pt x="274" y="146"/>
                        </a:lnTo>
                        <a:lnTo>
                          <a:pt x="278" y="130"/>
                        </a:lnTo>
                        <a:lnTo>
                          <a:pt x="282" y="116"/>
                        </a:lnTo>
                        <a:lnTo>
                          <a:pt x="282" y="100"/>
                        </a:lnTo>
                        <a:lnTo>
                          <a:pt x="282" y="100"/>
                        </a:lnTo>
                        <a:lnTo>
                          <a:pt x="280" y="80"/>
                        </a:lnTo>
                        <a:lnTo>
                          <a:pt x="274" y="62"/>
                        </a:lnTo>
                        <a:lnTo>
                          <a:pt x="266" y="44"/>
                        </a:lnTo>
                        <a:lnTo>
                          <a:pt x="254" y="30"/>
                        </a:lnTo>
                        <a:lnTo>
                          <a:pt x="238" y="18"/>
                        </a:lnTo>
                        <a:lnTo>
                          <a:pt x="222" y="8"/>
                        </a:lnTo>
                        <a:lnTo>
                          <a:pt x="202" y="2"/>
                        </a:lnTo>
                        <a:lnTo>
                          <a:pt x="182" y="0"/>
                        </a:lnTo>
                        <a:lnTo>
                          <a:pt x="182" y="0"/>
                        </a:lnTo>
                        <a:lnTo>
                          <a:pt x="162" y="2"/>
                        </a:lnTo>
                        <a:lnTo>
                          <a:pt x="144" y="8"/>
                        </a:lnTo>
                        <a:lnTo>
                          <a:pt x="126" y="18"/>
                        </a:lnTo>
                        <a:lnTo>
                          <a:pt x="112" y="30"/>
                        </a:lnTo>
                        <a:lnTo>
                          <a:pt x="98" y="44"/>
                        </a:lnTo>
                        <a:lnTo>
                          <a:pt x="90" y="62"/>
                        </a:lnTo>
                        <a:lnTo>
                          <a:pt x="84" y="80"/>
                        </a:lnTo>
                        <a:lnTo>
                          <a:pt x="82" y="100"/>
                        </a:lnTo>
                        <a:lnTo>
                          <a:pt x="82" y="100"/>
                        </a:lnTo>
                        <a:lnTo>
                          <a:pt x="82" y="116"/>
                        </a:lnTo>
                        <a:lnTo>
                          <a:pt x="86" y="130"/>
                        </a:lnTo>
                        <a:lnTo>
                          <a:pt x="90" y="146"/>
                        </a:lnTo>
                        <a:lnTo>
                          <a:pt x="98" y="160"/>
                        </a:lnTo>
                        <a:lnTo>
                          <a:pt x="106" y="174"/>
                        </a:lnTo>
                        <a:lnTo>
                          <a:pt x="114" y="186"/>
                        </a:lnTo>
                        <a:lnTo>
                          <a:pt x="126" y="196"/>
                        </a:lnTo>
                        <a:lnTo>
                          <a:pt x="138" y="206"/>
                        </a:lnTo>
                        <a:lnTo>
                          <a:pt x="138" y="206"/>
                        </a:lnTo>
                        <a:lnTo>
                          <a:pt x="108" y="216"/>
                        </a:lnTo>
                        <a:lnTo>
                          <a:pt x="82" y="228"/>
                        </a:lnTo>
                        <a:lnTo>
                          <a:pt x="60" y="246"/>
                        </a:lnTo>
                        <a:lnTo>
                          <a:pt x="40" y="264"/>
                        </a:lnTo>
                        <a:lnTo>
                          <a:pt x="22" y="284"/>
                        </a:lnTo>
                        <a:lnTo>
                          <a:pt x="10" y="304"/>
                        </a:lnTo>
                        <a:lnTo>
                          <a:pt x="2" y="326"/>
                        </a:lnTo>
                        <a:lnTo>
                          <a:pt x="0" y="336"/>
                        </a:lnTo>
                        <a:lnTo>
                          <a:pt x="0" y="344"/>
                        </a:lnTo>
                        <a:lnTo>
                          <a:pt x="0" y="344"/>
                        </a:lnTo>
                        <a:lnTo>
                          <a:pt x="2" y="350"/>
                        </a:lnTo>
                        <a:lnTo>
                          <a:pt x="4" y="356"/>
                        </a:lnTo>
                        <a:lnTo>
                          <a:pt x="10" y="360"/>
                        </a:lnTo>
                        <a:lnTo>
                          <a:pt x="16" y="364"/>
                        </a:lnTo>
                        <a:lnTo>
                          <a:pt x="34" y="372"/>
                        </a:lnTo>
                        <a:lnTo>
                          <a:pt x="58" y="378"/>
                        </a:lnTo>
                        <a:lnTo>
                          <a:pt x="84" y="384"/>
                        </a:lnTo>
                        <a:lnTo>
                          <a:pt x="116" y="388"/>
                        </a:lnTo>
                        <a:lnTo>
                          <a:pt x="148" y="390"/>
                        </a:lnTo>
                        <a:lnTo>
                          <a:pt x="182" y="390"/>
                        </a:lnTo>
                        <a:lnTo>
                          <a:pt x="216" y="390"/>
                        </a:lnTo>
                        <a:lnTo>
                          <a:pt x="250" y="388"/>
                        </a:lnTo>
                        <a:lnTo>
                          <a:pt x="280" y="384"/>
                        </a:lnTo>
                        <a:lnTo>
                          <a:pt x="308" y="378"/>
                        </a:lnTo>
                        <a:lnTo>
                          <a:pt x="330" y="372"/>
                        </a:lnTo>
                        <a:lnTo>
                          <a:pt x="348" y="364"/>
                        </a:lnTo>
                        <a:lnTo>
                          <a:pt x="356" y="360"/>
                        </a:lnTo>
                        <a:lnTo>
                          <a:pt x="360" y="356"/>
                        </a:lnTo>
                        <a:lnTo>
                          <a:pt x="364" y="350"/>
                        </a:lnTo>
                        <a:lnTo>
                          <a:pt x="364" y="344"/>
                        </a:lnTo>
                        <a:lnTo>
                          <a:pt x="364" y="344"/>
                        </a:lnTo>
                        <a:lnTo>
                          <a:pt x="364" y="336"/>
                        </a:lnTo>
                        <a:lnTo>
                          <a:pt x="362" y="326"/>
                        </a:lnTo>
                        <a:lnTo>
                          <a:pt x="354" y="304"/>
                        </a:lnTo>
                        <a:lnTo>
                          <a:pt x="342" y="284"/>
                        </a:lnTo>
                        <a:lnTo>
                          <a:pt x="326" y="264"/>
                        </a:lnTo>
                        <a:lnTo>
                          <a:pt x="306" y="246"/>
                        </a:lnTo>
                        <a:lnTo>
                          <a:pt x="282" y="228"/>
                        </a:lnTo>
                        <a:lnTo>
                          <a:pt x="256" y="216"/>
                        </a:lnTo>
                        <a:lnTo>
                          <a:pt x="228" y="206"/>
                        </a:lnTo>
                        <a:lnTo>
                          <a:pt x="228"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任意多边形: 形状 34"/>
                  <p:cNvSpPr/>
                  <p:nvPr/>
                </p:nvSpPr>
                <p:spPr bwMode="auto">
                  <a:xfrm>
                    <a:off x="-10434638" y="3044825"/>
                    <a:ext cx="577850" cy="619125"/>
                  </a:xfrm>
                  <a:custGeom>
                    <a:avLst/>
                    <a:gdLst>
                      <a:gd name="T0" fmla="*/ 228 w 364"/>
                      <a:gd name="T1" fmla="*/ 206 h 390"/>
                      <a:gd name="T2" fmla="*/ 250 w 364"/>
                      <a:gd name="T3" fmla="*/ 186 h 390"/>
                      <a:gd name="T4" fmla="*/ 268 w 364"/>
                      <a:gd name="T5" fmla="*/ 160 h 390"/>
                      <a:gd name="T6" fmla="*/ 278 w 364"/>
                      <a:gd name="T7" fmla="*/ 130 h 390"/>
                      <a:gd name="T8" fmla="*/ 282 w 364"/>
                      <a:gd name="T9" fmla="*/ 100 h 390"/>
                      <a:gd name="T10" fmla="*/ 280 w 364"/>
                      <a:gd name="T11" fmla="*/ 80 h 390"/>
                      <a:gd name="T12" fmla="*/ 266 w 364"/>
                      <a:gd name="T13" fmla="*/ 44 h 390"/>
                      <a:gd name="T14" fmla="*/ 238 w 364"/>
                      <a:gd name="T15" fmla="*/ 18 h 390"/>
                      <a:gd name="T16" fmla="*/ 202 w 364"/>
                      <a:gd name="T17" fmla="*/ 2 h 390"/>
                      <a:gd name="T18" fmla="*/ 182 w 364"/>
                      <a:gd name="T19" fmla="*/ 0 h 390"/>
                      <a:gd name="T20" fmla="*/ 144 w 364"/>
                      <a:gd name="T21" fmla="*/ 8 h 390"/>
                      <a:gd name="T22" fmla="*/ 112 w 364"/>
                      <a:gd name="T23" fmla="*/ 30 h 390"/>
                      <a:gd name="T24" fmla="*/ 90 w 364"/>
                      <a:gd name="T25" fmla="*/ 62 h 390"/>
                      <a:gd name="T26" fmla="*/ 82 w 364"/>
                      <a:gd name="T27" fmla="*/ 100 h 390"/>
                      <a:gd name="T28" fmla="*/ 82 w 364"/>
                      <a:gd name="T29" fmla="*/ 116 h 390"/>
                      <a:gd name="T30" fmla="*/ 90 w 364"/>
                      <a:gd name="T31" fmla="*/ 146 h 390"/>
                      <a:gd name="T32" fmla="*/ 106 w 364"/>
                      <a:gd name="T33" fmla="*/ 174 h 390"/>
                      <a:gd name="T34" fmla="*/ 126 w 364"/>
                      <a:gd name="T35" fmla="*/ 196 h 390"/>
                      <a:gd name="T36" fmla="*/ 138 w 364"/>
                      <a:gd name="T37" fmla="*/ 206 h 390"/>
                      <a:gd name="T38" fmla="*/ 82 w 364"/>
                      <a:gd name="T39" fmla="*/ 228 h 390"/>
                      <a:gd name="T40" fmla="*/ 40 w 364"/>
                      <a:gd name="T41" fmla="*/ 264 h 390"/>
                      <a:gd name="T42" fmla="*/ 10 w 364"/>
                      <a:gd name="T43" fmla="*/ 304 h 390"/>
                      <a:gd name="T44" fmla="*/ 0 w 364"/>
                      <a:gd name="T45" fmla="*/ 336 h 390"/>
                      <a:gd name="T46" fmla="*/ 0 w 364"/>
                      <a:gd name="T47" fmla="*/ 344 h 390"/>
                      <a:gd name="T48" fmla="*/ 4 w 364"/>
                      <a:gd name="T49" fmla="*/ 356 h 390"/>
                      <a:gd name="T50" fmla="*/ 16 w 364"/>
                      <a:gd name="T51" fmla="*/ 364 h 390"/>
                      <a:gd name="T52" fmla="*/ 58 w 364"/>
                      <a:gd name="T53" fmla="*/ 378 h 390"/>
                      <a:gd name="T54" fmla="*/ 116 w 364"/>
                      <a:gd name="T55" fmla="*/ 388 h 390"/>
                      <a:gd name="T56" fmla="*/ 182 w 364"/>
                      <a:gd name="T57" fmla="*/ 390 h 390"/>
                      <a:gd name="T58" fmla="*/ 250 w 364"/>
                      <a:gd name="T59" fmla="*/ 388 h 390"/>
                      <a:gd name="T60" fmla="*/ 308 w 364"/>
                      <a:gd name="T61" fmla="*/ 378 h 390"/>
                      <a:gd name="T62" fmla="*/ 348 w 364"/>
                      <a:gd name="T63" fmla="*/ 364 h 390"/>
                      <a:gd name="T64" fmla="*/ 360 w 364"/>
                      <a:gd name="T65" fmla="*/ 356 h 390"/>
                      <a:gd name="T66" fmla="*/ 364 w 364"/>
                      <a:gd name="T67" fmla="*/ 344 h 390"/>
                      <a:gd name="T68" fmla="*/ 364 w 364"/>
                      <a:gd name="T69" fmla="*/ 336 h 390"/>
                      <a:gd name="T70" fmla="*/ 354 w 364"/>
                      <a:gd name="T71" fmla="*/ 304 h 390"/>
                      <a:gd name="T72" fmla="*/ 326 w 364"/>
                      <a:gd name="T73" fmla="*/ 264 h 390"/>
                      <a:gd name="T74" fmla="*/ 282 w 364"/>
                      <a:gd name="T75" fmla="*/ 228 h 390"/>
                      <a:gd name="T76" fmla="*/ 228 w 364"/>
                      <a:gd name="T77" fmla="*/ 20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4" h="390">
                        <a:moveTo>
                          <a:pt x="228" y="206"/>
                        </a:moveTo>
                        <a:lnTo>
                          <a:pt x="228" y="206"/>
                        </a:lnTo>
                        <a:lnTo>
                          <a:pt x="238" y="196"/>
                        </a:lnTo>
                        <a:lnTo>
                          <a:pt x="250" y="186"/>
                        </a:lnTo>
                        <a:lnTo>
                          <a:pt x="260" y="174"/>
                        </a:lnTo>
                        <a:lnTo>
                          <a:pt x="268" y="160"/>
                        </a:lnTo>
                        <a:lnTo>
                          <a:pt x="274" y="146"/>
                        </a:lnTo>
                        <a:lnTo>
                          <a:pt x="278" y="130"/>
                        </a:lnTo>
                        <a:lnTo>
                          <a:pt x="282" y="116"/>
                        </a:lnTo>
                        <a:lnTo>
                          <a:pt x="282" y="100"/>
                        </a:lnTo>
                        <a:lnTo>
                          <a:pt x="282" y="100"/>
                        </a:lnTo>
                        <a:lnTo>
                          <a:pt x="280" y="80"/>
                        </a:lnTo>
                        <a:lnTo>
                          <a:pt x="274" y="62"/>
                        </a:lnTo>
                        <a:lnTo>
                          <a:pt x="266" y="44"/>
                        </a:lnTo>
                        <a:lnTo>
                          <a:pt x="254" y="30"/>
                        </a:lnTo>
                        <a:lnTo>
                          <a:pt x="238" y="18"/>
                        </a:lnTo>
                        <a:lnTo>
                          <a:pt x="222" y="8"/>
                        </a:lnTo>
                        <a:lnTo>
                          <a:pt x="202" y="2"/>
                        </a:lnTo>
                        <a:lnTo>
                          <a:pt x="182" y="0"/>
                        </a:lnTo>
                        <a:lnTo>
                          <a:pt x="182" y="0"/>
                        </a:lnTo>
                        <a:lnTo>
                          <a:pt x="162" y="2"/>
                        </a:lnTo>
                        <a:lnTo>
                          <a:pt x="144" y="8"/>
                        </a:lnTo>
                        <a:lnTo>
                          <a:pt x="126" y="18"/>
                        </a:lnTo>
                        <a:lnTo>
                          <a:pt x="112" y="30"/>
                        </a:lnTo>
                        <a:lnTo>
                          <a:pt x="98" y="44"/>
                        </a:lnTo>
                        <a:lnTo>
                          <a:pt x="90" y="62"/>
                        </a:lnTo>
                        <a:lnTo>
                          <a:pt x="84" y="80"/>
                        </a:lnTo>
                        <a:lnTo>
                          <a:pt x="82" y="100"/>
                        </a:lnTo>
                        <a:lnTo>
                          <a:pt x="82" y="100"/>
                        </a:lnTo>
                        <a:lnTo>
                          <a:pt x="82" y="116"/>
                        </a:lnTo>
                        <a:lnTo>
                          <a:pt x="86" y="130"/>
                        </a:lnTo>
                        <a:lnTo>
                          <a:pt x="90" y="146"/>
                        </a:lnTo>
                        <a:lnTo>
                          <a:pt x="98" y="160"/>
                        </a:lnTo>
                        <a:lnTo>
                          <a:pt x="106" y="174"/>
                        </a:lnTo>
                        <a:lnTo>
                          <a:pt x="114" y="186"/>
                        </a:lnTo>
                        <a:lnTo>
                          <a:pt x="126" y="196"/>
                        </a:lnTo>
                        <a:lnTo>
                          <a:pt x="138" y="206"/>
                        </a:lnTo>
                        <a:lnTo>
                          <a:pt x="138" y="206"/>
                        </a:lnTo>
                        <a:lnTo>
                          <a:pt x="108" y="216"/>
                        </a:lnTo>
                        <a:lnTo>
                          <a:pt x="82" y="228"/>
                        </a:lnTo>
                        <a:lnTo>
                          <a:pt x="60" y="246"/>
                        </a:lnTo>
                        <a:lnTo>
                          <a:pt x="40" y="264"/>
                        </a:lnTo>
                        <a:lnTo>
                          <a:pt x="22" y="284"/>
                        </a:lnTo>
                        <a:lnTo>
                          <a:pt x="10" y="304"/>
                        </a:lnTo>
                        <a:lnTo>
                          <a:pt x="2" y="326"/>
                        </a:lnTo>
                        <a:lnTo>
                          <a:pt x="0" y="336"/>
                        </a:lnTo>
                        <a:lnTo>
                          <a:pt x="0" y="344"/>
                        </a:lnTo>
                        <a:lnTo>
                          <a:pt x="0" y="344"/>
                        </a:lnTo>
                        <a:lnTo>
                          <a:pt x="2" y="350"/>
                        </a:lnTo>
                        <a:lnTo>
                          <a:pt x="4" y="356"/>
                        </a:lnTo>
                        <a:lnTo>
                          <a:pt x="10" y="360"/>
                        </a:lnTo>
                        <a:lnTo>
                          <a:pt x="16" y="364"/>
                        </a:lnTo>
                        <a:lnTo>
                          <a:pt x="34" y="372"/>
                        </a:lnTo>
                        <a:lnTo>
                          <a:pt x="58" y="378"/>
                        </a:lnTo>
                        <a:lnTo>
                          <a:pt x="84" y="384"/>
                        </a:lnTo>
                        <a:lnTo>
                          <a:pt x="116" y="388"/>
                        </a:lnTo>
                        <a:lnTo>
                          <a:pt x="148" y="390"/>
                        </a:lnTo>
                        <a:lnTo>
                          <a:pt x="182" y="390"/>
                        </a:lnTo>
                        <a:lnTo>
                          <a:pt x="216" y="390"/>
                        </a:lnTo>
                        <a:lnTo>
                          <a:pt x="250" y="388"/>
                        </a:lnTo>
                        <a:lnTo>
                          <a:pt x="280" y="384"/>
                        </a:lnTo>
                        <a:lnTo>
                          <a:pt x="308" y="378"/>
                        </a:lnTo>
                        <a:lnTo>
                          <a:pt x="330" y="372"/>
                        </a:lnTo>
                        <a:lnTo>
                          <a:pt x="348" y="364"/>
                        </a:lnTo>
                        <a:lnTo>
                          <a:pt x="356" y="360"/>
                        </a:lnTo>
                        <a:lnTo>
                          <a:pt x="360" y="356"/>
                        </a:lnTo>
                        <a:lnTo>
                          <a:pt x="364" y="350"/>
                        </a:lnTo>
                        <a:lnTo>
                          <a:pt x="364" y="344"/>
                        </a:lnTo>
                        <a:lnTo>
                          <a:pt x="364" y="344"/>
                        </a:lnTo>
                        <a:lnTo>
                          <a:pt x="364" y="336"/>
                        </a:lnTo>
                        <a:lnTo>
                          <a:pt x="362" y="326"/>
                        </a:lnTo>
                        <a:lnTo>
                          <a:pt x="354" y="304"/>
                        </a:lnTo>
                        <a:lnTo>
                          <a:pt x="342" y="284"/>
                        </a:lnTo>
                        <a:lnTo>
                          <a:pt x="326" y="264"/>
                        </a:lnTo>
                        <a:lnTo>
                          <a:pt x="306" y="246"/>
                        </a:lnTo>
                        <a:lnTo>
                          <a:pt x="282" y="228"/>
                        </a:lnTo>
                        <a:lnTo>
                          <a:pt x="256" y="216"/>
                        </a:lnTo>
                        <a:lnTo>
                          <a:pt x="228" y="206"/>
                        </a:lnTo>
                        <a:lnTo>
                          <a:pt x="228"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任意多边形: 形状 35"/>
                  <p:cNvSpPr/>
                  <p:nvPr/>
                </p:nvSpPr>
                <p:spPr bwMode="auto">
                  <a:xfrm>
                    <a:off x="-9856788" y="3044825"/>
                    <a:ext cx="577850" cy="619125"/>
                  </a:xfrm>
                  <a:custGeom>
                    <a:avLst/>
                    <a:gdLst>
                      <a:gd name="T0" fmla="*/ 228 w 364"/>
                      <a:gd name="T1" fmla="*/ 206 h 390"/>
                      <a:gd name="T2" fmla="*/ 250 w 364"/>
                      <a:gd name="T3" fmla="*/ 186 h 390"/>
                      <a:gd name="T4" fmla="*/ 268 w 364"/>
                      <a:gd name="T5" fmla="*/ 160 h 390"/>
                      <a:gd name="T6" fmla="*/ 278 w 364"/>
                      <a:gd name="T7" fmla="*/ 130 h 390"/>
                      <a:gd name="T8" fmla="*/ 282 w 364"/>
                      <a:gd name="T9" fmla="*/ 100 h 390"/>
                      <a:gd name="T10" fmla="*/ 280 w 364"/>
                      <a:gd name="T11" fmla="*/ 80 h 390"/>
                      <a:gd name="T12" fmla="*/ 266 w 364"/>
                      <a:gd name="T13" fmla="*/ 44 h 390"/>
                      <a:gd name="T14" fmla="*/ 238 w 364"/>
                      <a:gd name="T15" fmla="*/ 18 h 390"/>
                      <a:gd name="T16" fmla="*/ 202 w 364"/>
                      <a:gd name="T17" fmla="*/ 2 h 390"/>
                      <a:gd name="T18" fmla="*/ 182 w 364"/>
                      <a:gd name="T19" fmla="*/ 0 h 390"/>
                      <a:gd name="T20" fmla="*/ 144 w 364"/>
                      <a:gd name="T21" fmla="*/ 8 h 390"/>
                      <a:gd name="T22" fmla="*/ 112 w 364"/>
                      <a:gd name="T23" fmla="*/ 30 h 390"/>
                      <a:gd name="T24" fmla="*/ 90 w 364"/>
                      <a:gd name="T25" fmla="*/ 62 h 390"/>
                      <a:gd name="T26" fmla="*/ 82 w 364"/>
                      <a:gd name="T27" fmla="*/ 100 h 390"/>
                      <a:gd name="T28" fmla="*/ 82 w 364"/>
                      <a:gd name="T29" fmla="*/ 116 h 390"/>
                      <a:gd name="T30" fmla="*/ 90 w 364"/>
                      <a:gd name="T31" fmla="*/ 146 h 390"/>
                      <a:gd name="T32" fmla="*/ 106 w 364"/>
                      <a:gd name="T33" fmla="*/ 174 h 390"/>
                      <a:gd name="T34" fmla="*/ 126 w 364"/>
                      <a:gd name="T35" fmla="*/ 196 h 390"/>
                      <a:gd name="T36" fmla="*/ 138 w 364"/>
                      <a:gd name="T37" fmla="*/ 206 h 390"/>
                      <a:gd name="T38" fmla="*/ 82 w 364"/>
                      <a:gd name="T39" fmla="*/ 228 h 390"/>
                      <a:gd name="T40" fmla="*/ 40 w 364"/>
                      <a:gd name="T41" fmla="*/ 264 h 390"/>
                      <a:gd name="T42" fmla="*/ 10 w 364"/>
                      <a:gd name="T43" fmla="*/ 304 h 390"/>
                      <a:gd name="T44" fmla="*/ 0 w 364"/>
                      <a:gd name="T45" fmla="*/ 336 h 390"/>
                      <a:gd name="T46" fmla="*/ 0 w 364"/>
                      <a:gd name="T47" fmla="*/ 344 h 390"/>
                      <a:gd name="T48" fmla="*/ 4 w 364"/>
                      <a:gd name="T49" fmla="*/ 356 h 390"/>
                      <a:gd name="T50" fmla="*/ 16 w 364"/>
                      <a:gd name="T51" fmla="*/ 364 h 390"/>
                      <a:gd name="T52" fmla="*/ 58 w 364"/>
                      <a:gd name="T53" fmla="*/ 378 h 390"/>
                      <a:gd name="T54" fmla="*/ 116 w 364"/>
                      <a:gd name="T55" fmla="*/ 388 h 390"/>
                      <a:gd name="T56" fmla="*/ 182 w 364"/>
                      <a:gd name="T57" fmla="*/ 390 h 390"/>
                      <a:gd name="T58" fmla="*/ 250 w 364"/>
                      <a:gd name="T59" fmla="*/ 388 h 390"/>
                      <a:gd name="T60" fmla="*/ 308 w 364"/>
                      <a:gd name="T61" fmla="*/ 378 h 390"/>
                      <a:gd name="T62" fmla="*/ 348 w 364"/>
                      <a:gd name="T63" fmla="*/ 364 h 390"/>
                      <a:gd name="T64" fmla="*/ 360 w 364"/>
                      <a:gd name="T65" fmla="*/ 356 h 390"/>
                      <a:gd name="T66" fmla="*/ 364 w 364"/>
                      <a:gd name="T67" fmla="*/ 344 h 390"/>
                      <a:gd name="T68" fmla="*/ 364 w 364"/>
                      <a:gd name="T69" fmla="*/ 336 h 390"/>
                      <a:gd name="T70" fmla="*/ 354 w 364"/>
                      <a:gd name="T71" fmla="*/ 304 h 390"/>
                      <a:gd name="T72" fmla="*/ 326 w 364"/>
                      <a:gd name="T73" fmla="*/ 264 h 390"/>
                      <a:gd name="T74" fmla="*/ 282 w 364"/>
                      <a:gd name="T75" fmla="*/ 228 h 390"/>
                      <a:gd name="T76" fmla="*/ 228 w 364"/>
                      <a:gd name="T77" fmla="*/ 20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4" h="390">
                        <a:moveTo>
                          <a:pt x="228" y="206"/>
                        </a:moveTo>
                        <a:lnTo>
                          <a:pt x="228" y="206"/>
                        </a:lnTo>
                        <a:lnTo>
                          <a:pt x="240" y="196"/>
                        </a:lnTo>
                        <a:lnTo>
                          <a:pt x="250" y="186"/>
                        </a:lnTo>
                        <a:lnTo>
                          <a:pt x="260" y="174"/>
                        </a:lnTo>
                        <a:lnTo>
                          <a:pt x="268" y="160"/>
                        </a:lnTo>
                        <a:lnTo>
                          <a:pt x="274" y="146"/>
                        </a:lnTo>
                        <a:lnTo>
                          <a:pt x="278" y="130"/>
                        </a:lnTo>
                        <a:lnTo>
                          <a:pt x="282" y="116"/>
                        </a:lnTo>
                        <a:lnTo>
                          <a:pt x="282" y="100"/>
                        </a:lnTo>
                        <a:lnTo>
                          <a:pt x="282" y="100"/>
                        </a:lnTo>
                        <a:lnTo>
                          <a:pt x="280" y="80"/>
                        </a:lnTo>
                        <a:lnTo>
                          <a:pt x="274" y="62"/>
                        </a:lnTo>
                        <a:lnTo>
                          <a:pt x="266" y="44"/>
                        </a:lnTo>
                        <a:lnTo>
                          <a:pt x="254" y="30"/>
                        </a:lnTo>
                        <a:lnTo>
                          <a:pt x="238" y="18"/>
                        </a:lnTo>
                        <a:lnTo>
                          <a:pt x="222" y="8"/>
                        </a:lnTo>
                        <a:lnTo>
                          <a:pt x="202" y="2"/>
                        </a:lnTo>
                        <a:lnTo>
                          <a:pt x="182" y="0"/>
                        </a:lnTo>
                        <a:lnTo>
                          <a:pt x="182" y="0"/>
                        </a:lnTo>
                        <a:lnTo>
                          <a:pt x="162" y="2"/>
                        </a:lnTo>
                        <a:lnTo>
                          <a:pt x="144" y="8"/>
                        </a:lnTo>
                        <a:lnTo>
                          <a:pt x="126" y="18"/>
                        </a:lnTo>
                        <a:lnTo>
                          <a:pt x="112" y="30"/>
                        </a:lnTo>
                        <a:lnTo>
                          <a:pt x="98" y="44"/>
                        </a:lnTo>
                        <a:lnTo>
                          <a:pt x="90" y="62"/>
                        </a:lnTo>
                        <a:lnTo>
                          <a:pt x="84" y="80"/>
                        </a:lnTo>
                        <a:lnTo>
                          <a:pt x="82" y="100"/>
                        </a:lnTo>
                        <a:lnTo>
                          <a:pt x="82" y="100"/>
                        </a:lnTo>
                        <a:lnTo>
                          <a:pt x="82" y="116"/>
                        </a:lnTo>
                        <a:lnTo>
                          <a:pt x="86" y="130"/>
                        </a:lnTo>
                        <a:lnTo>
                          <a:pt x="90" y="146"/>
                        </a:lnTo>
                        <a:lnTo>
                          <a:pt x="98" y="160"/>
                        </a:lnTo>
                        <a:lnTo>
                          <a:pt x="106" y="174"/>
                        </a:lnTo>
                        <a:lnTo>
                          <a:pt x="114" y="186"/>
                        </a:lnTo>
                        <a:lnTo>
                          <a:pt x="126" y="196"/>
                        </a:lnTo>
                        <a:lnTo>
                          <a:pt x="138" y="206"/>
                        </a:lnTo>
                        <a:lnTo>
                          <a:pt x="138" y="206"/>
                        </a:lnTo>
                        <a:lnTo>
                          <a:pt x="108" y="216"/>
                        </a:lnTo>
                        <a:lnTo>
                          <a:pt x="82" y="228"/>
                        </a:lnTo>
                        <a:lnTo>
                          <a:pt x="60" y="246"/>
                        </a:lnTo>
                        <a:lnTo>
                          <a:pt x="40" y="264"/>
                        </a:lnTo>
                        <a:lnTo>
                          <a:pt x="22" y="284"/>
                        </a:lnTo>
                        <a:lnTo>
                          <a:pt x="10" y="304"/>
                        </a:lnTo>
                        <a:lnTo>
                          <a:pt x="2" y="326"/>
                        </a:lnTo>
                        <a:lnTo>
                          <a:pt x="0" y="336"/>
                        </a:lnTo>
                        <a:lnTo>
                          <a:pt x="0" y="344"/>
                        </a:lnTo>
                        <a:lnTo>
                          <a:pt x="0" y="344"/>
                        </a:lnTo>
                        <a:lnTo>
                          <a:pt x="2" y="350"/>
                        </a:lnTo>
                        <a:lnTo>
                          <a:pt x="4" y="356"/>
                        </a:lnTo>
                        <a:lnTo>
                          <a:pt x="10" y="360"/>
                        </a:lnTo>
                        <a:lnTo>
                          <a:pt x="16" y="364"/>
                        </a:lnTo>
                        <a:lnTo>
                          <a:pt x="34" y="372"/>
                        </a:lnTo>
                        <a:lnTo>
                          <a:pt x="58" y="378"/>
                        </a:lnTo>
                        <a:lnTo>
                          <a:pt x="84" y="384"/>
                        </a:lnTo>
                        <a:lnTo>
                          <a:pt x="116" y="388"/>
                        </a:lnTo>
                        <a:lnTo>
                          <a:pt x="148" y="390"/>
                        </a:lnTo>
                        <a:lnTo>
                          <a:pt x="182" y="390"/>
                        </a:lnTo>
                        <a:lnTo>
                          <a:pt x="216" y="390"/>
                        </a:lnTo>
                        <a:lnTo>
                          <a:pt x="250" y="388"/>
                        </a:lnTo>
                        <a:lnTo>
                          <a:pt x="280" y="384"/>
                        </a:lnTo>
                        <a:lnTo>
                          <a:pt x="308" y="378"/>
                        </a:lnTo>
                        <a:lnTo>
                          <a:pt x="330" y="372"/>
                        </a:lnTo>
                        <a:lnTo>
                          <a:pt x="348" y="364"/>
                        </a:lnTo>
                        <a:lnTo>
                          <a:pt x="356" y="360"/>
                        </a:lnTo>
                        <a:lnTo>
                          <a:pt x="360" y="356"/>
                        </a:lnTo>
                        <a:lnTo>
                          <a:pt x="364" y="350"/>
                        </a:lnTo>
                        <a:lnTo>
                          <a:pt x="364" y="344"/>
                        </a:lnTo>
                        <a:lnTo>
                          <a:pt x="364" y="344"/>
                        </a:lnTo>
                        <a:lnTo>
                          <a:pt x="364" y="336"/>
                        </a:lnTo>
                        <a:lnTo>
                          <a:pt x="362" y="326"/>
                        </a:lnTo>
                        <a:lnTo>
                          <a:pt x="354" y="304"/>
                        </a:lnTo>
                        <a:lnTo>
                          <a:pt x="342" y="284"/>
                        </a:lnTo>
                        <a:lnTo>
                          <a:pt x="326" y="264"/>
                        </a:lnTo>
                        <a:lnTo>
                          <a:pt x="306" y="246"/>
                        </a:lnTo>
                        <a:lnTo>
                          <a:pt x="282" y="228"/>
                        </a:lnTo>
                        <a:lnTo>
                          <a:pt x="256" y="216"/>
                        </a:lnTo>
                        <a:lnTo>
                          <a:pt x="228" y="206"/>
                        </a:lnTo>
                        <a:lnTo>
                          <a:pt x="228"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任意多边形: 形状 36"/>
                  <p:cNvSpPr/>
                  <p:nvPr/>
                </p:nvSpPr>
                <p:spPr bwMode="auto">
                  <a:xfrm>
                    <a:off x="-11044238" y="1517650"/>
                    <a:ext cx="1800225" cy="1212850"/>
                  </a:xfrm>
                  <a:custGeom>
                    <a:avLst/>
                    <a:gdLst>
                      <a:gd name="T0" fmla="*/ 134 w 1134"/>
                      <a:gd name="T1" fmla="*/ 0 h 764"/>
                      <a:gd name="T2" fmla="*/ 120 w 1134"/>
                      <a:gd name="T3" fmla="*/ 0 h 764"/>
                      <a:gd name="T4" fmla="*/ 94 w 1134"/>
                      <a:gd name="T5" fmla="*/ 6 h 764"/>
                      <a:gd name="T6" fmla="*/ 70 w 1134"/>
                      <a:gd name="T7" fmla="*/ 16 h 764"/>
                      <a:gd name="T8" fmla="*/ 48 w 1134"/>
                      <a:gd name="T9" fmla="*/ 30 h 764"/>
                      <a:gd name="T10" fmla="*/ 30 w 1134"/>
                      <a:gd name="T11" fmla="*/ 48 h 764"/>
                      <a:gd name="T12" fmla="*/ 16 w 1134"/>
                      <a:gd name="T13" fmla="*/ 70 h 764"/>
                      <a:gd name="T14" fmla="*/ 6 w 1134"/>
                      <a:gd name="T15" fmla="*/ 94 h 764"/>
                      <a:gd name="T16" fmla="*/ 0 w 1134"/>
                      <a:gd name="T17" fmla="*/ 120 h 764"/>
                      <a:gd name="T18" fmla="*/ 0 w 1134"/>
                      <a:gd name="T19" fmla="*/ 630 h 764"/>
                      <a:gd name="T20" fmla="*/ 0 w 1134"/>
                      <a:gd name="T21" fmla="*/ 644 h 764"/>
                      <a:gd name="T22" fmla="*/ 6 w 1134"/>
                      <a:gd name="T23" fmla="*/ 670 h 764"/>
                      <a:gd name="T24" fmla="*/ 16 w 1134"/>
                      <a:gd name="T25" fmla="*/ 694 h 764"/>
                      <a:gd name="T26" fmla="*/ 30 w 1134"/>
                      <a:gd name="T27" fmla="*/ 716 h 764"/>
                      <a:gd name="T28" fmla="*/ 48 w 1134"/>
                      <a:gd name="T29" fmla="*/ 734 h 764"/>
                      <a:gd name="T30" fmla="*/ 70 w 1134"/>
                      <a:gd name="T31" fmla="*/ 748 h 764"/>
                      <a:gd name="T32" fmla="*/ 94 w 1134"/>
                      <a:gd name="T33" fmla="*/ 758 h 764"/>
                      <a:gd name="T34" fmla="*/ 120 w 1134"/>
                      <a:gd name="T35" fmla="*/ 764 h 764"/>
                      <a:gd name="T36" fmla="*/ 252 w 1134"/>
                      <a:gd name="T37" fmla="*/ 764 h 764"/>
                      <a:gd name="T38" fmla="*/ 134 w 1134"/>
                      <a:gd name="T39" fmla="*/ 710 h 764"/>
                      <a:gd name="T40" fmla="*/ 118 w 1134"/>
                      <a:gd name="T41" fmla="*/ 710 h 764"/>
                      <a:gd name="T42" fmla="*/ 90 w 1134"/>
                      <a:gd name="T43" fmla="*/ 698 h 764"/>
                      <a:gd name="T44" fmla="*/ 68 w 1134"/>
                      <a:gd name="T45" fmla="*/ 676 h 764"/>
                      <a:gd name="T46" fmla="*/ 56 w 1134"/>
                      <a:gd name="T47" fmla="*/ 646 h 764"/>
                      <a:gd name="T48" fmla="*/ 54 w 1134"/>
                      <a:gd name="T49" fmla="*/ 134 h 764"/>
                      <a:gd name="T50" fmla="*/ 56 w 1134"/>
                      <a:gd name="T51" fmla="*/ 118 h 764"/>
                      <a:gd name="T52" fmla="*/ 68 w 1134"/>
                      <a:gd name="T53" fmla="*/ 90 h 764"/>
                      <a:gd name="T54" fmla="*/ 90 w 1134"/>
                      <a:gd name="T55" fmla="*/ 68 h 764"/>
                      <a:gd name="T56" fmla="*/ 118 w 1134"/>
                      <a:gd name="T57" fmla="*/ 56 h 764"/>
                      <a:gd name="T58" fmla="*/ 998 w 1134"/>
                      <a:gd name="T59" fmla="*/ 54 h 764"/>
                      <a:gd name="T60" fmla="*/ 1014 w 1134"/>
                      <a:gd name="T61" fmla="*/ 56 h 764"/>
                      <a:gd name="T62" fmla="*/ 1044 w 1134"/>
                      <a:gd name="T63" fmla="*/ 68 h 764"/>
                      <a:gd name="T64" fmla="*/ 1066 w 1134"/>
                      <a:gd name="T65" fmla="*/ 90 h 764"/>
                      <a:gd name="T66" fmla="*/ 1078 w 1134"/>
                      <a:gd name="T67" fmla="*/ 118 h 764"/>
                      <a:gd name="T68" fmla="*/ 1080 w 1134"/>
                      <a:gd name="T69" fmla="*/ 630 h 764"/>
                      <a:gd name="T70" fmla="*/ 1078 w 1134"/>
                      <a:gd name="T71" fmla="*/ 646 h 764"/>
                      <a:gd name="T72" fmla="*/ 1066 w 1134"/>
                      <a:gd name="T73" fmla="*/ 676 h 764"/>
                      <a:gd name="T74" fmla="*/ 1044 w 1134"/>
                      <a:gd name="T75" fmla="*/ 698 h 764"/>
                      <a:gd name="T76" fmla="*/ 1014 w 1134"/>
                      <a:gd name="T77" fmla="*/ 710 h 764"/>
                      <a:gd name="T78" fmla="*/ 536 w 1134"/>
                      <a:gd name="T79" fmla="*/ 710 h 764"/>
                      <a:gd name="T80" fmla="*/ 998 w 1134"/>
                      <a:gd name="T81" fmla="*/ 764 h 764"/>
                      <a:gd name="T82" fmla="*/ 1012 w 1134"/>
                      <a:gd name="T83" fmla="*/ 764 h 764"/>
                      <a:gd name="T84" fmla="*/ 1038 w 1134"/>
                      <a:gd name="T85" fmla="*/ 758 h 764"/>
                      <a:gd name="T86" fmla="*/ 1062 w 1134"/>
                      <a:gd name="T87" fmla="*/ 748 h 764"/>
                      <a:gd name="T88" fmla="*/ 1084 w 1134"/>
                      <a:gd name="T89" fmla="*/ 734 h 764"/>
                      <a:gd name="T90" fmla="*/ 1102 w 1134"/>
                      <a:gd name="T91" fmla="*/ 716 h 764"/>
                      <a:gd name="T92" fmla="*/ 1116 w 1134"/>
                      <a:gd name="T93" fmla="*/ 694 h 764"/>
                      <a:gd name="T94" fmla="*/ 1126 w 1134"/>
                      <a:gd name="T95" fmla="*/ 670 h 764"/>
                      <a:gd name="T96" fmla="*/ 1132 w 1134"/>
                      <a:gd name="T97" fmla="*/ 644 h 764"/>
                      <a:gd name="T98" fmla="*/ 1134 w 1134"/>
                      <a:gd name="T99" fmla="*/ 134 h 764"/>
                      <a:gd name="T100" fmla="*/ 1132 w 1134"/>
                      <a:gd name="T101" fmla="*/ 120 h 764"/>
                      <a:gd name="T102" fmla="*/ 1126 w 1134"/>
                      <a:gd name="T103" fmla="*/ 94 h 764"/>
                      <a:gd name="T104" fmla="*/ 1116 w 1134"/>
                      <a:gd name="T105" fmla="*/ 70 h 764"/>
                      <a:gd name="T106" fmla="*/ 1102 w 1134"/>
                      <a:gd name="T107" fmla="*/ 48 h 764"/>
                      <a:gd name="T108" fmla="*/ 1084 w 1134"/>
                      <a:gd name="T109" fmla="*/ 30 h 764"/>
                      <a:gd name="T110" fmla="*/ 1062 w 1134"/>
                      <a:gd name="T111" fmla="*/ 16 h 764"/>
                      <a:gd name="T112" fmla="*/ 1038 w 1134"/>
                      <a:gd name="T113" fmla="*/ 6 h 764"/>
                      <a:gd name="T114" fmla="*/ 1012 w 1134"/>
                      <a:gd name="T115" fmla="*/ 0 h 764"/>
                      <a:gd name="T116" fmla="*/ 998 w 1134"/>
                      <a:gd name="T117"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34" h="764">
                        <a:moveTo>
                          <a:pt x="998" y="0"/>
                        </a:moveTo>
                        <a:lnTo>
                          <a:pt x="134" y="0"/>
                        </a:lnTo>
                        <a:lnTo>
                          <a:pt x="134" y="0"/>
                        </a:lnTo>
                        <a:lnTo>
                          <a:pt x="120" y="0"/>
                        </a:lnTo>
                        <a:lnTo>
                          <a:pt x="108" y="2"/>
                        </a:lnTo>
                        <a:lnTo>
                          <a:pt x="94" y="6"/>
                        </a:lnTo>
                        <a:lnTo>
                          <a:pt x="82" y="10"/>
                        </a:lnTo>
                        <a:lnTo>
                          <a:pt x="70" y="16"/>
                        </a:lnTo>
                        <a:lnTo>
                          <a:pt x="58" y="22"/>
                        </a:lnTo>
                        <a:lnTo>
                          <a:pt x="48" y="30"/>
                        </a:lnTo>
                        <a:lnTo>
                          <a:pt x="38" y="40"/>
                        </a:lnTo>
                        <a:lnTo>
                          <a:pt x="30" y="48"/>
                        </a:lnTo>
                        <a:lnTo>
                          <a:pt x="22" y="60"/>
                        </a:lnTo>
                        <a:lnTo>
                          <a:pt x="16" y="70"/>
                        </a:lnTo>
                        <a:lnTo>
                          <a:pt x="10" y="82"/>
                        </a:lnTo>
                        <a:lnTo>
                          <a:pt x="6" y="94"/>
                        </a:lnTo>
                        <a:lnTo>
                          <a:pt x="2" y="108"/>
                        </a:lnTo>
                        <a:lnTo>
                          <a:pt x="0" y="120"/>
                        </a:lnTo>
                        <a:lnTo>
                          <a:pt x="0" y="134"/>
                        </a:lnTo>
                        <a:lnTo>
                          <a:pt x="0" y="630"/>
                        </a:lnTo>
                        <a:lnTo>
                          <a:pt x="0" y="630"/>
                        </a:lnTo>
                        <a:lnTo>
                          <a:pt x="0" y="644"/>
                        </a:lnTo>
                        <a:lnTo>
                          <a:pt x="2" y="658"/>
                        </a:lnTo>
                        <a:lnTo>
                          <a:pt x="6" y="670"/>
                        </a:lnTo>
                        <a:lnTo>
                          <a:pt x="10" y="682"/>
                        </a:lnTo>
                        <a:lnTo>
                          <a:pt x="16" y="694"/>
                        </a:lnTo>
                        <a:lnTo>
                          <a:pt x="22" y="706"/>
                        </a:lnTo>
                        <a:lnTo>
                          <a:pt x="30" y="716"/>
                        </a:lnTo>
                        <a:lnTo>
                          <a:pt x="38" y="726"/>
                        </a:lnTo>
                        <a:lnTo>
                          <a:pt x="48" y="734"/>
                        </a:lnTo>
                        <a:lnTo>
                          <a:pt x="58" y="742"/>
                        </a:lnTo>
                        <a:lnTo>
                          <a:pt x="70" y="748"/>
                        </a:lnTo>
                        <a:lnTo>
                          <a:pt x="82" y="754"/>
                        </a:lnTo>
                        <a:lnTo>
                          <a:pt x="94" y="758"/>
                        </a:lnTo>
                        <a:lnTo>
                          <a:pt x="108" y="762"/>
                        </a:lnTo>
                        <a:lnTo>
                          <a:pt x="120" y="764"/>
                        </a:lnTo>
                        <a:lnTo>
                          <a:pt x="134" y="764"/>
                        </a:lnTo>
                        <a:lnTo>
                          <a:pt x="252" y="764"/>
                        </a:lnTo>
                        <a:lnTo>
                          <a:pt x="256" y="710"/>
                        </a:lnTo>
                        <a:lnTo>
                          <a:pt x="134" y="710"/>
                        </a:lnTo>
                        <a:lnTo>
                          <a:pt x="134" y="710"/>
                        </a:lnTo>
                        <a:lnTo>
                          <a:pt x="118" y="710"/>
                        </a:lnTo>
                        <a:lnTo>
                          <a:pt x="102" y="704"/>
                        </a:lnTo>
                        <a:lnTo>
                          <a:pt x="90" y="698"/>
                        </a:lnTo>
                        <a:lnTo>
                          <a:pt x="78" y="688"/>
                        </a:lnTo>
                        <a:lnTo>
                          <a:pt x="68" y="676"/>
                        </a:lnTo>
                        <a:lnTo>
                          <a:pt x="60" y="662"/>
                        </a:lnTo>
                        <a:lnTo>
                          <a:pt x="56" y="646"/>
                        </a:lnTo>
                        <a:lnTo>
                          <a:pt x="54" y="630"/>
                        </a:lnTo>
                        <a:lnTo>
                          <a:pt x="54" y="134"/>
                        </a:lnTo>
                        <a:lnTo>
                          <a:pt x="54" y="134"/>
                        </a:lnTo>
                        <a:lnTo>
                          <a:pt x="56" y="118"/>
                        </a:lnTo>
                        <a:lnTo>
                          <a:pt x="60" y="104"/>
                        </a:lnTo>
                        <a:lnTo>
                          <a:pt x="68" y="90"/>
                        </a:lnTo>
                        <a:lnTo>
                          <a:pt x="78" y="78"/>
                        </a:lnTo>
                        <a:lnTo>
                          <a:pt x="90" y="68"/>
                        </a:lnTo>
                        <a:lnTo>
                          <a:pt x="102" y="60"/>
                        </a:lnTo>
                        <a:lnTo>
                          <a:pt x="118" y="56"/>
                        </a:lnTo>
                        <a:lnTo>
                          <a:pt x="134" y="54"/>
                        </a:lnTo>
                        <a:lnTo>
                          <a:pt x="998" y="54"/>
                        </a:lnTo>
                        <a:lnTo>
                          <a:pt x="998" y="54"/>
                        </a:lnTo>
                        <a:lnTo>
                          <a:pt x="1014" y="56"/>
                        </a:lnTo>
                        <a:lnTo>
                          <a:pt x="1030" y="60"/>
                        </a:lnTo>
                        <a:lnTo>
                          <a:pt x="1044" y="68"/>
                        </a:lnTo>
                        <a:lnTo>
                          <a:pt x="1056" y="78"/>
                        </a:lnTo>
                        <a:lnTo>
                          <a:pt x="1066" y="90"/>
                        </a:lnTo>
                        <a:lnTo>
                          <a:pt x="1072" y="104"/>
                        </a:lnTo>
                        <a:lnTo>
                          <a:pt x="1078" y="118"/>
                        </a:lnTo>
                        <a:lnTo>
                          <a:pt x="1080" y="134"/>
                        </a:lnTo>
                        <a:lnTo>
                          <a:pt x="1080" y="630"/>
                        </a:lnTo>
                        <a:lnTo>
                          <a:pt x="1080" y="630"/>
                        </a:lnTo>
                        <a:lnTo>
                          <a:pt x="1078" y="646"/>
                        </a:lnTo>
                        <a:lnTo>
                          <a:pt x="1072" y="662"/>
                        </a:lnTo>
                        <a:lnTo>
                          <a:pt x="1066" y="676"/>
                        </a:lnTo>
                        <a:lnTo>
                          <a:pt x="1056" y="688"/>
                        </a:lnTo>
                        <a:lnTo>
                          <a:pt x="1044" y="698"/>
                        </a:lnTo>
                        <a:lnTo>
                          <a:pt x="1030" y="704"/>
                        </a:lnTo>
                        <a:lnTo>
                          <a:pt x="1014" y="710"/>
                        </a:lnTo>
                        <a:lnTo>
                          <a:pt x="998" y="710"/>
                        </a:lnTo>
                        <a:lnTo>
                          <a:pt x="536" y="710"/>
                        </a:lnTo>
                        <a:lnTo>
                          <a:pt x="540" y="764"/>
                        </a:lnTo>
                        <a:lnTo>
                          <a:pt x="998" y="764"/>
                        </a:lnTo>
                        <a:lnTo>
                          <a:pt x="998" y="764"/>
                        </a:lnTo>
                        <a:lnTo>
                          <a:pt x="1012" y="764"/>
                        </a:lnTo>
                        <a:lnTo>
                          <a:pt x="1026" y="762"/>
                        </a:lnTo>
                        <a:lnTo>
                          <a:pt x="1038" y="758"/>
                        </a:lnTo>
                        <a:lnTo>
                          <a:pt x="1050" y="754"/>
                        </a:lnTo>
                        <a:lnTo>
                          <a:pt x="1062" y="748"/>
                        </a:lnTo>
                        <a:lnTo>
                          <a:pt x="1074" y="742"/>
                        </a:lnTo>
                        <a:lnTo>
                          <a:pt x="1084" y="734"/>
                        </a:lnTo>
                        <a:lnTo>
                          <a:pt x="1094" y="726"/>
                        </a:lnTo>
                        <a:lnTo>
                          <a:pt x="1102" y="716"/>
                        </a:lnTo>
                        <a:lnTo>
                          <a:pt x="1110" y="706"/>
                        </a:lnTo>
                        <a:lnTo>
                          <a:pt x="1116" y="694"/>
                        </a:lnTo>
                        <a:lnTo>
                          <a:pt x="1122" y="682"/>
                        </a:lnTo>
                        <a:lnTo>
                          <a:pt x="1126" y="670"/>
                        </a:lnTo>
                        <a:lnTo>
                          <a:pt x="1130" y="658"/>
                        </a:lnTo>
                        <a:lnTo>
                          <a:pt x="1132" y="644"/>
                        </a:lnTo>
                        <a:lnTo>
                          <a:pt x="1134" y="630"/>
                        </a:lnTo>
                        <a:lnTo>
                          <a:pt x="1134" y="134"/>
                        </a:lnTo>
                        <a:lnTo>
                          <a:pt x="1134" y="134"/>
                        </a:lnTo>
                        <a:lnTo>
                          <a:pt x="1132" y="120"/>
                        </a:lnTo>
                        <a:lnTo>
                          <a:pt x="1130" y="108"/>
                        </a:lnTo>
                        <a:lnTo>
                          <a:pt x="1126" y="94"/>
                        </a:lnTo>
                        <a:lnTo>
                          <a:pt x="1122" y="82"/>
                        </a:lnTo>
                        <a:lnTo>
                          <a:pt x="1116" y="70"/>
                        </a:lnTo>
                        <a:lnTo>
                          <a:pt x="1110" y="60"/>
                        </a:lnTo>
                        <a:lnTo>
                          <a:pt x="1102" y="48"/>
                        </a:lnTo>
                        <a:lnTo>
                          <a:pt x="1094" y="40"/>
                        </a:lnTo>
                        <a:lnTo>
                          <a:pt x="1084" y="30"/>
                        </a:lnTo>
                        <a:lnTo>
                          <a:pt x="1074" y="22"/>
                        </a:lnTo>
                        <a:lnTo>
                          <a:pt x="1062" y="16"/>
                        </a:lnTo>
                        <a:lnTo>
                          <a:pt x="1050" y="10"/>
                        </a:lnTo>
                        <a:lnTo>
                          <a:pt x="1038" y="6"/>
                        </a:lnTo>
                        <a:lnTo>
                          <a:pt x="1026" y="2"/>
                        </a:lnTo>
                        <a:lnTo>
                          <a:pt x="1012" y="0"/>
                        </a:lnTo>
                        <a:lnTo>
                          <a:pt x="998" y="0"/>
                        </a:lnTo>
                        <a:lnTo>
                          <a:pt x="99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任意多边形: 形状 37"/>
                  <p:cNvSpPr/>
                  <p:nvPr/>
                </p:nvSpPr>
                <p:spPr bwMode="auto">
                  <a:xfrm>
                    <a:off x="-10545763" y="1733550"/>
                    <a:ext cx="260350" cy="282575"/>
                  </a:xfrm>
                  <a:custGeom>
                    <a:avLst/>
                    <a:gdLst>
                      <a:gd name="T0" fmla="*/ 164 w 164"/>
                      <a:gd name="T1" fmla="*/ 82 h 178"/>
                      <a:gd name="T2" fmla="*/ 164 w 164"/>
                      <a:gd name="T3" fmla="*/ 82 h 178"/>
                      <a:gd name="T4" fmla="*/ 162 w 164"/>
                      <a:gd name="T5" fmla="*/ 66 h 178"/>
                      <a:gd name="T6" fmla="*/ 158 w 164"/>
                      <a:gd name="T7" fmla="*/ 50 h 178"/>
                      <a:gd name="T8" fmla="*/ 150 w 164"/>
                      <a:gd name="T9" fmla="*/ 36 h 178"/>
                      <a:gd name="T10" fmla="*/ 140 w 164"/>
                      <a:gd name="T11" fmla="*/ 24 h 178"/>
                      <a:gd name="T12" fmla="*/ 128 w 164"/>
                      <a:gd name="T13" fmla="*/ 14 h 178"/>
                      <a:gd name="T14" fmla="*/ 114 w 164"/>
                      <a:gd name="T15" fmla="*/ 6 h 178"/>
                      <a:gd name="T16" fmla="*/ 98 w 164"/>
                      <a:gd name="T17" fmla="*/ 2 h 178"/>
                      <a:gd name="T18" fmla="*/ 82 w 164"/>
                      <a:gd name="T19" fmla="*/ 0 h 178"/>
                      <a:gd name="T20" fmla="*/ 82 w 164"/>
                      <a:gd name="T21" fmla="*/ 0 h 178"/>
                      <a:gd name="T22" fmla="*/ 66 w 164"/>
                      <a:gd name="T23" fmla="*/ 2 h 178"/>
                      <a:gd name="T24" fmla="*/ 50 w 164"/>
                      <a:gd name="T25" fmla="*/ 6 h 178"/>
                      <a:gd name="T26" fmla="*/ 36 w 164"/>
                      <a:gd name="T27" fmla="*/ 14 h 178"/>
                      <a:gd name="T28" fmla="*/ 24 w 164"/>
                      <a:gd name="T29" fmla="*/ 24 h 178"/>
                      <a:gd name="T30" fmla="*/ 14 w 164"/>
                      <a:gd name="T31" fmla="*/ 36 h 178"/>
                      <a:gd name="T32" fmla="*/ 8 w 164"/>
                      <a:gd name="T33" fmla="*/ 50 h 178"/>
                      <a:gd name="T34" fmla="*/ 2 w 164"/>
                      <a:gd name="T35" fmla="*/ 66 h 178"/>
                      <a:gd name="T36" fmla="*/ 0 w 164"/>
                      <a:gd name="T37" fmla="*/ 82 h 178"/>
                      <a:gd name="T38" fmla="*/ 0 w 164"/>
                      <a:gd name="T39" fmla="*/ 82 h 178"/>
                      <a:gd name="T40" fmla="*/ 2 w 164"/>
                      <a:gd name="T41" fmla="*/ 98 h 178"/>
                      <a:gd name="T42" fmla="*/ 8 w 164"/>
                      <a:gd name="T43" fmla="*/ 116 h 178"/>
                      <a:gd name="T44" fmla="*/ 14 w 164"/>
                      <a:gd name="T45" fmla="*/ 132 h 178"/>
                      <a:gd name="T46" fmla="*/ 24 w 164"/>
                      <a:gd name="T47" fmla="*/ 148 h 178"/>
                      <a:gd name="T48" fmla="*/ 36 w 164"/>
                      <a:gd name="T49" fmla="*/ 160 h 178"/>
                      <a:gd name="T50" fmla="*/ 50 w 164"/>
                      <a:gd name="T51" fmla="*/ 170 h 178"/>
                      <a:gd name="T52" fmla="*/ 66 w 164"/>
                      <a:gd name="T53" fmla="*/ 176 h 178"/>
                      <a:gd name="T54" fmla="*/ 82 w 164"/>
                      <a:gd name="T55" fmla="*/ 178 h 178"/>
                      <a:gd name="T56" fmla="*/ 82 w 164"/>
                      <a:gd name="T57" fmla="*/ 178 h 178"/>
                      <a:gd name="T58" fmla="*/ 98 w 164"/>
                      <a:gd name="T59" fmla="*/ 176 h 178"/>
                      <a:gd name="T60" fmla="*/ 114 w 164"/>
                      <a:gd name="T61" fmla="*/ 170 h 178"/>
                      <a:gd name="T62" fmla="*/ 128 w 164"/>
                      <a:gd name="T63" fmla="*/ 160 h 178"/>
                      <a:gd name="T64" fmla="*/ 140 w 164"/>
                      <a:gd name="T65" fmla="*/ 148 h 178"/>
                      <a:gd name="T66" fmla="*/ 150 w 164"/>
                      <a:gd name="T67" fmla="*/ 132 h 178"/>
                      <a:gd name="T68" fmla="*/ 158 w 164"/>
                      <a:gd name="T69" fmla="*/ 116 h 178"/>
                      <a:gd name="T70" fmla="*/ 162 w 164"/>
                      <a:gd name="T71" fmla="*/ 98 h 178"/>
                      <a:gd name="T72" fmla="*/ 164 w 164"/>
                      <a:gd name="T73" fmla="*/ 82 h 178"/>
                      <a:gd name="T74" fmla="*/ 164 w 164"/>
                      <a:gd name="T75" fmla="*/ 82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4" h="178">
                        <a:moveTo>
                          <a:pt x="164" y="82"/>
                        </a:moveTo>
                        <a:lnTo>
                          <a:pt x="164" y="82"/>
                        </a:lnTo>
                        <a:lnTo>
                          <a:pt x="162" y="66"/>
                        </a:lnTo>
                        <a:lnTo>
                          <a:pt x="158" y="50"/>
                        </a:lnTo>
                        <a:lnTo>
                          <a:pt x="150" y="36"/>
                        </a:lnTo>
                        <a:lnTo>
                          <a:pt x="140" y="24"/>
                        </a:lnTo>
                        <a:lnTo>
                          <a:pt x="128" y="14"/>
                        </a:lnTo>
                        <a:lnTo>
                          <a:pt x="114" y="6"/>
                        </a:lnTo>
                        <a:lnTo>
                          <a:pt x="98" y="2"/>
                        </a:lnTo>
                        <a:lnTo>
                          <a:pt x="82" y="0"/>
                        </a:lnTo>
                        <a:lnTo>
                          <a:pt x="82" y="0"/>
                        </a:lnTo>
                        <a:lnTo>
                          <a:pt x="66" y="2"/>
                        </a:lnTo>
                        <a:lnTo>
                          <a:pt x="50" y="6"/>
                        </a:lnTo>
                        <a:lnTo>
                          <a:pt x="36" y="14"/>
                        </a:lnTo>
                        <a:lnTo>
                          <a:pt x="24" y="24"/>
                        </a:lnTo>
                        <a:lnTo>
                          <a:pt x="14" y="36"/>
                        </a:lnTo>
                        <a:lnTo>
                          <a:pt x="8" y="50"/>
                        </a:lnTo>
                        <a:lnTo>
                          <a:pt x="2" y="66"/>
                        </a:lnTo>
                        <a:lnTo>
                          <a:pt x="0" y="82"/>
                        </a:lnTo>
                        <a:lnTo>
                          <a:pt x="0" y="82"/>
                        </a:lnTo>
                        <a:lnTo>
                          <a:pt x="2" y="98"/>
                        </a:lnTo>
                        <a:lnTo>
                          <a:pt x="8" y="116"/>
                        </a:lnTo>
                        <a:lnTo>
                          <a:pt x="14" y="132"/>
                        </a:lnTo>
                        <a:lnTo>
                          <a:pt x="24" y="148"/>
                        </a:lnTo>
                        <a:lnTo>
                          <a:pt x="36" y="160"/>
                        </a:lnTo>
                        <a:lnTo>
                          <a:pt x="50" y="170"/>
                        </a:lnTo>
                        <a:lnTo>
                          <a:pt x="66" y="176"/>
                        </a:lnTo>
                        <a:lnTo>
                          <a:pt x="82" y="178"/>
                        </a:lnTo>
                        <a:lnTo>
                          <a:pt x="82" y="178"/>
                        </a:lnTo>
                        <a:lnTo>
                          <a:pt x="98" y="176"/>
                        </a:lnTo>
                        <a:lnTo>
                          <a:pt x="114" y="170"/>
                        </a:lnTo>
                        <a:lnTo>
                          <a:pt x="128" y="160"/>
                        </a:lnTo>
                        <a:lnTo>
                          <a:pt x="140" y="148"/>
                        </a:lnTo>
                        <a:lnTo>
                          <a:pt x="150" y="132"/>
                        </a:lnTo>
                        <a:lnTo>
                          <a:pt x="158" y="116"/>
                        </a:lnTo>
                        <a:lnTo>
                          <a:pt x="162" y="98"/>
                        </a:lnTo>
                        <a:lnTo>
                          <a:pt x="164" y="82"/>
                        </a:lnTo>
                        <a:lnTo>
                          <a:pt x="164"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任意多边形: 形状 38"/>
                  <p:cNvSpPr/>
                  <p:nvPr/>
                </p:nvSpPr>
                <p:spPr bwMode="auto">
                  <a:xfrm>
                    <a:off x="-10753267" y="2029538"/>
                    <a:ext cx="838390" cy="1047771"/>
                  </a:xfrm>
                  <a:custGeom>
                    <a:avLst/>
                    <a:gdLst>
                      <a:gd name="T0" fmla="*/ 64 w 528"/>
                      <a:gd name="T1" fmla="*/ 32 h 660"/>
                      <a:gd name="T2" fmla="*/ 60 w 528"/>
                      <a:gd name="T3" fmla="*/ 36 h 660"/>
                      <a:gd name="T4" fmla="*/ 54 w 528"/>
                      <a:gd name="T5" fmla="*/ 48 h 660"/>
                      <a:gd name="T6" fmla="*/ 0 w 528"/>
                      <a:gd name="T7" fmla="*/ 282 h 660"/>
                      <a:gd name="T8" fmla="*/ 0 w 528"/>
                      <a:gd name="T9" fmla="*/ 296 h 660"/>
                      <a:gd name="T10" fmla="*/ 8 w 528"/>
                      <a:gd name="T11" fmla="*/ 312 h 660"/>
                      <a:gd name="T12" fmla="*/ 24 w 528"/>
                      <a:gd name="T13" fmla="*/ 322 h 660"/>
                      <a:gd name="T14" fmla="*/ 32 w 528"/>
                      <a:gd name="T15" fmla="*/ 322 h 660"/>
                      <a:gd name="T16" fmla="*/ 58 w 528"/>
                      <a:gd name="T17" fmla="*/ 306 h 660"/>
                      <a:gd name="T18" fmla="*/ 110 w 528"/>
                      <a:gd name="T19" fmla="*/ 82 h 660"/>
                      <a:gd name="T20" fmla="*/ 96 w 528"/>
                      <a:gd name="T21" fmla="*/ 618 h 660"/>
                      <a:gd name="T22" fmla="*/ 98 w 528"/>
                      <a:gd name="T23" fmla="*/ 634 h 660"/>
                      <a:gd name="T24" fmla="*/ 110 w 528"/>
                      <a:gd name="T25" fmla="*/ 652 h 660"/>
                      <a:gd name="T26" fmla="*/ 132 w 528"/>
                      <a:gd name="T27" fmla="*/ 660 h 660"/>
                      <a:gd name="T28" fmla="*/ 134 w 528"/>
                      <a:gd name="T29" fmla="*/ 660 h 660"/>
                      <a:gd name="T30" fmla="*/ 156 w 528"/>
                      <a:gd name="T31" fmla="*/ 654 h 660"/>
                      <a:gd name="T32" fmla="*/ 170 w 528"/>
                      <a:gd name="T33" fmla="*/ 638 h 660"/>
                      <a:gd name="T34" fmla="*/ 196 w 528"/>
                      <a:gd name="T35" fmla="*/ 336 h 660"/>
                      <a:gd name="T36" fmla="*/ 212 w 528"/>
                      <a:gd name="T37" fmla="*/ 340 h 660"/>
                      <a:gd name="T38" fmla="*/ 228 w 528"/>
                      <a:gd name="T39" fmla="*/ 336 h 660"/>
                      <a:gd name="T40" fmla="*/ 252 w 528"/>
                      <a:gd name="T41" fmla="*/ 632 h 660"/>
                      <a:gd name="T42" fmla="*/ 264 w 528"/>
                      <a:gd name="T43" fmla="*/ 650 h 660"/>
                      <a:gd name="T44" fmla="*/ 282 w 528"/>
                      <a:gd name="T45" fmla="*/ 660 h 660"/>
                      <a:gd name="T46" fmla="*/ 292 w 528"/>
                      <a:gd name="T47" fmla="*/ 660 h 660"/>
                      <a:gd name="T48" fmla="*/ 308 w 528"/>
                      <a:gd name="T49" fmla="*/ 656 h 660"/>
                      <a:gd name="T50" fmla="*/ 324 w 528"/>
                      <a:gd name="T51" fmla="*/ 640 h 660"/>
                      <a:gd name="T52" fmla="*/ 328 w 528"/>
                      <a:gd name="T53" fmla="*/ 618 h 660"/>
                      <a:gd name="T54" fmla="*/ 302 w 528"/>
                      <a:gd name="T55" fmla="*/ 80 h 660"/>
                      <a:gd name="T56" fmla="*/ 330 w 528"/>
                      <a:gd name="T57" fmla="*/ 88 h 660"/>
                      <a:gd name="T58" fmla="*/ 486 w 528"/>
                      <a:gd name="T59" fmla="*/ 140 h 660"/>
                      <a:gd name="T60" fmla="*/ 496 w 528"/>
                      <a:gd name="T61" fmla="*/ 142 h 660"/>
                      <a:gd name="T62" fmla="*/ 522 w 528"/>
                      <a:gd name="T63" fmla="*/ 128 h 660"/>
                      <a:gd name="T64" fmla="*/ 528 w 528"/>
                      <a:gd name="T65" fmla="*/ 112 h 660"/>
                      <a:gd name="T66" fmla="*/ 524 w 528"/>
                      <a:gd name="T67" fmla="*/ 94 h 660"/>
                      <a:gd name="T68" fmla="*/ 512 w 528"/>
                      <a:gd name="T69" fmla="*/ 82 h 660"/>
                      <a:gd name="T70" fmla="*/ 352 w 528"/>
                      <a:gd name="T71" fmla="*/ 26 h 660"/>
                      <a:gd name="T72" fmla="*/ 268 w 528"/>
                      <a:gd name="T73" fmla="*/ 4 h 660"/>
                      <a:gd name="T74" fmla="*/ 216 w 528"/>
                      <a:gd name="T75" fmla="*/ 16 h 660"/>
                      <a:gd name="T76" fmla="*/ 212 w 528"/>
                      <a:gd name="T77" fmla="*/ 230 h 660"/>
                      <a:gd name="T78" fmla="*/ 208 w 528"/>
                      <a:gd name="T79" fmla="*/ 16 h 660"/>
                      <a:gd name="T80" fmla="*/ 178 w 528"/>
                      <a:gd name="T81" fmla="*/ 2 h 660"/>
                      <a:gd name="T82" fmla="*/ 86 w 528"/>
                      <a:gd name="T83" fmla="*/ 22 h 660"/>
                      <a:gd name="T84" fmla="*/ 70 w 528"/>
                      <a:gd name="T85" fmla="*/ 3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8" h="660">
                        <a:moveTo>
                          <a:pt x="70" y="30"/>
                        </a:moveTo>
                        <a:lnTo>
                          <a:pt x="70" y="30"/>
                        </a:lnTo>
                        <a:lnTo>
                          <a:pt x="64" y="32"/>
                        </a:lnTo>
                        <a:lnTo>
                          <a:pt x="64" y="32"/>
                        </a:lnTo>
                        <a:lnTo>
                          <a:pt x="60" y="36"/>
                        </a:lnTo>
                        <a:lnTo>
                          <a:pt x="60" y="36"/>
                        </a:lnTo>
                        <a:lnTo>
                          <a:pt x="56" y="42"/>
                        </a:lnTo>
                        <a:lnTo>
                          <a:pt x="56" y="42"/>
                        </a:lnTo>
                        <a:lnTo>
                          <a:pt x="54" y="48"/>
                        </a:lnTo>
                        <a:lnTo>
                          <a:pt x="54" y="48"/>
                        </a:lnTo>
                        <a:lnTo>
                          <a:pt x="52" y="50"/>
                        </a:lnTo>
                        <a:lnTo>
                          <a:pt x="0" y="282"/>
                        </a:lnTo>
                        <a:lnTo>
                          <a:pt x="0" y="282"/>
                        </a:lnTo>
                        <a:lnTo>
                          <a:pt x="0" y="288"/>
                        </a:lnTo>
                        <a:lnTo>
                          <a:pt x="0" y="296"/>
                        </a:lnTo>
                        <a:lnTo>
                          <a:pt x="2" y="302"/>
                        </a:lnTo>
                        <a:lnTo>
                          <a:pt x="4" y="306"/>
                        </a:lnTo>
                        <a:lnTo>
                          <a:pt x="8" y="312"/>
                        </a:lnTo>
                        <a:lnTo>
                          <a:pt x="14" y="316"/>
                        </a:lnTo>
                        <a:lnTo>
                          <a:pt x="18" y="318"/>
                        </a:lnTo>
                        <a:lnTo>
                          <a:pt x="24" y="322"/>
                        </a:lnTo>
                        <a:lnTo>
                          <a:pt x="24" y="322"/>
                        </a:lnTo>
                        <a:lnTo>
                          <a:pt x="32" y="322"/>
                        </a:lnTo>
                        <a:lnTo>
                          <a:pt x="32" y="322"/>
                        </a:lnTo>
                        <a:lnTo>
                          <a:pt x="42" y="320"/>
                        </a:lnTo>
                        <a:lnTo>
                          <a:pt x="52" y="314"/>
                        </a:lnTo>
                        <a:lnTo>
                          <a:pt x="58" y="306"/>
                        </a:lnTo>
                        <a:lnTo>
                          <a:pt x="64" y="296"/>
                        </a:lnTo>
                        <a:lnTo>
                          <a:pt x="110" y="82"/>
                        </a:lnTo>
                        <a:lnTo>
                          <a:pt x="110" y="82"/>
                        </a:lnTo>
                        <a:lnTo>
                          <a:pt x="122" y="80"/>
                        </a:lnTo>
                        <a:lnTo>
                          <a:pt x="122" y="300"/>
                        </a:lnTo>
                        <a:lnTo>
                          <a:pt x="96" y="618"/>
                        </a:lnTo>
                        <a:lnTo>
                          <a:pt x="96" y="618"/>
                        </a:lnTo>
                        <a:lnTo>
                          <a:pt x="96" y="626"/>
                        </a:lnTo>
                        <a:lnTo>
                          <a:pt x="98" y="634"/>
                        </a:lnTo>
                        <a:lnTo>
                          <a:pt x="102" y="640"/>
                        </a:lnTo>
                        <a:lnTo>
                          <a:pt x="106" y="646"/>
                        </a:lnTo>
                        <a:lnTo>
                          <a:pt x="110" y="652"/>
                        </a:lnTo>
                        <a:lnTo>
                          <a:pt x="118" y="656"/>
                        </a:lnTo>
                        <a:lnTo>
                          <a:pt x="124" y="658"/>
                        </a:lnTo>
                        <a:lnTo>
                          <a:pt x="132" y="660"/>
                        </a:lnTo>
                        <a:lnTo>
                          <a:pt x="132" y="660"/>
                        </a:lnTo>
                        <a:lnTo>
                          <a:pt x="134" y="660"/>
                        </a:lnTo>
                        <a:lnTo>
                          <a:pt x="134" y="660"/>
                        </a:lnTo>
                        <a:lnTo>
                          <a:pt x="142" y="660"/>
                        </a:lnTo>
                        <a:lnTo>
                          <a:pt x="150" y="658"/>
                        </a:lnTo>
                        <a:lnTo>
                          <a:pt x="156" y="654"/>
                        </a:lnTo>
                        <a:lnTo>
                          <a:pt x="162" y="650"/>
                        </a:lnTo>
                        <a:lnTo>
                          <a:pt x="166" y="644"/>
                        </a:lnTo>
                        <a:lnTo>
                          <a:pt x="170" y="638"/>
                        </a:lnTo>
                        <a:lnTo>
                          <a:pt x="172" y="632"/>
                        </a:lnTo>
                        <a:lnTo>
                          <a:pt x="174" y="624"/>
                        </a:lnTo>
                        <a:lnTo>
                          <a:pt x="196" y="336"/>
                        </a:lnTo>
                        <a:lnTo>
                          <a:pt x="196" y="336"/>
                        </a:lnTo>
                        <a:lnTo>
                          <a:pt x="204" y="338"/>
                        </a:lnTo>
                        <a:lnTo>
                          <a:pt x="212" y="340"/>
                        </a:lnTo>
                        <a:lnTo>
                          <a:pt x="212" y="340"/>
                        </a:lnTo>
                        <a:lnTo>
                          <a:pt x="220" y="338"/>
                        </a:lnTo>
                        <a:lnTo>
                          <a:pt x="228" y="336"/>
                        </a:lnTo>
                        <a:lnTo>
                          <a:pt x="250" y="624"/>
                        </a:lnTo>
                        <a:lnTo>
                          <a:pt x="250" y="624"/>
                        </a:lnTo>
                        <a:lnTo>
                          <a:pt x="252" y="632"/>
                        </a:lnTo>
                        <a:lnTo>
                          <a:pt x="254" y="638"/>
                        </a:lnTo>
                        <a:lnTo>
                          <a:pt x="258" y="644"/>
                        </a:lnTo>
                        <a:lnTo>
                          <a:pt x="264" y="650"/>
                        </a:lnTo>
                        <a:lnTo>
                          <a:pt x="268" y="654"/>
                        </a:lnTo>
                        <a:lnTo>
                          <a:pt x="276" y="658"/>
                        </a:lnTo>
                        <a:lnTo>
                          <a:pt x="282" y="660"/>
                        </a:lnTo>
                        <a:lnTo>
                          <a:pt x="290" y="660"/>
                        </a:lnTo>
                        <a:lnTo>
                          <a:pt x="290" y="660"/>
                        </a:lnTo>
                        <a:lnTo>
                          <a:pt x="292" y="660"/>
                        </a:lnTo>
                        <a:lnTo>
                          <a:pt x="292" y="660"/>
                        </a:lnTo>
                        <a:lnTo>
                          <a:pt x="300" y="658"/>
                        </a:lnTo>
                        <a:lnTo>
                          <a:pt x="308" y="656"/>
                        </a:lnTo>
                        <a:lnTo>
                          <a:pt x="314" y="652"/>
                        </a:lnTo>
                        <a:lnTo>
                          <a:pt x="318" y="646"/>
                        </a:lnTo>
                        <a:lnTo>
                          <a:pt x="324" y="640"/>
                        </a:lnTo>
                        <a:lnTo>
                          <a:pt x="326" y="634"/>
                        </a:lnTo>
                        <a:lnTo>
                          <a:pt x="328" y="626"/>
                        </a:lnTo>
                        <a:lnTo>
                          <a:pt x="328" y="618"/>
                        </a:lnTo>
                        <a:lnTo>
                          <a:pt x="302" y="300"/>
                        </a:lnTo>
                        <a:lnTo>
                          <a:pt x="302" y="80"/>
                        </a:lnTo>
                        <a:lnTo>
                          <a:pt x="302" y="80"/>
                        </a:lnTo>
                        <a:lnTo>
                          <a:pt x="330" y="88"/>
                        </a:lnTo>
                        <a:lnTo>
                          <a:pt x="330" y="88"/>
                        </a:lnTo>
                        <a:lnTo>
                          <a:pt x="330" y="88"/>
                        </a:lnTo>
                        <a:lnTo>
                          <a:pt x="330" y="88"/>
                        </a:lnTo>
                        <a:lnTo>
                          <a:pt x="330" y="88"/>
                        </a:lnTo>
                        <a:lnTo>
                          <a:pt x="486" y="140"/>
                        </a:lnTo>
                        <a:lnTo>
                          <a:pt x="486" y="140"/>
                        </a:lnTo>
                        <a:lnTo>
                          <a:pt x="496" y="142"/>
                        </a:lnTo>
                        <a:lnTo>
                          <a:pt x="496" y="142"/>
                        </a:lnTo>
                        <a:lnTo>
                          <a:pt x="506" y="140"/>
                        </a:lnTo>
                        <a:lnTo>
                          <a:pt x="514" y="136"/>
                        </a:lnTo>
                        <a:lnTo>
                          <a:pt x="522" y="128"/>
                        </a:lnTo>
                        <a:lnTo>
                          <a:pt x="526" y="120"/>
                        </a:lnTo>
                        <a:lnTo>
                          <a:pt x="526" y="120"/>
                        </a:lnTo>
                        <a:lnTo>
                          <a:pt x="528" y="112"/>
                        </a:lnTo>
                        <a:lnTo>
                          <a:pt x="528" y="106"/>
                        </a:lnTo>
                        <a:lnTo>
                          <a:pt x="526" y="100"/>
                        </a:lnTo>
                        <a:lnTo>
                          <a:pt x="524" y="94"/>
                        </a:lnTo>
                        <a:lnTo>
                          <a:pt x="522" y="90"/>
                        </a:lnTo>
                        <a:lnTo>
                          <a:pt x="518" y="84"/>
                        </a:lnTo>
                        <a:lnTo>
                          <a:pt x="512" y="82"/>
                        </a:lnTo>
                        <a:lnTo>
                          <a:pt x="506" y="78"/>
                        </a:lnTo>
                        <a:lnTo>
                          <a:pt x="352" y="26"/>
                        </a:lnTo>
                        <a:lnTo>
                          <a:pt x="352" y="26"/>
                        </a:lnTo>
                        <a:lnTo>
                          <a:pt x="336" y="22"/>
                        </a:lnTo>
                        <a:lnTo>
                          <a:pt x="306" y="14"/>
                        </a:lnTo>
                        <a:lnTo>
                          <a:pt x="268" y="4"/>
                        </a:lnTo>
                        <a:lnTo>
                          <a:pt x="246" y="2"/>
                        </a:lnTo>
                        <a:lnTo>
                          <a:pt x="224" y="0"/>
                        </a:lnTo>
                        <a:lnTo>
                          <a:pt x="216" y="16"/>
                        </a:lnTo>
                        <a:lnTo>
                          <a:pt x="216" y="16"/>
                        </a:lnTo>
                        <a:lnTo>
                          <a:pt x="238" y="184"/>
                        </a:lnTo>
                        <a:lnTo>
                          <a:pt x="212" y="230"/>
                        </a:lnTo>
                        <a:lnTo>
                          <a:pt x="186" y="184"/>
                        </a:lnTo>
                        <a:lnTo>
                          <a:pt x="208" y="16"/>
                        </a:lnTo>
                        <a:lnTo>
                          <a:pt x="208" y="16"/>
                        </a:lnTo>
                        <a:lnTo>
                          <a:pt x="200" y="0"/>
                        </a:lnTo>
                        <a:lnTo>
                          <a:pt x="200" y="0"/>
                        </a:lnTo>
                        <a:lnTo>
                          <a:pt x="178" y="2"/>
                        </a:lnTo>
                        <a:lnTo>
                          <a:pt x="156" y="6"/>
                        </a:lnTo>
                        <a:lnTo>
                          <a:pt x="116" y="14"/>
                        </a:lnTo>
                        <a:lnTo>
                          <a:pt x="86" y="22"/>
                        </a:lnTo>
                        <a:lnTo>
                          <a:pt x="72" y="28"/>
                        </a:lnTo>
                        <a:lnTo>
                          <a:pt x="72" y="28"/>
                        </a:lnTo>
                        <a:lnTo>
                          <a:pt x="70" y="30"/>
                        </a:lnTo>
                        <a:lnTo>
                          <a:pt x="70"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矩形 39"/>
                  <p:cNvSpPr/>
                  <p:nvPr/>
                </p:nvSpPr>
                <p:spPr bwMode="auto">
                  <a:xfrm>
                    <a:off x="-9974263" y="2286000"/>
                    <a:ext cx="82550" cy="2349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 name="矩形 40"/>
                  <p:cNvSpPr/>
                  <p:nvPr/>
                </p:nvSpPr>
                <p:spPr bwMode="auto">
                  <a:xfrm>
                    <a:off x="-9850438" y="2178050"/>
                    <a:ext cx="85725" cy="342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 name="矩形 41"/>
                  <p:cNvSpPr/>
                  <p:nvPr/>
                </p:nvSpPr>
                <p:spPr bwMode="auto">
                  <a:xfrm>
                    <a:off x="-9723438" y="2047875"/>
                    <a:ext cx="85725" cy="473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sp>
              <p:nvSpPr>
                <p:cNvPr id="12" name="任意多边形: 形状 10"/>
                <p:cNvSpPr/>
                <p:nvPr/>
              </p:nvSpPr>
              <p:spPr bwMode="auto">
                <a:xfrm>
                  <a:off x="4931319" y="2755683"/>
                  <a:ext cx="441474" cy="306330"/>
                </a:xfrm>
                <a:custGeom>
                  <a:avLst/>
                  <a:gdLst>
                    <a:gd name="T0" fmla="*/ 736 w 992"/>
                    <a:gd name="T1" fmla="*/ 102 h 688"/>
                    <a:gd name="T2" fmla="*/ 562 w 992"/>
                    <a:gd name="T3" fmla="*/ 8 h 688"/>
                    <a:gd name="T4" fmla="*/ 470 w 992"/>
                    <a:gd name="T5" fmla="*/ 26 h 688"/>
                    <a:gd name="T6" fmla="*/ 418 w 992"/>
                    <a:gd name="T7" fmla="*/ 38 h 688"/>
                    <a:gd name="T8" fmla="*/ 256 w 992"/>
                    <a:gd name="T9" fmla="*/ 128 h 688"/>
                    <a:gd name="T10" fmla="*/ 186 w 992"/>
                    <a:gd name="T11" fmla="*/ 436 h 688"/>
                    <a:gd name="T12" fmla="*/ 170 w 992"/>
                    <a:gd name="T13" fmla="*/ 502 h 688"/>
                    <a:gd name="T14" fmla="*/ 204 w 992"/>
                    <a:gd name="T15" fmla="*/ 534 h 688"/>
                    <a:gd name="T16" fmla="*/ 240 w 992"/>
                    <a:gd name="T17" fmla="*/ 540 h 688"/>
                    <a:gd name="T18" fmla="*/ 294 w 992"/>
                    <a:gd name="T19" fmla="*/ 588 h 688"/>
                    <a:gd name="T20" fmla="*/ 334 w 992"/>
                    <a:gd name="T21" fmla="*/ 610 h 688"/>
                    <a:gd name="T22" fmla="*/ 400 w 992"/>
                    <a:gd name="T23" fmla="*/ 640 h 688"/>
                    <a:gd name="T24" fmla="*/ 428 w 992"/>
                    <a:gd name="T25" fmla="*/ 674 h 688"/>
                    <a:gd name="T26" fmla="*/ 492 w 992"/>
                    <a:gd name="T27" fmla="*/ 684 h 688"/>
                    <a:gd name="T28" fmla="*/ 548 w 992"/>
                    <a:gd name="T29" fmla="*/ 602 h 688"/>
                    <a:gd name="T30" fmla="*/ 608 w 992"/>
                    <a:gd name="T31" fmla="*/ 604 h 688"/>
                    <a:gd name="T32" fmla="*/ 648 w 992"/>
                    <a:gd name="T33" fmla="*/ 566 h 688"/>
                    <a:gd name="T34" fmla="*/ 674 w 992"/>
                    <a:gd name="T35" fmla="*/ 542 h 688"/>
                    <a:gd name="T36" fmla="*/ 722 w 992"/>
                    <a:gd name="T37" fmla="*/ 536 h 688"/>
                    <a:gd name="T38" fmla="*/ 740 w 992"/>
                    <a:gd name="T39" fmla="*/ 488 h 688"/>
                    <a:gd name="T40" fmla="*/ 752 w 992"/>
                    <a:gd name="T41" fmla="*/ 470 h 688"/>
                    <a:gd name="T42" fmla="*/ 992 w 992"/>
                    <a:gd name="T43" fmla="*/ 402 h 688"/>
                    <a:gd name="T44" fmla="*/ 476 w 992"/>
                    <a:gd name="T45" fmla="*/ 670 h 688"/>
                    <a:gd name="T46" fmla="*/ 434 w 992"/>
                    <a:gd name="T47" fmla="*/ 656 h 688"/>
                    <a:gd name="T48" fmla="*/ 412 w 992"/>
                    <a:gd name="T49" fmla="*/ 622 h 688"/>
                    <a:gd name="T50" fmla="*/ 354 w 992"/>
                    <a:gd name="T51" fmla="*/ 606 h 688"/>
                    <a:gd name="T52" fmla="*/ 332 w 992"/>
                    <a:gd name="T53" fmla="*/ 568 h 688"/>
                    <a:gd name="T54" fmla="*/ 278 w 992"/>
                    <a:gd name="T55" fmla="*/ 562 h 688"/>
                    <a:gd name="T56" fmla="*/ 256 w 992"/>
                    <a:gd name="T57" fmla="*/ 514 h 688"/>
                    <a:gd name="T58" fmla="*/ 200 w 992"/>
                    <a:gd name="T59" fmla="*/ 512 h 688"/>
                    <a:gd name="T60" fmla="*/ 218 w 992"/>
                    <a:gd name="T61" fmla="*/ 422 h 688"/>
                    <a:gd name="T62" fmla="*/ 240 w 992"/>
                    <a:gd name="T63" fmla="*/ 410 h 688"/>
                    <a:gd name="T64" fmla="*/ 282 w 992"/>
                    <a:gd name="T65" fmla="*/ 438 h 688"/>
                    <a:gd name="T66" fmla="*/ 318 w 992"/>
                    <a:gd name="T67" fmla="*/ 416 h 688"/>
                    <a:gd name="T68" fmla="*/ 352 w 992"/>
                    <a:gd name="T69" fmla="*/ 410 h 688"/>
                    <a:gd name="T70" fmla="*/ 394 w 992"/>
                    <a:gd name="T71" fmla="*/ 450 h 688"/>
                    <a:gd name="T72" fmla="*/ 438 w 992"/>
                    <a:gd name="T73" fmla="*/ 434 h 688"/>
                    <a:gd name="T74" fmla="*/ 490 w 992"/>
                    <a:gd name="T75" fmla="*/ 464 h 688"/>
                    <a:gd name="T76" fmla="*/ 504 w 992"/>
                    <a:gd name="T77" fmla="*/ 488 h 688"/>
                    <a:gd name="T78" fmla="*/ 554 w 992"/>
                    <a:gd name="T79" fmla="*/ 506 h 688"/>
                    <a:gd name="T80" fmla="*/ 524 w 992"/>
                    <a:gd name="T81" fmla="*/ 608 h 688"/>
                    <a:gd name="T82" fmla="*/ 812 w 992"/>
                    <a:gd name="T83" fmla="*/ 406 h 688"/>
                    <a:gd name="T84" fmla="*/ 862 w 992"/>
                    <a:gd name="T85" fmla="*/ 370 h 688"/>
                    <a:gd name="T86" fmla="*/ 868 w 992"/>
                    <a:gd name="T87" fmla="*/ 324 h 688"/>
                    <a:gd name="T88" fmla="*/ 846 w 992"/>
                    <a:gd name="T89" fmla="*/ 294 h 688"/>
                    <a:gd name="T90" fmla="*/ 526 w 992"/>
                    <a:gd name="T91" fmla="*/ 152 h 688"/>
                    <a:gd name="T92" fmla="*/ 478 w 992"/>
                    <a:gd name="T93" fmla="*/ 284 h 688"/>
                    <a:gd name="T94" fmla="*/ 442 w 992"/>
                    <a:gd name="T95" fmla="*/ 296 h 688"/>
                    <a:gd name="T96" fmla="*/ 372 w 992"/>
                    <a:gd name="T97" fmla="*/ 252 h 688"/>
                    <a:gd name="T98" fmla="*/ 402 w 992"/>
                    <a:gd name="T99" fmla="*/ 102 h 688"/>
                    <a:gd name="T100" fmla="*/ 486 w 992"/>
                    <a:gd name="T101" fmla="*/ 38 h 688"/>
                    <a:gd name="T102" fmla="*/ 570 w 992"/>
                    <a:gd name="T103" fmla="*/ 34 h 688"/>
                    <a:gd name="T104" fmla="*/ 736 w 992"/>
                    <a:gd name="T105" fmla="*/ 120 h 688"/>
                    <a:gd name="T106" fmla="*/ 810 w 992"/>
                    <a:gd name="T107" fmla="*/ 436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92" h="688">
                      <a:moveTo>
                        <a:pt x="990" y="388"/>
                      </a:moveTo>
                      <a:lnTo>
                        <a:pt x="938" y="70"/>
                      </a:lnTo>
                      <a:lnTo>
                        <a:pt x="936" y="52"/>
                      </a:lnTo>
                      <a:lnTo>
                        <a:pt x="916" y="56"/>
                      </a:lnTo>
                      <a:lnTo>
                        <a:pt x="736" y="102"/>
                      </a:lnTo>
                      <a:lnTo>
                        <a:pt x="736" y="102"/>
                      </a:lnTo>
                      <a:lnTo>
                        <a:pt x="728" y="100"/>
                      </a:lnTo>
                      <a:lnTo>
                        <a:pt x="716" y="96"/>
                      </a:lnTo>
                      <a:lnTo>
                        <a:pt x="684" y="80"/>
                      </a:lnTo>
                      <a:lnTo>
                        <a:pt x="618" y="42"/>
                      </a:lnTo>
                      <a:lnTo>
                        <a:pt x="618" y="42"/>
                      </a:lnTo>
                      <a:lnTo>
                        <a:pt x="562" y="8"/>
                      </a:lnTo>
                      <a:lnTo>
                        <a:pt x="546" y="2"/>
                      </a:lnTo>
                      <a:lnTo>
                        <a:pt x="536" y="0"/>
                      </a:lnTo>
                      <a:lnTo>
                        <a:pt x="536" y="0"/>
                      </a:lnTo>
                      <a:lnTo>
                        <a:pt x="520" y="4"/>
                      </a:lnTo>
                      <a:lnTo>
                        <a:pt x="496" y="12"/>
                      </a:lnTo>
                      <a:lnTo>
                        <a:pt x="470" y="26"/>
                      </a:lnTo>
                      <a:lnTo>
                        <a:pt x="440" y="44"/>
                      </a:lnTo>
                      <a:lnTo>
                        <a:pt x="440" y="44"/>
                      </a:lnTo>
                      <a:lnTo>
                        <a:pt x="432" y="38"/>
                      </a:lnTo>
                      <a:lnTo>
                        <a:pt x="426" y="36"/>
                      </a:lnTo>
                      <a:lnTo>
                        <a:pt x="426" y="36"/>
                      </a:lnTo>
                      <a:lnTo>
                        <a:pt x="418" y="38"/>
                      </a:lnTo>
                      <a:lnTo>
                        <a:pt x="408" y="42"/>
                      </a:lnTo>
                      <a:lnTo>
                        <a:pt x="386" y="54"/>
                      </a:lnTo>
                      <a:lnTo>
                        <a:pt x="334" y="86"/>
                      </a:lnTo>
                      <a:lnTo>
                        <a:pt x="284" y="116"/>
                      </a:lnTo>
                      <a:lnTo>
                        <a:pt x="264" y="126"/>
                      </a:lnTo>
                      <a:lnTo>
                        <a:pt x="256" y="128"/>
                      </a:lnTo>
                      <a:lnTo>
                        <a:pt x="252" y="128"/>
                      </a:lnTo>
                      <a:lnTo>
                        <a:pt x="252" y="128"/>
                      </a:lnTo>
                      <a:lnTo>
                        <a:pt x="48" y="76"/>
                      </a:lnTo>
                      <a:lnTo>
                        <a:pt x="0" y="386"/>
                      </a:lnTo>
                      <a:lnTo>
                        <a:pt x="0" y="386"/>
                      </a:lnTo>
                      <a:lnTo>
                        <a:pt x="186" y="436"/>
                      </a:lnTo>
                      <a:lnTo>
                        <a:pt x="170" y="460"/>
                      </a:lnTo>
                      <a:lnTo>
                        <a:pt x="170" y="460"/>
                      </a:lnTo>
                      <a:lnTo>
                        <a:pt x="166" y="470"/>
                      </a:lnTo>
                      <a:lnTo>
                        <a:pt x="164" y="480"/>
                      </a:lnTo>
                      <a:lnTo>
                        <a:pt x="164" y="490"/>
                      </a:lnTo>
                      <a:lnTo>
                        <a:pt x="170" y="502"/>
                      </a:lnTo>
                      <a:lnTo>
                        <a:pt x="170" y="502"/>
                      </a:lnTo>
                      <a:lnTo>
                        <a:pt x="174" y="510"/>
                      </a:lnTo>
                      <a:lnTo>
                        <a:pt x="180" y="518"/>
                      </a:lnTo>
                      <a:lnTo>
                        <a:pt x="188" y="524"/>
                      </a:lnTo>
                      <a:lnTo>
                        <a:pt x="196" y="530"/>
                      </a:lnTo>
                      <a:lnTo>
                        <a:pt x="204" y="534"/>
                      </a:lnTo>
                      <a:lnTo>
                        <a:pt x="214" y="538"/>
                      </a:lnTo>
                      <a:lnTo>
                        <a:pt x="222" y="540"/>
                      </a:lnTo>
                      <a:lnTo>
                        <a:pt x="232" y="540"/>
                      </a:lnTo>
                      <a:lnTo>
                        <a:pt x="232" y="540"/>
                      </a:lnTo>
                      <a:lnTo>
                        <a:pt x="240" y="540"/>
                      </a:lnTo>
                      <a:lnTo>
                        <a:pt x="240" y="540"/>
                      </a:lnTo>
                      <a:lnTo>
                        <a:pt x="242" y="550"/>
                      </a:lnTo>
                      <a:lnTo>
                        <a:pt x="248" y="558"/>
                      </a:lnTo>
                      <a:lnTo>
                        <a:pt x="248" y="558"/>
                      </a:lnTo>
                      <a:lnTo>
                        <a:pt x="262" y="572"/>
                      </a:lnTo>
                      <a:lnTo>
                        <a:pt x="276" y="582"/>
                      </a:lnTo>
                      <a:lnTo>
                        <a:pt x="294" y="588"/>
                      </a:lnTo>
                      <a:lnTo>
                        <a:pt x="312" y="590"/>
                      </a:lnTo>
                      <a:lnTo>
                        <a:pt x="312" y="590"/>
                      </a:lnTo>
                      <a:lnTo>
                        <a:pt x="322" y="590"/>
                      </a:lnTo>
                      <a:lnTo>
                        <a:pt x="322" y="590"/>
                      </a:lnTo>
                      <a:lnTo>
                        <a:pt x="328" y="600"/>
                      </a:lnTo>
                      <a:lnTo>
                        <a:pt x="334" y="610"/>
                      </a:lnTo>
                      <a:lnTo>
                        <a:pt x="334" y="610"/>
                      </a:lnTo>
                      <a:lnTo>
                        <a:pt x="348" y="624"/>
                      </a:lnTo>
                      <a:lnTo>
                        <a:pt x="364" y="632"/>
                      </a:lnTo>
                      <a:lnTo>
                        <a:pt x="382" y="638"/>
                      </a:lnTo>
                      <a:lnTo>
                        <a:pt x="400" y="640"/>
                      </a:lnTo>
                      <a:lnTo>
                        <a:pt x="400" y="640"/>
                      </a:lnTo>
                      <a:lnTo>
                        <a:pt x="406" y="640"/>
                      </a:lnTo>
                      <a:lnTo>
                        <a:pt x="406" y="640"/>
                      </a:lnTo>
                      <a:lnTo>
                        <a:pt x="410" y="652"/>
                      </a:lnTo>
                      <a:lnTo>
                        <a:pt x="418" y="662"/>
                      </a:lnTo>
                      <a:lnTo>
                        <a:pt x="418" y="662"/>
                      </a:lnTo>
                      <a:lnTo>
                        <a:pt x="428" y="674"/>
                      </a:lnTo>
                      <a:lnTo>
                        <a:pt x="440" y="682"/>
                      </a:lnTo>
                      <a:lnTo>
                        <a:pt x="456" y="686"/>
                      </a:lnTo>
                      <a:lnTo>
                        <a:pt x="470" y="688"/>
                      </a:lnTo>
                      <a:lnTo>
                        <a:pt x="470" y="688"/>
                      </a:lnTo>
                      <a:lnTo>
                        <a:pt x="482" y="688"/>
                      </a:lnTo>
                      <a:lnTo>
                        <a:pt x="492" y="684"/>
                      </a:lnTo>
                      <a:lnTo>
                        <a:pt x="500" y="678"/>
                      </a:lnTo>
                      <a:lnTo>
                        <a:pt x="508" y="670"/>
                      </a:lnTo>
                      <a:lnTo>
                        <a:pt x="508" y="670"/>
                      </a:lnTo>
                      <a:lnTo>
                        <a:pt x="524" y="642"/>
                      </a:lnTo>
                      <a:lnTo>
                        <a:pt x="548" y="602"/>
                      </a:lnTo>
                      <a:lnTo>
                        <a:pt x="548" y="602"/>
                      </a:lnTo>
                      <a:lnTo>
                        <a:pt x="558" y="586"/>
                      </a:lnTo>
                      <a:lnTo>
                        <a:pt x="558" y="586"/>
                      </a:lnTo>
                      <a:lnTo>
                        <a:pt x="592" y="600"/>
                      </a:lnTo>
                      <a:lnTo>
                        <a:pt x="592" y="600"/>
                      </a:lnTo>
                      <a:lnTo>
                        <a:pt x="600" y="602"/>
                      </a:lnTo>
                      <a:lnTo>
                        <a:pt x="608" y="604"/>
                      </a:lnTo>
                      <a:lnTo>
                        <a:pt x="616" y="602"/>
                      </a:lnTo>
                      <a:lnTo>
                        <a:pt x="622" y="600"/>
                      </a:lnTo>
                      <a:lnTo>
                        <a:pt x="628" y="596"/>
                      </a:lnTo>
                      <a:lnTo>
                        <a:pt x="634" y="592"/>
                      </a:lnTo>
                      <a:lnTo>
                        <a:pt x="642" y="580"/>
                      </a:lnTo>
                      <a:lnTo>
                        <a:pt x="648" y="566"/>
                      </a:lnTo>
                      <a:lnTo>
                        <a:pt x="650" y="552"/>
                      </a:lnTo>
                      <a:lnTo>
                        <a:pt x="648" y="540"/>
                      </a:lnTo>
                      <a:lnTo>
                        <a:pt x="644" y="534"/>
                      </a:lnTo>
                      <a:lnTo>
                        <a:pt x="642" y="530"/>
                      </a:lnTo>
                      <a:lnTo>
                        <a:pt x="674" y="542"/>
                      </a:lnTo>
                      <a:lnTo>
                        <a:pt x="674" y="542"/>
                      </a:lnTo>
                      <a:lnTo>
                        <a:pt x="682" y="544"/>
                      </a:lnTo>
                      <a:lnTo>
                        <a:pt x="692" y="546"/>
                      </a:lnTo>
                      <a:lnTo>
                        <a:pt x="700" y="546"/>
                      </a:lnTo>
                      <a:lnTo>
                        <a:pt x="708" y="544"/>
                      </a:lnTo>
                      <a:lnTo>
                        <a:pt x="714" y="540"/>
                      </a:lnTo>
                      <a:lnTo>
                        <a:pt x="722" y="536"/>
                      </a:lnTo>
                      <a:lnTo>
                        <a:pt x="732" y="526"/>
                      </a:lnTo>
                      <a:lnTo>
                        <a:pt x="736" y="518"/>
                      </a:lnTo>
                      <a:lnTo>
                        <a:pt x="740" y="512"/>
                      </a:lnTo>
                      <a:lnTo>
                        <a:pt x="740" y="504"/>
                      </a:lnTo>
                      <a:lnTo>
                        <a:pt x="740" y="496"/>
                      </a:lnTo>
                      <a:lnTo>
                        <a:pt x="740" y="488"/>
                      </a:lnTo>
                      <a:lnTo>
                        <a:pt x="738" y="480"/>
                      </a:lnTo>
                      <a:lnTo>
                        <a:pt x="732" y="474"/>
                      </a:lnTo>
                      <a:lnTo>
                        <a:pt x="726" y="466"/>
                      </a:lnTo>
                      <a:lnTo>
                        <a:pt x="726" y="466"/>
                      </a:lnTo>
                      <a:lnTo>
                        <a:pt x="740" y="470"/>
                      </a:lnTo>
                      <a:lnTo>
                        <a:pt x="752" y="470"/>
                      </a:lnTo>
                      <a:lnTo>
                        <a:pt x="764" y="468"/>
                      </a:lnTo>
                      <a:lnTo>
                        <a:pt x="774" y="462"/>
                      </a:lnTo>
                      <a:lnTo>
                        <a:pt x="774" y="462"/>
                      </a:lnTo>
                      <a:lnTo>
                        <a:pt x="816" y="452"/>
                      </a:lnTo>
                      <a:lnTo>
                        <a:pt x="978" y="408"/>
                      </a:lnTo>
                      <a:lnTo>
                        <a:pt x="992" y="402"/>
                      </a:lnTo>
                      <a:lnTo>
                        <a:pt x="990" y="388"/>
                      </a:lnTo>
                      <a:close/>
                      <a:moveTo>
                        <a:pt x="492" y="660"/>
                      </a:moveTo>
                      <a:lnTo>
                        <a:pt x="492" y="660"/>
                      </a:lnTo>
                      <a:lnTo>
                        <a:pt x="488" y="664"/>
                      </a:lnTo>
                      <a:lnTo>
                        <a:pt x="482" y="668"/>
                      </a:lnTo>
                      <a:lnTo>
                        <a:pt x="476" y="670"/>
                      </a:lnTo>
                      <a:lnTo>
                        <a:pt x="470" y="670"/>
                      </a:lnTo>
                      <a:lnTo>
                        <a:pt x="470" y="670"/>
                      </a:lnTo>
                      <a:lnTo>
                        <a:pt x="460" y="670"/>
                      </a:lnTo>
                      <a:lnTo>
                        <a:pt x="452" y="666"/>
                      </a:lnTo>
                      <a:lnTo>
                        <a:pt x="442" y="662"/>
                      </a:lnTo>
                      <a:lnTo>
                        <a:pt x="434" y="656"/>
                      </a:lnTo>
                      <a:lnTo>
                        <a:pt x="428" y="648"/>
                      </a:lnTo>
                      <a:lnTo>
                        <a:pt x="424" y="638"/>
                      </a:lnTo>
                      <a:lnTo>
                        <a:pt x="422" y="628"/>
                      </a:lnTo>
                      <a:lnTo>
                        <a:pt x="424" y="616"/>
                      </a:lnTo>
                      <a:lnTo>
                        <a:pt x="424" y="616"/>
                      </a:lnTo>
                      <a:lnTo>
                        <a:pt x="412" y="622"/>
                      </a:lnTo>
                      <a:lnTo>
                        <a:pt x="400" y="622"/>
                      </a:lnTo>
                      <a:lnTo>
                        <a:pt x="400" y="622"/>
                      </a:lnTo>
                      <a:lnTo>
                        <a:pt x="388" y="622"/>
                      </a:lnTo>
                      <a:lnTo>
                        <a:pt x="376" y="618"/>
                      </a:lnTo>
                      <a:lnTo>
                        <a:pt x="364" y="612"/>
                      </a:lnTo>
                      <a:lnTo>
                        <a:pt x="354" y="606"/>
                      </a:lnTo>
                      <a:lnTo>
                        <a:pt x="346" y="596"/>
                      </a:lnTo>
                      <a:lnTo>
                        <a:pt x="340" y="586"/>
                      </a:lnTo>
                      <a:lnTo>
                        <a:pt x="338" y="576"/>
                      </a:lnTo>
                      <a:lnTo>
                        <a:pt x="338" y="564"/>
                      </a:lnTo>
                      <a:lnTo>
                        <a:pt x="338" y="564"/>
                      </a:lnTo>
                      <a:lnTo>
                        <a:pt x="332" y="568"/>
                      </a:lnTo>
                      <a:lnTo>
                        <a:pt x="326" y="570"/>
                      </a:lnTo>
                      <a:lnTo>
                        <a:pt x="312" y="572"/>
                      </a:lnTo>
                      <a:lnTo>
                        <a:pt x="312" y="572"/>
                      </a:lnTo>
                      <a:lnTo>
                        <a:pt x="302" y="570"/>
                      </a:lnTo>
                      <a:lnTo>
                        <a:pt x="290" y="568"/>
                      </a:lnTo>
                      <a:lnTo>
                        <a:pt x="278" y="562"/>
                      </a:lnTo>
                      <a:lnTo>
                        <a:pt x="270" y="554"/>
                      </a:lnTo>
                      <a:lnTo>
                        <a:pt x="262" y="546"/>
                      </a:lnTo>
                      <a:lnTo>
                        <a:pt x="256" y="536"/>
                      </a:lnTo>
                      <a:lnTo>
                        <a:pt x="254" y="526"/>
                      </a:lnTo>
                      <a:lnTo>
                        <a:pt x="256" y="514"/>
                      </a:lnTo>
                      <a:lnTo>
                        <a:pt x="256" y="514"/>
                      </a:lnTo>
                      <a:lnTo>
                        <a:pt x="244" y="520"/>
                      </a:lnTo>
                      <a:lnTo>
                        <a:pt x="232" y="522"/>
                      </a:lnTo>
                      <a:lnTo>
                        <a:pt x="232" y="522"/>
                      </a:lnTo>
                      <a:lnTo>
                        <a:pt x="222" y="522"/>
                      </a:lnTo>
                      <a:lnTo>
                        <a:pt x="210" y="518"/>
                      </a:lnTo>
                      <a:lnTo>
                        <a:pt x="200" y="512"/>
                      </a:lnTo>
                      <a:lnTo>
                        <a:pt x="192" y="504"/>
                      </a:lnTo>
                      <a:lnTo>
                        <a:pt x="186" y="496"/>
                      </a:lnTo>
                      <a:lnTo>
                        <a:pt x="182" y="486"/>
                      </a:lnTo>
                      <a:lnTo>
                        <a:pt x="182" y="478"/>
                      </a:lnTo>
                      <a:lnTo>
                        <a:pt x="184" y="470"/>
                      </a:lnTo>
                      <a:lnTo>
                        <a:pt x="218" y="422"/>
                      </a:lnTo>
                      <a:lnTo>
                        <a:pt x="218" y="422"/>
                      </a:lnTo>
                      <a:lnTo>
                        <a:pt x="222" y="416"/>
                      </a:lnTo>
                      <a:lnTo>
                        <a:pt x="228" y="412"/>
                      </a:lnTo>
                      <a:lnTo>
                        <a:pt x="234" y="410"/>
                      </a:lnTo>
                      <a:lnTo>
                        <a:pt x="240" y="410"/>
                      </a:lnTo>
                      <a:lnTo>
                        <a:pt x="240" y="410"/>
                      </a:lnTo>
                      <a:lnTo>
                        <a:pt x="248" y="412"/>
                      </a:lnTo>
                      <a:lnTo>
                        <a:pt x="256" y="414"/>
                      </a:lnTo>
                      <a:lnTo>
                        <a:pt x="264" y="418"/>
                      </a:lnTo>
                      <a:lnTo>
                        <a:pt x="272" y="424"/>
                      </a:lnTo>
                      <a:lnTo>
                        <a:pt x="278" y="432"/>
                      </a:lnTo>
                      <a:lnTo>
                        <a:pt x="282" y="438"/>
                      </a:lnTo>
                      <a:lnTo>
                        <a:pt x="286" y="446"/>
                      </a:lnTo>
                      <a:lnTo>
                        <a:pt x="286" y="454"/>
                      </a:lnTo>
                      <a:lnTo>
                        <a:pt x="286" y="454"/>
                      </a:lnTo>
                      <a:lnTo>
                        <a:pt x="296" y="438"/>
                      </a:lnTo>
                      <a:lnTo>
                        <a:pt x="308" y="424"/>
                      </a:lnTo>
                      <a:lnTo>
                        <a:pt x="318" y="416"/>
                      </a:lnTo>
                      <a:lnTo>
                        <a:pt x="324" y="412"/>
                      </a:lnTo>
                      <a:lnTo>
                        <a:pt x="332" y="410"/>
                      </a:lnTo>
                      <a:lnTo>
                        <a:pt x="332" y="410"/>
                      </a:lnTo>
                      <a:lnTo>
                        <a:pt x="340" y="410"/>
                      </a:lnTo>
                      <a:lnTo>
                        <a:pt x="340" y="410"/>
                      </a:lnTo>
                      <a:lnTo>
                        <a:pt x="352" y="410"/>
                      </a:lnTo>
                      <a:lnTo>
                        <a:pt x="362" y="414"/>
                      </a:lnTo>
                      <a:lnTo>
                        <a:pt x="372" y="420"/>
                      </a:lnTo>
                      <a:lnTo>
                        <a:pt x="380" y="426"/>
                      </a:lnTo>
                      <a:lnTo>
                        <a:pt x="386" y="434"/>
                      </a:lnTo>
                      <a:lnTo>
                        <a:pt x="392" y="442"/>
                      </a:lnTo>
                      <a:lnTo>
                        <a:pt x="394" y="450"/>
                      </a:lnTo>
                      <a:lnTo>
                        <a:pt x="396" y="460"/>
                      </a:lnTo>
                      <a:lnTo>
                        <a:pt x="396" y="460"/>
                      </a:lnTo>
                      <a:lnTo>
                        <a:pt x="404" y="448"/>
                      </a:lnTo>
                      <a:lnTo>
                        <a:pt x="414" y="440"/>
                      </a:lnTo>
                      <a:lnTo>
                        <a:pt x="426" y="434"/>
                      </a:lnTo>
                      <a:lnTo>
                        <a:pt x="438" y="434"/>
                      </a:lnTo>
                      <a:lnTo>
                        <a:pt x="438" y="434"/>
                      </a:lnTo>
                      <a:lnTo>
                        <a:pt x="450" y="434"/>
                      </a:lnTo>
                      <a:lnTo>
                        <a:pt x="462" y="440"/>
                      </a:lnTo>
                      <a:lnTo>
                        <a:pt x="472" y="446"/>
                      </a:lnTo>
                      <a:lnTo>
                        <a:pt x="482" y="454"/>
                      </a:lnTo>
                      <a:lnTo>
                        <a:pt x="490" y="464"/>
                      </a:lnTo>
                      <a:lnTo>
                        <a:pt x="494" y="474"/>
                      </a:lnTo>
                      <a:lnTo>
                        <a:pt x="496" y="484"/>
                      </a:lnTo>
                      <a:lnTo>
                        <a:pt x="494" y="494"/>
                      </a:lnTo>
                      <a:lnTo>
                        <a:pt x="494" y="494"/>
                      </a:lnTo>
                      <a:lnTo>
                        <a:pt x="498" y="490"/>
                      </a:lnTo>
                      <a:lnTo>
                        <a:pt x="504" y="488"/>
                      </a:lnTo>
                      <a:lnTo>
                        <a:pt x="516" y="486"/>
                      </a:lnTo>
                      <a:lnTo>
                        <a:pt x="516" y="486"/>
                      </a:lnTo>
                      <a:lnTo>
                        <a:pt x="526" y="488"/>
                      </a:lnTo>
                      <a:lnTo>
                        <a:pt x="538" y="492"/>
                      </a:lnTo>
                      <a:lnTo>
                        <a:pt x="546" y="498"/>
                      </a:lnTo>
                      <a:lnTo>
                        <a:pt x="554" y="506"/>
                      </a:lnTo>
                      <a:lnTo>
                        <a:pt x="560" y="516"/>
                      </a:lnTo>
                      <a:lnTo>
                        <a:pt x="562" y="526"/>
                      </a:lnTo>
                      <a:lnTo>
                        <a:pt x="562" y="538"/>
                      </a:lnTo>
                      <a:lnTo>
                        <a:pt x="556" y="552"/>
                      </a:lnTo>
                      <a:lnTo>
                        <a:pt x="556" y="552"/>
                      </a:lnTo>
                      <a:lnTo>
                        <a:pt x="524" y="608"/>
                      </a:lnTo>
                      <a:lnTo>
                        <a:pt x="492" y="660"/>
                      </a:lnTo>
                      <a:lnTo>
                        <a:pt x="492" y="660"/>
                      </a:lnTo>
                      <a:close/>
                      <a:moveTo>
                        <a:pt x="810" y="436"/>
                      </a:moveTo>
                      <a:lnTo>
                        <a:pt x="810" y="436"/>
                      </a:lnTo>
                      <a:lnTo>
                        <a:pt x="814" y="420"/>
                      </a:lnTo>
                      <a:lnTo>
                        <a:pt x="812" y="406"/>
                      </a:lnTo>
                      <a:lnTo>
                        <a:pt x="812" y="406"/>
                      </a:lnTo>
                      <a:lnTo>
                        <a:pt x="822" y="404"/>
                      </a:lnTo>
                      <a:lnTo>
                        <a:pt x="830" y="402"/>
                      </a:lnTo>
                      <a:lnTo>
                        <a:pt x="846" y="392"/>
                      </a:lnTo>
                      <a:lnTo>
                        <a:pt x="858" y="378"/>
                      </a:lnTo>
                      <a:lnTo>
                        <a:pt x="862" y="370"/>
                      </a:lnTo>
                      <a:lnTo>
                        <a:pt x="866" y="360"/>
                      </a:lnTo>
                      <a:lnTo>
                        <a:pt x="866" y="360"/>
                      </a:lnTo>
                      <a:lnTo>
                        <a:pt x="868" y="352"/>
                      </a:lnTo>
                      <a:lnTo>
                        <a:pt x="870" y="342"/>
                      </a:lnTo>
                      <a:lnTo>
                        <a:pt x="870" y="334"/>
                      </a:lnTo>
                      <a:lnTo>
                        <a:pt x="868" y="324"/>
                      </a:lnTo>
                      <a:lnTo>
                        <a:pt x="864" y="316"/>
                      </a:lnTo>
                      <a:lnTo>
                        <a:pt x="860" y="308"/>
                      </a:lnTo>
                      <a:lnTo>
                        <a:pt x="854" y="302"/>
                      </a:lnTo>
                      <a:lnTo>
                        <a:pt x="848" y="296"/>
                      </a:lnTo>
                      <a:lnTo>
                        <a:pt x="846" y="294"/>
                      </a:lnTo>
                      <a:lnTo>
                        <a:pt x="846" y="294"/>
                      </a:lnTo>
                      <a:lnTo>
                        <a:pt x="762" y="246"/>
                      </a:lnTo>
                      <a:lnTo>
                        <a:pt x="676" y="196"/>
                      </a:lnTo>
                      <a:lnTo>
                        <a:pt x="582" y="140"/>
                      </a:lnTo>
                      <a:lnTo>
                        <a:pt x="546" y="140"/>
                      </a:lnTo>
                      <a:lnTo>
                        <a:pt x="546" y="140"/>
                      </a:lnTo>
                      <a:lnTo>
                        <a:pt x="526" y="152"/>
                      </a:lnTo>
                      <a:lnTo>
                        <a:pt x="516" y="160"/>
                      </a:lnTo>
                      <a:lnTo>
                        <a:pt x="512" y="164"/>
                      </a:lnTo>
                      <a:lnTo>
                        <a:pt x="510" y="168"/>
                      </a:lnTo>
                      <a:lnTo>
                        <a:pt x="510" y="168"/>
                      </a:lnTo>
                      <a:lnTo>
                        <a:pt x="478" y="284"/>
                      </a:lnTo>
                      <a:lnTo>
                        <a:pt x="478" y="284"/>
                      </a:lnTo>
                      <a:lnTo>
                        <a:pt x="476" y="290"/>
                      </a:lnTo>
                      <a:lnTo>
                        <a:pt x="470" y="294"/>
                      </a:lnTo>
                      <a:lnTo>
                        <a:pt x="464" y="296"/>
                      </a:lnTo>
                      <a:lnTo>
                        <a:pt x="456" y="296"/>
                      </a:lnTo>
                      <a:lnTo>
                        <a:pt x="456" y="296"/>
                      </a:lnTo>
                      <a:lnTo>
                        <a:pt x="442" y="296"/>
                      </a:lnTo>
                      <a:lnTo>
                        <a:pt x="428" y="292"/>
                      </a:lnTo>
                      <a:lnTo>
                        <a:pt x="414" y="286"/>
                      </a:lnTo>
                      <a:lnTo>
                        <a:pt x="400" y="280"/>
                      </a:lnTo>
                      <a:lnTo>
                        <a:pt x="388" y="270"/>
                      </a:lnTo>
                      <a:lnTo>
                        <a:pt x="378" y="262"/>
                      </a:lnTo>
                      <a:lnTo>
                        <a:pt x="372" y="252"/>
                      </a:lnTo>
                      <a:lnTo>
                        <a:pt x="372" y="248"/>
                      </a:lnTo>
                      <a:lnTo>
                        <a:pt x="372" y="242"/>
                      </a:lnTo>
                      <a:lnTo>
                        <a:pt x="372" y="242"/>
                      </a:lnTo>
                      <a:lnTo>
                        <a:pt x="386" y="168"/>
                      </a:lnTo>
                      <a:lnTo>
                        <a:pt x="402" y="102"/>
                      </a:lnTo>
                      <a:lnTo>
                        <a:pt x="402" y="102"/>
                      </a:lnTo>
                      <a:lnTo>
                        <a:pt x="404" y="98"/>
                      </a:lnTo>
                      <a:lnTo>
                        <a:pt x="408" y="92"/>
                      </a:lnTo>
                      <a:lnTo>
                        <a:pt x="422" y="80"/>
                      </a:lnTo>
                      <a:lnTo>
                        <a:pt x="442" y="66"/>
                      </a:lnTo>
                      <a:lnTo>
                        <a:pt x="464" y="52"/>
                      </a:lnTo>
                      <a:lnTo>
                        <a:pt x="486" y="38"/>
                      </a:lnTo>
                      <a:lnTo>
                        <a:pt x="506" y="28"/>
                      </a:lnTo>
                      <a:lnTo>
                        <a:pt x="524" y="20"/>
                      </a:lnTo>
                      <a:lnTo>
                        <a:pt x="536" y="18"/>
                      </a:lnTo>
                      <a:lnTo>
                        <a:pt x="536" y="18"/>
                      </a:lnTo>
                      <a:lnTo>
                        <a:pt x="548" y="22"/>
                      </a:lnTo>
                      <a:lnTo>
                        <a:pt x="570" y="34"/>
                      </a:lnTo>
                      <a:lnTo>
                        <a:pt x="630" y="68"/>
                      </a:lnTo>
                      <a:lnTo>
                        <a:pt x="662" y="88"/>
                      </a:lnTo>
                      <a:lnTo>
                        <a:pt x="692" y="104"/>
                      </a:lnTo>
                      <a:lnTo>
                        <a:pt x="718" y="116"/>
                      </a:lnTo>
                      <a:lnTo>
                        <a:pt x="728" y="118"/>
                      </a:lnTo>
                      <a:lnTo>
                        <a:pt x="736" y="120"/>
                      </a:lnTo>
                      <a:lnTo>
                        <a:pt x="736" y="120"/>
                      </a:lnTo>
                      <a:lnTo>
                        <a:pt x="740" y="120"/>
                      </a:lnTo>
                      <a:lnTo>
                        <a:pt x="740" y="120"/>
                      </a:lnTo>
                      <a:lnTo>
                        <a:pt x="922" y="74"/>
                      </a:lnTo>
                      <a:lnTo>
                        <a:pt x="972" y="390"/>
                      </a:lnTo>
                      <a:lnTo>
                        <a:pt x="810" y="436"/>
                      </a:lnTo>
                      <a:close/>
                    </a:path>
                  </a:pathLst>
                </a:custGeom>
                <a:solidFill>
                  <a:schemeClr val="bg1"/>
                </a:solidFill>
                <a:ln>
                  <a:noFill/>
                </a:ln>
              </p:spPr>
              <p:txBody>
                <a:bodyPr anchor="ctr"/>
                <a:lstStyle/>
                <a:p>
                  <a:pPr algn="ctr"/>
                </a:p>
              </p:txBody>
            </p:sp>
            <p:sp>
              <p:nvSpPr>
                <p:cNvPr id="15" name="任意多边形: 形状 11"/>
                <p:cNvSpPr/>
                <p:nvPr/>
              </p:nvSpPr>
              <p:spPr bwMode="auto">
                <a:xfrm>
                  <a:off x="5605712" y="3416809"/>
                  <a:ext cx="241768" cy="190064"/>
                </a:xfrm>
                <a:custGeom>
                  <a:avLst/>
                  <a:gdLst>
                    <a:gd name="connsiteX0" fmla="*/ 105569 w 327025"/>
                    <a:gd name="connsiteY0" fmla="*/ 131762 h 257175"/>
                    <a:gd name="connsiteX1" fmla="*/ 69978 w 327025"/>
                    <a:gd name="connsiteY1" fmla="*/ 136948 h 257175"/>
                    <a:gd name="connsiteX2" fmla="*/ 40977 w 327025"/>
                    <a:gd name="connsiteY2" fmla="*/ 152506 h 257175"/>
                    <a:gd name="connsiteX3" fmla="*/ 31750 w 327025"/>
                    <a:gd name="connsiteY3" fmla="*/ 170656 h 257175"/>
                    <a:gd name="connsiteX4" fmla="*/ 105569 w 327025"/>
                    <a:gd name="connsiteY4" fmla="*/ 209550 h 257175"/>
                    <a:gd name="connsiteX5" fmla="*/ 153024 w 327025"/>
                    <a:gd name="connsiteY5" fmla="*/ 199178 h 257175"/>
                    <a:gd name="connsiteX6" fmla="*/ 179388 w 327025"/>
                    <a:gd name="connsiteY6" fmla="*/ 170656 h 257175"/>
                    <a:gd name="connsiteX7" fmla="*/ 178070 w 327025"/>
                    <a:gd name="connsiteY7" fmla="*/ 169360 h 257175"/>
                    <a:gd name="connsiteX8" fmla="*/ 105569 w 327025"/>
                    <a:gd name="connsiteY8" fmla="*/ 131762 h 257175"/>
                    <a:gd name="connsiteX9" fmla="*/ 105434 w 327025"/>
                    <a:gd name="connsiteY9" fmla="*/ 100012 h 257175"/>
                    <a:gd name="connsiteX10" fmla="*/ 209550 w 327025"/>
                    <a:gd name="connsiteY10" fmla="*/ 165497 h 257175"/>
                    <a:gd name="connsiteX11" fmla="*/ 209550 w 327025"/>
                    <a:gd name="connsiteY11" fmla="*/ 170735 h 257175"/>
                    <a:gd name="connsiteX12" fmla="*/ 201643 w 327025"/>
                    <a:gd name="connsiteY12" fmla="*/ 198239 h 257175"/>
                    <a:gd name="connsiteX13" fmla="*/ 105434 w 327025"/>
                    <a:gd name="connsiteY13" fmla="*/ 240149 h 257175"/>
                    <a:gd name="connsiteX14" fmla="*/ 56671 w 327025"/>
                    <a:gd name="connsiteY14" fmla="*/ 232291 h 257175"/>
                    <a:gd name="connsiteX15" fmla="*/ 5272 w 327025"/>
                    <a:gd name="connsiteY15" fmla="*/ 257175 h 257175"/>
                    <a:gd name="connsiteX16" fmla="*/ 15815 w 327025"/>
                    <a:gd name="connsiteY16" fmla="*/ 207407 h 257175"/>
                    <a:gd name="connsiteX17" fmla="*/ 0 w 327025"/>
                    <a:gd name="connsiteY17" fmla="*/ 170735 h 257175"/>
                    <a:gd name="connsiteX18" fmla="*/ 23723 w 327025"/>
                    <a:gd name="connsiteY18" fmla="*/ 126206 h 257175"/>
                    <a:gd name="connsiteX19" fmla="*/ 51399 w 327025"/>
                    <a:gd name="connsiteY19" fmla="*/ 110489 h 257175"/>
                    <a:gd name="connsiteX20" fmla="*/ 105434 w 327025"/>
                    <a:gd name="connsiteY20" fmla="*/ 100012 h 257175"/>
                    <a:gd name="connsiteX21" fmla="*/ 173038 w 327025"/>
                    <a:gd name="connsiteY21" fmla="*/ 0 h 257175"/>
                    <a:gd name="connsiteX22" fmla="*/ 327025 w 327025"/>
                    <a:gd name="connsiteY22" fmla="*/ 99597 h 257175"/>
                    <a:gd name="connsiteX23" fmla="*/ 220418 w 327025"/>
                    <a:gd name="connsiteY23" fmla="*/ 195263 h 257175"/>
                    <a:gd name="connsiteX24" fmla="*/ 225683 w 327025"/>
                    <a:gd name="connsiteY24" fmla="*/ 170364 h 257175"/>
                    <a:gd name="connsiteX25" fmla="*/ 225683 w 327025"/>
                    <a:gd name="connsiteY25" fmla="*/ 161190 h 257175"/>
                    <a:gd name="connsiteX26" fmla="*/ 295438 w 327025"/>
                    <a:gd name="connsiteY26" fmla="*/ 99597 h 257175"/>
                    <a:gd name="connsiteX27" fmla="*/ 173038 w 327025"/>
                    <a:gd name="connsiteY27" fmla="*/ 31452 h 257175"/>
                    <a:gd name="connsiteX28" fmla="*/ 50637 w 327025"/>
                    <a:gd name="connsiteY28" fmla="*/ 93045 h 257175"/>
                    <a:gd name="connsiteX29" fmla="*/ 20366 w 327025"/>
                    <a:gd name="connsiteY29" fmla="*/ 108771 h 257175"/>
                    <a:gd name="connsiteX30" fmla="*/ 19050 w 327025"/>
                    <a:gd name="connsiteY30" fmla="*/ 99597 h 257175"/>
                    <a:gd name="connsiteX31" fmla="*/ 173038 w 327025"/>
                    <a:gd name="connsiteY31" fmla="*/ 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7025" h="257175">
                      <a:moveTo>
                        <a:pt x="105569" y="131762"/>
                      </a:moveTo>
                      <a:cubicBezTo>
                        <a:pt x="91069" y="131762"/>
                        <a:pt x="79205" y="134355"/>
                        <a:pt x="69978" y="136948"/>
                      </a:cubicBezTo>
                      <a:cubicBezTo>
                        <a:pt x="56796" y="140837"/>
                        <a:pt x="47568" y="146023"/>
                        <a:pt x="40977" y="152506"/>
                      </a:cubicBezTo>
                      <a:cubicBezTo>
                        <a:pt x="34386" y="158988"/>
                        <a:pt x="31750" y="164174"/>
                        <a:pt x="31750" y="170656"/>
                      </a:cubicBezTo>
                      <a:cubicBezTo>
                        <a:pt x="31750" y="188807"/>
                        <a:pt x="62069" y="209550"/>
                        <a:pt x="105569" y="209550"/>
                      </a:cubicBezTo>
                      <a:cubicBezTo>
                        <a:pt x="124024" y="209550"/>
                        <a:pt x="139842" y="204364"/>
                        <a:pt x="153024" y="199178"/>
                      </a:cubicBezTo>
                      <a:cubicBezTo>
                        <a:pt x="168842" y="191400"/>
                        <a:pt x="179388" y="181028"/>
                        <a:pt x="179388" y="170656"/>
                      </a:cubicBezTo>
                      <a:cubicBezTo>
                        <a:pt x="179388" y="169360"/>
                        <a:pt x="178070" y="169360"/>
                        <a:pt x="178070" y="169360"/>
                      </a:cubicBezTo>
                      <a:cubicBezTo>
                        <a:pt x="176752" y="151209"/>
                        <a:pt x="147751" y="131762"/>
                        <a:pt x="105569" y="131762"/>
                      </a:cubicBezTo>
                      <a:close/>
                      <a:moveTo>
                        <a:pt x="105434" y="100012"/>
                      </a:moveTo>
                      <a:cubicBezTo>
                        <a:pt x="162105" y="100012"/>
                        <a:pt x="205596" y="128825"/>
                        <a:pt x="209550" y="165497"/>
                      </a:cubicBezTo>
                      <a:cubicBezTo>
                        <a:pt x="209550" y="166806"/>
                        <a:pt x="209550" y="169426"/>
                        <a:pt x="209550" y="170735"/>
                      </a:cubicBezTo>
                      <a:cubicBezTo>
                        <a:pt x="209550" y="179903"/>
                        <a:pt x="206914" y="190381"/>
                        <a:pt x="201643" y="198239"/>
                      </a:cubicBezTo>
                      <a:cubicBezTo>
                        <a:pt x="185827" y="223123"/>
                        <a:pt x="148926" y="240149"/>
                        <a:pt x="105434" y="240149"/>
                      </a:cubicBezTo>
                      <a:cubicBezTo>
                        <a:pt x="86983" y="240149"/>
                        <a:pt x="71168" y="237530"/>
                        <a:pt x="56671" y="232291"/>
                      </a:cubicBezTo>
                      <a:cubicBezTo>
                        <a:pt x="56671" y="232291"/>
                        <a:pt x="56671" y="232291"/>
                        <a:pt x="5272" y="257175"/>
                      </a:cubicBezTo>
                      <a:cubicBezTo>
                        <a:pt x="5272" y="257175"/>
                        <a:pt x="5272" y="257175"/>
                        <a:pt x="15815" y="207407"/>
                      </a:cubicBezTo>
                      <a:cubicBezTo>
                        <a:pt x="5272" y="196929"/>
                        <a:pt x="0" y="183832"/>
                        <a:pt x="0" y="170735"/>
                      </a:cubicBezTo>
                      <a:cubicBezTo>
                        <a:pt x="0" y="153709"/>
                        <a:pt x="9225" y="137993"/>
                        <a:pt x="23723" y="126206"/>
                      </a:cubicBezTo>
                      <a:cubicBezTo>
                        <a:pt x="31630" y="119657"/>
                        <a:pt x="40856" y="114418"/>
                        <a:pt x="51399" y="110489"/>
                      </a:cubicBezTo>
                      <a:cubicBezTo>
                        <a:pt x="67214" y="103941"/>
                        <a:pt x="85665" y="100012"/>
                        <a:pt x="105434" y="100012"/>
                      </a:cubicBezTo>
                      <a:close/>
                      <a:moveTo>
                        <a:pt x="173038" y="0"/>
                      </a:moveTo>
                      <a:cubicBezTo>
                        <a:pt x="258586" y="0"/>
                        <a:pt x="327025" y="43246"/>
                        <a:pt x="327025" y="99597"/>
                      </a:cubicBezTo>
                      <a:cubicBezTo>
                        <a:pt x="327025" y="145465"/>
                        <a:pt x="282277" y="182158"/>
                        <a:pt x="220418" y="195263"/>
                      </a:cubicBezTo>
                      <a:cubicBezTo>
                        <a:pt x="224367" y="187400"/>
                        <a:pt x="225683" y="178227"/>
                        <a:pt x="225683" y="170364"/>
                      </a:cubicBezTo>
                      <a:cubicBezTo>
                        <a:pt x="225683" y="167743"/>
                        <a:pt x="225683" y="165122"/>
                        <a:pt x="225683" y="161190"/>
                      </a:cubicBezTo>
                      <a:cubicBezTo>
                        <a:pt x="266483" y="150706"/>
                        <a:pt x="295438" y="127117"/>
                        <a:pt x="295438" y="99597"/>
                      </a:cubicBezTo>
                      <a:cubicBezTo>
                        <a:pt x="295438" y="62903"/>
                        <a:pt x="238844" y="31452"/>
                        <a:pt x="173038" y="31452"/>
                      </a:cubicBezTo>
                      <a:cubicBezTo>
                        <a:pt x="109863" y="31452"/>
                        <a:pt x="57218" y="58972"/>
                        <a:pt x="50637" y="93045"/>
                      </a:cubicBezTo>
                      <a:cubicBezTo>
                        <a:pt x="38792" y="96976"/>
                        <a:pt x="28263" y="102218"/>
                        <a:pt x="20366" y="108771"/>
                      </a:cubicBezTo>
                      <a:cubicBezTo>
                        <a:pt x="19050" y="106150"/>
                        <a:pt x="19050" y="103529"/>
                        <a:pt x="19050" y="99597"/>
                      </a:cubicBezTo>
                      <a:cubicBezTo>
                        <a:pt x="19050" y="43246"/>
                        <a:pt x="86173" y="0"/>
                        <a:pt x="17303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任意多边形: 形状 18"/>
                <p:cNvSpPr/>
                <p:nvPr/>
              </p:nvSpPr>
              <p:spPr bwMode="auto">
                <a:xfrm>
                  <a:off x="4478109" y="3306386"/>
                  <a:ext cx="287390" cy="287783"/>
                </a:xfrm>
                <a:custGeom>
                  <a:avLst/>
                  <a:gdLst>
                    <a:gd name="connsiteX0" fmla="*/ 169070 w 338138"/>
                    <a:gd name="connsiteY0" fmla="*/ 261938 h 338138"/>
                    <a:gd name="connsiteX1" fmla="*/ 174626 w 338138"/>
                    <a:gd name="connsiteY1" fmla="*/ 267230 h 338138"/>
                    <a:gd name="connsiteX2" fmla="*/ 174626 w 338138"/>
                    <a:gd name="connsiteY2" fmla="*/ 288396 h 338138"/>
                    <a:gd name="connsiteX3" fmla="*/ 169070 w 338138"/>
                    <a:gd name="connsiteY3" fmla="*/ 293688 h 338138"/>
                    <a:gd name="connsiteX4" fmla="*/ 163513 w 338138"/>
                    <a:gd name="connsiteY4" fmla="*/ 288396 h 338138"/>
                    <a:gd name="connsiteX5" fmla="*/ 163513 w 338138"/>
                    <a:gd name="connsiteY5" fmla="*/ 267230 h 338138"/>
                    <a:gd name="connsiteX6" fmla="*/ 169070 w 338138"/>
                    <a:gd name="connsiteY6" fmla="*/ 261938 h 338138"/>
                    <a:gd name="connsiteX7" fmla="*/ 267230 w 338138"/>
                    <a:gd name="connsiteY7" fmla="*/ 163513 h 338138"/>
                    <a:gd name="connsiteX8" fmla="*/ 288396 w 338138"/>
                    <a:gd name="connsiteY8" fmla="*/ 163513 h 338138"/>
                    <a:gd name="connsiteX9" fmla="*/ 293688 w 338138"/>
                    <a:gd name="connsiteY9" fmla="*/ 169070 h 338138"/>
                    <a:gd name="connsiteX10" fmla="*/ 288396 w 338138"/>
                    <a:gd name="connsiteY10" fmla="*/ 174626 h 338138"/>
                    <a:gd name="connsiteX11" fmla="*/ 267230 w 338138"/>
                    <a:gd name="connsiteY11" fmla="*/ 174626 h 338138"/>
                    <a:gd name="connsiteX12" fmla="*/ 261938 w 338138"/>
                    <a:gd name="connsiteY12" fmla="*/ 169070 h 338138"/>
                    <a:gd name="connsiteX13" fmla="*/ 267230 w 338138"/>
                    <a:gd name="connsiteY13" fmla="*/ 163513 h 338138"/>
                    <a:gd name="connsiteX14" fmla="*/ 49742 w 338138"/>
                    <a:gd name="connsiteY14" fmla="*/ 163513 h 338138"/>
                    <a:gd name="connsiteX15" fmla="*/ 70908 w 338138"/>
                    <a:gd name="connsiteY15" fmla="*/ 163513 h 338138"/>
                    <a:gd name="connsiteX16" fmla="*/ 76200 w 338138"/>
                    <a:gd name="connsiteY16" fmla="*/ 169070 h 338138"/>
                    <a:gd name="connsiteX17" fmla="*/ 70908 w 338138"/>
                    <a:gd name="connsiteY17" fmla="*/ 174626 h 338138"/>
                    <a:gd name="connsiteX18" fmla="*/ 49742 w 338138"/>
                    <a:gd name="connsiteY18" fmla="*/ 174626 h 338138"/>
                    <a:gd name="connsiteX19" fmla="*/ 44450 w 338138"/>
                    <a:gd name="connsiteY19" fmla="*/ 169070 h 338138"/>
                    <a:gd name="connsiteX20" fmla="*/ 49742 w 338138"/>
                    <a:gd name="connsiteY20" fmla="*/ 163513 h 338138"/>
                    <a:gd name="connsiteX21" fmla="*/ 169070 w 338138"/>
                    <a:gd name="connsiteY21" fmla="*/ 160338 h 338138"/>
                    <a:gd name="connsiteX22" fmla="*/ 160338 w 338138"/>
                    <a:gd name="connsiteY22" fmla="*/ 169070 h 338138"/>
                    <a:gd name="connsiteX23" fmla="*/ 162833 w 338138"/>
                    <a:gd name="connsiteY23" fmla="*/ 175306 h 338138"/>
                    <a:gd name="connsiteX24" fmla="*/ 169070 w 338138"/>
                    <a:gd name="connsiteY24" fmla="*/ 177801 h 338138"/>
                    <a:gd name="connsiteX25" fmla="*/ 177801 w 338138"/>
                    <a:gd name="connsiteY25" fmla="*/ 169070 h 338138"/>
                    <a:gd name="connsiteX26" fmla="*/ 169070 w 338138"/>
                    <a:gd name="connsiteY26" fmla="*/ 160338 h 338138"/>
                    <a:gd name="connsiteX27" fmla="*/ 121070 w 338138"/>
                    <a:gd name="connsiteY27" fmla="*/ 115888 h 338138"/>
                    <a:gd name="connsiteX28" fmla="*/ 114300 w 338138"/>
                    <a:gd name="connsiteY28" fmla="*/ 122425 h 338138"/>
                    <a:gd name="connsiteX29" fmla="*/ 152214 w 338138"/>
                    <a:gd name="connsiteY29" fmla="*/ 160338 h 338138"/>
                    <a:gd name="connsiteX30" fmla="*/ 160338 w 338138"/>
                    <a:gd name="connsiteY30" fmla="*/ 152494 h 338138"/>
                    <a:gd name="connsiteX31" fmla="*/ 121070 w 338138"/>
                    <a:gd name="connsiteY31" fmla="*/ 115888 h 338138"/>
                    <a:gd name="connsiteX32" fmla="*/ 239184 w 338138"/>
                    <a:gd name="connsiteY32" fmla="*/ 77788 h 338138"/>
                    <a:gd name="connsiteX33" fmla="*/ 243153 w 338138"/>
                    <a:gd name="connsiteY33" fmla="*/ 80434 h 338138"/>
                    <a:gd name="connsiteX34" fmla="*/ 257705 w 338138"/>
                    <a:gd name="connsiteY34" fmla="*/ 94986 h 338138"/>
                    <a:gd name="connsiteX35" fmla="*/ 257705 w 338138"/>
                    <a:gd name="connsiteY35" fmla="*/ 102924 h 338138"/>
                    <a:gd name="connsiteX36" fmla="*/ 188913 w 338138"/>
                    <a:gd name="connsiteY36" fmla="*/ 173038 h 338138"/>
                    <a:gd name="connsiteX37" fmla="*/ 169069 w 338138"/>
                    <a:gd name="connsiteY37" fmla="*/ 188913 h 338138"/>
                    <a:gd name="connsiteX38" fmla="*/ 159809 w 338138"/>
                    <a:gd name="connsiteY38" fmla="*/ 186268 h 338138"/>
                    <a:gd name="connsiteX39" fmla="*/ 102923 w 338138"/>
                    <a:gd name="connsiteY39" fmla="*/ 243153 h 338138"/>
                    <a:gd name="connsiteX40" fmla="*/ 98955 w 338138"/>
                    <a:gd name="connsiteY40" fmla="*/ 244476 h 338138"/>
                    <a:gd name="connsiteX41" fmla="*/ 94986 w 338138"/>
                    <a:gd name="connsiteY41" fmla="*/ 243153 h 338138"/>
                    <a:gd name="connsiteX42" fmla="*/ 94986 w 338138"/>
                    <a:gd name="connsiteY42" fmla="*/ 235216 h 338138"/>
                    <a:gd name="connsiteX43" fmla="*/ 151872 w 338138"/>
                    <a:gd name="connsiteY43" fmla="*/ 178330 h 338138"/>
                    <a:gd name="connsiteX44" fmla="*/ 149226 w 338138"/>
                    <a:gd name="connsiteY44" fmla="*/ 173038 h 338138"/>
                    <a:gd name="connsiteX45" fmla="*/ 102923 w 338138"/>
                    <a:gd name="connsiteY45" fmla="*/ 125413 h 338138"/>
                    <a:gd name="connsiteX46" fmla="*/ 102923 w 338138"/>
                    <a:gd name="connsiteY46" fmla="*/ 117476 h 338138"/>
                    <a:gd name="connsiteX47" fmla="*/ 117476 w 338138"/>
                    <a:gd name="connsiteY47" fmla="*/ 102924 h 338138"/>
                    <a:gd name="connsiteX48" fmla="*/ 125413 w 338138"/>
                    <a:gd name="connsiteY48" fmla="*/ 102924 h 338138"/>
                    <a:gd name="connsiteX49" fmla="*/ 173038 w 338138"/>
                    <a:gd name="connsiteY49" fmla="*/ 149226 h 338138"/>
                    <a:gd name="connsiteX50" fmla="*/ 186267 w 338138"/>
                    <a:gd name="connsiteY50" fmla="*/ 159809 h 338138"/>
                    <a:gd name="connsiteX51" fmla="*/ 247122 w 338138"/>
                    <a:gd name="connsiteY51" fmla="*/ 98955 h 338138"/>
                    <a:gd name="connsiteX52" fmla="*/ 239184 w 338138"/>
                    <a:gd name="connsiteY52" fmla="*/ 91017 h 338138"/>
                    <a:gd name="connsiteX53" fmla="*/ 187590 w 338138"/>
                    <a:gd name="connsiteY53" fmla="*/ 142611 h 338138"/>
                    <a:gd name="connsiteX54" fmla="*/ 180976 w 338138"/>
                    <a:gd name="connsiteY54" fmla="*/ 142611 h 338138"/>
                    <a:gd name="connsiteX55" fmla="*/ 180976 w 338138"/>
                    <a:gd name="connsiteY55" fmla="*/ 134674 h 338138"/>
                    <a:gd name="connsiteX56" fmla="*/ 235216 w 338138"/>
                    <a:gd name="connsiteY56" fmla="*/ 80434 h 338138"/>
                    <a:gd name="connsiteX57" fmla="*/ 239184 w 338138"/>
                    <a:gd name="connsiteY57" fmla="*/ 77788 h 338138"/>
                    <a:gd name="connsiteX58" fmla="*/ 169070 w 338138"/>
                    <a:gd name="connsiteY58" fmla="*/ 44450 h 338138"/>
                    <a:gd name="connsiteX59" fmla="*/ 174626 w 338138"/>
                    <a:gd name="connsiteY59" fmla="*/ 49742 h 338138"/>
                    <a:gd name="connsiteX60" fmla="*/ 174626 w 338138"/>
                    <a:gd name="connsiteY60" fmla="*/ 70908 h 338138"/>
                    <a:gd name="connsiteX61" fmla="*/ 169070 w 338138"/>
                    <a:gd name="connsiteY61" fmla="*/ 76200 h 338138"/>
                    <a:gd name="connsiteX62" fmla="*/ 163513 w 338138"/>
                    <a:gd name="connsiteY62" fmla="*/ 70908 h 338138"/>
                    <a:gd name="connsiteX63" fmla="*/ 163513 w 338138"/>
                    <a:gd name="connsiteY63" fmla="*/ 49742 h 338138"/>
                    <a:gd name="connsiteX64" fmla="*/ 169070 w 338138"/>
                    <a:gd name="connsiteY64" fmla="*/ 44450 h 338138"/>
                    <a:gd name="connsiteX65" fmla="*/ 168276 w 338138"/>
                    <a:gd name="connsiteY65" fmla="*/ 22225 h 338138"/>
                    <a:gd name="connsiteX66" fmla="*/ 315913 w 338138"/>
                    <a:gd name="connsiteY66" fmla="*/ 169069 h 338138"/>
                    <a:gd name="connsiteX67" fmla="*/ 280322 w 338138"/>
                    <a:gd name="connsiteY67" fmla="*/ 264780 h 338138"/>
                    <a:gd name="connsiteX68" fmla="*/ 272413 w 338138"/>
                    <a:gd name="connsiteY68" fmla="*/ 264780 h 338138"/>
                    <a:gd name="connsiteX69" fmla="*/ 271094 w 338138"/>
                    <a:gd name="connsiteY69" fmla="*/ 256913 h 338138"/>
                    <a:gd name="connsiteX70" fmla="*/ 304049 w 338138"/>
                    <a:gd name="connsiteY70" fmla="*/ 169069 h 338138"/>
                    <a:gd name="connsiteX71" fmla="*/ 168276 w 338138"/>
                    <a:gd name="connsiteY71" fmla="*/ 34025 h 338138"/>
                    <a:gd name="connsiteX72" fmla="*/ 32502 w 338138"/>
                    <a:gd name="connsiteY72" fmla="*/ 169069 h 338138"/>
                    <a:gd name="connsiteX73" fmla="*/ 168276 w 338138"/>
                    <a:gd name="connsiteY73" fmla="*/ 304113 h 338138"/>
                    <a:gd name="connsiteX74" fmla="*/ 256594 w 338138"/>
                    <a:gd name="connsiteY74" fmla="*/ 271335 h 338138"/>
                    <a:gd name="connsiteX75" fmla="*/ 264504 w 338138"/>
                    <a:gd name="connsiteY75" fmla="*/ 272647 h 338138"/>
                    <a:gd name="connsiteX76" fmla="*/ 264504 w 338138"/>
                    <a:gd name="connsiteY76" fmla="*/ 280513 h 338138"/>
                    <a:gd name="connsiteX77" fmla="*/ 168276 w 338138"/>
                    <a:gd name="connsiteY77" fmla="*/ 315913 h 338138"/>
                    <a:gd name="connsiteX78" fmla="*/ 20638 w 338138"/>
                    <a:gd name="connsiteY78" fmla="*/ 169069 h 338138"/>
                    <a:gd name="connsiteX79" fmla="*/ 168276 w 338138"/>
                    <a:gd name="connsiteY79" fmla="*/ 22225 h 338138"/>
                    <a:gd name="connsiteX80" fmla="*/ 169070 w 338138"/>
                    <a:gd name="connsiteY80" fmla="*/ 11113 h 338138"/>
                    <a:gd name="connsiteX81" fmla="*/ 11113 w 338138"/>
                    <a:gd name="connsiteY81" fmla="*/ 169070 h 338138"/>
                    <a:gd name="connsiteX82" fmla="*/ 169070 w 338138"/>
                    <a:gd name="connsiteY82" fmla="*/ 327027 h 338138"/>
                    <a:gd name="connsiteX83" fmla="*/ 327027 w 338138"/>
                    <a:gd name="connsiteY83" fmla="*/ 169070 h 338138"/>
                    <a:gd name="connsiteX84" fmla="*/ 169070 w 338138"/>
                    <a:gd name="connsiteY84" fmla="*/ 11113 h 338138"/>
                    <a:gd name="connsiteX85" fmla="*/ 169069 w 338138"/>
                    <a:gd name="connsiteY85" fmla="*/ 0 h 338138"/>
                    <a:gd name="connsiteX86" fmla="*/ 289267 w 338138"/>
                    <a:gd name="connsiteY86" fmla="*/ 48872 h 338138"/>
                    <a:gd name="connsiteX87" fmla="*/ 338138 w 338138"/>
                    <a:gd name="connsiteY87" fmla="*/ 169069 h 338138"/>
                    <a:gd name="connsiteX88" fmla="*/ 289267 w 338138"/>
                    <a:gd name="connsiteY88" fmla="*/ 289267 h 338138"/>
                    <a:gd name="connsiteX89" fmla="*/ 169069 w 338138"/>
                    <a:gd name="connsiteY89" fmla="*/ 338138 h 338138"/>
                    <a:gd name="connsiteX90" fmla="*/ 48872 w 338138"/>
                    <a:gd name="connsiteY90" fmla="*/ 289267 h 338138"/>
                    <a:gd name="connsiteX91" fmla="*/ 0 w 338138"/>
                    <a:gd name="connsiteY91" fmla="*/ 169069 h 338138"/>
                    <a:gd name="connsiteX92" fmla="*/ 48872 w 338138"/>
                    <a:gd name="connsiteY92" fmla="*/ 48872 h 338138"/>
                    <a:gd name="connsiteX93" fmla="*/ 169069 w 338138"/>
                    <a:gd name="connsiteY9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38138" h="338138">
                      <a:moveTo>
                        <a:pt x="169070" y="261938"/>
                      </a:moveTo>
                      <a:cubicBezTo>
                        <a:pt x="171848" y="261938"/>
                        <a:pt x="174626" y="264584"/>
                        <a:pt x="174626" y="267230"/>
                      </a:cubicBezTo>
                      <a:cubicBezTo>
                        <a:pt x="174626" y="267230"/>
                        <a:pt x="174626" y="267230"/>
                        <a:pt x="174626" y="288396"/>
                      </a:cubicBezTo>
                      <a:cubicBezTo>
                        <a:pt x="174626" y="291042"/>
                        <a:pt x="171848" y="293688"/>
                        <a:pt x="169070" y="293688"/>
                      </a:cubicBezTo>
                      <a:cubicBezTo>
                        <a:pt x="166291" y="293688"/>
                        <a:pt x="163513" y="291042"/>
                        <a:pt x="163513" y="288396"/>
                      </a:cubicBezTo>
                      <a:cubicBezTo>
                        <a:pt x="163513" y="288396"/>
                        <a:pt x="163513" y="288396"/>
                        <a:pt x="163513" y="267230"/>
                      </a:cubicBezTo>
                      <a:cubicBezTo>
                        <a:pt x="163513" y="264584"/>
                        <a:pt x="166291" y="261938"/>
                        <a:pt x="169070" y="261938"/>
                      </a:cubicBezTo>
                      <a:close/>
                      <a:moveTo>
                        <a:pt x="267230" y="163513"/>
                      </a:moveTo>
                      <a:cubicBezTo>
                        <a:pt x="267230" y="163513"/>
                        <a:pt x="267230" y="163513"/>
                        <a:pt x="288396" y="163513"/>
                      </a:cubicBezTo>
                      <a:cubicBezTo>
                        <a:pt x="291042" y="163513"/>
                        <a:pt x="293688" y="166291"/>
                        <a:pt x="293688" y="169070"/>
                      </a:cubicBezTo>
                      <a:cubicBezTo>
                        <a:pt x="293688" y="171848"/>
                        <a:pt x="291042" y="174626"/>
                        <a:pt x="288396" y="174626"/>
                      </a:cubicBezTo>
                      <a:cubicBezTo>
                        <a:pt x="288396" y="174626"/>
                        <a:pt x="288396" y="174626"/>
                        <a:pt x="267230" y="174626"/>
                      </a:cubicBezTo>
                      <a:cubicBezTo>
                        <a:pt x="264584" y="174626"/>
                        <a:pt x="261938" y="171848"/>
                        <a:pt x="261938" y="169070"/>
                      </a:cubicBezTo>
                      <a:cubicBezTo>
                        <a:pt x="261938" y="166291"/>
                        <a:pt x="264584" y="163513"/>
                        <a:pt x="267230" y="163513"/>
                      </a:cubicBezTo>
                      <a:close/>
                      <a:moveTo>
                        <a:pt x="49742" y="163513"/>
                      </a:moveTo>
                      <a:lnTo>
                        <a:pt x="70908" y="163513"/>
                      </a:lnTo>
                      <a:cubicBezTo>
                        <a:pt x="73554" y="163513"/>
                        <a:pt x="76200" y="166291"/>
                        <a:pt x="76200" y="169070"/>
                      </a:cubicBezTo>
                      <a:cubicBezTo>
                        <a:pt x="76200" y="171848"/>
                        <a:pt x="73554" y="174626"/>
                        <a:pt x="70908" y="174626"/>
                      </a:cubicBezTo>
                      <a:cubicBezTo>
                        <a:pt x="70908" y="174626"/>
                        <a:pt x="70908" y="174626"/>
                        <a:pt x="49742" y="174626"/>
                      </a:cubicBezTo>
                      <a:cubicBezTo>
                        <a:pt x="47096" y="174626"/>
                        <a:pt x="44450" y="171848"/>
                        <a:pt x="44450" y="169070"/>
                      </a:cubicBezTo>
                      <a:cubicBezTo>
                        <a:pt x="44450" y="166291"/>
                        <a:pt x="47096" y="163513"/>
                        <a:pt x="49742" y="163513"/>
                      </a:cubicBezTo>
                      <a:close/>
                      <a:moveTo>
                        <a:pt x="169070" y="160338"/>
                      </a:moveTo>
                      <a:cubicBezTo>
                        <a:pt x="164080" y="160338"/>
                        <a:pt x="160338" y="164080"/>
                        <a:pt x="160338" y="169070"/>
                      </a:cubicBezTo>
                      <a:cubicBezTo>
                        <a:pt x="160338" y="171564"/>
                        <a:pt x="161585" y="174059"/>
                        <a:pt x="162833" y="175306"/>
                      </a:cubicBezTo>
                      <a:cubicBezTo>
                        <a:pt x="164080" y="176554"/>
                        <a:pt x="166575" y="177801"/>
                        <a:pt x="169070" y="177801"/>
                      </a:cubicBezTo>
                      <a:cubicBezTo>
                        <a:pt x="174059" y="177801"/>
                        <a:pt x="177801" y="174059"/>
                        <a:pt x="177801" y="169070"/>
                      </a:cubicBezTo>
                      <a:cubicBezTo>
                        <a:pt x="177801" y="164080"/>
                        <a:pt x="174059" y="160338"/>
                        <a:pt x="169070" y="160338"/>
                      </a:cubicBezTo>
                      <a:close/>
                      <a:moveTo>
                        <a:pt x="121070" y="115888"/>
                      </a:moveTo>
                      <a:lnTo>
                        <a:pt x="114300" y="122425"/>
                      </a:lnTo>
                      <a:cubicBezTo>
                        <a:pt x="114300" y="122425"/>
                        <a:pt x="114300" y="122425"/>
                        <a:pt x="152214" y="160338"/>
                      </a:cubicBezTo>
                      <a:cubicBezTo>
                        <a:pt x="153568" y="156416"/>
                        <a:pt x="156276" y="153801"/>
                        <a:pt x="160338" y="152494"/>
                      </a:cubicBezTo>
                      <a:cubicBezTo>
                        <a:pt x="160338" y="152494"/>
                        <a:pt x="160338" y="152494"/>
                        <a:pt x="121070" y="115888"/>
                      </a:cubicBezTo>
                      <a:close/>
                      <a:moveTo>
                        <a:pt x="239184" y="77788"/>
                      </a:moveTo>
                      <a:cubicBezTo>
                        <a:pt x="240507" y="77788"/>
                        <a:pt x="241830" y="79111"/>
                        <a:pt x="243153" y="80434"/>
                      </a:cubicBezTo>
                      <a:cubicBezTo>
                        <a:pt x="243153" y="80434"/>
                        <a:pt x="243153" y="80434"/>
                        <a:pt x="257705" y="94986"/>
                      </a:cubicBezTo>
                      <a:cubicBezTo>
                        <a:pt x="260351" y="97632"/>
                        <a:pt x="260351" y="100278"/>
                        <a:pt x="257705" y="102924"/>
                      </a:cubicBezTo>
                      <a:cubicBezTo>
                        <a:pt x="257705" y="102924"/>
                        <a:pt x="257705" y="102924"/>
                        <a:pt x="188913" y="173038"/>
                      </a:cubicBezTo>
                      <a:cubicBezTo>
                        <a:pt x="187590" y="182299"/>
                        <a:pt x="178330" y="188913"/>
                        <a:pt x="169069" y="188913"/>
                      </a:cubicBezTo>
                      <a:cubicBezTo>
                        <a:pt x="165101" y="188913"/>
                        <a:pt x="162455" y="187591"/>
                        <a:pt x="159809" y="186268"/>
                      </a:cubicBezTo>
                      <a:cubicBezTo>
                        <a:pt x="159809" y="186268"/>
                        <a:pt x="159809" y="186268"/>
                        <a:pt x="102923" y="243153"/>
                      </a:cubicBezTo>
                      <a:cubicBezTo>
                        <a:pt x="101601" y="244476"/>
                        <a:pt x="100278" y="244476"/>
                        <a:pt x="98955" y="244476"/>
                      </a:cubicBezTo>
                      <a:cubicBezTo>
                        <a:pt x="97632" y="244476"/>
                        <a:pt x="96309" y="244476"/>
                        <a:pt x="94986" y="243153"/>
                      </a:cubicBezTo>
                      <a:cubicBezTo>
                        <a:pt x="93663" y="240507"/>
                        <a:pt x="93663" y="237862"/>
                        <a:pt x="94986" y="235216"/>
                      </a:cubicBezTo>
                      <a:cubicBezTo>
                        <a:pt x="94986" y="235216"/>
                        <a:pt x="94986" y="235216"/>
                        <a:pt x="151872" y="178330"/>
                      </a:cubicBezTo>
                      <a:cubicBezTo>
                        <a:pt x="150549" y="177007"/>
                        <a:pt x="150549" y="174361"/>
                        <a:pt x="149226" y="173038"/>
                      </a:cubicBezTo>
                      <a:cubicBezTo>
                        <a:pt x="149226" y="173038"/>
                        <a:pt x="149226" y="173038"/>
                        <a:pt x="102923" y="125413"/>
                      </a:cubicBezTo>
                      <a:cubicBezTo>
                        <a:pt x="100278" y="124090"/>
                        <a:pt x="100278" y="120122"/>
                        <a:pt x="102923" y="117476"/>
                      </a:cubicBezTo>
                      <a:cubicBezTo>
                        <a:pt x="102923" y="117476"/>
                        <a:pt x="102923" y="117476"/>
                        <a:pt x="117476" y="102924"/>
                      </a:cubicBezTo>
                      <a:cubicBezTo>
                        <a:pt x="120121" y="100278"/>
                        <a:pt x="124090" y="100278"/>
                        <a:pt x="125413" y="102924"/>
                      </a:cubicBezTo>
                      <a:cubicBezTo>
                        <a:pt x="125413" y="102924"/>
                        <a:pt x="125413" y="102924"/>
                        <a:pt x="173038" y="149226"/>
                      </a:cubicBezTo>
                      <a:cubicBezTo>
                        <a:pt x="178330" y="150549"/>
                        <a:pt x="183622" y="154518"/>
                        <a:pt x="186267" y="159809"/>
                      </a:cubicBezTo>
                      <a:cubicBezTo>
                        <a:pt x="186267" y="159809"/>
                        <a:pt x="186267" y="159809"/>
                        <a:pt x="247122" y="98955"/>
                      </a:cubicBezTo>
                      <a:cubicBezTo>
                        <a:pt x="247122" y="98955"/>
                        <a:pt x="247122" y="98955"/>
                        <a:pt x="239184" y="91017"/>
                      </a:cubicBezTo>
                      <a:cubicBezTo>
                        <a:pt x="239184" y="91017"/>
                        <a:pt x="239184" y="91017"/>
                        <a:pt x="187590" y="142611"/>
                      </a:cubicBezTo>
                      <a:cubicBezTo>
                        <a:pt x="186267" y="143934"/>
                        <a:pt x="182299" y="143934"/>
                        <a:pt x="180976" y="142611"/>
                      </a:cubicBezTo>
                      <a:cubicBezTo>
                        <a:pt x="178330" y="139965"/>
                        <a:pt x="178330" y="137320"/>
                        <a:pt x="180976" y="134674"/>
                      </a:cubicBezTo>
                      <a:cubicBezTo>
                        <a:pt x="180976" y="134674"/>
                        <a:pt x="180976" y="134674"/>
                        <a:pt x="235216" y="80434"/>
                      </a:cubicBezTo>
                      <a:cubicBezTo>
                        <a:pt x="236538" y="79111"/>
                        <a:pt x="237861" y="77788"/>
                        <a:pt x="239184" y="77788"/>
                      </a:cubicBezTo>
                      <a:close/>
                      <a:moveTo>
                        <a:pt x="169070" y="44450"/>
                      </a:moveTo>
                      <a:cubicBezTo>
                        <a:pt x="171848" y="44450"/>
                        <a:pt x="174626" y="47096"/>
                        <a:pt x="174626" y="49742"/>
                      </a:cubicBezTo>
                      <a:cubicBezTo>
                        <a:pt x="174626" y="49742"/>
                        <a:pt x="174626" y="49742"/>
                        <a:pt x="174626" y="70908"/>
                      </a:cubicBezTo>
                      <a:cubicBezTo>
                        <a:pt x="174626" y="73554"/>
                        <a:pt x="171848" y="76200"/>
                        <a:pt x="169070" y="76200"/>
                      </a:cubicBezTo>
                      <a:cubicBezTo>
                        <a:pt x="166291" y="76200"/>
                        <a:pt x="163513" y="73554"/>
                        <a:pt x="163513" y="70908"/>
                      </a:cubicBezTo>
                      <a:cubicBezTo>
                        <a:pt x="163513" y="70908"/>
                        <a:pt x="163513" y="70908"/>
                        <a:pt x="163513" y="49742"/>
                      </a:cubicBezTo>
                      <a:cubicBezTo>
                        <a:pt x="163513" y="47096"/>
                        <a:pt x="166291" y="44450"/>
                        <a:pt x="169070" y="44450"/>
                      </a:cubicBezTo>
                      <a:close/>
                      <a:moveTo>
                        <a:pt x="168276" y="22225"/>
                      </a:moveTo>
                      <a:cubicBezTo>
                        <a:pt x="250003" y="22225"/>
                        <a:pt x="315913" y="87780"/>
                        <a:pt x="315913" y="169069"/>
                      </a:cubicBezTo>
                      <a:cubicBezTo>
                        <a:pt x="315913" y="204469"/>
                        <a:pt x="302731" y="237247"/>
                        <a:pt x="280322" y="264780"/>
                      </a:cubicBezTo>
                      <a:cubicBezTo>
                        <a:pt x="277685" y="266091"/>
                        <a:pt x="275049" y="267402"/>
                        <a:pt x="272413" y="264780"/>
                      </a:cubicBezTo>
                      <a:cubicBezTo>
                        <a:pt x="269776" y="263469"/>
                        <a:pt x="269776" y="259536"/>
                        <a:pt x="271094" y="256913"/>
                      </a:cubicBezTo>
                      <a:cubicBezTo>
                        <a:pt x="293504" y="233313"/>
                        <a:pt x="304049" y="201847"/>
                        <a:pt x="304049" y="169069"/>
                      </a:cubicBezTo>
                      <a:cubicBezTo>
                        <a:pt x="304049" y="94336"/>
                        <a:pt x="243412" y="34025"/>
                        <a:pt x="168276" y="34025"/>
                      </a:cubicBezTo>
                      <a:cubicBezTo>
                        <a:pt x="93139" y="34025"/>
                        <a:pt x="32502" y="94336"/>
                        <a:pt x="32502" y="169069"/>
                      </a:cubicBezTo>
                      <a:cubicBezTo>
                        <a:pt x="32502" y="243802"/>
                        <a:pt x="93139" y="304113"/>
                        <a:pt x="168276" y="304113"/>
                      </a:cubicBezTo>
                      <a:cubicBezTo>
                        <a:pt x="201230" y="304113"/>
                        <a:pt x="232867" y="293624"/>
                        <a:pt x="256594" y="271335"/>
                      </a:cubicBezTo>
                      <a:cubicBezTo>
                        <a:pt x="259231" y="270024"/>
                        <a:pt x="263185" y="270024"/>
                        <a:pt x="264504" y="272647"/>
                      </a:cubicBezTo>
                      <a:cubicBezTo>
                        <a:pt x="267140" y="275269"/>
                        <a:pt x="265822" y="277891"/>
                        <a:pt x="264504" y="280513"/>
                      </a:cubicBezTo>
                      <a:cubicBezTo>
                        <a:pt x="236821" y="302802"/>
                        <a:pt x="203867" y="315913"/>
                        <a:pt x="168276" y="315913"/>
                      </a:cubicBezTo>
                      <a:cubicBezTo>
                        <a:pt x="86548" y="315913"/>
                        <a:pt x="20638" y="250358"/>
                        <a:pt x="20638" y="169069"/>
                      </a:cubicBezTo>
                      <a:cubicBezTo>
                        <a:pt x="20638" y="87780"/>
                        <a:pt x="86548" y="22225"/>
                        <a:pt x="168276" y="22225"/>
                      </a:cubicBezTo>
                      <a:close/>
                      <a:moveTo>
                        <a:pt x="169070" y="11113"/>
                      </a:moveTo>
                      <a:cubicBezTo>
                        <a:pt x="81833" y="11113"/>
                        <a:pt x="11113" y="81833"/>
                        <a:pt x="11113" y="169070"/>
                      </a:cubicBezTo>
                      <a:cubicBezTo>
                        <a:pt x="11113" y="256307"/>
                        <a:pt x="81833" y="327027"/>
                        <a:pt x="169070" y="327027"/>
                      </a:cubicBezTo>
                      <a:cubicBezTo>
                        <a:pt x="256307" y="327027"/>
                        <a:pt x="327027" y="256307"/>
                        <a:pt x="327027" y="169070"/>
                      </a:cubicBezTo>
                      <a:cubicBezTo>
                        <a:pt x="327027" y="81833"/>
                        <a:pt x="256307" y="11113"/>
                        <a:pt x="169070" y="11113"/>
                      </a:cubicBezTo>
                      <a:close/>
                      <a:moveTo>
                        <a:pt x="169069" y="0"/>
                      </a:moveTo>
                      <a:cubicBezTo>
                        <a:pt x="213978" y="0"/>
                        <a:pt x="256245" y="17171"/>
                        <a:pt x="289267" y="48872"/>
                      </a:cubicBezTo>
                      <a:cubicBezTo>
                        <a:pt x="320967" y="81893"/>
                        <a:pt x="338138" y="124160"/>
                        <a:pt x="338138" y="169069"/>
                      </a:cubicBezTo>
                      <a:cubicBezTo>
                        <a:pt x="338138" y="213978"/>
                        <a:pt x="320967" y="256245"/>
                        <a:pt x="289267" y="289267"/>
                      </a:cubicBezTo>
                      <a:cubicBezTo>
                        <a:pt x="256245" y="320967"/>
                        <a:pt x="213978" y="338138"/>
                        <a:pt x="169069" y="338138"/>
                      </a:cubicBezTo>
                      <a:cubicBezTo>
                        <a:pt x="124160" y="338138"/>
                        <a:pt x="81893" y="320967"/>
                        <a:pt x="48872" y="289267"/>
                      </a:cubicBezTo>
                      <a:cubicBezTo>
                        <a:pt x="17171" y="256245"/>
                        <a:pt x="0" y="213978"/>
                        <a:pt x="0" y="169069"/>
                      </a:cubicBezTo>
                      <a:cubicBezTo>
                        <a:pt x="0" y="124160"/>
                        <a:pt x="17171" y="81893"/>
                        <a:pt x="48872" y="48872"/>
                      </a:cubicBezTo>
                      <a:cubicBezTo>
                        <a:pt x="81893" y="17171"/>
                        <a:pt x="124160" y="0"/>
                        <a:pt x="169069" y="0"/>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21" name="组合 20"/>
                <p:cNvGrpSpPr/>
                <p:nvPr/>
              </p:nvGrpSpPr>
              <p:grpSpPr>
                <a:xfrm>
                  <a:off x="3847384" y="2790931"/>
                  <a:ext cx="220077" cy="185976"/>
                  <a:chOff x="8739188" y="3612536"/>
                  <a:chExt cx="192342" cy="162540"/>
                </a:xfrm>
                <a:solidFill>
                  <a:schemeClr val="bg1"/>
                </a:solidFill>
              </p:grpSpPr>
              <p:sp>
                <p:nvSpPr>
                  <p:cNvPr id="32" name="任意多边形: 形状 31"/>
                  <p:cNvSpPr/>
                  <p:nvPr/>
                </p:nvSpPr>
                <p:spPr bwMode="auto">
                  <a:xfrm>
                    <a:off x="8739188" y="3722688"/>
                    <a:ext cx="76200" cy="52388"/>
                  </a:xfrm>
                  <a:custGeom>
                    <a:avLst/>
                    <a:gdLst>
                      <a:gd name="T0" fmla="*/ 237 w 241"/>
                      <a:gd name="T1" fmla="*/ 80 h 166"/>
                      <a:gd name="T2" fmla="*/ 162 w 241"/>
                      <a:gd name="T3" fmla="*/ 5 h 166"/>
                      <a:gd name="T4" fmla="*/ 159 w 241"/>
                      <a:gd name="T5" fmla="*/ 2 h 166"/>
                      <a:gd name="T6" fmla="*/ 157 w 241"/>
                      <a:gd name="T7" fmla="*/ 1 h 166"/>
                      <a:gd name="T8" fmla="*/ 154 w 241"/>
                      <a:gd name="T9" fmla="*/ 0 h 166"/>
                      <a:gd name="T10" fmla="*/ 150 w 241"/>
                      <a:gd name="T11" fmla="*/ 0 h 166"/>
                      <a:gd name="T12" fmla="*/ 148 w 241"/>
                      <a:gd name="T13" fmla="*/ 0 h 166"/>
                      <a:gd name="T14" fmla="*/ 145 w 241"/>
                      <a:gd name="T15" fmla="*/ 1 h 166"/>
                      <a:gd name="T16" fmla="*/ 143 w 241"/>
                      <a:gd name="T17" fmla="*/ 2 h 166"/>
                      <a:gd name="T18" fmla="*/ 140 w 241"/>
                      <a:gd name="T19" fmla="*/ 5 h 166"/>
                      <a:gd name="T20" fmla="*/ 5 w 241"/>
                      <a:gd name="T21" fmla="*/ 140 h 166"/>
                      <a:gd name="T22" fmla="*/ 3 w 241"/>
                      <a:gd name="T23" fmla="*/ 144 h 166"/>
                      <a:gd name="T24" fmla="*/ 0 w 241"/>
                      <a:gd name="T25" fmla="*/ 148 h 166"/>
                      <a:gd name="T26" fmla="*/ 0 w 241"/>
                      <a:gd name="T27" fmla="*/ 153 h 166"/>
                      <a:gd name="T28" fmla="*/ 1 w 241"/>
                      <a:gd name="T29" fmla="*/ 156 h 166"/>
                      <a:gd name="T30" fmla="*/ 4 w 241"/>
                      <a:gd name="T31" fmla="*/ 160 h 166"/>
                      <a:gd name="T32" fmla="*/ 7 w 241"/>
                      <a:gd name="T33" fmla="*/ 163 h 166"/>
                      <a:gd name="T34" fmla="*/ 12 w 241"/>
                      <a:gd name="T35" fmla="*/ 165 h 166"/>
                      <a:gd name="T36" fmla="*/ 15 w 241"/>
                      <a:gd name="T37" fmla="*/ 166 h 166"/>
                      <a:gd name="T38" fmla="*/ 166 w 241"/>
                      <a:gd name="T39" fmla="*/ 166 h 166"/>
                      <a:gd name="T40" fmla="*/ 172 w 241"/>
                      <a:gd name="T41" fmla="*/ 165 h 166"/>
                      <a:gd name="T42" fmla="*/ 176 w 241"/>
                      <a:gd name="T43" fmla="*/ 162 h 166"/>
                      <a:gd name="T44" fmla="*/ 237 w 241"/>
                      <a:gd name="T45" fmla="*/ 101 h 166"/>
                      <a:gd name="T46" fmla="*/ 239 w 241"/>
                      <a:gd name="T47" fmla="*/ 98 h 166"/>
                      <a:gd name="T48" fmla="*/ 241 w 241"/>
                      <a:gd name="T49" fmla="*/ 96 h 166"/>
                      <a:gd name="T50" fmla="*/ 241 w 241"/>
                      <a:gd name="T51" fmla="*/ 94 h 166"/>
                      <a:gd name="T52" fmla="*/ 241 w 241"/>
                      <a:gd name="T53" fmla="*/ 90 h 166"/>
                      <a:gd name="T54" fmla="*/ 241 w 241"/>
                      <a:gd name="T55" fmla="*/ 87 h 166"/>
                      <a:gd name="T56" fmla="*/ 241 w 241"/>
                      <a:gd name="T57" fmla="*/ 85 h 166"/>
                      <a:gd name="T58" fmla="*/ 239 w 241"/>
                      <a:gd name="T59" fmla="*/ 83 h 166"/>
                      <a:gd name="T60" fmla="*/ 237 w 241"/>
                      <a:gd name="T61" fmla="*/ 8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41" h="166">
                        <a:moveTo>
                          <a:pt x="237" y="80"/>
                        </a:moveTo>
                        <a:lnTo>
                          <a:pt x="162" y="5"/>
                        </a:lnTo>
                        <a:lnTo>
                          <a:pt x="159" y="2"/>
                        </a:lnTo>
                        <a:lnTo>
                          <a:pt x="157" y="1"/>
                        </a:lnTo>
                        <a:lnTo>
                          <a:pt x="154" y="0"/>
                        </a:lnTo>
                        <a:lnTo>
                          <a:pt x="150" y="0"/>
                        </a:lnTo>
                        <a:lnTo>
                          <a:pt x="148" y="0"/>
                        </a:lnTo>
                        <a:lnTo>
                          <a:pt x="145" y="1"/>
                        </a:lnTo>
                        <a:lnTo>
                          <a:pt x="143" y="2"/>
                        </a:lnTo>
                        <a:lnTo>
                          <a:pt x="140" y="5"/>
                        </a:lnTo>
                        <a:lnTo>
                          <a:pt x="5" y="140"/>
                        </a:lnTo>
                        <a:lnTo>
                          <a:pt x="3" y="144"/>
                        </a:lnTo>
                        <a:lnTo>
                          <a:pt x="0" y="148"/>
                        </a:lnTo>
                        <a:lnTo>
                          <a:pt x="0" y="153"/>
                        </a:lnTo>
                        <a:lnTo>
                          <a:pt x="1" y="156"/>
                        </a:lnTo>
                        <a:lnTo>
                          <a:pt x="4" y="160"/>
                        </a:lnTo>
                        <a:lnTo>
                          <a:pt x="7" y="163"/>
                        </a:lnTo>
                        <a:lnTo>
                          <a:pt x="12" y="165"/>
                        </a:lnTo>
                        <a:lnTo>
                          <a:pt x="15" y="166"/>
                        </a:lnTo>
                        <a:lnTo>
                          <a:pt x="166" y="166"/>
                        </a:lnTo>
                        <a:lnTo>
                          <a:pt x="172" y="165"/>
                        </a:lnTo>
                        <a:lnTo>
                          <a:pt x="176" y="162"/>
                        </a:lnTo>
                        <a:lnTo>
                          <a:pt x="237" y="101"/>
                        </a:lnTo>
                        <a:lnTo>
                          <a:pt x="239" y="98"/>
                        </a:lnTo>
                        <a:lnTo>
                          <a:pt x="241" y="96"/>
                        </a:lnTo>
                        <a:lnTo>
                          <a:pt x="241" y="94"/>
                        </a:lnTo>
                        <a:lnTo>
                          <a:pt x="241" y="90"/>
                        </a:lnTo>
                        <a:lnTo>
                          <a:pt x="241" y="87"/>
                        </a:lnTo>
                        <a:lnTo>
                          <a:pt x="241" y="85"/>
                        </a:lnTo>
                        <a:lnTo>
                          <a:pt x="239" y="83"/>
                        </a:lnTo>
                        <a:lnTo>
                          <a:pt x="237" y="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任意多边形: 形状 32"/>
                  <p:cNvSpPr/>
                  <p:nvPr/>
                </p:nvSpPr>
                <p:spPr bwMode="auto">
                  <a:xfrm>
                    <a:off x="8805935" y="3612536"/>
                    <a:ext cx="125595" cy="123837"/>
                  </a:xfrm>
                  <a:custGeom>
                    <a:avLst/>
                    <a:gdLst>
                      <a:gd name="T0" fmla="*/ 42 w 393"/>
                      <a:gd name="T1" fmla="*/ 146 h 392"/>
                      <a:gd name="T2" fmla="*/ 38 w 393"/>
                      <a:gd name="T3" fmla="*/ 157 h 392"/>
                      <a:gd name="T4" fmla="*/ 25 w 393"/>
                      <a:gd name="T5" fmla="*/ 176 h 392"/>
                      <a:gd name="T6" fmla="*/ 9 w 393"/>
                      <a:gd name="T7" fmla="*/ 195 h 392"/>
                      <a:gd name="T8" fmla="*/ 7 w 393"/>
                      <a:gd name="T9" fmla="*/ 200 h 392"/>
                      <a:gd name="T10" fmla="*/ 7 w 393"/>
                      <a:gd name="T11" fmla="*/ 206 h 392"/>
                      <a:gd name="T12" fmla="*/ 9 w 393"/>
                      <a:gd name="T13" fmla="*/ 211 h 392"/>
                      <a:gd name="T14" fmla="*/ 176 w 393"/>
                      <a:gd name="T15" fmla="*/ 381 h 392"/>
                      <a:gd name="T16" fmla="*/ 182 w 393"/>
                      <a:gd name="T17" fmla="*/ 384 h 392"/>
                      <a:gd name="T18" fmla="*/ 188 w 393"/>
                      <a:gd name="T19" fmla="*/ 385 h 392"/>
                      <a:gd name="T20" fmla="*/ 191 w 393"/>
                      <a:gd name="T21" fmla="*/ 385 h 392"/>
                      <a:gd name="T22" fmla="*/ 195 w 393"/>
                      <a:gd name="T23" fmla="*/ 383 h 392"/>
                      <a:gd name="T24" fmla="*/ 214 w 393"/>
                      <a:gd name="T25" fmla="*/ 367 h 392"/>
                      <a:gd name="T26" fmla="*/ 233 w 393"/>
                      <a:gd name="T27" fmla="*/ 354 h 392"/>
                      <a:gd name="T28" fmla="*/ 243 w 393"/>
                      <a:gd name="T29" fmla="*/ 350 h 392"/>
                      <a:gd name="T30" fmla="*/ 254 w 393"/>
                      <a:gd name="T31" fmla="*/ 350 h 392"/>
                      <a:gd name="T32" fmla="*/ 266 w 393"/>
                      <a:gd name="T33" fmla="*/ 354 h 392"/>
                      <a:gd name="T34" fmla="*/ 287 w 393"/>
                      <a:gd name="T35" fmla="*/ 369 h 392"/>
                      <a:gd name="T36" fmla="*/ 311 w 393"/>
                      <a:gd name="T37" fmla="*/ 391 h 392"/>
                      <a:gd name="T38" fmla="*/ 322 w 393"/>
                      <a:gd name="T39" fmla="*/ 391 h 392"/>
                      <a:gd name="T40" fmla="*/ 389 w 393"/>
                      <a:gd name="T41" fmla="*/ 328 h 392"/>
                      <a:gd name="T42" fmla="*/ 392 w 393"/>
                      <a:gd name="T43" fmla="*/ 322 h 392"/>
                      <a:gd name="T44" fmla="*/ 393 w 393"/>
                      <a:gd name="T45" fmla="*/ 316 h 392"/>
                      <a:gd name="T46" fmla="*/ 392 w 393"/>
                      <a:gd name="T47" fmla="*/ 311 h 392"/>
                      <a:gd name="T48" fmla="*/ 389 w 393"/>
                      <a:gd name="T49" fmla="*/ 306 h 392"/>
                      <a:gd name="T50" fmla="*/ 86 w 393"/>
                      <a:gd name="T51" fmla="*/ 2 h 392"/>
                      <a:gd name="T52" fmla="*/ 80 w 393"/>
                      <a:gd name="T53" fmla="*/ 0 h 392"/>
                      <a:gd name="T54" fmla="*/ 71 w 393"/>
                      <a:gd name="T55" fmla="*/ 1 h 392"/>
                      <a:gd name="T56" fmla="*/ 5 w 393"/>
                      <a:gd name="T57" fmla="*/ 64 h 392"/>
                      <a:gd name="T58" fmla="*/ 1 w 393"/>
                      <a:gd name="T59" fmla="*/ 69 h 392"/>
                      <a:gd name="T60" fmla="*/ 0 w 393"/>
                      <a:gd name="T61" fmla="*/ 76 h 392"/>
                      <a:gd name="T62" fmla="*/ 1 w 393"/>
                      <a:gd name="T63" fmla="*/ 81 h 392"/>
                      <a:gd name="T64" fmla="*/ 5 w 393"/>
                      <a:gd name="T65" fmla="*/ 86 h 392"/>
                      <a:gd name="T66" fmla="*/ 33 w 393"/>
                      <a:gd name="T67" fmla="*/ 118 h 392"/>
                      <a:gd name="T68" fmla="*/ 40 w 393"/>
                      <a:gd name="T69" fmla="*/ 130 h 392"/>
                      <a:gd name="T70" fmla="*/ 42 w 393"/>
                      <a:gd name="T71" fmla="*/ 14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3" h="392">
                        <a:moveTo>
                          <a:pt x="42" y="140"/>
                        </a:moveTo>
                        <a:lnTo>
                          <a:pt x="42" y="146"/>
                        </a:lnTo>
                        <a:lnTo>
                          <a:pt x="41" y="151"/>
                        </a:lnTo>
                        <a:lnTo>
                          <a:pt x="38" y="157"/>
                        </a:lnTo>
                        <a:lnTo>
                          <a:pt x="35" y="163"/>
                        </a:lnTo>
                        <a:lnTo>
                          <a:pt x="25" y="176"/>
                        </a:lnTo>
                        <a:lnTo>
                          <a:pt x="10" y="193"/>
                        </a:lnTo>
                        <a:lnTo>
                          <a:pt x="9" y="195"/>
                        </a:lnTo>
                        <a:lnTo>
                          <a:pt x="7" y="198"/>
                        </a:lnTo>
                        <a:lnTo>
                          <a:pt x="7" y="200"/>
                        </a:lnTo>
                        <a:lnTo>
                          <a:pt x="6" y="203"/>
                        </a:lnTo>
                        <a:lnTo>
                          <a:pt x="7" y="206"/>
                        </a:lnTo>
                        <a:lnTo>
                          <a:pt x="7" y="209"/>
                        </a:lnTo>
                        <a:lnTo>
                          <a:pt x="9" y="211"/>
                        </a:lnTo>
                        <a:lnTo>
                          <a:pt x="10" y="214"/>
                        </a:lnTo>
                        <a:lnTo>
                          <a:pt x="176" y="381"/>
                        </a:lnTo>
                        <a:lnTo>
                          <a:pt x="180" y="383"/>
                        </a:lnTo>
                        <a:lnTo>
                          <a:pt x="182" y="384"/>
                        </a:lnTo>
                        <a:lnTo>
                          <a:pt x="184" y="385"/>
                        </a:lnTo>
                        <a:lnTo>
                          <a:pt x="188" y="385"/>
                        </a:lnTo>
                        <a:lnTo>
                          <a:pt x="188" y="385"/>
                        </a:lnTo>
                        <a:lnTo>
                          <a:pt x="191" y="385"/>
                        </a:lnTo>
                        <a:lnTo>
                          <a:pt x="193" y="384"/>
                        </a:lnTo>
                        <a:lnTo>
                          <a:pt x="195" y="383"/>
                        </a:lnTo>
                        <a:lnTo>
                          <a:pt x="198" y="381"/>
                        </a:lnTo>
                        <a:lnTo>
                          <a:pt x="214" y="367"/>
                        </a:lnTo>
                        <a:lnTo>
                          <a:pt x="227" y="357"/>
                        </a:lnTo>
                        <a:lnTo>
                          <a:pt x="233" y="354"/>
                        </a:lnTo>
                        <a:lnTo>
                          <a:pt x="238" y="351"/>
                        </a:lnTo>
                        <a:lnTo>
                          <a:pt x="243" y="350"/>
                        </a:lnTo>
                        <a:lnTo>
                          <a:pt x="249" y="349"/>
                        </a:lnTo>
                        <a:lnTo>
                          <a:pt x="254" y="350"/>
                        </a:lnTo>
                        <a:lnTo>
                          <a:pt x="260" y="351"/>
                        </a:lnTo>
                        <a:lnTo>
                          <a:pt x="266" y="354"/>
                        </a:lnTo>
                        <a:lnTo>
                          <a:pt x="272" y="358"/>
                        </a:lnTo>
                        <a:lnTo>
                          <a:pt x="287" y="369"/>
                        </a:lnTo>
                        <a:lnTo>
                          <a:pt x="305" y="387"/>
                        </a:lnTo>
                        <a:lnTo>
                          <a:pt x="311" y="391"/>
                        </a:lnTo>
                        <a:lnTo>
                          <a:pt x="316" y="392"/>
                        </a:lnTo>
                        <a:lnTo>
                          <a:pt x="322" y="391"/>
                        </a:lnTo>
                        <a:lnTo>
                          <a:pt x="326" y="387"/>
                        </a:lnTo>
                        <a:lnTo>
                          <a:pt x="389" y="328"/>
                        </a:lnTo>
                        <a:lnTo>
                          <a:pt x="391" y="325"/>
                        </a:lnTo>
                        <a:lnTo>
                          <a:pt x="392" y="322"/>
                        </a:lnTo>
                        <a:lnTo>
                          <a:pt x="393" y="320"/>
                        </a:lnTo>
                        <a:lnTo>
                          <a:pt x="393" y="316"/>
                        </a:lnTo>
                        <a:lnTo>
                          <a:pt x="393" y="313"/>
                        </a:lnTo>
                        <a:lnTo>
                          <a:pt x="392" y="311"/>
                        </a:lnTo>
                        <a:lnTo>
                          <a:pt x="391" y="308"/>
                        </a:lnTo>
                        <a:lnTo>
                          <a:pt x="389" y="306"/>
                        </a:lnTo>
                        <a:lnTo>
                          <a:pt x="88" y="5"/>
                        </a:lnTo>
                        <a:lnTo>
                          <a:pt x="86" y="2"/>
                        </a:lnTo>
                        <a:lnTo>
                          <a:pt x="83" y="1"/>
                        </a:lnTo>
                        <a:lnTo>
                          <a:pt x="80" y="0"/>
                        </a:lnTo>
                        <a:lnTo>
                          <a:pt x="77" y="0"/>
                        </a:lnTo>
                        <a:lnTo>
                          <a:pt x="71" y="1"/>
                        </a:lnTo>
                        <a:lnTo>
                          <a:pt x="67" y="5"/>
                        </a:lnTo>
                        <a:lnTo>
                          <a:pt x="5" y="64"/>
                        </a:lnTo>
                        <a:lnTo>
                          <a:pt x="2" y="67"/>
                        </a:lnTo>
                        <a:lnTo>
                          <a:pt x="1" y="69"/>
                        </a:lnTo>
                        <a:lnTo>
                          <a:pt x="0" y="72"/>
                        </a:lnTo>
                        <a:lnTo>
                          <a:pt x="0" y="76"/>
                        </a:lnTo>
                        <a:lnTo>
                          <a:pt x="0" y="78"/>
                        </a:lnTo>
                        <a:lnTo>
                          <a:pt x="1" y="81"/>
                        </a:lnTo>
                        <a:lnTo>
                          <a:pt x="2" y="84"/>
                        </a:lnTo>
                        <a:lnTo>
                          <a:pt x="5" y="86"/>
                        </a:lnTo>
                        <a:lnTo>
                          <a:pt x="20" y="104"/>
                        </a:lnTo>
                        <a:lnTo>
                          <a:pt x="33" y="118"/>
                        </a:lnTo>
                        <a:lnTo>
                          <a:pt x="36" y="124"/>
                        </a:lnTo>
                        <a:lnTo>
                          <a:pt x="40" y="130"/>
                        </a:lnTo>
                        <a:lnTo>
                          <a:pt x="41" y="136"/>
                        </a:lnTo>
                        <a:lnTo>
                          <a:pt x="42" y="140"/>
                        </a:lnTo>
                        <a:lnTo>
                          <a:pt x="42" y="1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grpSp>
        <p:sp>
          <p:nvSpPr>
            <p:cNvPr id="22" name="文本框 173"/>
            <p:cNvSpPr txBox="1"/>
            <p:nvPr/>
          </p:nvSpPr>
          <p:spPr>
            <a:xfrm>
              <a:off x="7307" y="4623"/>
              <a:ext cx="2977" cy="436"/>
            </a:xfrm>
            <a:prstGeom prst="rect">
              <a:avLst/>
            </a:prstGeom>
            <a:noFill/>
          </p:spPr>
          <p:txBody>
            <a:bodyPr wrap="none"/>
            <a:lstStyle/>
            <a:p>
              <a:pPr algn="ct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空间复杂度</a:t>
              </a:r>
              <a:endParaRPr lang="zh-CN" altLang="en-US" sz="2000" b="1" dirty="0">
                <a:solidFill>
                  <a:schemeClr val="accent2">
                    <a:lumMod val="100000"/>
                  </a:schemeClr>
                </a:solidFill>
              </a:endParaRPr>
            </a:p>
          </p:txBody>
        </p:sp>
        <p:sp>
          <p:nvSpPr>
            <p:cNvPr id="23" name="文本框 174"/>
            <p:cNvSpPr txBox="1"/>
            <p:nvPr/>
          </p:nvSpPr>
          <p:spPr>
            <a:xfrm>
              <a:off x="7307" y="5059"/>
              <a:ext cx="2977" cy="589"/>
            </a:xfrm>
            <a:prstGeom prst="rect">
              <a:avLst/>
            </a:prstGeom>
            <a:noFill/>
          </p:spPr>
          <p:txBody>
            <a:bodyPr wrap="square"/>
            <a:lstStyle/>
            <a:p>
              <a:pPr indent="0" algn="just" fontAlgn="auto">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直接选择排序过程用了一个额外的存储单元</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p</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，所以其空间复杂度为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en-US" dirty="0">
                <a:sym typeface="+mn-ea"/>
              </a:endParaRPr>
            </a:p>
          </p:txBody>
        </p:sp>
        <p:sp>
          <p:nvSpPr>
            <p:cNvPr id="26" name="文本框 177"/>
            <p:cNvSpPr txBox="1"/>
            <p:nvPr/>
          </p:nvSpPr>
          <p:spPr>
            <a:xfrm>
              <a:off x="15165" y="4623"/>
              <a:ext cx="2977" cy="436"/>
            </a:xfrm>
            <a:prstGeom prst="rect">
              <a:avLst/>
            </a:prstGeom>
            <a:noFill/>
          </p:spPr>
          <p:txBody>
            <a:bodyPr wrap="none"/>
            <a:lstStyle/>
            <a:p>
              <a:pPr indent="266700" algn="ct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算法稳定性</a:t>
              </a:r>
              <a:endParaRPr lang="zh-CN" altLang="en-US" sz="2000" b="1">
                <a:solidFill>
                  <a:schemeClr val="accent4">
                    <a:lumMod val="100000"/>
                  </a:schemeClr>
                </a:solidFill>
              </a:endParaRPr>
            </a:p>
          </p:txBody>
        </p:sp>
        <p:sp>
          <p:nvSpPr>
            <p:cNvPr id="27" name="文本框 178"/>
            <p:cNvSpPr txBox="1"/>
            <p:nvPr/>
          </p:nvSpPr>
          <p:spPr>
            <a:xfrm>
              <a:off x="15365" y="5080"/>
              <a:ext cx="2977" cy="568"/>
            </a:xfrm>
            <a:prstGeom prst="rect">
              <a:avLst/>
            </a:prstGeom>
            <a:noFill/>
          </p:spPr>
          <p:txBody>
            <a:bodyPr wrap="square"/>
            <a:lstStyle/>
            <a:p>
              <a:pPr indent="0" algn="just" fontAlgn="auto">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直接选择排序是一种不稳定的排序算法。</a:t>
              </a:r>
              <a:endParaRPr lang="zh-CN" altLang="en-US" dirty="0">
                <a:sym typeface="+mn-ea"/>
              </a:endParaRPr>
            </a:p>
          </p:txBody>
        </p:sp>
      </p:grpSp>
      <p:sp>
        <p:nvSpPr>
          <p:cNvPr id="2" name="文本框 173"/>
          <p:cNvSpPr txBox="1"/>
          <p:nvPr/>
        </p:nvSpPr>
        <p:spPr>
          <a:xfrm>
            <a:off x="4979802" y="1095137"/>
            <a:ext cx="2656083" cy="359853"/>
          </a:xfrm>
          <a:prstGeom prst="rect">
            <a:avLst/>
          </a:prstGeom>
          <a:noFill/>
        </p:spPr>
        <p:txBody>
          <a:bodyPr wrap="none"/>
          <a:p>
            <a:pPr indent="266700" algn="ct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时间复杂度</a:t>
            </a:r>
            <a:endParaRPr lang="zh-CN" altLang="en-US" sz="2000" dirty="0">
              <a:solidFill>
                <a:schemeClr val="tx1"/>
              </a:solidFill>
            </a:endParaRPr>
          </a:p>
        </p:txBody>
      </p:sp>
      <mc:AlternateContent xmlns:mc="http://schemas.openxmlformats.org/markup-compatibility/2006">
        <mc:Choice xmlns:a14="http://schemas.microsoft.com/office/drawing/2010/main" Requires="a14">
          <p:sp>
            <p:nvSpPr>
              <p:cNvPr id="13" name="文本框 182"/>
              <p:cNvSpPr txBox="1"/>
              <p:nvPr/>
            </p:nvSpPr>
            <p:spPr>
              <a:xfrm>
                <a:off x="1149350" y="1612265"/>
                <a:ext cx="10317480" cy="2093595"/>
              </a:xfrm>
              <a:prstGeom prst="rect">
                <a:avLst/>
              </a:prstGeom>
              <a:noFill/>
            </p:spPr>
            <p:txBody>
              <a:bodyPr wrap="square"/>
              <a:p>
                <a:pPr algn="l">
                  <a:lnSpc>
                    <a:spcPct val="150000"/>
                  </a:lnSpc>
                </a:pP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直接选择排序的比较次数与数据元素序列的初始排列无关，移动次数与初始排列有关。直接选择排序的移动次数较少，最好情况为序列有序，移动</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0</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次，最坏情况为序列逆序，移动</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3(n-1)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次。其比较次数较多，进行了</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n-1</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趟选择，每趟需要进行</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n-1-i</a:t>
                </a:r>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次比较，所以总的比较次数为</a:t>
                </a:r>
                <a14:m>
                  <m:oMath xmlns:m="http://schemas.openxmlformats.org/officeDocument/2006/math">
                    <m:nary>
                      <m:naryPr>
                        <m:chr m:val="∑"/>
                        <m:limLoc m:val="undOv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0</m:t>
                        </m:r>
                      </m:sub>
                      <m:sup>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sup>
                      <m:e>
                        <m:d>
                          <m:dP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e>
                        </m:d>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f>
                          <m:fP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d>
                              <m:dPr>
                                <m:ctrlPr>
                                  <a:rPr lang="zh-CN" altLang="zh-CN" i="1" kern="100">
                                    <a:solidFill>
                                      <a:srgbClr val="656565"/>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𝑛</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1</m:t>
                                </m:r>
                              </m:e>
                            </m:d>
                          </m:num>
                          <m:den>
                            <m:r>
                              <a:rPr lang="en-US" altLang="zh-CN" i="1" kern="100">
                                <a:solidFill>
                                  <a:srgbClr val="656565"/>
                                </a:solidFill>
                                <a:effectLst/>
                                <a:latin typeface="Cambria Math" panose="02040503050406030204" pitchFamily="18" charset="0"/>
                                <a:ea typeface="等线" panose="02010600030101010101" charset="-122"/>
                                <a:cs typeface="Times New Roman" panose="02020603050405020304" pitchFamily="18" charset="0"/>
                              </a:rPr>
                              <m:t>2</m:t>
                            </m:r>
                          </m:den>
                        </m:f>
                      </m:e>
                    </m:nary>
                  </m:oMath>
                </a14:m>
                <a:r>
                  <a:rPr lang="zh-CN"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，所以直接选择排序的时间复杂度为</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O(n</a:t>
                </a:r>
                <a:r>
                  <a:rPr lang="en-US" altLang="zh-CN" kern="100" baseline="300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en-US" altLang="zh-CN"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endParaRPr lang="zh-CN" altLang="en-US" dirty="0">
                  <a:solidFill>
                    <a:schemeClr val="bg1">
                      <a:lumMod val="50000"/>
                    </a:schemeClr>
                  </a:solidFill>
                  <a:sym typeface="+mn-ea"/>
                </a:endParaRPr>
              </a:p>
            </p:txBody>
          </p:sp>
        </mc:Choice>
        <mc:Fallback>
          <p:sp>
            <p:nvSpPr>
              <p:cNvPr id="13" name="文本框 182"/>
              <p:cNvSpPr txBox="1">
                <a:spLocks noRot="1" noChangeAspect="1" noMove="1" noResize="1" noEditPoints="1" noAdjustHandles="1" noChangeArrowheads="1" noChangeShapeType="1" noTextEdit="1"/>
              </p:cNvSpPr>
              <p:nvPr/>
            </p:nvSpPr>
            <p:spPr>
              <a:xfrm>
                <a:off x="1149350" y="1612265"/>
                <a:ext cx="10317480" cy="209359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ransition>
    <p:cover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t>4.2 </a:t>
            </a:r>
            <a:r>
              <a:rPr lang="zh-CN" altLang="en-US"/>
              <a:t>堆</a:t>
            </a:r>
            <a:r>
              <a:rPr lang="zh-CN" altLang="en-US"/>
              <a:t>排序</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pic>
        <p:nvPicPr>
          <p:cNvPr id="7" name="内容占位符 6"/>
          <p:cNvPicPr>
            <a:picLocks noChangeAspect="1"/>
          </p:cNvPicPr>
          <p:nvPr>
            <p:ph sz="half" idx="1"/>
          </p:nvPr>
        </p:nvPicPr>
        <p:blipFill>
          <a:blip r:embed="rId1"/>
          <a:srcRect r="54" b="41409"/>
          <a:stretch>
            <a:fillRect/>
          </a:stretch>
        </p:blipFill>
        <p:spPr>
          <a:xfrm>
            <a:off x="3207385" y="645160"/>
            <a:ext cx="8669020" cy="5568315"/>
          </a:xfrm>
          <a:prstGeom prst="rect">
            <a:avLst/>
          </a:prstGeom>
        </p:spPr>
      </p:pic>
      <p:grpSp>
        <p:nvGrpSpPr>
          <p:cNvPr id="6" name="组合 5"/>
          <p:cNvGrpSpPr/>
          <p:nvPr/>
        </p:nvGrpSpPr>
        <p:grpSpPr>
          <a:xfrm>
            <a:off x="179705" y="1061085"/>
            <a:ext cx="2840684" cy="5481320"/>
            <a:chOff x="6981" y="2156"/>
            <a:chExt cx="2487" cy="4543"/>
          </a:xfrm>
        </p:grpSpPr>
        <p:sp>
          <p:nvSpPr>
            <p:cNvPr id="27" name="アーチ 6"/>
            <p:cNvSpPr/>
            <p:nvPr/>
          </p:nvSpPr>
          <p:spPr>
            <a:xfrm>
              <a:off x="7228" y="2156"/>
              <a:ext cx="2240" cy="2487"/>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dk2">
                <a:lumMod val="10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kumimoji="1" lang="ja-JP" altLang="en-US" sz="900" dirty="0">
                <a:solidFill>
                  <a:schemeClr val="tx1"/>
                </a:solidFill>
                <a:cs typeface="+mn-ea"/>
                <a:sym typeface="+mn-lt"/>
              </a:endParaRPr>
            </a:p>
          </p:txBody>
        </p:sp>
        <p:sp>
          <p:nvSpPr>
            <p:cNvPr id="28" name="アーチ 6"/>
            <p:cNvSpPr/>
            <p:nvPr/>
          </p:nvSpPr>
          <p:spPr>
            <a:xfrm rot="5400000">
              <a:off x="7104" y="4335"/>
              <a:ext cx="2240" cy="2487"/>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dk2">
                <a:lumMod val="10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kumimoji="1" lang="ja-JP" altLang="en-US" sz="900" dirty="0">
                <a:solidFill>
                  <a:schemeClr val="tx1"/>
                </a:solidFill>
                <a:cs typeface="+mn-ea"/>
                <a:sym typeface="+mn-lt"/>
              </a:endParaRPr>
            </a:p>
          </p:txBody>
        </p:sp>
        <p:sp>
          <p:nvSpPr>
            <p:cNvPr id="36" name="円/楕円 22"/>
            <p:cNvSpPr/>
            <p:nvPr/>
          </p:nvSpPr>
          <p:spPr>
            <a:xfrm>
              <a:off x="8224" y="2616"/>
              <a:ext cx="1063" cy="1063"/>
            </a:xfrm>
            <a:prstGeom prst="ellipse">
              <a:avLst/>
            </a:prstGeom>
            <a:solidFill>
              <a:schemeClr val="dk2">
                <a:lumMod val="100000"/>
              </a:schemeClr>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cs typeface="+mn-ea"/>
                <a:sym typeface="+mn-lt"/>
              </a:endParaRPr>
            </a:p>
          </p:txBody>
        </p:sp>
        <p:sp>
          <p:nvSpPr>
            <p:cNvPr id="38" name="円/楕円 24"/>
            <p:cNvSpPr/>
            <p:nvPr/>
          </p:nvSpPr>
          <p:spPr>
            <a:xfrm>
              <a:off x="8228" y="5266"/>
              <a:ext cx="1063" cy="1063"/>
            </a:xfrm>
            <a:prstGeom prst="ellipse">
              <a:avLst/>
            </a:prstGeom>
            <a:solidFill>
              <a:schemeClr val="dk2">
                <a:lumMod val="100000"/>
              </a:schemeClr>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cs typeface="+mn-ea"/>
                <a:sym typeface="+mn-lt"/>
              </a:endParaRPr>
            </a:p>
          </p:txBody>
        </p:sp>
        <p:grpSp>
          <p:nvGrpSpPr>
            <p:cNvPr id="31" name="Group 78"/>
            <p:cNvGrpSpPr/>
            <p:nvPr/>
          </p:nvGrpSpPr>
          <p:grpSpPr bwMode="auto">
            <a:xfrm>
              <a:off x="8510" y="5565"/>
              <a:ext cx="506" cy="498"/>
              <a:chOff x="2689225" y="2878138"/>
              <a:chExt cx="393700" cy="387350"/>
            </a:xfrm>
            <a:solidFill>
              <a:schemeClr val="bg1"/>
            </a:solidFill>
          </p:grpSpPr>
          <p:sp>
            <p:nvSpPr>
              <p:cNvPr id="56" name="Freeform 801"/>
              <p:cNvSpPr/>
              <p:nvPr/>
            </p:nvSpPr>
            <p:spPr bwMode="auto">
              <a:xfrm>
                <a:off x="3003550" y="3079750"/>
                <a:ext cx="79375" cy="128588"/>
              </a:xfrm>
              <a:custGeom>
                <a:avLst/>
                <a:gdLst>
                  <a:gd name="T0" fmla="*/ 78105000 w 22"/>
                  <a:gd name="T1" fmla="*/ 51035148 h 36"/>
                  <a:gd name="T2" fmla="*/ 78105000 w 22"/>
                  <a:gd name="T3" fmla="*/ 63790364 h 36"/>
                  <a:gd name="T4" fmla="*/ 78105000 w 22"/>
                  <a:gd name="T5" fmla="*/ 63790364 h 36"/>
                  <a:gd name="T6" fmla="*/ 78105000 w 22"/>
                  <a:gd name="T7" fmla="*/ 76549151 h 36"/>
                  <a:gd name="T8" fmla="*/ 78105000 w 22"/>
                  <a:gd name="T9" fmla="*/ 102066725 h 36"/>
                  <a:gd name="T10" fmla="*/ 78105000 w 22"/>
                  <a:gd name="T11" fmla="*/ 114825512 h 36"/>
                  <a:gd name="T12" fmla="*/ 78105000 w 22"/>
                  <a:gd name="T13" fmla="*/ 140343086 h 36"/>
                  <a:gd name="T14" fmla="*/ 65087500 w 22"/>
                  <a:gd name="T15" fmla="*/ 165860661 h 36"/>
                  <a:gd name="T16" fmla="*/ 65087500 w 22"/>
                  <a:gd name="T17" fmla="*/ 178615876 h 36"/>
                  <a:gd name="T18" fmla="*/ 65087500 w 22"/>
                  <a:gd name="T19" fmla="*/ 204133450 h 36"/>
                  <a:gd name="T20" fmla="*/ 52070000 w 22"/>
                  <a:gd name="T21" fmla="*/ 229651024 h 36"/>
                  <a:gd name="T22" fmla="*/ 52070000 w 22"/>
                  <a:gd name="T23" fmla="*/ 242409811 h 36"/>
                  <a:gd name="T24" fmla="*/ 52070000 w 22"/>
                  <a:gd name="T25" fmla="*/ 267927386 h 36"/>
                  <a:gd name="T26" fmla="*/ 39052500 w 22"/>
                  <a:gd name="T27" fmla="*/ 280686173 h 36"/>
                  <a:gd name="T28" fmla="*/ 39052500 w 22"/>
                  <a:gd name="T29" fmla="*/ 306200175 h 36"/>
                  <a:gd name="T30" fmla="*/ 26035000 w 22"/>
                  <a:gd name="T31" fmla="*/ 318958962 h 36"/>
                  <a:gd name="T32" fmla="*/ 26035000 w 22"/>
                  <a:gd name="T33" fmla="*/ 344476536 h 36"/>
                  <a:gd name="T34" fmla="*/ 13017500 w 22"/>
                  <a:gd name="T35" fmla="*/ 357235323 h 36"/>
                  <a:gd name="T36" fmla="*/ 13017500 w 22"/>
                  <a:gd name="T37" fmla="*/ 369994111 h 36"/>
                  <a:gd name="T38" fmla="*/ 39052500 w 22"/>
                  <a:gd name="T39" fmla="*/ 446543261 h 36"/>
                  <a:gd name="T40" fmla="*/ 52070000 w 22"/>
                  <a:gd name="T41" fmla="*/ 446543261 h 36"/>
                  <a:gd name="T42" fmla="*/ 65087500 w 22"/>
                  <a:gd name="T43" fmla="*/ 459302048 h 36"/>
                  <a:gd name="T44" fmla="*/ 104140000 w 22"/>
                  <a:gd name="T45" fmla="*/ 433784474 h 36"/>
                  <a:gd name="T46" fmla="*/ 286381392 w 22"/>
                  <a:gd name="T47" fmla="*/ 63790364 h 36"/>
                  <a:gd name="T48" fmla="*/ 273363892 w 22"/>
                  <a:gd name="T49" fmla="*/ 25517574 h 36"/>
                  <a:gd name="T50" fmla="*/ 234311392 w 22"/>
                  <a:gd name="T51" fmla="*/ 0 h 36"/>
                  <a:gd name="T52" fmla="*/ 130175000 w 22"/>
                  <a:gd name="T53" fmla="*/ 0 h 36"/>
                  <a:gd name="T54" fmla="*/ 78105000 w 22"/>
                  <a:gd name="T55" fmla="*/ 51035148 h 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
                  <a:gd name="T85" fmla="*/ 0 h 36"/>
                  <a:gd name="T86" fmla="*/ 22 w 22"/>
                  <a:gd name="T87" fmla="*/ 36 h 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 h="36">
                    <a:moveTo>
                      <a:pt x="6" y="4"/>
                    </a:moveTo>
                    <a:cubicBezTo>
                      <a:pt x="6" y="4"/>
                      <a:pt x="6" y="5"/>
                      <a:pt x="6" y="5"/>
                    </a:cubicBezTo>
                    <a:cubicBezTo>
                      <a:pt x="6" y="5"/>
                      <a:pt x="6" y="5"/>
                      <a:pt x="6" y="5"/>
                    </a:cubicBezTo>
                    <a:cubicBezTo>
                      <a:pt x="6" y="5"/>
                      <a:pt x="6" y="6"/>
                      <a:pt x="6" y="6"/>
                    </a:cubicBezTo>
                    <a:cubicBezTo>
                      <a:pt x="6" y="7"/>
                      <a:pt x="6" y="7"/>
                      <a:pt x="6" y="8"/>
                    </a:cubicBezTo>
                    <a:cubicBezTo>
                      <a:pt x="6" y="8"/>
                      <a:pt x="6" y="9"/>
                      <a:pt x="6" y="9"/>
                    </a:cubicBezTo>
                    <a:cubicBezTo>
                      <a:pt x="6" y="10"/>
                      <a:pt x="6" y="11"/>
                      <a:pt x="6" y="11"/>
                    </a:cubicBezTo>
                    <a:cubicBezTo>
                      <a:pt x="6" y="12"/>
                      <a:pt x="5" y="12"/>
                      <a:pt x="5" y="13"/>
                    </a:cubicBezTo>
                    <a:cubicBezTo>
                      <a:pt x="5" y="13"/>
                      <a:pt x="5" y="14"/>
                      <a:pt x="5" y="14"/>
                    </a:cubicBezTo>
                    <a:cubicBezTo>
                      <a:pt x="5" y="15"/>
                      <a:pt x="5" y="15"/>
                      <a:pt x="5" y="16"/>
                    </a:cubicBezTo>
                    <a:cubicBezTo>
                      <a:pt x="5" y="16"/>
                      <a:pt x="5" y="17"/>
                      <a:pt x="4" y="18"/>
                    </a:cubicBezTo>
                    <a:cubicBezTo>
                      <a:pt x="4" y="18"/>
                      <a:pt x="4" y="19"/>
                      <a:pt x="4" y="19"/>
                    </a:cubicBezTo>
                    <a:cubicBezTo>
                      <a:pt x="4" y="20"/>
                      <a:pt x="4" y="20"/>
                      <a:pt x="4" y="21"/>
                    </a:cubicBezTo>
                    <a:cubicBezTo>
                      <a:pt x="4" y="21"/>
                      <a:pt x="3" y="22"/>
                      <a:pt x="3" y="22"/>
                    </a:cubicBezTo>
                    <a:cubicBezTo>
                      <a:pt x="3" y="23"/>
                      <a:pt x="3" y="23"/>
                      <a:pt x="3" y="24"/>
                    </a:cubicBezTo>
                    <a:cubicBezTo>
                      <a:pt x="3" y="24"/>
                      <a:pt x="2" y="25"/>
                      <a:pt x="2" y="25"/>
                    </a:cubicBezTo>
                    <a:cubicBezTo>
                      <a:pt x="2" y="26"/>
                      <a:pt x="2" y="26"/>
                      <a:pt x="2" y="27"/>
                    </a:cubicBezTo>
                    <a:cubicBezTo>
                      <a:pt x="2" y="27"/>
                      <a:pt x="1" y="28"/>
                      <a:pt x="1" y="28"/>
                    </a:cubicBezTo>
                    <a:cubicBezTo>
                      <a:pt x="1" y="28"/>
                      <a:pt x="1" y="29"/>
                      <a:pt x="1" y="29"/>
                    </a:cubicBezTo>
                    <a:cubicBezTo>
                      <a:pt x="0" y="31"/>
                      <a:pt x="1" y="34"/>
                      <a:pt x="3" y="35"/>
                    </a:cubicBezTo>
                    <a:cubicBezTo>
                      <a:pt x="3" y="35"/>
                      <a:pt x="3" y="35"/>
                      <a:pt x="4" y="35"/>
                    </a:cubicBezTo>
                    <a:cubicBezTo>
                      <a:pt x="4" y="35"/>
                      <a:pt x="5" y="36"/>
                      <a:pt x="5" y="36"/>
                    </a:cubicBezTo>
                    <a:cubicBezTo>
                      <a:pt x="7" y="36"/>
                      <a:pt x="8" y="35"/>
                      <a:pt x="8" y="34"/>
                    </a:cubicBezTo>
                    <a:cubicBezTo>
                      <a:pt x="16" y="26"/>
                      <a:pt x="20" y="16"/>
                      <a:pt x="22" y="5"/>
                    </a:cubicBezTo>
                    <a:cubicBezTo>
                      <a:pt x="22" y="4"/>
                      <a:pt x="21" y="3"/>
                      <a:pt x="21" y="2"/>
                    </a:cubicBezTo>
                    <a:cubicBezTo>
                      <a:pt x="20" y="1"/>
                      <a:pt x="19" y="0"/>
                      <a:pt x="18" y="0"/>
                    </a:cubicBezTo>
                    <a:cubicBezTo>
                      <a:pt x="10" y="0"/>
                      <a:pt x="10" y="0"/>
                      <a:pt x="10" y="0"/>
                    </a:cubicBezTo>
                    <a:cubicBezTo>
                      <a:pt x="8" y="0"/>
                      <a:pt x="7" y="2"/>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7" name="Freeform 802"/>
              <p:cNvSpPr/>
              <p:nvPr/>
            </p:nvSpPr>
            <p:spPr bwMode="auto">
              <a:xfrm>
                <a:off x="2689225" y="3079750"/>
                <a:ext cx="79375" cy="128588"/>
              </a:xfrm>
              <a:custGeom>
                <a:avLst/>
                <a:gdLst>
                  <a:gd name="T0" fmla="*/ 260346392 w 22"/>
                  <a:gd name="T1" fmla="*/ 318958962 h 36"/>
                  <a:gd name="T2" fmla="*/ 247328892 w 22"/>
                  <a:gd name="T3" fmla="*/ 306200175 h 36"/>
                  <a:gd name="T4" fmla="*/ 247328892 w 22"/>
                  <a:gd name="T5" fmla="*/ 280686173 h 36"/>
                  <a:gd name="T6" fmla="*/ 247328892 w 22"/>
                  <a:gd name="T7" fmla="*/ 267927386 h 36"/>
                  <a:gd name="T8" fmla="*/ 234311392 w 22"/>
                  <a:gd name="T9" fmla="*/ 242409811 h 36"/>
                  <a:gd name="T10" fmla="*/ 234311392 w 22"/>
                  <a:gd name="T11" fmla="*/ 229651024 h 36"/>
                  <a:gd name="T12" fmla="*/ 221293892 w 22"/>
                  <a:gd name="T13" fmla="*/ 204133450 h 36"/>
                  <a:gd name="T14" fmla="*/ 221293892 w 22"/>
                  <a:gd name="T15" fmla="*/ 178615876 h 36"/>
                  <a:gd name="T16" fmla="*/ 221293892 w 22"/>
                  <a:gd name="T17" fmla="*/ 165860661 h 36"/>
                  <a:gd name="T18" fmla="*/ 221293892 w 22"/>
                  <a:gd name="T19" fmla="*/ 140343086 h 36"/>
                  <a:gd name="T20" fmla="*/ 208276392 w 22"/>
                  <a:gd name="T21" fmla="*/ 114825512 h 36"/>
                  <a:gd name="T22" fmla="*/ 208276392 w 22"/>
                  <a:gd name="T23" fmla="*/ 102066725 h 36"/>
                  <a:gd name="T24" fmla="*/ 208276392 w 22"/>
                  <a:gd name="T25" fmla="*/ 76549151 h 36"/>
                  <a:gd name="T26" fmla="*/ 208276392 w 22"/>
                  <a:gd name="T27" fmla="*/ 63790364 h 36"/>
                  <a:gd name="T28" fmla="*/ 208276392 w 22"/>
                  <a:gd name="T29" fmla="*/ 63790364 h 36"/>
                  <a:gd name="T30" fmla="*/ 208276392 w 22"/>
                  <a:gd name="T31" fmla="*/ 51035148 h 36"/>
                  <a:gd name="T32" fmla="*/ 156206392 w 22"/>
                  <a:gd name="T33" fmla="*/ 0 h 36"/>
                  <a:gd name="T34" fmla="*/ 65087500 w 22"/>
                  <a:gd name="T35" fmla="*/ 0 h 36"/>
                  <a:gd name="T36" fmla="*/ 26035000 w 22"/>
                  <a:gd name="T37" fmla="*/ 25517574 h 36"/>
                  <a:gd name="T38" fmla="*/ 13017500 w 22"/>
                  <a:gd name="T39" fmla="*/ 63790364 h 36"/>
                  <a:gd name="T40" fmla="*/ 182241392 w 22"/>
                  <a:gd name="T41" fmla="*/ 433784474 h 36"/>
                  <a:gd name="T42" fmla="*/ 247328892 w 22"/>
                  <a:gd name="T43" fmla="*/ 446543261 h 36"/>
                  <a:gd name="T44" fmla="*/ 260346392 w 22"/>
                  <a:gd name="T45" fmla="*/ 446543261 h 36"/>
                  <a:gd name="T46" fmla="*/ 286381392 w 22"/>
                  <a:gd name="T47" fmla="*/ 369994111 h 36"/>
                  <a:gd name="T48" fmla="*/ 273363892 w 22"/>
                  <a:gd name="T49" fmla="*/ 369994111 h 36"/>
                  <a:gd name="T50" fmla="*/ 260346392 w 22"/>
                  <a:gd name="T51" fmla="*/ 344476536 h 36"/>
                  <a:gd name="T52" fmla="*/ 260346392 w 22"/>
                  <a:gd name="T53" fmla="*/ 318958962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
                  <a:gd name="T82" fmla="*/ 0 h 36"/>
                  <a:gd name="T83" fmla="*/ 22 w 22"/>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 h="36">
                    <a:moveTo>
                      <a:pt x="20" y="25"/>
                    </a:moveTo>
                    <a:cubicBezTo>
                      <a:pt x="20" y="25"/>
                      <a:pt x="20" y="24"/>
                      <a:pt x="19" y="24"/>
                    </a:cubicBezTo>
                    <a:cubicBezTo>
                      <a:pt x="19" y="23"/>
                      <a:pt x="19" y="23"/>
                      <a:pt x="19" y="22"/>
                    </a:cubicBezTo>
                    <a:cubicBezTo>
                      <a:pt x="19" y="22"/>
                      <a:pt x="19" y="21"/>
                      <a:pt x="19" y="21"/>
                    </a:cubicBezTo>
                    <a:cubicBezTo>
                      <a:pt x="18" y="20"/>
                      <a:pt x="18" y="20"/>
                      <a:pt x="18" y="19"/>
                    </a:cubicBezTo>
                    <a:cubicBezTo>
                      <a:pt x="18" y="19"/>
                      <a:pt x="18" y="18"/>
                      <a:pt x="18" y="18"/>
                    </a:cubicBezTo>
                    <a:cubicBezTo>
                      <a:pt x="18" y="17"/>
                      <a:pt x="18" y="16"/>
                      <a:pt x="17" y="16"/>
                    </a:cubicBezTo>
                    <a:cubicBezTo>
                      <a:pt x="17" y="15"/>
                      <a:pt x="17" y="15"/>
                      <a:pt x="17" y="14"/>
                    </a:cubicBezTo>
                    <a:cubicBezTo>
                      <a:pt x="17" y="14"/>
                      <a:pt x="17" y="13"/>
                      <a:pt x="17" y="13"/>
                    </a:cubicBezTo>
                    <a:cubicBezTo>
                      <a:pt x="17" y="12"/>
                      <a:pt x="17" y="12"/>
                      <a:pt x="17" y="11"/>
                    </a:cubicBezTo>
                    <a:cubicBezTo>
                      <a:pt x="17" y="11"/>
                      <a:pt x="16" y="10"/>
                      <a:pt x="16" y="9"/>
                    </a:cubicBezTo>
                    <a:cubicBezTo>
                      <a:pt x="16" y="9"/>
                      <a:pt x="16" y="8"/>
                      <a:pt x="16" y="8"/>
                    </a:cubicBezTo>
                    <a:cubicBezTo>
                      <a:pt x="16" y="7"/>
                      <a:pt x="16" y="7"/>
                      <a:pt x="16" y="6"/>
                    </a:cubicBezTo>
                    <a:cubicBezTo>
                      <a:pt x="16" y="6"/>
                      <a:pt x="16" y="5"/>
                      <a:pt x="16" y="5"/>
                    </a:cubicBezTo>
                    <a:cubicBezTo>
                      <a:pt x="16" y="5"/>
                      <a:pt x="16" y="5"/>
                      <a:pt x="16" y="5"/>
                    </a:cubicBezTo>
                    <a:cubicBezTo>
                      <a:pt x="16" y="5"/>
                      <a:pt x="16" y="4"/>
                      <a:pt x="16" y="4"/>
                    </a:cubicBezTo>
                    <a:cubicBezTo>
                      <a:pt x="16" y="2"/>
                      <a:pt x="14" y="0"/>
                      <a:pt x="12" y="0"/>
                    </a:cubicBezTo>
                    <a:cubicBezTo>
                      <a:pt x="5" y="0"/>
                      <a:pt x="5" y="0"/>
                      <a:pt x="5" y="0"/>
                    </a:cubicBezTo>
                    <a:cubicBezTo>
                      <a:pt x="3" y="0"/>
                      <a:pt x="2" y="1"/>
                      <a:pt x="2" y="2"/>
                    </a:cubicBezTo>
                    <a:cubicBezTo>
                      <a:pt x="1" y="3"/>
                      <a:pt x="0" y="4"/>
                      <a:pt x="1" y="5"/>
                    </a:cubicBezTo>
                    <a:cubicBezTo>
                      <a:pt x="2" y="16"/>
                      <a:pt x="7" y="26"/>
                      <a:pt x="14" y="34"/>
                    </a:cubicBezTo>
                    <a:cubicBezTo>
                      <a:pt x="15" y="35"/>
                      <a:pt x="17" y="36"/>
                      <a:pt x="19" y="35"/>
                    </a:cubicBezTo>
                    <a:cubicBezTo>
                      <a:pt x="19" y="35"/>
                      <a:pt x="19" y="35"/>
                      <a:pt x="20" y="35"/>
                    </a:cubicBezTo>
                    <a:cubicBezTo>
                      <a:pt x="21" y="34"/>
                      <a:pt x="22" y="31"/>
                      <a:pt x="22" y="29"/>
                    </a:cubicBezTo>
                    <a:cubicBezTo>
                      <a:pt x="21" y="29"/>
                      <a:pt x="21" y="29"/>
                      <a:pt x="21" y="29"/>
                    </a:cubicBezTo>
                    <a:cubicBezTo>
                      <a:pt x="21" y="28"/>
                      <a:pt x="21" y="27"/>
                      <a:pt x="20" y="27"/>
                    </a:cubicBezTo>
                    <a:cubicBezTo>
                      <a:pt x="20" y="26"/>
                      <a:pt x="20" y="26"/>
                      <a:pt x="20"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8" name="Freeform 803"/>
              <p:cNvSpPr/>
              <p:nvPr/>
            </p:nvSpPr>
            <p:spPr bwMode="auto">
              <a:xfrm>
                <a:off x="2897188" y="3079750"/>
                <a:ext cx="114300" cy="107950"/>
              </a:xfrm>
              <a:custGeom>
                <a:avLst/>
                <a:gdLst>
                  <a:gd name="T0" fmla="*/ 357233934 w 32"/>
                  <a:gd name="T1" fmla="*/ 0 h 30"/>
                  <a:gd name="T2" fmla="*/ 38276213 w 32"/>
                  <a:gd name="T3" fmla="*/ 0 h 30"/>
                  <a:gd name="T4" fmla="*/ 0 w 32"/>
                  <a:gd name="T5" fmla="*/ 51790812 h 30"/>
                  <a:gd name="T6" fmla="*/ 0 w 32"/>
                  <a:gd name="T7" fmla="*/ 297805263 h 30"/>
                  <a:gd name="T8" fmla="*/ 38276213 w 32"/>
                  <a:gd name="T9" fmla="*/ 349596075 h 30"/>
                  <a:gd name="T10" fmla="*/ 51034950 w 32"/>
                  <a:gd name="T11" fmla="*/ 349596075 h 30"/>
                  <a:gd name="T12" fmla="*/ 51034950 w 32"/>
                  <a:gd name="T13" fmla="*/ 349596075 h 30"/>
                  <a:gd name="T14" fmla="*/ 102066328 w 32"/>
                  <a:gd name="T15" fmla="*/ 349596075 h 30"/>
                  <a:gd name="T16" fmla="*/ 102066328 w 32"/>
                  <a:gd name="T17" fmla="*/ 349596075 h 30"/>
                  <a:gd name="T18" fmla="*/ 153101278 w 32"/>
                  <a:gd name="T19" fmla="*/ 362542878 h 30"/>
                  <a:gd name="T20" fmla="*/ 165856444 w 32"/>
                  <a:gd name="T21" fmla="*/ 362542878 h 30"/>
                  <a:gd name="T22" fmla="*/ 204132656 w 32"/>
                  <a:gd name="T23" fmla="*/ 375493280 h 30"/>
                  <a:gd name="T24" fmla="*/ 216891394 w 32"/>
                  <a:gd name="T25" fmla="*/ 375493280 h 30"/>
                  <a:gd name="T26" fmla="*/ 229650131 w 32"/>
                  <a:gd name="T27" fmla="*/ 375493280 h 30"/>
                  <a:gd name="T28" fmla="*/ 242408869 w 32"/>
                  <a:gd name="T29" fmla="*/ 375493280 h 30"/>
                  <a:gd name="T30" fmla="*/ 267922772 w 32"/>
                  <a:gd name="T31" fmla="*/ 388440083 h 30"/>
                  <a:gd name="T32" fmla="*/ 293440247 w 32"/>
                  <a:gd name="T33" fmla="*/ 388440083 h 30"/>
                  <a:gd name="T34" fmla="*/ 331716459 w 32"/>
                  <a:gd name="T35" fmla="*/ 362542878 h 30"/>
                  <a:gd name="T36" fmla="*/ 331716459 w 32"/>
                  <a:gd name="T37" fmla="*/ 349596075 h 30"/>
                  <a:gd name="T38" fmla="*/ 344475197 w 32"/>
                  <a:gd name="T39" fmla="*/ 323698870 h 30"/>
                  <a:gd name="T40" fmla="*/ 344475197 w 32"/>
                  <a:gd name="T41" fmla="*/ 323698870 h 30"/>
                  <a:gd name="T42" fmla="*/ 395506575 w 32"/>
                  <a:gd name="T43" fmla="*/ 129478828 h 30"/>
                  <a:gd name="T44" fmla="*/ 395506575 w 32"/>
                  <a:gd name="T45" fmla="*/ 129478828 h 30"/>
                  <a:gd name="T46" fmla="*/ 395506575 w 32"/>
                  <a:gd name="T47" fmla="*/ 90634820 h 30"/>
                  <a:gd name="T48" fmla="*/ 395506575 w 32"/>
                  <a:gd name="T49" fmla="*/ 77688017 h 30"/>
                  <a:gd name="T50" fmla="*/ 408265313 w 32"/>
                  <a:gd name="T51" fmla="*/ 64741213 h 30"/>
                  <a:gd name="T52" fmla="*/ 382747838 w 32"/>
                  <a:gd name="T53" fmla="*/ 25897205 h 30"/>
                  <a:gd name="T54" fmla="*/ 357233934 w 32"/>
                  <a:gd name="T55" fmla="*/ 0 h 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
                  <a:gd name="T85" fmla="*/ 0 h 30"/>
                  <a:gd name="T86" fmla="*/ 32 w 32"/>
                  <a:gd name="T87" fmla="*/ 30 h 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 h="30">
                    <a:moveTo>
                      <a:pt x="28" y="0"/>
                    </a:moveTo>
                    <a:cubicBezTo>
                      <a:pt x="3" y="0"/>
                      <a:pt x="3" y="0"/>
                      <a:pt x="3" y="0"/>
                    </a:cubicBezTo>
                    <a:cubicBezTo>
                      <a:pt x="1" y="0"/>
                      <a:pt x="0" y="2"/>
                      <a:pt x="0" y="4"/>
                    </a:cubicBezTo>
                    <a:cubicBezTo>
                      <a:pt x="0" y="23"/>
                      <a:pt x="0" y="23"/>
                      <a:pt x="0" y="23"/>
                    </a:cubicBezTo>
                    <a:cubicBezTo>
                      <a:pt x="0" y="25"/>
                      <a:pt x="1" y="27"/>
                      <a:pt x="3" y="27"/>
                    </a:cubicBezTo>
                    <a:cubicBezTo>
                      <a:pt x="3" y="27"/>
                      <a:pt x="4" y="27"/>
                      <a:pt x="4" y="27"/>
                    </a:cubicBezTo>
                    <a:cubicBezTo>
                      <a:pt x="4" y="27"/>
                      <a:pt x="4" y="27"/>
                      <a:pt x="4" y="27"/>
                    </a:cubicBezTo>
                    <a:cubicBezTo>
                      <a:pt x="5" y="27"/>
                      <a:pt x="7" y="27"/>
                      <a:pt x="8" y="27"/>
                    </a:cubicBezTo>
                    <a:cubicBezTo>
                      <a:pt x="8" y="27"/>
                      <a:pt x="8" y="27"/>
                      <a:pt x="8" y="27"/>
                    </a:cubicBezTo>
                    <a:cubicBezTo>
                      <a:pt x="9" y="27"/>
                      <a:pt x="11" y="28"/>
                      <a:pt x="12" y="28"/>
                    </a:cubicBezTo>
                    <a:cubicBezTo>
                      <a:pt x="12" y="28"/>
                      <a:pt x="13" y="28"/>
                      <a:pt x="13" y="28"/>
                    </a:cubicBezTo>
                    <a:cubicBezTo>
                      <a:pt x="14" y="28"/>
                      <a:pt x="15" y="29"/>
                      <a:pt x="16" y="29"/>
                    </a:cubicBezTo>
                    <a:cubicBezTo>
                      <a:pt x="17" y="29"/>
                      <a:pt x="17" y="29"/>
                      <a:pt x="17" y="29"/>
                    </a:cubicBezTo>
                    <a:cubicBezTo>
                      <a:pt x="18" y="29"/>
                      <a:pt x="18" y="29"/>
                      <a:pt x="18" y="29"/>
                    </a:cubicBezTo>
                    <a:cubicBezTo>
                      <a:pt x="18" y="29"/>
                      <a:pt x="19" y="29"/>
                      <a:pt x="19" y="29"/>
                    </a:cubicBezTo>
                    <a:cubicBezTo>
                      <a:pt x="20" y="30"/>
                      <a:pt x="21" y="30"/>
                      <a:pt x="21" y="30"/>
                    </a:cubicBezTo>
                    <a:cubicBezTo>
                      <a:pt x="22" y="30"/>
                      <a:pt x="22" y="30"/>
                      <a:pt x="23" y="30"/>
                    </a:cubicBezTo>
                    <a:cubicBezTo>
                      <a:pt x="24" y="30"/>
                      <a:pt x="26" y="29"/>
                      <a:pt x="26" y="28"/>
                    </a:cubicBezTo>
                    <a:cubicBezTo>
                      <a:pt x="26" y="28"/>
                      <a:pt x="26" y="27"/>
                      <a:pt x="26" y="27"/>
                    </a:cubicBezTo>
                    <a:cubicBezTo>
                      <a:pt x="27" y="26"/>
                      <a:pt x="27" y="26"/>
                      <a:pt x="27" y="25"/>
                    </a:cubicBezTo>
                    <a:cubicBezTo>
                      <a:pt x="27" y="25"/>
                      <a:pt x="27" y="25"/>
                      <a:pt x="27" y="25"/>
                    </a:cubicBezTo>
                    <a:cubicBezTo>
                      <a:pt x="29" y="20"/>
                      <a:pt x="30" y="15"/>
                      <a:pt x="31" y="10"/>
                    </a:cubicBezTo>
                    <a:cubicBezTo>
                      <a:pt x="31" y="10"/>
                      <a:pt x="31" y="10"/>
                      <a:pt x="31" y="10"/>
                    </a:cubicBezTo>
                    <a:cubicBezTo>
                      <a:pt x="31" y="9"/>
                      <a:pt x="31" y="8"/>
                      <a:pt x="31" y="7"/>
                    </a:cubicBezTo>
                    <a:cubicBezTo>
                      <a:pt x="31" y="7"/>
                      <a:pt x="31" y="7"/>
                      <a:pt x="31" y="6"/>
                    </a:cubicBezTo>
                    <a:cubicBezTo>
                      <a:pt x="31" y="6"/>
                      <a:pt x="31" y="5"/>
                      <a:pt x="32" y="5"/>
                    </a:cubicBezTo>
                    <a:cubicBezTo>
                      <a:pt x="32" y="3"/>
                      <a:pt x="31" y="2"/>
                      <a:pt x="30" y="2"/>
                    </a:cubicBezTo>
                    <a:cubicBezTo>
                      <a:pt x="30" y="1"/>
                      <a:pt x="29" y="0"/>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9" name="Freeform 804"/>
              <p:cNvSpPr/>
              <p:nvPr/>
            </p:nvSpPr>
            <p:spPr bwMode="auto">
              <a:xfrm>
                <a:off x="2765425" y="3079750"/>
                <a:ext cx="114300" cy="107950"/>
              </a:xfrm>
              <a:custGeom>
                <a:avLst/>
                <a:gdLst>
                  <a:gd name="T0" fmla="*/ 408265313 w 32"/>
                  <a:gd name="T1" fmla="*/ 297805263 h 30"/>
                  <a:gd name="T2" fmla="*/ 408265313 w 32"/>
                  <a:gd name="T3" fmla="*/ 51790812 h 30"/>
                  <a:gd name="T4" fmla="*/ 357233934 w 32"/>
                  <a:gd name="T5" fmla="*/ 0 h 30"/>
                  <a:gd name="T6" fmla="*/ 51034950 w 32"/>
                  <a:gd name="T7" fmla="*/ 0 h 30"/>
                  <a:gd name="T8" fmla="*/ 12758738 w 32"/>
                  <a:gd name="T9" fmla="*/ 25897205 h 30"/>
                  <a:gd name="T10" fmla="*/ 0 w 32"/>
                  <a:gd name="T11" fmla="*/ 64741213 h 30"/>
                  <a:gd name="T12" fmla="*/ 0 w 32"/>
                  <a:gd name="T13" fmla="*/ 77688017 h 30"/>
                  <a:gd name="T14" fmla="*/ 0 w 32"/>
                  <a:gd name="T15" fmla="*/ 90634820 h 30"/>
                  <a:gd name="T16" fmla="*/ 0 w 32"/>
                  <a:gd name="T17" fmla="*/ 129478828 h 30"/>
                  <a:gd name="T18" fmla="*/ 0 w 32"/>
                  <a:gd name="T19" fmla="*/ 129478828 h 30"/>
                  <a:gd name="T20" fmla="*/ 51034950 w 32"/>
                  <a:gd name="T21" fmla="*/ 323698870 h 30"/>
                  <a:gd name="T22" fmla="*/ 51034950 w 32"/>
                  <a:gd name="T23" fmla="*/ 323698870 h 30"/>
                  <a:gd name="T24" fmla="*/ 63790116 w 32"/>
                  <a:gd name="T25" fmla="*/ 349596075 h 30"/>
                  <a:gd name="T26" fmla="*/ 63790116 w 32"/>
                  <a:gd name="T27" fmla="*/ 362542878 h 30"/>
                  <a:gd name="T28" fmla="*/ 114825066 w 32"/>
                  <a:gd name="T29" fmla="*/ 388440083 h 30"/>
                  <a:gd name="T30" fmla="*/ 114825066 w 32"/>
                  <a:gd name="T31" fmla="*/ 388440083 h 30"/>
                  <a:gd name="T32" fmla="*/ 127583803 w 32"/>
                  <a:gd name="T33" fmla="*/ 388440083 h 30"/>
                  <a:gd name="T34" fmla="*/ 153101278 w 32"/>
                  <a:gd name="T35" fmla="*/ 375493280 h 30"/>
                  <a:gd name="T36" fmla="*/ 165856444 w 32"/>
                  <a:gd name="T37" fmla="*/ 375493280 h 30"/>
                  <a:gd name="T38" fmla="*/ 178615181 w 32"/>
                  <a:gd name="T39" fmla="*/ 375493280 h 30"/>
                  <a:gd name="T40" fmla="*/ 191373919 w 32"/>
                  <a:gd name="T41" fmla="*/ 375493280 h 30"/>
                  <a:gd name="T42" fmla="*/ 229650131 w 32"/>
                  <a:gd name="T43" fmla="*/ 362542878 h 30"/>
                  <a:gd name="T44" fmla="*/ 242408869 w 32"/>
                  <a:gd name="T45" fmla="*/ 362542878 h 30"/>
                  <a:gd name="T46" fmla="*/ 293440247 w 32"/>
                  <a:gd name="T47" fmla="*/ 349596075 h 30"/>
                  <a:gd name="T48" fmla="*/ 293440247 w 32"/>
                  <a:gd name="T49" fmla="*/ 349596075 h 30"/>
                  <a:gd name="T50" fmla="*/ 344475197 w 32"/>
                  <a:gd name="T51" fmla="*/ 349596075 h 30"/>
                  <a:gd name="T52" fmla="*/ 344475197 w 32"/>
                  <a:gd name="T53" fmla="*/ 349596075 h 30"/>
                  <a:gd name="T54" fmla="*/ 357233934 w 32"/>
                  <a:gd name="T55" fmla="*/ 349596075 h 30"/>
                  <a:gd name="T56" fmla="*/ 408265313 w 32"/>
                  <a:gd name="T57" fmla="*/ 297805263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30"/>
                  <a:gd name="T89" fmla="*/ 32 w 32"/>
                  <a:gd name="T90" fmla="*/ 30 h 3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30">
                    <a:moveTo>
                      <a:pt x="32" y="23"/>
                    </a:moveTo>
                    <a:cubicBezTo>
                      <a:pt x="32" y="4"/>
                      <a:pt x="32" y="4"/>
                      <a:pt x="32" y="4"/>
                    </a:cubicBezTo>
                    <a:cubicBezTo>
                      <a:pt x="32" y="2"/>
                      <a:pt x="30" y="0"/>
                      <a:pt x="28" y="0"/>
                    </a:cubicBezTo>
                    <a:cubicBezTo>
                      <a:pt x="4" y="0"/>
                      <a:pt x="4" y="0"/>
                      <a:pt x="4" y="0"/>
                    </a:cubicBezTo>
                    <a:cubicBezTo>
                      <a:pt x="3" y="0"/>
                      <a:pt x="1" y="1"/>
                      <a:pt x="1" y="2"/>
                    </a:cubicBezTo>
                    <a:cubicBezTo>
                      <a:pt x="0" y="2"/>
                      <a:pt x="0" y="3"/>
                      <a:pt x="0" y="5"/>
                    </a:cubicBezTo>
                    <a:cubicBezTo>
                      <a:pt x="0" y="5"/>
                      <a:pt x="0" y="6"/>
                      <a:pt x="0" y="6"/>
                    </a:cubicBezTo>
                    <a:cubicBezTo>
                      <a:pt x="0" y="6"/>
                      <a:pt x="0" y="7"/>
                      <a:pt x="0" y="7"/>
                    </a:cubicBezTo>
                    <a:cubicBezTo>
                      <a:pt x="0" y="8"/>
                      <a:pt x="0" y="9"/>
                      <a:pt x="0" y="10"/>
                    </a:cubicBezTo>
                    <a:cubicBezTo>
                      <a:pt x="0" y="10"/>
                      <a:pt x="0" y="10"/>
                      <a:pt x="0" y="10"/>
                    </a:cubicBezTo>
                    <a:cubicBezTo>
                      <a:pt x="1" y="15"/>
                      <a:pt x="2" y="20"/>
                      <a:pt x="4" y="25"/>
                    </a:cubicBezTo>
                    <a:cubicBezTo>
                      <a:pt x="4" y="25"/>
                      <a:pt x="4" y="25"/>
                      <a:pt x="4" y="25"/>
                    </a:cubicBezTo>
                    <a:cubicBezTo>
                      <a:pt x="4" y="26"/>
                      <a:pt x="5" y="26"/>
                      <a:pt x="5" y="27"/>
                    </a:cubicBezTo>
                    <a:cubicBezTo>
                      <a:pt x="5" y="27"/>
                      <a:pt x="5" y="28"/>
                      <a:pt x="5" y="28"/>
                    </a:cubicBezTo>
                    <a:cubicBezTo>
                      <a:pt x="6" y="29"/>
                      <a:pt x="7" y="30"/>
                      <a:pt x="9" y="30"/>
                    </a:cubicBezTo>
                    <a:cubicBezTo>
                      <a:pt x="9" y="30"/>
                      <a:pt x="9" y="30"/>
                      <a:pt x="9" y="30"/>
                    </a:cubicBezTo>
                    <a:cubicBezTo>
                      <a:pt x="9" y="30"/>
                      <a:pt x="9" y="30"/>
                      <a:pt x="10" y="30"/>
                    </a:cubicBezTo>
                    <a:cubicBezTo>
                      <a:pt x="11" y="30"/>
                      <a:pt x="12" y="30"/>
                      <a:pt x="12" y="29"/>
                    </a:cubicBezTo>
                    <a:cubicBezTo>
                      <a:pt x="13" y="29"/>
                      <a:pt x="13" y="29"/>
                      <a:pt x="13" y="29"/>
                    </a:cubicBezTo>
                    <a:cubicBezTo>
                      <a:pt x="13" y="29"/>
                      <a:pt x="13" y="29"/>
                      <a:pt x="14" y="29"/>
                    </a:cubicBezTo>
                    <a:cubicBezTo>
                      <a:pt x="14" y="29"/>
                      <a:pt x="15" y="29"/>
                      <a:pt x="15" y="29"/>
                    </a:cubicBezTo>
                    <a:cubicBezTo>
                      <a:pt x="16" y="29"/>
                      <a:pt x="17" y="28"/>
                      <a:pt x="18" y="28"/>
                    </a:cubicBezTo>
                    <a:cubicBezTo>
                      <a:pt x="18" y="28"/>
                      <a:pt x="19" y="28"/>
                      <a:pt x="19" y="28"/>
                    </a:cubicBezTo>
                    <a:cubicBezTo>
                      <a:pt x="21" y="28"/>
                      <a:pt x="22" y="27"/>
                      <a:pt x="23" y="27"/>
                    </a:cubicBezTo>
                    <a:cubicBezTo>
                      <a:pt x="23" y="27"/>
                      <a:pt x="23" y="27"/>
                      <a:pt x="23" y="27"/>
                    </a:cubicBezTo>
                    <a:cubicBezTo>
                      <a:pt x="25" y="27"/>
                      <a:pt x="26" y="27"/>
                      <a:pt x="27" y="27"/>
                    </a:cubicBezTo>
                    <a:cubicBezTo>
                      <a:pt x="27" y="27"/>
                      <a:pt x="27" y="27"/>
                      <a:pt x="27" y="27"/>
                    </a:cubicBezTo>
                    <a:cubicBezTo>
                      <a:pt x="28" y="27"/>
                      <a:pt x="28" y="27"/>
                      <a:pt x="28" y="27"/>
                    </a:cubicBezTo>
                    <a:cubicBezTo>
                      <a:pt x="30" y="27"/>
                      <a:pt x="32" y="25"/>
                      <a:pt x="3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0" name="Freeform 805"/>
              <p:cNvSpPr/>
              <p:nvPr/>
            </p:nvSpPr>
            <p:spPr bwMode="auto">
              <a:xfrm>
                <a:off x="2803525" y="3194050"/>
                <a:ext cx="76200" cy="71438"/>
              </a:xfrm>
              <a:custGeom>
                <a:avLst/>
                <a:gdLst>
                  <a:gd name="T0" fmla="*/ 250164600 w 21"/>
                  <a:gd name="T1" fmla="*/ 242410565 h 20"/>
                  <a:gd name="T2" fmla="*/ 276497143 w 21"/>
                  <a:gd name="T3" fmla="*/ 204134085 h 20"/>
                  <a:gd name="T4" fmla="*/ 276497143 w 21"/>
                  <a:gd name="T5" fmla="*/ 51035307 h 20"/>
                  <a:gd name="T6" fmla="*/ 250164600 w 21"/>
                  <a:gd name="T7" fmla="*/ 12758827 h 20"/>
                  <a:gd name="T8" fmla="*/ 223832057 w 21"/>
                  <a:gd name="T9" fmla="*/ 0 h 20"/>
                  <a:gd name="T10" fmla="*/ 171163343 w 21"/>
                  <a:gd name="T11" fmla="*/ 0 h 20"/>
                  <a:gd name="T12" fmla="*/ 171163343 w 21"/>
                  <a:gd name="T13" fmla="*/ 0 h 20"/>
                  <a:gd name="T14" fmla="*/ 118498257 w 21"/>
                  <a:gd name="T15" fmla="*/ 12758827 h 20"/>
                  <a:gd name="T16" fmla="*/ 105333800 w 21"/>
                  <a:gd name="T17" fmla="*/ 12758827 h 20"/>
                  <a:gd name="T18" fmla="*/ 65833171 w 21"/>
                  <a:gd name="T19" fmla="*/ 12758827 h 20"/>
                  <a:gd name="T20" fmla="*/ 52665086 w 21"/>
                  <a:gd name="T21" fmla="*/ 25517654 h 20"/>
                  <a:gd name="T22" fmla="*/ 39500629 w 21"/>
                  <a:gd name="T23" fmla="*/ 25517654 h 20"/>
                  <a:gd name="T24" fmla="*/ 0 w 21"/>
                  <a:gd name="T25" fmla="*/ 51035307 h 20"/>
                  <a:gd name="T26" fmla="*/ 13168086 w 21"/>
                  <a:gd name="T27" fmla="*/ 102067043 h 20"/>
                  <a:gd name="T28" fmla="*/ 13168086 w 21"/>
                  <a:gd name="T29" fmla="*/ 102067043 h 20"/>
                  <a:gd name="T30" fmla="*/ 26332543 w 21"/>
                  <a:gd name="T31" fmla="*/ 127584696 h 20"/>
                  <a:gd name="T32" fmla="*/ 39500629 w 21"/>
                  <a:gd name="T33" fmla="*/ 127584696 h 20"/>
                  <a:gd name="T34" fmla="*/ 52665086 w 21"/>
                  <a:gd name="T35" fmla="*/ 153102350 h 20"/>
                  <a:gd name="T36" fmla="*/ 65833171 w 21"/>
                  <a:gd name="T37" fmla="*/ 165861177 h 20"/>
                  <a:gd name="T38" fmla="*/ 78997629 w 21"/>
                  <a:gd name="T39" fmla="*/ 178620003 h 20"/>
                  <a:gd name="T40" fmla="*/ 92165714 w 21"/>
                  <a:gd name="T41" fmla="*/ 178620003 h 20"/>
                  <a:gd name="T42" fmla="*/ 92165714 w 21"/>
                  <a:gd name="T43" fmla="*/ 191378830 h 20"/>
                  <a:gd name="T44" fmla="*/ 118498257 w 21"/>
                  <a:gd name="T45" fmla="*/ 204134085 h 20"/>
                  <a:gd name="T46" fmla="*/ 118498257 w 21"/>
                  <a:gd name="T47" fmla="*/ 204134085 h 20"/>
                  <a:gd name="T48" fmla="*/ 131666343 w 21"/>
                  <a:gd name="T49" fmla="*/ 216892912 h 20"/>
                  <a:gd name="T50" fmla="*/ 144830800 w 21"/>
                  <a:gd name="T51" fmla="*/ 216892912 h 20"/>
                  <a:gd name="T52" fmla="*/ 157998886 w 21"/>
                  <a:gd name="T53" fmla="*/ 229651739 h 20"/>
                  <a:gd name="T54" fmla="*/ 171163343 w 21"/>
                  <a:gd name="T55" fmla="*/ 229651739 h 20"/>
                  <a:gd name="T56" fmla="*/ 184331429 w 21"/>
                  <a:gd name="T57" fmla="*/ 242410565 h 20"/>
                  <a:gd name="T58" fmla="*/ 184331429 w 21"/>
                  <a:gd name="T59" fmla="*/ 242410565 h 20"/>
                  <a:gd name="T60" fmla="*/ 210663971 w 21"/>
                  <a:gd name="T61" fmla="*/ 255169392 h 20"/>
                  <a:gd name="T62" fmla="*/ 250164600 w 21"/>
                  <a:gd name="T63" fmla="*/ 242410565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
                  <a:gd name="T97" fmla="*/ 0 h 20"/>
                  <a:gd name="T98" fmla="*/ 21 w 21"/>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 h="20">
                    <a:moveTo>
                      <a:pt x="19" y="19"/>
                    </a:moveTo>
                    <a:cubicBezTo>
                      <a:pt x="20" y="18"/>
                      <a:pt x="21" y="17"/>
                      <a:pt x="21" y="16"/>
                    </a:cubicBezTo>
                    <a:cubicBezTo>
                      <a:pt x="21" y="4"/>
                      <a:pt x="21" y="4"/>
                      <a:pt x="21" y="4"/>
                    </a:cubicBezTo>
                    <a:cubicBezTo>
                      <a:pt x="21" y="3"/>
                      <a:pt x="20" y="1"/>
                      <a:pt x="19" y="1"/>
                    </a:cubicBezTo>
                    <a:cubicBezTo>
                      <a:pt x="19" y="0"/>
                      <a:pt x="18" y="0"/>
                      <a:pt x="17" y="0"/>
                    </a:cubicBezTo>
                    <a:cubicBezTo>
                      <a:pt x="15" y="0"/>
                      <a:pt x="14" y="0"/>
                      <a:pt x="13" y="0"/>
                    </a:cubicBezTo>
                    <a:cubicBezTo>
                      <a:pt x="13" y="0"/>
                      <a:pt x="13" y="0"/>
                      <a:pt x="13" y="0"/>
                    </a:cubicBezTo>
                    <a:cubicBezTo>
                      <a:pt x="12" y="0"/>
                      <a:pt x="10" y="0"/>
                      <a:pt x="9" y="1"/>
                    </a:cubicBezTo>
                    <a:cubicBezTo>
                      <a:pt x="9" y="1"/>
                      <a:pt x="8" y="1"/>
                      <a:pt x="8" y="1"/>
                    </a:cubicBezTo>
                    <a:cubicBezTo>
                      <a:pt x="7" y="1"/>
                      <a:pt x="6" y="1"/>
                      <a:pt x="5" y="1"/>
                    </a:cubicBezTo>
                    <a:cubicBezTo>
                      <a:pt x="5" y="1"/>
                      <a:pt x="4" y="2"/>
                      <a:pt x="4" y="2"/>
                    </a:cubicBezTo>
                    <a:cubicBezTo>
                      <a:pt x="4" y="2"/>
                      <a:pt x="3" y="2"/>
                      <a:pt x="3" y="2"/>
                    </a:cubicBezTo>
                    <a:cubicBezTo>
                      <a:pt x="2" y="2"/>
                      <a:pt x="1" y="3"/>
                      <a:pt x="0" y="4"/>
                    </a:cubicBezTo>
                    <a:cubicBezTo>
                      <a:pt x="0" y="6"/>
                      <a:pt x="0" y="7"/>
                      <a:pt x="1" y="8"/>
                    </a:cubicBezTo>
                    <a:cubicBezTo>
                      <a:pt x="1" y="8"/>
                      <a:pt x="1" y="8"/>
                      <a:pt x="1" y="8"/>
                    </a:cubicBezTo>
                    <a:cubicBezTo>
                      <a:pt x="1" y="9"/>
                      <a:pt x="2" y="9"/>
                      <a:pt x="2" y="10"/>
                    </a:cubicBezTo>
                    <a:cubicBezTo>
                      <a:pt x="2" y="10"/>
                      <a:pt x="2" y="10"/>
                      <a:pt x="3" y="10"/>
                    </a:cubicBezTo>
                    <a:cubicBezTo>
                      <a:pt x="3" y="11"/>
                      <a:pt x="4" y="11"/>
                      <a:pt x="4" y="12"/>
                    </a:cubicBezTo>
                    <a:cubicBezTo>
                      <a:pt x="4" y="12"/>
                      <a:pt x="5" y="12"/>
                      <a:pt x="5" y="13"/>
                    </a:cubicBezTo>
                    <a:cubicBezTo>
                      <a:pt x="5" y="13"/>
                      <a:pt x="5" y="13"/>
                      <a:pt x="6" y="14"/>
                    </a:cubicBezTo>
                    <a:cubicBezTo>
                      <a:pt x="6" y="14"/>
                      <a:pt x="6" y="14"/>
                      <a:pt x="7" y="14"/>
                    </a:cubicBezTo>
                    <a:cubicBezTo>
                      <a:pt x="7" y="15"/>
                      <a:pt x="7" y="15"/>
                      <a:pt x="7" y="15"/>
                    </a:cubicBezTo>
                    <a:cubicBezTo>
                      <a:pt x="8" y="15"/>
                      <a:pt x="8" y="15"/>
                      <a:pt x="9" y="16"/>
                    </a:cubicBezTo>
                    <a:cubicBezTo>
                      <a:pt x="9" y="16"/>
                      <a:pt x="9" y="16"/>
                      <a:pt x="9" y="16"/>
                    </a:cubicBezTo>
                    <a:cubicBezTo>
                      <a:pt x="10" y="16"/>
                      <a:pt x="10" y="17"/>
                      <a:pt x="10" y="17"/>
                    </a:cubicBezTo>
                    <a:cubicBezTo>
                      <a:pt x="11" y="17"/>
                      <a:pt x="11" y="17"/>
                      <a:pt x="11" y="17"/>
                    </a:cubicBezTo>
                    <a:cubicBezTo>
                      <a:pt x="11" y="18"/>
                      <a:pt x="12" y="18"/>
                      <a:pt x="12" y="18"/>
                    </a:cubicBezTo>
                    <a:cubicBezTo>
                      <a:pt x="12" y="18"/>
                      <a:pt x="12" y="18"/>
                      <a:pt x="13" y="18"/>
                    </a:cubicBezTo>
                    <a:cubicBezTo>
                      <a:pt x="13" y="18"/>
                      <a:pt x="14" y="19"/>
                      <a:pt x="14" y="19"/>
                    </a:cubicBezTo>
                    <a:cubicBezTo>
                      <a:pt x="14" y="19"/>
                      <a:pt x="14" y="19"/>
                      <a:pt x="14" y="19"/>
                    </a:cubicBezTo>
                    <a:cubicBezTo>
                      <a:pt x="15" y="19"/>
                      <a:pt x="15" y="19"/>
                      <a:pt x="16" y="20"/>
                    </a:cubicBezTo>
                    <a:cubicBezTo>
                      <a:pt x="17" y="20"/>
                      <a:pt x="18" y="20"/>
                      <a:pt x="19"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1" name="Freeform 806"/>
              <p:cNvSpPr/>
              <p:nvPr/>
            </p:nvSpPr>
            <p:spPr bwMode="auto">
              <a:xfrm>
                <a:off x="2897188" y="3194050"/>
                <a:ext cx="71438" cy="71438"/>
              </a:xfrm>
              <a:custGeom>
                <a:avLst/>
                <a:gdLst>
                  <a:gd name="T0" fmla="*/ 255169392 w 20"/>
                  <a:gd name="T1" fmla="*/ 51035307 h 20"/>
                  <a:gd name="T2" fmla="*/ 216892912 w 20"/>
                  <a:gd name="T3" fmla="*/ 25517654 h 20"/>
                  <a:gd name="T4" fmla="*/ 204134085 w 20"/>
                  <a:gd name="T5" fmla="*/ 25517654 h 20"/>
                  <a:gd name="T6" fmla="*/ 191378830 w 20"/>
                  <a:gd name="T7" fmla="*/ 12758827 h 20"/>
                  <a:gd name="T8" fmla="*/ 153102350 w 20"/>
                  <a:gd name="T9" fmla="*/ 12758827 h 20"/>
                  <a:gd name="T10" fmla="*/ 140343523 w 20"/>
                  <a:gd name="T11" fmla="*/ 12758827 h 20"/>
                  <a:gd name="T12" fmla="*/ 102067043 w 20"/>
                  <a:gd name="T13" fmla="*/ 0 h 20"/>
                  <a:gd name="T14" fmla="*/ 89308216 w 20"/>
                  <a:gd name="T15" fmla="*/ 0 h 20"/>
                  <a:gd name="T16" fmla="*/ 38276480 w 20"/>
                  <a:gd name="T17" fmla="*/ 0 h 20"/>
                  <a:gd name="T18" fmla="*/ 12758827 w 20"/>
                  <a:gd name="T19" fmla="*/ 12758827 h 20"/>
                  <a:gd name="T20" fmla="*/ 0 w 20"/>
                  <a:gd name="T21" fmla="*/ 51035307 h 20"/>
                  <a:gd name="T22" fmla="*/ 0 w 20"/>
                  <a:gd name="T23" fmla="*/ 204134085 h 20"/>
                  <a:gd name="T24" fmla="*/ 12758827 w 20"/>
                  <a:gd name="T25" fmla="*/ 242410565 h 20"/>
                  <a:gd name="T26" fmla="*/ 63794134 w 20"/>
                  <a:gd name="T27" fmla="*/ 255169392 h 20"/>
                  <a:gd name="T28" fmla="*/ 76549389 w 20"/>
                  <a:gd name="T29" fmla="*/ 242410565 h 20"/>
                  <a:gd name="T30" fmla="*/ 76549389 w 20"/>
                  <a:gd name="T31" fmla="*/ 242410565 h 20"/>
                  <a:gd name="T32" fmla="*/ 102067043 w 20"/>
                  <a:gd name="T33" fmla="*/ 229651739 h 20"/>
                  <a:gd name="T34" fmla="*/ 102067043 w 20"/>
                  <a:gd name="T35" fmla="*/ 229651739 h 20"/>
                  <a:gd name="T36" fmla="*/ 114825869 w 20"/>
                  <a:gd name="T37" fmla="*/ 216892912 h 20"/>
                  <a:gd name="T38" fmla="*/ 127584696 w 20"/>
                  <a:gd name="T39" fmla="*/ 216892912 h 20"/>
                  <a:gd name="T40" fmla="*/ 140343523 w 20"/>
                  <a:gd name="T41" fmla="*/ 204134085 h 20"/>
                  <a:gd name="T42" fmla="*/ 153102350 w 20"/>
                  <a:gd name="T43" fmla="*/ 204134085 h 20"/>
                  <a:gd name="T44" fmla="*/ 165861177 w 20"/>
                  <a:gd name="T45" fmla="*/ 191378830 h 20"/>
                  <a:gd name="T46" fmla="*/ 178620003 w 20"/>
                  <a:gd name="T47" fmla="*/ 178620003 h 20"/>
                  <a:gd name="T48" fmla="*/ 178620003 w 20"/>
                  <a:gd name="T49" fmla="*/ 178620003 h 20"/>
                  <a:gd name="T50" fmla="*/ 191378830 w 20"/>
                  <a:gd name="T51" fmla="*/ 165861177 h 20"/>
                  <a:gd name="T52" fmla="*/ 204134085 w 20"/>
                  <a:gd name="T53" fmla="*/ 153102350 h 20"/>
                  <a:gd name="T54" fmla="*/ 229651739 w 20"/>
                  <a:gd name="T55" fmla="*/ 127584696 h 20"/>
                  <a:gd name="T56" fmla="*/ 229651739 w 20"/>
                  <a:gd name="T57" fmla="*/ 127584696 h 20"/>
                  <a:gd name="T58" fmla="*/ 242410565 w 20"/>
                  <a:gd name="T59" fmla="*/ 102067043 h 20"/>
                  <a:gd name="T60" fmla="*/ 242410565 w 20"/>
                  <a:gd name="T61" fmla="*/ 102067043 h 20"/>
                  <a:gd name="T62" fmla="*/ 255169392 w 20"/>
                  <a:gd name="T63" fmla="*/ 51035307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
                  <a:gd name="T97" fmla="*/ 0 h 20"/>
                  <a:gd name="T98" fmla="*/ 20 w 20"/>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 h="20">
                    <a:moveTo>
                      <a:pt x="20" y="4"/>
                    </a:moveTo>
                    <a:cubicBezTo>
                      <a:pt x="19" y="3"/>
                      <a:pt x="18" y="2"/>
                      <a:pt x="17" y="2"/>
                    </a:cubicBezTo>
                    <a:cubicBezTo>
                      <a:pt x="17" y="2"/>
                      <a:pt x="17" y="2"/>
                      <a:pt x="16" y="2"/>
                    </a:cubicBezTo>
                    <a:cubicBezTo>
                      <a:pt x="16" y="2"/>
                      <a:pt x="16" y="2"/>
                      <a:pt x="15" y="1"/>
                    </a:cubicBezTo>
                    <a:cubicBezTo>
                      <a:pt x="14" y="1"/>
                      <a:pt x="13" y="1"/>
                      <a:pt x="12" y="1"/>
                    </a:cubicBezTo>
                    <a:cubicBezTo>
                      <a:pt x="12" y="1"/>
                      <a:pt x="12" y="1"/>
                      <a:pt x="11" y="1"/>
                    </a:cubicBezTo>
                    <a:cubicBezTo>
                      <a:pt x="10" y="0"/>
                      <a:pt x="9" y="0"/>
                      <a:pt x="8" y="0"/>
                    </a:cubicBezTo>
                    <a:cubicBezTo>
                      <a:pt x="7" y="0"/>
                      <a:pt x="7" y="0"/>
                      <a:pt x="7" y="0"/>
                    </a:cubicBezTo>
                    <a:cubicBezTo>
                      <a:pt x="6" y="0"/>
                      <a:pt x="5" y="0"/>
                      <a:pt x="3" y="0"/>
                    </a:cubicBezTo>
                    <a:cubicBezTo>
                      <a:pt x="2" y="0"/>
                      <a:pt x="2" y="0"/>
                      <a:pt x="1" y="1"/>
                    </a:cubicBezTo>
                    <a:cubicBezTo>
                      <a:pt x="0" y="1"/>
                      <a:pt x="0" y="3"/>
                      <a:pt x="0" y="4"/>
                    </a:cubicBezTo>
                    <a:cubicBezTo>
                      <a:pt x="0" y="16"/>
                      <a:pt x="0" y="16"/>
                      <a:pt x="0" y="16"/>
                    </a:cubicBezTo>
                    <a:cubicBezTo>
                      <a:pt x="0" y="17"/>
                      <a:pt x="0" y="18"/>
                      <a:pt x="1" y="19"/>
                    </a:cubicBezTo>
                    <a:cubicBezTo>
                      <a:pt x="2" y="20"/>
                      <a:pt x="3" y="20"/>
                      <a:pt x="5" y="20"/>
                    </a:cubicBezTo>
                    <a:cubicBezTo>
                      <a:pt x="5" y="19"/>
                      <a:pt x="6" y="19"/>
                      <a:pt x="6" y="19"/>
                    </a:cubicBezTo>
                    <a:cubicBezTo>
                      <a:pt x="6" y="19"/>
                      <a:pt x="6" y="19"/>
                      <a:pt x="6" y="19"/>
                    </a:cubicBezTo>
                    <a:cubicBezTo>
                      <a:pt x="7" y="19"/>
                      <a:pt x="7" y="18"/>
                      <a:pt x="8" y="18"/>
                    </a:cubicBezTo>
                    <a:cubicBezTo>
                      <a:pt x="8" y="18"/>
                      <a:pt x="8" y="18"/>
                      <a:pt x="8" y="18"/>
                    </a:cubicBezTo>
                    <a:cubicBezTo>
                      <a:pt x="8" y="18"/>
                      <a:pt x="9" y="18"/>
                      <a:pt x="9" y="17"/>
                    </a:cubicBezTo>
                    <a:cubicBezTo>
                      <a:pt x="10" y="17"/>
                      <a:pt x="10" y="17"/>
                      <a:pt x="10" y="17"/>
                    </a:cubicBezTo>
                    <a:cubicBezTo>
                      <a:pt x="10" y="17"/>
                      <a:pt x="11" y="16"/>
                      <a:pt x="11" y="16"/>
                    </a:cubicBezTo>
                    <a:cubicBezTo>
                      <a:pt x="11" y="16"/>
                      <a:pt x="11" y="16"/>
                      <a:pt x="12" y="16"/>
                    </a:cubicBezTo>
                    <a:cubicBezTo>
                      <a:pt x="12" y="15"/>
                      <a:pt x="12" y="15"/>
                      <a:pt x="13" y="15"/>
                    </a:cubicBezTo>
                    <a:cubicBezTo>
                      <a:pt x="13" y="15"/>
                      <a:pt x="13" y="15"/>
                      <a:pt x="14" y="14"/>
                    </a:cubicBezTo>
                    <a:cubicBezTo>
                      <a:pt x="14" y="14"/>
                      <a:pt x="14" y="14"/>
                      <a:pt x="14" y="14"/>
                    </a:cubicBezTo>
                    <a:cubicBezTo>
                      <a:pt x="15" y="13"/>
                      <a:pt x="15" y="13"/>
                      <a:pt x="15" y="13"/>
                    </a:cubicBezTo>
                    <a:cubicBezTo>
                      <a:pt x="16" y="12"/>
                      <a:pt x="16" y="12"/>
                      <a:pt x="16" y="12"/>
                    </a:cubicBezTo>
                    <a:cubicBezTo>
                      <a:pt x="17" y="11"/>
                      <a:pt x="17" y="11"/>
                      <a:pt x="18" y="10"/>
                    </a:cubicBezTo>
                    <a:cubicBezTo>
                      <a:pt x="18" y="10"/>
                      <a:pt x="18" y="10"/>
                      <a:pt x="18" y="10"/>
                    </a:cubicBezTo>
                    <a:cubicBezTo>
                      <a:pt x="18" y="9"/>
                      <a:pt x="19" y="9"/>
                      <a:pt x="19" y="8"/>
                    </a:cubicBezTo>
                    <a:cubicBezTo>
                      <a:pt x="19" y="8"/>
                      <a:pt x="19" y="8"/>
                      <a:pt x="19" y="8"/>
                    </a:cubicBezTo>
                    <a:cubicBezTo>
                      <a:pt x="20" y="7"/>
                      <a:pt x="20" y="6"/>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2" name="Freeform 807"/>
              <p:cNvSpPr/>
              <p:nvPr/>
            </p:nvSpPr>
            <p:spPr bwMode="auto">
              <a:xfrm>
                <a:off x="3003550" y="2940050"/>
                <a:ext cx="79375" cy="125413"/>
              </a:xfrm>
              <a:custGeom>
                <a:avLst/>
                <a:gdLst>
                  <a:gd name="T0" fmla="*/ 78105000 w 22"/>
                  <a:gd name="T1" fmla="*/ 398025030 h 35"/>
                  <a:gd name="T2" fmla="*/ 78105000 w 22"/>
                  <a:gd name="T3" fmla="*/ 385186322 h 35"/>
                  <a:gd name="T4" fmla="*/ 78105000 w 22"/>
                  <a:gd name="T5" fmla="*/ 385186322 h 35"/>
                  <a:gd name="T6" fmla="*/ 78105000 w 22"/>
                  <a:gd name="T7" fmla="*/ 372347614 h 35"/>
                  <a:gd name="T8" fmla="*/ 78105000 w 22"/>
                  <a:gd name="T9" fmla="*/ 346666615 h 35"/>
                  <a:gd name="T10" fmla="*/ 78105000 w 22"/>
                  <a:gd name="T11" fmla="*/ 333827907 h 35"/>
                  <a:gd name="T12" fmla="*/ 78105000 w 22"/>
                  <a:gd name="T13" fmla="*/ 308146907 h 35"/>
                  <a:gd name="T14" fmla="*/ 65087500 w 22"/>
                  <a:gd name="T15" fmla="*/ 295308199 h 35"/>
                  <a:gd name="T16" fmla="*/ 65087500 w 22"/>
                  <a:gd name="T17" fmla="*/ 269630784 h 35"/>
                  <a:gd name="T18" fmla="*/ 65087500 w 22"/>
                  <a:gd name="T19" fmla="*/ 243949784 h 35"/>
                  <a:gd name="T20" fmla="*/ 52070000 w 22"/>
                  <a:gd name="T21" fmla="*/ 231111076 h 35"/>
                  <a:gd name="T22" fmla="*/ 52070000 w 22"/>
                  <a:gd name="T23" fmla="*/ 205433660 h 35"/>
                  <a:gd name="T24" fmla="*/ 52070000 w 22"/>
                  <a:gd name="T25" fmla="*/ 192591369 h 35"/>
                  <a:gd name="T26" fmla="*/ 39052500 w 22"/>
                  <a:gd name="T27" fmla="*/ 166913953 h 35"/>
                  <a:gd name="T28" fmla="*/ 39052500 w 22"/>
                  <a:gd name="T29" fmla="*/ 154075245 h 35"/>
                  <a:gd name="T30" fmla="*/ 26035000 w 22"/>
                  <a:gd name="T31" fmla="*/ 128394246 h 35"/>
                  <a:gd name="T32" fmla="*/ 26035000 w 22"/>
                  <a:gd name="T33" fmla="*/ 115555538 h 35"/>
                  <a:gd name="T34" fmla="*/ 13017500 w 22"/>
                  <a:gd name="T35" fmla="*/ 89878122 h 35"/>
                  <a:gd name="T36" fmla="*/ 13017500 w 22"/>
                  <a:gd name="T37" fmla="*/ 77035831 h 35"/>
                  <a:gd name="T38" fmla="*/ 39052500 w 22"/>
                  <a:gd name="T39" fmla="*/ 12838708 h 35"/>
                  <a:gd name="T40" fmla="*/ 52070000 w 22"/>
                  <a:gd name="T41" fmla="*/ 0 h 35"/>
                  <a:gd name="T42" fmla="*/ 65087500 w 22"/>
                  <a:gd name="T43" fmla="*/ 0 h 35"/>
                  <a:gd name="T44" fmla="*/ 104140000 w 22"/>
                  <a:gd name="T45" fmla="*/ 12838708 h 35"/>
                  <a:gd name="T46" fmla="*/ 286381392 w 22"/>
                  <a:gd name="T47" fmla="*/ 385186322 h 35"/>
                  <a:gd name="T48" fmla="*/ 273363892 w 22"/>
                  <a:gd name="T49" fmla="*/ 436544737 h 35"/>
                  <a:gd name="T50" fmla="*/ 234311392 w 22"/>
                  <a:gd name="T51" fmla="*/ 449383445 h 35"/>
                  <a:gd name="T52" fmla="*/ 130175000 w 22"/>
                  <a:gd name="T53" fmla="*/ 449383445 h 35"/>
                  <a:gd name="T54" fmla="*/ 78105000 w 22"/>
                  <a:gd name="T55" fmla="*/ 398025030 h 3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
                  <a:gd name="T85" fmla="*/ 0 h 35"/>
                  <a:gd name="T86" fmla="*/ 22 w 22"/>
                  <a:gd name="T87" fmla="*/ 35 h 3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 h="35">
                    <a:moveTo>
                      <a:pt x="6" y="31"/>
                    </a:moveTo>
                    <a:cubicBezTo>
                      <a:pt x="6" y="31"/>
                      <a:pt x="6" y="31"/>
                      <a:pt x="6" y="30"/>
                    </a:cubicBezTo>
                    <a:cubicBezTo>
                      <a:pt x="6" y="30"/>
                      <a:pt x="6" y="30"/>
                      <a:pt x="6" y="30"/>
                    </a:cubicBezTo>
                    <a:cubicBezTo>
                      <a:pt x="6" y="30"/>
                      <a:pt x="6" y="29"/>
                      <a:pt x="6" y="29"/>
                    </a:cubicBezTo>
                    <a:cubicBezTo>
                      <a:pt x="6" y="28"/>
                      <a:pt x="6" y="28"/>
                      <a:pt x="6" y="27"/>
                    </a:cubicBezTo>
                    <a:cubicBezTo>
                      <a:pt x="6" y="27"/>
                      <a:pt x="6" y="26"/>
                      <a:pt x="6" y="26"/>
                    </a:cubicBezTo>
                    <a:cubicBezTo>
                      <a:pt x="6" y="25"/>
                      <a:pt x="6" y="25"/>
                      <a:pt x="6" y="24"/>
                    </a:cubicBezTo>
                    <a:cubicBezTo>
                      <a:pt x="6" y="24"/>
                      <a:pt x="5" y="23"/>
                      <a:pt x="5" y="23"/>
                    </a:cubicBezTo>
                    <a:cubicBezTo>
                      <a:pt x="5" y="22"/>
                      <a:pt x="5" y="21"/>
                      <a:pt x="5" y="21"/>
                    </a:cubicBezTo>
                    <a:cubicBezTo>
                      <a:pt x="5" y="20"/>
                      <a:pt x="5" y="20"/>
                      <a:pt x="5" y="19"/>
                    </a:cubicBezTo>
                    <a:cubicBezTo>
                      <a:pt x="5" y="19"/>
                      <a:pt x="5" y="18"/>
                      <a:pt x="4" y="18"/>
                    </a:cubicBezTo>
                    <a:cubicBezTo>
                      <a:pt x="4" y="17"/>
                      <a:pt x="4" y="17"/>
                      <a:pt x="4" y="16"/>
                    </a:cubicBezTo>
                    <a:cubicBezTo>
                      <a:pt x="4" y="16"/>
                      <a:pt x="4" y="15"/>
                      <a:pt x="4" y="15"/>
                    </a:cubicBezTo>
                    <a:cubicBezTo>
                      <a:pt x="4" y="14"/>
                      <a:pt x="3" y="14"/>
                      <a:pt x="3" y="13"/>
                    </a:cubicBezTo>
                    <a:cubicBezTo>
                      <a:pt x="3" y="13"/>
                      <a:pt x="3" y="12"/>
                      <a:pt x="3" y="12"/>
                    </a:cubicBezTo>
                    <a:cubicBezTo>
                      <a:pt x="3" y="11"/>
                      <a:pt x="2" y="11"/>
                      <a:pt x="2" y="10"/>
                    </a:cubicBezTo>
                    <a:cubicBezTo>
                      <a:pt x="2" y="10"/>
                      <a:pt x="2" y="9"/>
                      <a:pt x="2" y="9"/>
                    </a:cubicBezTo>
                    <a:cubicBezTo>
                      <a:pt x="2" y="8"/>
                      <a:pt x="1" y="8"/>
                      <a:pt x="1" y="7"/>
                    </a:cubicBezTo>
                    <a:cubicBezTo>
                      <a:pt x="1" y="7"/>
                      <a:pt x="1" y="6"/>
                      <a:pt x="1" y="6"/>
                    </a:cubicBezTo>
                    <a:cubicBezTo>
                      <a:pt x="0" y="4"/>
                      <a:pt x="1" y="2"/>
                      <a:pt x="3" y="1"/>
                    </a:cubicBezTo>
                    <a:cubicBezTo>
                      <a:pt x="3" y="1"/>
                      <a:pt x="3" y="0"/>
                      <a:pt x="4" y="0"/>
                    </a:cubicBezTo>
                    <a:cubicBezTo>
                      <a:pt x="4" y="0"/>
                      <a:pt x="5" y="0"/>
                      <a:pt x="5" y="0"/>
                    </a:cubicBezTo>
                    <a:cubicBezTo>
                      <a:pt x="7" y="0"/>
                      <a:pt x="8" y="0"/>
                      <a:pt x="8" y="1"/>
                    </a:cubicBezTo>
                    <a:cubicBezTo>
                      <a:pt x="16" y="9"/>
                      <a:pt x="20" y="20"/>
                      <a:pt x="22" y="30"/>
                    </a:cubicBezTo>
                    <a:cubicBezTo>
                      <a:pt x="22" y="32"/>
                      <a:pt x="21" y="33"/>
                      <a:pt x="21" y="34"/>
                    </a:cubicBezTo>
                    <a:cubicBezTo>
                      <a:pt x="20" y="34"/>
                      <a:pt x="19" y="35"/>
                      <a:pt x="18" y="35"/>
                    </a:cubicBezTo>
                    <a:cubicBezTo>
                      <a:pt x="10" y="35"/>
                      <a:pt x="10" y="35"/>
                      <a:pt x="10" y="35"/>
                    </a:cubicBezTo>
                    <a:cubicBezTo>
                      <a:pt x="8" y="35"/>
                      <a:pt x="7" y="33"/>
                      <a:pt x="6"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3" name="Freeform 808"/>
              <p:cNvSpPr/>
              <p:nvPr/>
            </p:nvSpPr>
            <p:spPr bwMode="auto">
              <a:xfrm>
                <a:off x="2689225" y="2935288"/>
                <a:ext cx="79375" cy="130175"/>
              </a:xfrm>
              <a:custGeom>
                <a:avLst/>
                <a:gdLst>
                  <a:gd name="T0" fmla="*/ 260346392 w 22"/>
                  <a:gd name="T1" fmla="*/ 143828911 h 36"/>
                  <a:gd name="T2" fmla="*/ 247328892 w 22"/>
                  <a:gd name="T3" fmla="*/ 169979622 h 36"/>
                  <a:gd name="T4" fmla="*/ 247328892 w 22"/>
                  <a:gd name="T5" fmla="*/ 183054978 h 36"/>
                  <a:gd name="T6" fmla="*/ 247328892 w 22"/>
                  <a:gd name="T7" fmla="*/ 209205689 h 36"/>
                  <a:gd name="T8" fmla="*/ 234311392 w 22"/>
                  <a:gd name="T9" fmla="*/ 222281044 h 36"/>
                  <a:gd name="T10" fmla="*/ 234311392 w 22"/>
                  <a:gd name="T11" fmla="*/ 248428140 h 36"/>
                  <a:gd name="T12" fmla="*/ 221293892 w 22"/>
                  <a:gd name="T13" fmla="*/ 261503495 h 36"/>
                  <a:gd name="T14" fmla="*/ 221293892 w 22"/>
                  <a:gd name="T15" fmla="*/ 287654206 h 36"/>
                  <a:gd name="T16" fmla="*/ 221293892 w 22"/>
                  <a:gd name="T17" fmla="*/ 313804917 h 36"/>
                  <a:gd name="T18" fmla="*/ 221293892 w 22"/>
                  <a:gd name="T19" fmla="*/ 326880273 h 36"/>
                  <a:gd name="T20" fmla="*/ 208276392 w 22"/>
                  <a:gd name="T21" fmla="*/ 353030984 h 36"/>
                  <a:gd name="T22" fmla="*/ 208276392 w 22"/>
                  <a:gd name="T23" fmla="*/ 366106340 h 36"/>
                  <a:gd name="T24" fmla="*/ 208276392 w 22"/>
                  <a:gd name="T25" fmla="*/ 392257051 h 36"/>
                  <a:gd name="T26" fmla="*/ 208276392 w 22"/>
                  <a:gd name="T27" fmla="*/ 405332406 h 36"/>
                  <a:gd name="T28" fmla="*/ 208276392 w 22"/>
                  <a:gd name="T29" fmla="*/ 405332406 h 36"/>
                  <a:gd name="T30" fmla="*/ 208276392 w 22"/>
                  <a:gd name="T31" fmla="*/ 418407762 h 36"/>
                  <a:gd name="T32" fmla="*/ 156206392 w 22"/>
                  <a:gd name="T33" fmla="*/ 470709184 h 36"/>
                  <a:gd name="T34" fmla="*/ 65087500 w 22"/>
                  <a:gd name="T35" fmla="*/ 470709184 h 36"/>
                  <a:gd name="T36" fmla="*/ 26035000 w 22"/>
                  <a:gd name="T37" fmla="*/ 457633828 h 36"/>
                  <a:gd name="T38" fmla="*/ 13017500 w 22"/>
                  <a:gd name="T39" fmla="*/ 405332406 h 36"/>
                  <a:gd name="T40" fmla="*/ 182241392 w 22"/>
                  <a:gd name="T41" fmla="*/ 26150711 h 36"/>
                  <a:gd name="T42" fmla="*/ 247328892 w 22"/>
                  <a:gd name="T43" fmla="*/ 13075356 h 36"/>
                  <a:gd name="T44" fmla="*/ 260346392 w 22"/>
                  <a:gd name="T45" fmla="*/ 26150711 h 36"/>
                  <a:gd name="T46" fmla="*/ 286381392 w 22"/>
                  <a:gd name="T47" fmla="*/ 91527489 h 36"/>
                  <a:gd name="T48" fmla="*/ 273363892 w 22"/>
                  <a:gd name="T49" fmla="*/ 104602844 h 36"/>
                  <a:gd name="T50" fmla="*/ 260346392 w 22"/>
                  <a:gd name="T51" fmla="*/ 130753556 h 36"/>
                  <a:gd name="T52" fmla="*/ 260346392 w 22"/>
                  <a:gd name="T53" fmla="*/ 143828911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
                  <a:gd name="T82" fmla="*/ 0 h 36"/>
                  <a:gd name="T83" fmla="*/ 22 w 22"/>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 h="36">
                    <a:moveTo>
                      <a:pt x="20" y="11"/>
                    </a:moveTo>
                    <a:cubicBezTo>
                      <a:pt x="20" y="11"/>
                      <a:pt x="20" y="12"/>
                      <a:pt x="19" y="13"/>
                    </a:cubicBezTo>
                    <a:cubicBezTo>
                      <a:pt x="19" y="13"/>
                      <a:pt x="19" y="13"/>
                      <a:pt x="19" y="14"/>
                    </a:cubicBezTo>
                    <a:cubicBezTo>
                      <a:pt x="19" y="14"/>
                      <a:pt x="19" y="15"/>
                      <a:pt x="19" y="16"/>
                    </a:cubicBezTo>
                    <a:cubicBezTo>
                      <a:pt x="18" y="16"/>
                      <a:pt x="18" y="17"/>
                      <a:pt x="18" y="17"/>
                    </a:cubicBezTo>
                    <a:cubicBezTo>
                      <a:pt x="18" y="18"/>
                      <a:pt x="18" y="18"/>
                      <a:pt x="18" y="19"/>
                    </a:cubicBezTo>
                    <a:cubicBezTo>
                      <a:pt x="18" y="19"/>
                      <a:pt x="18" y="20"/>
                      <a:pt x="17" y="20"/>
                    </a:cubicBezTo>
                    <a:cubicBezTo>
                      <a:pt x="17" y="21"/>
                      <a:pt x="17" y="21"/>
                      <a:pt x="17" y="22"/>
                    </a:cubicBezTo>
                    <a:cubicBezTo>
                      <a:pt x="17" y="22"/>
                      <a:pt x="17" y="23"/>
                      <a:pt x="17" y="24"/>
                    </a:cubicBezTo>
                    <a:cubicBezTo>
                      <a:pt x="17" y="24"/>
                      <a:pt x="17" y="25"/>
                      <a:pt x="17" y="25"/>
                    </a:cubicBezTo>
                    <a:cubicBezTo>
                      <a:pt x="17" y="26"/>
                      <a:pt x="16" y="26"/>
                      <a:pt x="16" y="27"/>
                    </a:cubicBezTo>
                    <a:cubicBezTo>
                      <a:pt x="16" y="27"/>
                      <a:pt x="16" y="28"/>
                      <a:pt x="16" y="28"/>
                    </a:cubicBezTo>
                    <a:cubicBezTo>
                      <a:pt x="16" y="29"/>
                      <a:pt x="16" y="29"/>
                      <a:pt x="16" y="30"/>
                    </a:cubicBezTo>
                    <a:cubicBezTo>
                      <a:pt x="16" y="30"/>
                      <a:pt x="16" y="31"/>
                      <a:pt x="16" y="31"/>
                    </a:cubicBezTo>
                    <a:cubicBezTo>
                      <a:pt x="16" y="31"/>
                      <a:pt x="16" y="31"/>
                      <a:pt x="16" y="31"/>
                    </a:cubicBezTo>
                    <a:cubicBezTo>
                      <a:pt x="16" y="32"/>
                      <a:pt x="16" y="32"/>
                      <a:pt x="16" y="32"/>
                    </a:cubicBezTo>
                    <a:cubicBezTo>
                      <a:pt x="16" y="34"/>
                      <a:pt x="14" y="36"/>
                      <a:pt x="12" y="36"/>
                    </a:cubicBezTo>
                    <a:cubicBezTo>
                      <a:pt x="5" y="36"/>
                      <a:pt x="5" y="36"/>
                      <a:pt x="5" y="36"/>
                    </a:cubicBezTo>
                    <a:cubicBezTo>
                      <a:pt x="3" y="36"/>
                      <a:pt x="2" y="35"/>
                      <a:pt x="2" y="35"/>
                    </a:cubicBezTo>
                    <a:cubicBezTo>
                      <a:pt x="1" y="34"/>
                      <a:pt x="0" y="33"/>
                      <a:pt x="1" y="31"/>
                    </a:cubicBezTo>
                    <a:cubicBezTo>
                      <a:pt x="2" y="21"/>
                      <a:pt x="7" y="10"/>
                      <a:pt x="14" y="2"/>
                    </a:cubicBezTo>
                    <a:cubicBezTo>
                      <a:pt x="15" y="1"/>
                      <a:pt x="17" y="0"/>
                      <a:pt x="19" y="1"/>
                    </a:cubicBezTo>
                    <a:cubicBezTo>
                      <a:pt x="19" y="1"/>
                      <a:pt x="19" y="2"/>
                      <a:pt x="20" y="2"/>
                    </a:cubicBezTo>
                    <a:cubicBezTo>
                      <a:pt x="21" y="3"/>
                      <a:pt x="22" y="5"/>
                      <a:pt x="22" y="7"/>
                    </a:cubicBezTo>
                    <a:cubicBezTo>
                      <a:pt x="21" y="7"/>
                      <a:pt x="21" y="7"/>
                      <a:pt x="21" y="8"/>
                    </a:cubicBezTo>
                    <a:cubicBezTo>
                      <a:pt x="21" y="8"/>
                      <a:pt x="21" y="9"/>
                      <a:pt x="20" y="10"/>
                    </a:cubicBezTo>
                    <a:cubicBezTo>
                      <a:pt x="20" y="10"/>
                      <a:pt x="20" y="10"/>
                      <a:pt x="2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4" name="Freeform 809"/>
              <p:cNvSpPr/>
              <p:nvPr/>
            </p:nvSpPr>
            <p:spPr bwMode="auto">
              <a:xfrm>
                <a:off x="2897188" y="2957513"/>
                <a:ext cx="114300" cy="107950"/>
              </a:xfrm>
              <a:custGeom>
                <a:avLst/>
                <a:gdLst>
                  <a:gd name="T0" fmla="*/ 357233934 w 32"/>
                  <a:gd name="T1" fmla="*/ 388440083 h 30"/>
                  <a:gd name="T2" fmla="*/ 38276213 w 32"/>
                  <a:gd name="T3" fmla="*/ 388440083 h 30"/>
                  <a:gd name="T4" fmla="*/ 0 w 32"/>
                  <a:gd name="T5" fmla="*/ 336649272 h 30"/>
                  <a:gd name="T6" fmla="*/ 0 w 32"/>
                  <a:gd name="T7" fmla="*/ 90634820 h 30"/>
                  <a:gd name="T8" fmla="*/ 38276213 w 32"/>
                  <a:gd name="T9" fmla="*/ 38844008 h 30"/>
                  <a:gd name="T10" fmla="*/ 51034950 w 32"/>
                  <a:gd name="T11" fmla="*/ 38844008 h 30"/>
                  <a:gd name="T12" fmla="*/ 51034950 w 32"/>
                  <a:gd name="T13" fmla="*/ 38844008 h 30"/>
                  <a:gd name="T14" fmla="*/ 102066328 w 32"/>
                  <a:gd name="T15" fmla="*/ 38844008 h 30"/>
                  <a:gd name="T16" fmla="*/ 102066328 w 32"/>
                  <a:gd name="T17" fmla="*/ 38844008 h 30"/>
                  <a:gd name="T18" fmla="*/ 153101278 w 32"/>
                  <a:gd name="T19" fmla="*/ 25897205 h 30"/>
                  <a:gd name="T20" fmla="*/ 165856444 w 32"/>
                  <a:gd name="T21" fmla="*/ 25897205 h 30"/>
                  <a:gd name="T22" fmla="*/ 204132656 w 32"/>
                  <a:gd name="T23" fmla="*/ 25897205 h 30"/>
                  <a:gd name="T24" fmla="*/ 216891394 w 32"/>
                  <a:gd name="T25" fmla="*/ 12946803 h 30"/>
                  <a:gd name="T26" fmla="*/ 229650131 w 32"/>
                  <a:gd name="T27" fmla="*/ 12946803 h 30"/>
                  <a:gd name="T28" fmla="*/ 242408869 w 32"/>
                  <a:gd name="T29" fmla="*/ 12946803 h 30"/>
                  <a:gd name="T30" fmla="*/ 267922772 w 32"/>
                  <a:gd name="T31" fmla="*/ 0 h 30"/>
                  <a:gd name="T32" fmla="*/ 293440247 w 32"/>
                  <a:gd name="T33" fmla="*/ 0 h 30"/>
                  <a:gd name="T34" fmla="*/ 331716459 w 32"/>
                  <a:gd name="T35" fmla="*/ 25897205 h 30"/>
                  <a:gd name="T36" fmla="*/ 331716459 w 32"/>
                  <a:gd name="T37" fmla="*/ 38844008 h 30"/>
                  <a:gd name="T38" fmla="*/ 344475197 w 32"/>
                  <a:gd name="T39" fmla="*/ 64741213 h 30"/>
                  <a:gd name="T40" fmla="*/ 344475197 w 32"/>
                  <a:gd name="T41" fmla="*/ 77688017 h 30"/>
                  <a:gd name="T42" fmla="*/ 395506575 w 32"/>
                  <a:gd name="T43" fmla="*/ 258961255 h 30"/>
                  <a:gd name="T44" fmla="*/ 395506575 w 32"/>
                  <a:gd name="T45" fmla="*/ 271908058 h 30"/>
                  <a:gd name="T46" fmla="*/ 395506575 w 32"/>
                  <a:gd name="T47" fmla="*/ 297805263 h 30"/>
                  <a:gd name="T48" fmla="*/ 395506575 w 32"/>
                  <a:gd name="T49" fmla="*/ 310752067 h 30"/>
                  <a:gd name="T50" fmla="*/ 408265313 w 32"/>
                  <a:gd name="T51" fmla="*/ 336649272 h 30"/>
                  <a:gd name="T52" fmla="*/ 382747838 w 32"/>
                  <a:gd name="T53" fmla="*/ 375493280 h 30"/>
                  <a:gd name="T54" fmla="*/ 357233934 w 32"/>
                  <a:gd name="T55" fmla="*/ 388440083 h 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
                  <a:gd name="T85" fmla="*/ 0 h 30"/>
                  <a:gd name="T86" fmla="*/ 32 w 32"/>
                  <a:gd name="T87" fmla="*/ 30 h 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 h="30">
                    <a:moveTo>
                      <a:pt x="28" y="30"/>
                    </a:moveTo>
                    <a:cubicBezTo>
                      <a:pt x="3" y="30"/>
                      <a:pt x="3" y="30"/>
                      <a:pt x="3" y="30"/>
                    </a:cubicBezTo>
                    <a:cubicBezTo>
                      <a:pt x="1" y="30"/>
                      <a:pt x="0" y="28"/>
                      <a:pt x="0" y="26"/>
                    </a:cubicBezTo>
                    <a:cubicBezTo>
                      <a:pt x="0" y="7"/>
                      <a:pt x="0" y="7"/>
                      <a:pt x="0" y="7"/>
                    </a:cubicBezTo>
                    <a:cubicBezTo>
                      <a:pt x="0" y="5"/>
                      <a:pt x="1" y="4"/>
                      <a:pt x="3" y="3"/>
                    </a:cubicBezTo>
                    <a:cubicBezTo>
                      <a:pt x="3" y="3"/>
                      <a:pt x="4" y="3"/>
                      <a:pt x="4" y="3"/>
                    </a:cubicBezTo>
                    <a:cubicBezTo>
                      <a:pt x="4" y="3"/>
                      <a:pt x="4" y="3"/>
                      <a:pt x="4" y="3"/>
                    </a:cubicBezTo>
                    <a:cubicBezTo>
                      <a:pt x="5" y="3"/>
                      <a:pt x="7" y="3"/>
                      <a:pt x="8" y="3"/>
                    </a:cubicBezTo>
                    <a:cubicBezTo>
                      <a:pt x="8" y="3"/>
                      <a:pt x="8" y="3"/>
                      <a:pt x="8" y="3"/>
                    </a:cubicBezTo>
                    <a:cubicBezTo>
                      <a:pt x="9" y="3"/>
                      <a:pt x="11" y="3"/>
                      <a:pt x="12" y="2"/>
                    </a:cubicBezTo>
                    <a:cubicBezTo>
                      <a:pt x="12" y="2"/>
                      <a:pt x="13" y="2"/>
                      <a:pt x="13" y="2"/>
                    </a:cubicBezTo>
                    <a:cubicBezTo>
                      <a:pt x="14" y="2"/>
                      <a:pt x="15" y="2"/>
                      <a:pt x="16" y="2"/>
                    </a:cubicBezTo>
                    <a:cubicBezTo>
                      <a:pt x="17" y="1"/>
                      <a:pt x="17" y="1"/>
                      <a:pt x="17" y="1"/>
                    </a:cubicBezTo>
                    <a:cubicBezTo>
                      <a:pt x="18" y="1"/>
                      <a:pt x="18" y="1"/>
                      <a:pt x="18" y="1"/>
                    </a:cubicBezTo>
                    <a:cubicBezTo>
                      <a:pt x="18" y="1"/>
                      <a:pt x="19" y="1"/>
                      <a:pt x="19" y="1"/>
                    </a:cubicBezTo>
                    <a:cubicBezTo>
                      <a:pt x="20" y="1"/>
                      <a:pt x="21" y="0"/>
                      <a:pt x="21" y="0"/>
                    </a:cubicBezTo>
                    <a:cubicBezTo>
                      <a:pt x="22" y="0"/>
                      <a:pt x="22" y="0"/>
                      <a:pt x="23" y="0"/>
                    </a:cubicBezTo>
                    <a:cubicBezTo>
                      <a:pt x="24" y="0"/>
                      <a:pt x="26" y="1"/>
                      <a:pt x="26" y="2"/>
                    </a:cubicBezTo>
                    <a:cubicBezTo>
                      <a:pt x="26" y="3"/>
                      <a:pt x="26" y="3"/>
                      <a:pt x="26" y="3"/>
                    </a:cubicBezTo>
                    <a:cubicBezTo>
                      <a:pt x="27" y="4"/>
                      <a:pt x="27" y="5"/>
                      <a:pt x="27" y="5"/>
                    </a:cubicBezTo>
                    <a:cubicBezTo>
                      <a:pt x="27" y="5"/>
                      <a:pt x="27" y="5"/>
                      <a:pt x="27" y="6"/>
                    </a:cubicBezTo>
                    <a:cubicBezTo>
                      <a:pt x="29" y="10"/>
                      <a:pt x="30" y="15"/>
                      <a:pt x="31" y="20"/>
                    </a:cubicBezTo>
                    <a:cubicBezTo>
                      <a:pt x="31" y="20"/>
                      <a:pt x="31" y="20"/>
                      <a:pt x="31" y="21"/>
                    </a:cubicBezTo>
                    <a:cubicBezTo>
                      <a:pt x="31" y="21"/>
                      <a:pt x="31" y="22"/>
                      <a:pt x="31" y="23"/>
                    </a:cubicBezTo>
                    <a:cubicBezTo>
                      <a:pt x="31" y="23"/>
                      <a:pt x="31" y="24"/>
                      <a:pt x="31" y="24"/>
                    </a:cubicBezTo>
                    <a:cubicBezTo>
                      <a:pt x="31" y="25"/>
                      <a:pt x="31" y="25"/>
                      <a:pt x="32" y="26"/>
                    </a:cubicBezTo>
                    <a:cubicBezTo>
                      <a:pt x="32" y="27"/>
                      <a:pt x="31" y="28"/>
                      <a:pt x="30" y="29"/>
                    </a:cubicBezTo>
                    <a:cubicBezTo>
                      <a:pt x="30" y="29"/>
                      <a:pt x="29" y="30"/>
                      <a:pt x="28"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5" name="Freeform 810"/>
              <p:cNvSpPr/>
              <p:nvPr/>
            </p:nvSpPr>
            <p:spPr bwMode="auto">
              <a:xfrm>
                <a:off x="2765425" y="2957513"/>
                <a:ext cx="114300" cy="107950"/>
              </a:xfrm>
              <a:custGeom>
                <a:avLst/>
                <a:gdLst>
                  <a:gd name="T0" fmla="*/ 408265313 w 32"/>
                  <a:gd name="T1" fmla="*/ 90634820 h 30"/>
                  <a:gd name="T2" fmla="*/ 408265313 w 32"/>
                  <a:gd name="T3" fmla="*/ 336649272 h 30"/>
                  <a:gd name="T4" fmla="*/ 357233934 w 32"/>
                  <a:gd name="T5" fmla="*/ 388440083 h 30"/>
                  <a:gd name="T6" fmla="*/ 51034950 w 32"/>
                  <a:gd name="T7" fmla="*/ 388440083 h 30"/>
                  <a:gd name="T8" fmla="*/ 12758738 w 32"/>
                  <a:gd name="T9" fmla="*/ 375493280 h 30"/>
                  <a:gd name="T10" fmla="*/ 0 w 32"/>
                  <a:gd name="T11" fmla="*/ 336649272 h 30"/>
                  <a:gd name="T12" fmla="*/ 0 w 32"/>
                  <a:gd name="T13" fmla="*/ 310752067 h 30"/>
                  <a:gd name="T14" fmla="*/ 0 w 32"/>
                  <a:gd name="T15" fmla="*/ 297805263 h 30"/>
                  <a:gd name="T16" fmla="*/ 0 w 32"/>
                  <a:gd name="T17" fmla="*/ 271908058 h 30"/>
                  <a:gd name="T18" fmla="*/ 0 w 32"/>
                  <a:gd name="T19" fmla="*/ 258961255 h 30"/>
                  <a:gd name="T20" fmla="*/ 51034950 w 32"/>
                  <a:gd name="T21" fmla="*/ 64741213 h 30"/>
                  <a:gd name="T22" fmla="*/ 51034950 w 32"/>
                  <a:gd name="T23" fmla="*/ 64741213 h 30"/>
                  <a:gd name="T24" fmla="*/ 63790116 w 32"/>
                  <a:gd name="T25" fmla="*/ 38844008 h 30"/>
                  <a:gd name="T26" fmla="*/ 63790116 w 32"/>
                  <a:gd name="T27" fmla="*/ 25897205 h 30"/>
                  <a:gd name="T28" fmla="*/ 114825066 w 32"/>
                  <a:gd name="T29" fmla="*/ 0 h 30"/>
                  <a:gd name="T30" fmla="*/ 114825066 w 32"/>
                  <a:gd name="T31" fmla="*/ 0 h 30"/>
                  <a:gd name="T32" fmla="*/ 127583803 w 32"/>
                  <a:gd name="T33" fmla="*/ 0 h 30"/>
                  <a:gd name="T34" fmla="*/ 153101278 w 32"/>
                  <a:gd name="T35" fmla="*/ 12946803 h 30"/>
                  <a:gd name="T36" fmla="*/ 165856444 w 32"/>
                  <a:gd name="T37" fmla="*/ 12946803 h 30"/>
                  <a:gd name="T38" fmla="*/ 178615181 w 32"/>
                  <a:gd name="T39" fmla="*/ 12946803 h 30"/>
                  <a:gd name="T40" fmla="*/ 191373919 w 32"/>
                  <a:gd name="T41" fmla="*/ 25897205 h 30"/>
                  <a:gd name="T42" fmla="*/ 229650131 w 32"/>
                  <a:gd name="T43" fmla="*/ 25897205 h 30"/>
                  <a:gd name="T44" fmla="*/ 242408869 w 32"/>
                  <a:gd name="T45" fmla="*/ 25897205 h 30"/>
                  <a:gd name="T46" fmla="*/ 293440247 w 32"/>
                  <a:gd name="T47" fmla="*/ 38844008 h 30"/>
                  <a:gd name="T48" fmla="*/ 293440247 w 32"/>
                  <a:gd name="T49" fmla="*/ 38844008 h 30"/>
                  <a:gd name="T50" fmla="*/ 344475197 w 32"/>
                  <a:gd name="T51" fmla="*/ 38844008 h 30"/>
                  <a:gd name="T52" fmla="*/ 344475197 w 32"/>
                  <a:gd name="T53" fmla="*/ 38844008 h 30"/>
                  <a:gd name="T54" fmla="*/ 357233934 w 32"/>
                  <a:gd name="T55" fmla="*/ 38844008 h 30"/>
                  <a:gd name="T56" fmla="*/ 408265313 w 32"/>
                  <a:gd name="T57" fmla="*/ 90634820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30"/>
                  <a:gd name="T89" fmla="*/ 32 w 32"/>
                  <a:gd name="T90" fmla="*/ 30 h 3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30">
                    <a:moveTo>
                      <a:pt x="32" y="7"/>
                    </a:moveTo>
                    <a:cubicBezTo>
                      <a:pt x="32" y="26"/>
                      <a:pt x="32" y="26"/>
                      <a:pt x="32" y="26"/>
                    </a:cubicBezTo>
                    <a:cubicBezTo>
                      <a:pt x="32" y="28"/>
                      <a:pt x="30" y="30"/>
                      <a:pt x="28" y="30"/>
                    </a:cubicBezTo>
                    <a:cubicBezTo>
                      <a:pt x="4" y="30"/>
                      <a:pt x="4" y="30"/>
                      <a:pt x="4" y="30"/>
                    </a:cubicBezTo>
                    <a:cubicBezTo>
                      <a:pt x="3" y="30"/>
                      <a:pt x="1" y="29"/>
                      <a:pt x="1" y="29"/>
                    </a:cubicBezTo>
                    <a:cubicBezTo>
                      <a:pt x="0" y="28"/>
                      <a:pt x="0" y="27"/>
                      <a:pt x="0" y="26"/>
                    </a:cubicBezTo>
                    <a:cubicBezTo>
                      <a:pt x="0" y="25"/>
                      <a:pt x="0" y="25"/>
                      <a:pt x="0" y="24"/>
                    </a:cubicBezTo>
                    <a:cubicBezTo>
                      <a:pt x="0" y="24"/>
                      <a:pt x="0" y="23"/>
                      <a:pt x="0" y="23"/>
                    </a:cubicBezTo>
                    <a:cubicBezTo>
                      <a:pt x="0" y="22"/>
                      <a:pt x="0" y="21"/>
                      <a:pt x="0" y="21"/>
                    </a:cubicBezTo>
                    <a:cubicBezTo>
                      <a:pt x="0" y="20"/>
                      <a:pt x="0" y="20"/>
                      <a:pt x="0" y="20"/>
                    </a:cubicBezTo>
                    <a:cubicBezTo>
                      <a:pt x="1" y="15"/>
                      <a:pt x="2" y="10"/>
                      <a:pt x="4" y="5"/>
                    </a:cubicBezTo>
                    <a:cubicBezTo>
                      <a:pt x="4" y="5"/>
                      <a:pt x="4" y="5"/>
                      <a:pt x="4" y="5"/>
                    </a:cubicBezTo>
                    <a:cubicBezTo>
                      <a:pt x="4" y="5"/>
                      <a:pt x="5" y="4"/>
                      <a:pt x="5" y="3"/>
                    </a:cubicBezTo>
                    <a:cubicBezTo>
                      <a:pt x="5" y="3"/>
                      <a:pt x="5" y="3"/>
                      <a:pt x="5" y="2"/>
                    </a:cubicBezTo>
                    <a:cubicBezTo>
                      <a:pt x="6" y="1"/>
                      <a:pt x="7" y="0"/>
                      <a:pt x="9" y="0"/>
                    </a:cubicBezTo>
                    <a:cubicBezTo>
                      <a:pt x="9" y="0"/>
                      <a:pt x="9" y="0"/>
                      <a:pt x="9" y="0"/>
                    </a:cubicBezTo>
                    <a:cubicBezTo>
                      <a:pt x="9" y="0"/>
                      <a:pt x="9" y="0"/>
                      <a:pt x="10" y="0"/>
                    </a:cubicBezTo>
                    <a:cubicBezTo>
                      <a:pt x="11" y="0"/>
                      <a:pt x="12" y="1"/>
                      <a:pt x="12" y="1"/>
                    </a:cubicBezTo>
                    <a:cubicBezTo>
                      <a:pt x="13" y="1"/>
                      <a:pt x="13" y="1"/>
                      <a:pt x="13" y="1"/>
                    </a:cubicBezTo>
                    <a:cubicBezTo>
                      <a:pt x="13" y="1"/>
                      <a:pt x="13" y="1"/>
                      <a:pt x="14" y="1"/>
                    </a:cubicBezTo>
                    <a:cubicBezTo>
                      <a:pt x="14" y="1"/>
                      <a:pt x="15" y="1"/>
                      <a:pt x="15" y="2"/>
                    </a:cubicBezTo>
                    <a:cubicBezTo>
                      <a:pt x="16" y="2"/>
                      <a:pt x="17" y="2"/>
                      <a:pt x="18" y="2"/>
                    </a:cubicBezTo>
                    <a:cubicBezTo>
                      <a:pt x="18" y="2"/>
                      <a:pt x="19" y="2"/>
                      <a:pt x="19" y="2"/>
                    </a:cubicBezTo>
                    <a:cubicBezTo>
                      <a:pt x="21" y="3"/>
                      <a:pt x="22" y="3"/>
                      <a:pt x="23" y="3"/>
                    </a:cubicBezTo>
                    <a:cubicBezTo>
                      <a:pt x="23" y="3"/>
                      <a:pt x="23" y="3"/>
                      <a:pt x="23" y="3"/>
                    </a:cubicBezTo>
                    <a:cubicBezTo>
                      <a:pt x="25" y="3"/>
                      <a:pt x="26" y="3"/>
                      <a:pt x="27" y="3"/>
                    </a:cubicBezTo>
                    <a:cubicBezTo>
                      <a:pt x="27" y="3"/>
                      <a:pt x="27" y="3"/>
                      <a:pt x="27" y="3"/>
                    </a:cubicBezTo>
                    <a:cubicBezTo>
                      <a:pt x="28" y="3"/>
                      <a:pt x="28" y="3"/>
                      <a:pt x="28" y="3"/>
                    </a:cubicBezTo>
                    <a:cubicBezTo>
                      <a:pt x="30" y="4"/>
                      <a:pt x="32" y="5"/>
                      <a:pt x="3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6" name="Freeform 811"/>
              <p:cNvSpPr/>
              <p:nvPr/>
            </p:nvSpPr>
            <p:spPr bwMode="auto">
              <a:xfrm>
                <a:off x="2803525" y="2878138"/>
                <a:ext cx="76200" cy="76200"/>
              </a:xfrm>
              <a:custGeom>
                <a:avLst/>
                <a:gdLst>
                  <a:gd name="T0" fmla="*/ 250164600 w 21"/>
                  <a:gd name="T1" fmla="*/ 13168086 h 21"/>
                  <a:gd name="T2" fmla="*/ 276497143 w 21"/>
                  <a:gd name="T3" fmla="*/ 52665086 h 21"/>
                  <a:gd name="T4" fmla="*/ 276497143 w 21"/>
                  <a:gd name="T5" fmla="*/ 223832057 h 21"/>
                  <a:gd name="T6" fmla="*/ 250164600 w 21"/>
                  <a:gd name="T7" fmla="*/ 263329057 h 21"/>
                  <a:gd name="T8" fmla="*/ 223832057 w 21"/>
                  <a:gd name="T9" fmla="*/ 276497143 h 21"/>
                  <a:gd name="T10" fmla="*/ 171163343 w 21"/>
                  <a:gd name="T11" fmla="*/ 263329057 h 21"/>
                  <a:gd name="T12" fmla="*/ 171163343 w 21"/>
                  <a:gd name="T13" fmla="*/ 263329057 h 21"/>
                  <a:gd name="T14" fmla="*/ 118498257 w 21"/>
                  <a:gd name="T15" fmla="*/ 263329057 h 21"/>
                  <a:gd name="T16" fmla="*/ 105333800 w 21"/>
                  <a:gd name="T17" fmla="*/ 250164600 h 21"/>
                  <a:gd name="T18" fmla="*/ 65833171 w 21"/>
                  <a:gd name="T19" fmla="*/ 250164600 h 21"/>
                  <a:gd name="T20" fmla="*/ 52665086 w 21"/>
                  <a:gd name="T21" fmla="*/ 250164600 h 21"/>
                  <a:gd name="T22" fmla="*/ 39500629 w 21"/>
                  <a:gd name="T23" fmla="*/ 236996514 h 21"/>
                  <a:gd name="T24" fmla="*/ 0 w 21"/>
                  <a:gd name="T25" fmla="*/ 210663971 h 21"/>
                  <a:gd name="T26" fmla="*/ 13168086 w 21"/>
                  <a:gd name="T27" fmla="*/ 157998886 h 21"/>
                  <a:gd name="T28" fmla="*/ 13168086 w 21"/>
                  <a:gd name="T29" fmla="*/ 157998886 h 21"/>
                  <a:gd name="T30" fmla="*/ 26332543 w 21"/>
                  <a:gd name="T31" fmla="*/ 144830800 h 21"/>
                  <a:gd name="T32" fmla="*/ 39500629 w 21"/>
                  <a:gd name="T33" fmla="*/ 131666343 h 21"/>
                  <a:gd name="T34" fmla="*/ 52665086 w 21"/>
                  <a:gd name="T35" fmla="*/ 105333800 h 21"/>
                  <a:gd name="T36" fmla="*/ 65833171 w 21"/>
                  <a:gd name="T37" fmla="*/ 105333800 h 21"/>
                  <a:gd name="T38" fmla="*/ 78997629 w 21"/>
                  <a:gd name="T39" fmla="*/ 92165714 h 21"/>
                  <a:gd name="T40" fmla="*/ 92165714 w 21"/>
                  <a:gd name="T41" fmla="*/ 78997629 h 21"/>
                  <a:gd name="T42" fmla="*/ 92165714 w 21"/>
                  <a:gd name="T43" fmla="*/ 65833171 h 21"/>
                  <a:gd name="T44" fmla="*/ 118498257 w 21"/>
                  <a:gd name="T45" fmla="*/ 65833171 h 21"/>
                  <a:gd name="T46" fmla="*/ 118498257 w 21"/>
                  <a:gd name="T47" fmla="*/ 52665086 h 21"/>
                  <a:gd name="T48" fmla="*/ 131666343 w 21"/>
                  <a:gd name="T49" fmla="*/ 39500629 h 21"/>
                  <a:gd name="T50" fmla="*/ 144830800 w 21"/>
                  <a:gd name="T51" fmla="*/ 39500629 h 21"/>
                  <a:gd name="T52" fmla="*/ 157998886 w 21"/>
                  <a:gd name="T53" fmla="*/ 26332543 h 21"/>
                  <a:gd name="T54" fmla="*/ 171163343 w 21"/>
                  <a:gd name="T55" fmla="*/ 26332543 h 21"/>
                  <a:gd name="T56" fmla="*/ 184331429 w 21"/>
                  <a:gd name="T57" fmla="*/ 13168086 h 21"/>
                  <a:gd name="T58" fmla="*/ 184331429 w 21"/>
                  <a:gd name="T59" fmla="*/ 13168086 h 21"/>
                  <a:gd name="T60" fmla="*/ 210663971 w 21"/>
                  <a:gd name="T61" fmla="*/ 13168086 h 21"/>
                  <a:gd name="T62" fmla="*/ 250164600 w 21"/>
                  <a:gd name="T63" fmla="*/ 13168086 h 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
                  <a:gd name="T97" fmla="*/ 0 h 21"/>
                  <a:gd name="T98" fmla="*/ 21 w 21"/>
                  <a:gd name="T99" fmla="*/ 21 h 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 h="21">
                    <a:moveTo>
                      <a:pt x="19" y="1"/>
                    </a:moveTo>
                    <a:cubicBezTo>
                      <a:pt x="20" y="2"/>
                      <a:pt x="21" y="3"/>
                      <a:pt x="21" y="4"/>
                    </a:cubicBezTo>
                    <a:cubicBezTo>
                      <a:pt x="21" y="17"/>
                      <a:pt x="21" y="17"/>
                      <a:pt x="21" y="17"/>
                    </a:cubicBezTo>
                    <a:cubicBezTo>
                      <a:pt x="21" y="18"/>
                      <a:pt x="20" y="19"/>
                      <a:pt x="19" y="20"/>
                    </a:cubicBezTo>
                    <a:cubicBezTo>
                      <a:pt x="19" y="20"/>
                      <a:pt x="18" y="21"/>
                      <a:pt x="17" y="21"/>
                    </a:cubicBezTo>
                    <a:cubicBezTo>
                      <a:pt x="15" y="21"/>
                      <a:pt x="14" y="20"/>
                      <a:pt x="13" y="20"/>
                    </a:cubicBezTo>
                    <a:cubicBezTo>
                      <a:pt x="13" y="20"/>
                      <a:pt x="13" y="20"/>
                      <a:pt x="13" y="20"/>
                    </a:cubicBezTo>
                    <a:cubicBezTo>
                      <a:pt x="12" y="20"/>
                      <a:pt x="10" y="20"/>
                      <a:pt x="9" y="20"/>
                    </a:cubicBezTo>
                    <a:cubicBezTo>
                      <a:pt x="9" y="20"/>
                      <a:pt x="8" y="20"/>
                      <a:pt x="8" y="19"/>
                    </a:cubicBezTo>
                    <a:cubicBezTo>
                      <a:pt x="7" y="19"/>
                      <a:pt x="6" y="19"/>
                      <a:pt x="5" y="19"/>
                    </a:cubicBezTo>
                    <a:cubicBezTo>
                      <a:pt x="5" y="19"/>
                      <a:pt x="4" y="19"/>
                      <a:pt x="4" y="19"/>
                    </a:cubicBezTo>
                    <a:cubicBezTo>
                      <a:pt x="4" y="18"/>
                      <a:pt x="3" y="18"/>
                      <a:pt x="3" y="18"/>
                    </a:cubicBezTo>
                    <a:cubicBezTo>
                      <a:pt x="2" y="18"/>
                      <a:pt x="1" y="17"/>
                      <a:pt x="0" y="16"/>
                    </a:cubicBezTo>
                    <a:cubicBezTo>
                      <a:pt x="0" y="15"/>
                      <a:pt x="0" y="13"/>
                      <a:pt x="1" y="12"/>
                    </a:cubicBezTo>
                    <a:cubicBezTo>
                      <a:pt x="1" y="12"/>
                      <a:pt x="1" y="12"/>
                      <a:pt x="1" y="12"/>
                    </a:cubicBezTo>
                    <a:cubicBezTo>
                      <a:pt x="1" y="11"/>
                      <a:pt x="2" y="11"/>
                      <a:pt x="2" y="11"/>
                    </a:cubicBezTo>
                    <a:cubicBezTo>
                      <a:pt x="2" y="10"/>
                      <a:pt x="2" y="10"/>
                      <a:pt x="3" y="10"/>
                    </a:cubicBezTo>
                    <a:cubicBezTo>
                      <a:pt x="3" y="9"/>
                      <a:pt x="4" y="9"/>
                      <a:pt x="4" y="8"/>
                    </a:cubicBezTo>
                    <a:cubicBezTo>
                      <a:pt x="4" y="8"/>
                      <a:pt x="5" y="8"/>
                      <a:pt x="5" y="8"/>
                    </a:cubicBezTo>
                    <a:cubicBezTo>
                      <a:pt x="5" y="7"/>
                      <a:pt x="5" y="7"/>
                      <a:pt x="6" y="7"/>
                    </a:cubicBezTo>
                    <a:cubicBezTo>
                      <a:pt x="6" y="6"/>
                      <a:pt x="6" y="6"/>
                      <a:pt x="7" y="6"/>
                    </a:cubicBezTo>
                    <a:cubicBezTo>
                      <a:pt x="7" y="6"/>
                      <a:pt x="7" y="6"/>
                      <a:pt x="7" y="5"/>
                    </a:cubicBezTo>
                    <a:cubicBezTo>
                      <a:pt x="8" y="5"/>
                      <a:pt x="8" y="5"/>
                      <a:pt x="9" y="5"/>
                    </a:cubicBezTo>
                    <a:cubicBezTo>
                      <a:pt x="9" y="4"/>
                      <a:pt x="9" y="4"/>
                      <a:pt x="9" y="4"/>
                    </a:cubicBezTo>
                    <a:cubicBezTo>
                      <a:pt x="10" y="4"/>
                      <a:pt x="10" y="4"/>
                      <a:pt x="10" y="3"/>
                    </a:cubicBezTo>
                    <a:cubicBezTo>
                      <a:pt x="11" y="3"/>
                      <a:pt x="11" y="3"/>
                      <a:pt x="11" y="3"/>
                    </a:cubicBezTo>
                    <a:cubicBezTo>
                      <a:pt x="11" y="3"/>
                      <a:pt x="12" y="2"/>
                      <a:pt x="12" y="2"/>
                    </a:cubicBezTo>
                    <a:cubicBezTo>
                      <a:pt x="12" y="2"/>
                      <a:pt x="12" y="2"/>
                      <a:pt x="13" y="2"/>
                    </a:cubicBezTo>
                    <a:cubicBezTo>
                      <a:pt x="13" y="2"/>
                      <a:pt x="14" y="2"/>
                      <a:pt x="14" y="1"/>
                    </a:cubicBezTo>
                    <a:cubicBezTo>
                      <a:pt x="14" y="1"/>
                      <a:pt x="14" y="1"/>
                      <a:pt x="14" y="1"/>
                    </a:cubicBezTo>
                    <a:cubicBezTo>
                      <a:pt x="15" y="1"/>
                      <a:pt x="15" y="1"/>
                      <a:pt x="16" y="1"/>
                    </a:cubicBezTo>
                    <a:cubicBezTo>
                      <a:pt x="17" y="0"/>
                      <a:pt x="18" y="1"/>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7" name="Freeform 812"/>
              <p:cNvSpPr/>
              <p:nvPr/>
            </p:nvSpPr>
            <p:spPr bwMode="auto">
              <a:xfrm>
                <a:off x="2897188" y="2878138"/>
                <a:ext cx="71438" cy="76200"/>
              </a:xfrm>
              <a:custGeom>
                <a:avLst/>
                <a:gdLst>
                  <a:gd name="T0" fmla="*/ 255169392 w 20"/>
                  <a:gd name="T1" fmla="*/ 210663971 h 21"/>
                  <a:gd name="T2" fmla="*/ 216892912 w 20"/>
                  <a:gd name="T3" fmla="*/ 236996514 h 21"/>
                  <a:gd name="T4" fmla="*/ 204134085 w 20"/>
                  <a:gd name="T5" fmla="*/ 250164600 h 21"/>
                  <a:gd name="T6" fmla="*/ 191378830 w 20"/>
                  <a:gd name="T7" fmla="*/ 250164600 h 21"/>
                  <a:gd name="T8" fmla="*/ 153102350 w 20"/>
                  <a:gd name="T9" fmla="*/ 250164600 h 21"/>
                  <a:gd name="T10" fmla="*/ 140343523 w 20"/>
                  <a:gd name="T11" fmla="*/ 263329057 h 21"/>
                  <a:gd name="T12" fmla="*/ 102067043 w 20"/>
                  <a:gd name="T13" fmla="*/ 263329057 h 21"/>
                  <a:gd name="T14" fmla="*/ 89308216 w 20"/>
                  <a:gd name="T15" fmla="*/ 263329057 h 21"/>
                  <a:gd name="T16" fmla="*/ 38276480 w 20"/>
                  <a:gd name="T17" fmla="*/ 276497143 h 21"/>
                  <a:gd name="T18" fmla="*/ 12758827 w 20"/>
                  <a:gd name="T19" fmla="*/ 263329057 h 21"/>
                  <a:gd name="T20" fmla="*/ 0 w 20"/>
                  <a:gd name="T21" fmla="*/ 223832057 h 21"/>
                  <a:gd name="T22" fmla="*/ 0 w 20"/>
                  <a:gd name="T23" fmla="*/ 52665086 h 21"/>
                  <a:gd name="T24" fmla="*/ 12758827 w 20"/>
                  <a:gd name="T25" fmla="*/ 13168086 h 21"/>
                  <a:gd name="T26" fmla="*/ 63794134 w 20"/>
                  <a:gd name="T27" fmla="*/ 13168086 h 21"/>
                  <a:gd name="T28" fmla="*/ 76549389 w 20"/>
                  <a:gd name="T29" fmla="*/ 13168086 h 21"/>
                  <a:gd name="T30" fmla="*/ 76549389 w 20"/>
                  <a:gd name="T31" fmla="*/ 13168086 h 21"/>
                  <a:gd name="T32" fmla="*/ 102067043 w 20"/>
                  <a:gd name="T33" fmla="*/ 26332543 h 21"/>
                  <a:gd name="T34" fmla="*/ 102067043 w 20"/>
                  <a:gd name="T35" fmla="*/ 26332543 h 21"/>
                  <a:gd name="T36" fmla="*/ 114825869 w 20"/>
                  <a:gd name="T37" fmla="*/ 39500629 h 21"/>
                  <a:gd name="T38" fmla="*/ 127584696 w 20"/>
                  <a:gd name="T39" fmla="*/ 39500629 h 21"/>
                  <a:gd name="T40" fmla="*/ 140343523 w 20"/>
                  <a:gd name="T41" fmla="*/ 52665086 h 21"/>
                  <a:gd name="T42" fmla="*/ 153102350 w 20"/>
                  <a:gd name="T43" fmla="*/ 65833171 h 21"/>
                  <a:gd name="T44" fmla="*/ 165861177 w 20"/>
                  <a:gd name="T45" fmla="*/ 65833171 h 21"/>
                  <a:gd name="T46" fmla="*/ 178620003 w 20"/>
                  <a:gd name="T47" fmla="*/ 78997629 h 21"/>
                  <a:gd name="T48" fmla="*/ 178620003 w 20"/>
                  <a:gd name="T49" fmla="*/ 92165714 h 21"/>
                  <a:gd name="T50" fmla="*/ 191378830 w 20"/>
                  <a:gd name="T51" fmla="*/ 105333800 h 21"/>
                  <a:gd name="T52" fmla="*/ 204134085 w 20"/>
                  <a:gd name="T53" fmla="*/ 105333800 h 21"/>
                  <a:gd name="T54" fmla="*/ 229651739 w 20"/>
                  <a:gd name="T55" fmla="*/ 131666343 h 21"/>
                  <a:gd name="T56" fmla="*/ 229651739 w 20"/>
                  <a:gd name="T57" fmla="*/ 144830800 h 21"/>
                  <a:gd name="T58" fmla="*/ 242410565 w 20"/>
                  <a:gd name="T59" fmla="*/ 157998886 h 21"/>
                  <a:gd name="T60" fmla="*/ 242410565 w 20"/>
                  <a:gd name="T61" fmla="*/ 157998886 h 21"/>
                  <a:gd name="T62" fmla="*/ 255169392 w 20"/>
                  <a:gd name="T63" fmla="*/ 210663971 h 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
                  <a:gd name="T97" fmla="*/ 0 h 21"/>
                  <a:gd name="T98" fmla="*/ 20 w 20"/>
                  <a:gd name="T99" fmla="*/ 21 h 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 h="21">
                    <a:moveTo>
                      <a:pt x="20" y="16"/>
                    </a:moveTo>
                    <a:cubicBezTo>
                      <a:pt x="19" y="17"/>
                      <a:pt x="18" y="18"/>
                      <a:pt x="17" y="18"/>
                    </a:cubicBezTo>
                    <a:cubicBezTo>
                      <a:pt x="17" y="18"/>
                      <a:pt x="17" y="18"/>
                      <a:pt x="16" y="19"/>
                    </a:cubicBezTo>
                    <a:cubicBezTo>
                      <a:pt x="16" y="19"/>
                      <a:pt x="16" y="19"/>
                      <a:pt x="15" y="19"/>
                    </a:cubicBezTo>
                    <a:cubicBezTo>
                      <a:pt x="14" y="19"/>
                      <a:pt x="13" y="19"/>
                      <a:pt x="12" y="19"/>
                    </a:cubicBezTo>
                    <a:cubicBezTo>
                      <a:pt x="12" y="20"/>
                      <a:pt x="12" y="20"/>
                      <a:pt x="11" y="20"/>
                    </a:cubicBezTo>
                    <a:cubicBezTo>
                      <a:pt x="10" y="20"/>
                      <a:pt x="9" y="20"/>
                      <a:pt x="8" y="20"/>
                    </a:cubicBezTo>
                    <a:cubicBezTo>
                      <a:pt x="7" y="20"/>
                      <a:pt x="7" y="20"/>
                      <a:pt x="7" y="20"/>
                    </a:cubicBezTo>
                    <a:cubicBezTo>
                      <a:pt x="6" y="20"/>
                      <a:pt x="5" y="21"/>
                      <a:pt x="3" y="21"/>
                    </a:cubicBezTo>
                    <a:cubicBezTo>
                      <a:pt x="2" y="21"/>
                      <a:pt x="2" y="20"/>
                      <a:pt x="1" y="20"/>
                    </a:cubicBezTo>
                    <a:cubicBezTo>
                      <a:pt x="0" y="19"/>
                      <a:pt x="0" y="18"/>
                      <a:pt x="0" y="17"/>
                    </a:cubicBezTo>
                    <a:cubicBezTo>
                      <a:pt x="0" y="4"/>
                      <a:pt x="0" y="4"/>
                      <a:pt x="0" y="4"/>
                    </a:cubicBezTo>
                    <a:cubicBezTo>
                      <a:pt x="0" y="3"/>
                      <a:pt x="0" y="2"/>
                      <a:pt x="1" y="1"/>
                    </a:cubicBezTo>
                    <a:cubicBezTo>
                      <a:pt x="2" y="1"/>
                      <a:pt x="3" y="0"/>
                      <a:pt x="5" y="1"/>
                    </a:cubicBezTo>
                    <a:cubicBezTo>
                      <a:pt x="5" y="1"/>
                      <a:pt x="6" y="1"/>
                      <a:pt x="6" y="1"/>
                    </a:cubicBezTo>
                    <a:cubicBezTo>
                      <a:pt x="6" y="1"/>
                      <a:pt x="6" y="1"/>
                      <a:pt x="6" y="1"/>
                    </a:cubicBezTo>
                    <a:cubicBezTo>
                      <a:pt x="7" y="2"/>
                      <a:pt x="7" y="2"/>
                      <a:pt x="8" y="2"/>
                    </a:cubicBezTo>
                    <a:cubicBezTo>
                      <a:pt x="8" y="2"/>
                      <a:pt x="8" y="2"/>
                      <a:pt x="8" y="2"/>
                    </a:cubicBezTo>
                    <a:cubicBezTo>
                      <a:pt x="8" y="2"/>
                      <a:pt x="9" y="3"/>
                      <a:pt x="9" y="3"/>
                    </a:cubicBezTo>
                    <a:cubicBezTo>
                      <a:pt x="10" y="3"/>
                      <a:pt x="10" y="3"/>
                      <a:pt x="10" y="3"/>
                    </a:cubicBezTo>
                    <a:cubicBezTo>
                      <a:pt x="10" y="4"/>
                      <a:pt x="11" y="4"/>
                      <a:pt x="11" y="4"/>
                    </a:cubicBezTo>
                    <a:cubicBezTo>
                      <a:pt x="11" y="4"/>
                      <a:pt x="11" y="4"/>
                      <a:pt x="12" y="5"/>
                    </a:cubicBezTo>
                    <a:cubicBezTo>
                      <a:pt x="12" y="5"/>
                      <a:pt x="12" y="5"/>
                      <a:pt x="13" y="5"/>
                    </a:cubicBezTo>
                    <a:cubicBezTo>
                      <a:pt x="13" y="6"/>
                      <a:pt x="13" y="6"/>
                      <a:pt x="14" y="6"/>
                    </a:cubicBezTo>
                    <a:cubicBezTo>
                      <a:pt x="14" y="6"/>
                      <a:pt x="14" y="6"/>
                      <a:pt x="14" y="7"/>
                    </a:cubicBezTo>
                    <a:cubicBezTo>
                      <a:pt x="15" y="7"/>
                      <a:pt x="15" y="7"/>
                      <a:pt x="15" y="8"/>
                    </a:cubicBezTo>
                    <a:cubicBezTo>
                      <a:pt x="16" y="8"/>
                      <a:pt x="16" y="8"/>
                      <a:pt x="16" y="8"/>
                    </a:cubicBezTo>
                    <a:cubicBezTo>
                      <a:pt x="17" y="9"/>
                      <a:pt x="17" y="9"/>
                      <a:pt x="18" y="10"/>
                    </a:cubicBezTo>
                    <a:cubicBezTo>
                      <a:pt x="18" y="10"/>
                      <a:pt x="18" y="11"/>
                      <a:pt x="18" y="11"/>
                    </a:cubicBezTo>
                    <a:cubicBezTo>
                      <a:pt x="18" y="11"/>
                      <a:pt x="19" y="12"/>
                      <a:pt x="19" y="12"/>
                    </a:cubicBezTo>
                    <a:cubicBezTo>
                      <a:pt x="19" y="12"/>
                      <a:pt x="19" y="12"/>
                      <a:pt x="19" y="12"/>
                    </a:cubicBezTo>
                    <a:cubicBezTo>
                      <a:pt x="20" y="13"/>
                      <a:pt x="20" y="15"/>
                      <a:pt x="2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8" name="Freeform 813"/>
              <p:cNvSpPr/>
              <p:nvPr/>
            </p:nvSpPr>
            <p:spPr bwMode="auto">
              <a:xfrm>
                <a:off x="2760663" y="2892425"/>
                <a:ext cx="47625" cy="42863"/>
              </a:xfrm>
              <a:custGeom>
                <a:avLst/>
                <a:gdLst>
                  <a:gd name="T0" fmla="*/ 107368731 w 13"/>
                  <a:gd name="T1" fmla="*/ 76553318 h 12"/>
                  <a:gd name="T2" fmla="*/ 107368731 w 13"/>
                  <a:gd name="T3" fmla="*/ 76553318 h 12"/>
                  <a:gd name="T4" fmla="*/ 134210913 w 13"/>
                  <a:gd name="T5" fmla="*/ 51035545 h 12"/>
                  <a:gd name="T6" fmla="*/ 174472356 w 13"/>
                  <a:gd name="T7" fmla="*/ 12758886 h 12"/>
                  <a:gd name="T8" fmla="*/ 174472356 w 13"/>
                  <a:gd name="T9" fmla="*/ 0 h 12"/>
                  <a:gd name="T10" fmla="*/ 161053096 w 13"/>
                  <a:gd name="T11" fmla="*/ 0 h 12"/>
                  <a:gd name="T12" fmla="*/ 13419260 w 13"/>
                  <a:gd name="T13" fmla="*/ 89308632 h 12"/>
                  <a:gd name="T14" fmla="*/ 0 w 13"/>
                  <a:gd name="T15" fmla="*/ 114826405 h 12"/>
                  <a:gd name="T16" fmla="*/ 13419260 w 13"/>
                  <a:gd name="T17" fmla="*/ 140344178 h 12"/>
                  <a:gd name="T18" fmla="*/ 80526548 w 13"/>
                  <a:gd name="T19" fmla="*/ 114826405 h 12"/>
                  <a:gd name="T20" fmla="*/ 107368731 w 13"/>
                  <a:gd name="T21" fmla="*/ 89308632 h 12"/>
                  <a:gd name="T22" fmla="*/ 107368731 w 13"/>
                  <a:gd name="T23" fmla="*/ 89308632 h 12"/>
                  <a:gd name="T24" fmla="*/ 107368731 w 13"/>
                  <a:gd name="T25" fmla="*/ 76553318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2"/>
                  <a:gd name="T41" fmla="*/ 13 w 13"/>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2">
                    <a:moveTo>
                      <a:pt x="8" y="6"/>
                    </a:moveTo>
                    <a:cubicBezTo>
                      <a:pt x="8" y="6"/>
                      <a:pt x="8" y="6"/>
                      <a:pt x="8" y="6"/>
                    </a:cubicBezTo>
                    <a:cubicBezTo>
                      <a:pt x="9" y="5"/>
                      <a:pt x="9" y="5"/>
                      <a:pt x="10" y="4"/>
                    </a:cubicBezTo>
                    <a:cubicBezTo>
                      <a:pt x="10" y="4"/>
                      <a:pt x="11" y="3"/>
                      <a:pt x="13" y="1"/>
                    </a:cubicBezTo>
                    <a:cubicBezTo>
                      <a:pt x="13" y="1"/>
                      <a:pt x="13" y="0"/>
                      <a:pt x="13" y="0"/>
                    </a:cubicBezTo>
                    <a:cubicBezTo>
                      <a:pt x="13" y="0"/>
                      <a:pt x="12" y="0"/>
                      <a:pt x="12" y="0"/>
                    </a:cubicBezTo>
                    <a:cubicBezTo>
                      <a:pt x="8" y="2"/>
                      <a:pt x="4" y="4"/>
                      <a:pt x="1" y="7"/>
                    </a:cubicBezTo>
                    <a:cubicBezTo>
                      <a:pt x="0" y="8"/>
                      <a:pt x="0" y="8"/>
                      <a:pt x="0" y="9"/>
                    </a:cubicBezTo>
                    <a:cubicBezTo>
                      <a:pt x="0" y="10"/>
                      <a:pt x="0" y="10"/>
                      <a:pt x="1" y="11"/>
                    </a:cubicBezTo>
                    <a:cubicBezTo>
                      <a:pt x="3" y="12"/>
                      <a:pt x="5" y="11"/>
                      <a:pt x="6" y="9"/>
                    </a:cubicBezTo>
                    <a:cubicBezTo>
                      <a:pt x="7" y="8"/>
                      <a:pt x="7" y="8"/>
                      <a:pt x="8" y="7"/>
                    </a:cubicBezTo>
                    <a:cubicBezTo>
                      <a:pt x="8" y="7"/>
                      <a:pt x="8" y="7"/>
                      <a:pt x="8" y="7"/>
                    </a:cubicBezTo>
                    <a:cubicBezTo>
                      <a:pt x="8" y="7"/>
                      <a:pt x="8" y="7"/>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9" name="Freeform 814"/>
              <p:cNvSpPr/>
              <p:nvPr/>
            </p:nvSpPr>
            <p:spPr bwMode="auto">
              <a:xfrm>
                <a:off x="2963863" y="2892425"/>
                <a:ext cx="47625" cy="42863"/>
              </a:xfrm>
              <a:custGeom>
                <a:avLst/>
                <a:gdLst>
                  <a:gd name="T0" fmla="*/ 67103625 w 13"/>
                  <a:gd name="T1" fmla="*/ 76553318 h 12"/>
                  <a:gd name="T2" fmla="*/ 67103625 w 13"/>
                  <a:gd name="T3" fmla="*/ 76553318 h 12"/>
                  <a:gd name="T4" fmla="*/ 40261442 w 13"/>
                  <a:gd name="T5" fmla="*/ 51035545 h 12"/>
                  <a:gd name="T6" fmla="*/ 0 w 13"/>
                  <a:gd name="T7" fmla="*/ 12758886 h 12"/>
                  <a:gd name="T8" fmla="*/ 0 w 13"/>
                  <a:gd name="T9" fmla="*/ 0 h 12"/>
                  <a:gd name="T10" fmla="*/ 13419260 w 13"/>
                  <a:gd name="T11" fmla="*/ 0 h 12"/>
                  <a:gd name="T12" fmla="*/ 161053096 w 13"/>
                  <a:gd name="T13" fmla="*/ 89308632 h 12"/>
                  <a:gd name="T14" fmla="*/ 174472356 w 13"/>
                  <a:gd name="T15" fmla="*/ 114826405 h 12"/>
                  <a:gd name="T16" fmla="*/ 161053096 w 13"/>
                  <a:gd name="T17" fmla="*/ 140344178 h 12"/>
                  <a:gd name="T18" fmla="*/ 93945808 w 13"/>
                  <a:gd name="T19" fmla="*/ 114826405 h 12"/>
                  <a:gd name="T20" fmla="*/ 67103625 w 13"/>
                  <a:gd name="T21" fmla="*/ 89308632 h 12"/>
                  <a:gd name="T22" fmla="*/ 67103625 w 13"/>
                  <a:gd name="T23" fmla="*/ 89308632 h 12"/>
                  <a:gd name="T24" fmla="*/ 67103625 w 13"/>
                  <a:gd name="T25" fmla="*/ 76553318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2"/>
                  <a:gd name="T41" fmla="*/ 13 w 13"/>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2">
                    <a:moveTo>
                      <a:pt x="5" y="6"/>
                    </a:moveTo>
                    <a:cubicBezTo>
                      <a:pt x="5" y="6"/>
                      <a:pt x="5" y="6"/>
                      <a:pt x="5" y="6"/>
                    </a:cubicBezTo>
                    <a:cubicBezTo>
                      <a:pt x="4" y="5"/>
                      <a:pt x="4" y="5"/>
                      <a:pt x="3" y="4"/>
                    </a:cubicBezTo>
                    <a:cubicBezTo>
                      <a:pt x="3" y="4"/>
                      <a:pt x="2" y="3"/>
                      <a:pt x="0" y="1"/>
                    </a:cubicBezTo>
                    <a:cubicBezTo>
                      <a:pt x="0" y="1"/>
                      <a:pt x="0" y="0"/>
                      <a:pt x="0" y="0"/>
                    </a:cubicBezTo>
                    <a:cubicBezTo>
                      <a:pt x="1" y="0"/>
                      <a:pt x="1" y="0"/>
                      <a:pt x="1" y="0"/>
                    </a:cubicBezTo>
                    <a:cubicBezTo>
                      <a:pt x="5" y="2"/>
                      <a:pt x="9" y="4"/>
                      <a:pt x="12" y="7"/>
                    </a:cubicBezTo>
                    <a:cubicBezTo>
                      <a:pt x="13" y="8"/>
                      <a:pt x="13" y="8"/>
                      <a:pt x="13" y="9"/>
                    </a:cubicBezTo>
                    <a:cubicBezTo>
                      <a:pt x="13" y="10"/>
                      <a:pt x="13" y="10"/>
                      <a:pt x="12" y="11"/>
                    </a:cubicBezTo>
                    <a:cubicBezTo>
                      <a:pt x="10" y="12"/>
                      <a:pt x="8" y="11"/>
                      <a:pt x="7" y="9"/>
                    </a:cubicBezTo>
                    <a:cubicBezTo>
                      <a:pt x="6" y="8"/>
                      <a:pt x="6" y="8"/>
                      <a:pt x="5" y="7"/>
                    </a:cubicBezTo>
                    <a:cubicBezTo>
                      <a:pt x="5" y="7"/>
                      <a:pt x="5" y="7"/>
                      <a:pt x="5" y="7"/>
                    </a:cubicBezTo>
                    <a:cubicBezTo>
                      <a:pt x="5" y="7"/>
                      <a:pt x="5"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0" name="Freeform 815"/>
              <p:cNvSpPr/>
              <p:nvPr/>
            </p:nvSpPr>
            <p:spPr bwMode="auto">
              <a:xfrm>
                <a:off x="2760663" y="3213100"/>
                <a:ext cx="47625" cy="38100"/>
              </a:xfrm>
              <a:custGeom>
                <a:avLst/>
                <a:gdLst>
                  <a:gd name="T0" fmla="*/ 107368731 w 13"/>
                  <a:gd name="T1" fmla="*/ 59983255 h 11"/>
                  <a:gd name="T2" fmla="*/ 107368731 w 13"/>
                  <a:gd name="T3" fmla="*/ 71981291 h 11"/>
                  <a:gd name="T4" fmla="*/ 134210913 w 13"/>
                  <a:gd name="T5" fmla="*/ 83975864 h 11"/>
                  <a:gd name="T6" fmla="*/ 174472356 w 13"/>
                  <a:gd name="T7" fmla="*/ 119966509 h 11"/>
                  <a:gd name="T8" fmla="*/ 174472356 w 13"/>
                  <a:gd name="T9" fmla="*/ 131964545 h 11"/>
                  <a:gd name="T10" fmla="*/ 161053096 w 13"/>
                  <a:gd name="T11" fmla="*/ 131964545 h 11"/>
                  <a:gd name="T12" fmla="*/ 13419260 w 13"/>
                  <a:gd name="T13" fmla="*/ 47988682 h 11"/>
                  <a:gd name="T14" fmla="*/ 0 w 13"/>
                  <a:gd name="T15" fmla="*/ 23992609 h 11"/>
                  <a:gd name="T16" fmla="*/ 13419260 w 13"/>
                  <a:gd name="T17" fmla="*/ 11998036 h 11"/>
                  <a:gd name="T18" fmla="*/ 80526548 w 13"/>
                  <a:gd name="T19" fmla="*/ 23992609 h 11"/>
                  <a:gd name="T20" fmla="*/ 107368731 w 13"/>
                  <a:gd name="T21" fmla="*/ 47988682 h 11"/>
                  <a:gd name="T22" fmla="*/ 107368731 w 13"/>
                  <a:gd name="T23" fmla="*/ 59983255 h 11"/>
                  <a:gd name="T24" fmla="*/ 107368731 w 13"/>
                  <a:gd name="T25" fmla="*/ 5998325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1"/>
                  <a:gd name="T41" fmla="*/ 13 w 1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1">
                    <a:moveTo>
                      <a:pt x="8" y="5"/>
                    </a:moveTo>
                    <a:cubicBezTo>
                      <a:pt x="8" y="5"/>
                      <a:pt x="8" y="5"/>
                      <a:pt x="8" y="6"/>
                    </a:cubicBezTo>
                    <a:cubicBezTo>
                      <a:pt x="9" y="6"/>
                      <a:pt x="9" y="7"/>
                      <a:pt x="10" y="7"/>
                    </a:cubicBezTo>
                    <a:cubicBezTo>
                      <a:pt x="10" y="7"/>
                      <a:pt x="11" y="9"/>
                      <a:pt x="13" y="10"/>
                    </a:cubicBezTo>
                    <a:cubicBezTo>
                      <a:pt x="13" y="11"/>
                      <a:pt x="13" y="11"/>
                      <a:pt x="13" y="11"/>
                    </a:cubicBezTo>
                    <a:cubicBezTo>
                      <a:pt x="13" y="11"/>
                      <a:pt x="12" y="11"/>
                      <a:pt x="12" y="11"/>
                    </a:cubicBezTo>
                    <a:cubicBezTo>
                      <a:pt x="8" y="9"/>
                      <a:pt x="4" y="7"/>
                      <a:pt x="1" y="4"/>
                    </a:cubicBezTo>
                    <a:cubicBezTo>
                      <a:pt x="0" y="4"/>
                      <a:pt x="0" y="3"/>
                      <a:pt x="0" y="2"/>
                    </a:cubicBezTo>
                    <a:cubicBezTo>
                      <a:pt x="0" y="2"/>
                      <a:pt x="0" y="1"/>
                      <a:pt x="1" y="1"/>
                    </a:cubicBezTo>
                    <a:cubicBezTo>
                      <a:pt x="3" y="0"/>
                      <a:pt x="5" y="1"/>
                      <a:pt x="6" y="2"/>
                    </a:cubicBezTo>
                    <a:cubicBezTo>
                      <a:pt x="7" y="3"/>
                      <a:pt x="7" y="4"/>
                      <a:pt x="8" y="4"/>
                    </a:cubicBezTo>
                    <a:cubicBezTo>
                      <a:pt x="8" y="4"/>
                      <a:pt x="8" y="5"/>
                      <a:pt x="8" y="5"/>
                    </a:cubicBezTo>
                    <a:cubicBezTo>
                      <a:pt x="8" y="5"/>
                      <a:pt x="8" y="5"/>
                      <a:pt x="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1" name="Freeform 816"/>
              <p:cNvSpPr/>
              <p:nvPr/>
            </p:nvSpPr>
            <p:spPr bwMode="auto">
              <a:xfrm>
                <a:off x="2963863" y="3213100"/>
                <a:ext cx="47625" cy="38100"/>
              </a:xfrm>
              <a:custGeom>
                <a:avLst/>
                <a:gdLst>
                  <a:gd name="T0" fmla="*/ 67103625 w 13"/>
                  <a:gd name="T1" fmla="*/ 59983255 h 11"/>
                  <a:gd name="T2" fmla="*/ 67103625 w 13"/>
                  <a:gd name="T3" fmla="*/ 71981291 h 11"/>
                  <a:gd name="T4" fmla="*/ 40261442 w 13"/>
                  <a:gd name="T5" fmla="*/ 83975864 h 11"/>
                  <a:gd name="T6" fmla="*/ 0 w 13"/>
                  <a:gd name="T7" fmla="*/ 119966509 h 11"/>
                  <a:gd name="T8" fmla="*/ 0 w 13"/>
                  <a:gd name="T9" fmla="*/ 131964545 h 11"/>
                  <a:gd name="T10" fmla="*/ 13419260 w 13"/>
                  <a:gd name="T11" fmla="*/ 131964545 h 11"/>
                  <a:gd name="T12" fmla="*/ 161053096 w 13"/>
                  <a:gd name="T13" fmla="*/ 47988682 h 11"/>
                  <a:gd name="T14" fmla="*/ 174472356 w 13"/>
                  <a:gd name="T15" fmla="*/ 23992609 h 11"/>
                  <a:gd name="T16" fmla="*/ 161053096 w 13"/>
                  <a:gd name="T17" fmla="*/ 11998036 h 11"/>
                  <a:gd name="T18" fmla="*/ 93945808 w 13"/>
                  <a:gd name="T19" fmla="*/ 23992609 h 11"/>
                  <a:gd name="T20" fmla="*/ 67103625 w 13"/>
                  <a:gd name="T21" fmla="*/ 47988682 h 11"/>
                  <a:gd name="T22" fmla="*/ 67103625 w 13"/>
                  <a:gd name="T23" fmla="*/ 59983255 h 11"/>
                  <a:gd name="T24" fmla="*/ 67103625 w 13"/>
                  <a:gd name="T25" fmla="*/ 5998325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1"/>
                  <a:gd name="T41" fmla="*/ 13 w 1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1">
                    <a:moveTo>
                      <a:pt x="5" y="5"/>
                    </a:moveTo>
                    <a:cubicBezTo>
                      <a:pt x="5" y="5"/>
                      <a:pt x="5" y="5"/>
                      <a:pt x="5" y="6"/>
                    </a:cubicBezTo>
                    <a:cubicBezTo>
                      <a:pt x="4" y="6"/>
                      <a:pt x="4" y="7"/>
                      <a:pt x="3" y="7"/>
                    </a:cubicBezTo>
                    <a:cubicBezTo>
                      <a:pt x="3" y="7"/>
                      <a:pt x="2" y="9"/>
                      <a:pt x="0" y="10"/>
                    </a:cubicBezTo>
                    <a:cubicBezTo>
                      <a:pt x="0" y="11"/>
                      <a:pt x="0" y="11"/>
                      <a:pt x="0" y="11"/>
                    </a:cubicBezTo>
                    <a:cubicBezTo>
                      <a:pt x="1" y="11"/>
                      <a:pt x="1" y="11"/>
                      <a:pt x="1" y="11"/>
                    </a:cubicBezTo>
                    <a:cubicBezTo>
                      <a:pt x="5" y="9"/>
                      <a:pt x="9" y="7"/>
                      <a:pt x="12" y="4"/>
                    </a:cubicBezTo>
                    <a:cubicBezTo>
                      <a:pt x="13" y="4"/>
                      <a:pt x="13" y="3"/>
                      <a:pt x="13" y="2"/>
                    </a:cubicBezTo>
                    <a:cubicBezTo>
                      <a:pt x="13" y="2"/>
                      <a:pt x="13" y="1"/>
                      <a:pt x="12" y="1"/>
                    </a:cubicBezTo>
                    <a:cubicBezTo>
                      <a:pt x="10" y="0"/>
                      <a:pt x="8" y="1"/>
                      <a:pt x="7" y="2"/>
                    </a:cubicBezTo>
                    <a:cubicBezTo>
                      <a:pt x="6" y="3"/>
                      <a:pt x="6" y="4"/>
                      <a:pt x="5" y="4"/>
                    </a:cubicBezTo>
                    <a:cubicBezTo>
                      <a:pt x="5" y="4"/>
                      <a:pt x="5" y="5"/>
                      <a:pt x="5" y="5"/>
                    </a:cubicBezTo>
                    <a:cubicBezTo>
                      <a:pt x="5" y="5"/>
                      <a:pt x="5"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grpSp>
        <p:grpSp>
          <p:nvGrpSpPr>
            <p:cNvPr id="72" name="Group 80"/>
            <p:cNvGrpSpPr/>
            <p:nvPr/>
          </p:nvGrpSpPr>
          <p:grpSpPr bwMode="auto">
            <a:xfrm>
              <a:off x="8526" y="2936"/>
              <a:ext cx="492" cy="414"/>
              <a:chOff x="6051550" y="2911475"/>
              <a:chExt cx="382588" cy="322263"/>
            </a:xfrm>
            <a:solidFill>
              <a:schemeClr val="bg1"/>
            </a:solidFill>
          </p:grpSpPr>
          <p:sp>
            <p:nvSpPr>
              <p:cNvPr id="73" name="Freeform 823"/>
              <p:cNvSpPr>
                <a:spLocks noEditPoints="1"/>
              </p:cNvSpPr>
              <p:nvPr/>
            </p:nvSpPr>
            <p:spPr bwMode="auto">
              <a:xfrm>
                <a:off x="6080125" y="2911475"/>
                <a:ext cx="320675" cy="236538"/>
              </a:xfrm>
              <a:custGeom>
                <a:avLst/>
                <a:gdLst>
                  <a:gd name="T0" fmla="*/ 76171002 w 90"/>
                  <a:gd name="T1" fmla="*/ 847730689 h 66"/>
                  <a:gd name="T2" fmla="*/ 1079107006 w 90"/>
                  <a:gd name="T3" fmla="*/ 847730689 h 66"/>
                  <a:gd name="T4" fmla="*/ 1142582840 w 90"/>
                  <a:gd name="T5" fmla="*/ 770665891 h 66"/>
                  <a:gd name="T6" fmla="*/ 1142582840 w 90"/>
                  <a:gd name="T7" fmla="*/ 77064797 h 66"/>
                  <a:gd name="T8" fmla="*/ 1079107006 w 90"/>
                  <a:gd name="T9" fmla="*/ 0 h 66"/>
                  <a:gd name="T10" fmla="*/ 76171002 w 90"/>
                  <a:gd name="T11" fmla="*/ 0 h 66"/>
                  <a:gd name="T12" fmla="*/ 0 w 90"/>
                  <a:gd name="T13" fmla="*/ 77064797 h 66"/>
                  <a:gd name="T14" fmla="*/ 0 w 90"/>
                  <a:gd name="T15" fmla="*/ 770665891 h 66"/>
                  <a:gd name="T16" fmla="*/ 76171002 w 90"/>
                  <a:gd name="T17" fmla="*/ 847730689 h 66"/>
                  <a:gd name="T18" fmla="*/ 88866169 w 90"/>
                  <a:gd name="T19" fmla="*/ 128443718 h 66"/>
                  <a:gd name="T20" fmla="*/ 126955233 w 90"/>
                  <a:gd name="T21" fmla="*/ 77064797 h 66"/>
                  <a:gd name="T22" fmla="*/ 1015627608 w 90"/>
                  <a:gd name="T23" fmla="*/ 77064797 h 66"/>
                  <a:gd name="T24" fmla="*/ 1066411839 w 90"/>
                  <a:gd name="T25" fmla="*/ 128443718 h 66"/>
                  <a:gd name="T26" fmla="*/ 1066411839 w 90"/>
                  <a:gd name="T27" fmla="*/ 719286971 h 66"/>
                  <a:gd name="T28" fmla="*/ 1015627608 w 90"/>
                  <a:gd name="T29" fmla="*/ 757821161 h 66"/>
                  <a:gd name="T30" fmla="*/ 126955233 w 90"/>
                  <a:gd name="T31" fmla="*/ 757821161 h 66"/>
                  <a:gd name="T32" fmla="*/ 88866169 w 90"/>
                  <a:gd name="T33" fmla="*/ 719286971 h 66"/>
                  <a:gd name="T34" fmla="*/ 88866169 w 90"/>
                  <a:gd name="T35" fmla="*/ 128443718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66"/>
                  <a:gd name="T56" fmla="*/ 90 w 90"/>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66">
                    <a:moveTo>
                      <a:pt x="6" y="66"/>
                    </a:moveTo>
                    <a:cubicBezTo>
                      <a:pt x="85" y="66"/>
                      <a:pt x="85" y="66"/>
                      <a:pt x="85" y="66"/>
                    </a:cubicBezTo>
                    <a:cubicBezTo>
                      <a:pt x="88" y="66"/>
                      <a:pt x="90" y="63"/>
                      <a:pt x="90" y="60"/>
                    </a:cubicBezTo>
                    <a:cubicBezTo>
                      <a:pt x="90" y="6"/>
                      <a:pt x="90" y="6"/>
                      <a:pt x="90" y="6"/>
                    </a:cubicBezTo>
                    <a:cubicBezTo>
                      <a:pt x="90" y="2"/>
                      <a:pt x="88" y="0"/>
                      <a:pt x="85" y="0"/>
                    </a:cubicBezTo>
                    <a:cubicBezTo>
                      <a:pt x="6" y="0"/>
                      <a:pt x="6" y="0"/>
                      <a:pt x="6" y="0"/>
                    </a:cubicBezTo>
                    <a:cubicBezTo>
                      <a:pt x="3" y="0"/>
                      <a:pt x="0" y="2"/>
                      <a:pt x="0" y="6"/>
                    </a:cubicBezTo>
                    <a:cubicBezTo>
                      <a:pt x="0" y="60"/>
                      <a:pt x="0" y="60"/>
                      <a:pt x="0" y="60"/>
                    </a:cubicBezTo>
                    <a:cubicBezTo>
                      <a:pt x="0" y="63"/>
                      <a:pt x="3" y="66"/>
                      <a:pt x="6" y="66"/>
                    </a:cubicBezTo>
                    <a:close/>
                    <a:moveTo>
                      <a:pt x="7" y="10"/>
                    </a:moveTo>
                    <a:cubicBezTo>
                      <a:pt x="7" y="8"/>
                      <a:pt x="8" y="6"/>
                      <a:pt x="10" y="6"/>
                    </a:cubicBezTo>
                    <a:cubicBezTo>
                      <a:pt x="80" y="6"/>
                      <a:pt x="80" y="6"/>
                      <a:pt x="80" y="6"/>
                    </a:cubicBezTo>
                    <a:cubicBezTo>
                      <a:pt x="82" y="6"/>
                      <a:pt x="84" y="8"/>
                      <a:pt x="84" y="10"/>
                    </a:cubicBezTo>
                    <a:cubicBezTo>
                      <a:pt x="84" y="56"/>
                      <a:pt x="84" y="56"/>
                      <a:pt x="84" y="56"/>
                    </a:cubicBezTo>
                    <a:cubicBezTo>
                      <a:pt x="84" y="58"/>
                      <a:pt x="82" y="59"/>
                      <a:pt x="80" y="59"/>
                    </a:cubicBezTo>
                    <a:cubicBezTo>
                      <a:pt x="10" y="59"/>
                      <a:pt x="10" y="59"/>
                      <a:pt x="10" y="59"/>
                    </a:cubicBezTo>
                    <a:cubicBezTo>
                      <a:pt x="8" y="59"/>
                      <a:pt x="7" y="58"/>
                      <a:pt x="7" y="56"/>
                    </a:cubicBezTo>
                    <a:lnTo>
                      <a:pt x="7"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4" name="Freeform 824"/>
              <p:cNvSpPr/>
              <p:nvPr/>
            </p:nvSpPr>
            <p:spPr bwMode="auto">
              <a:xfrm>
                <a:off x="6051550" y="3162300"/>
                <a:ext cx="382588" cy="71438"/>
              </a:xfrm>
              <a:custGeom>
                <a:avLst/>
                <a:gdLst>
                  <a:gd name="T0" fmla="*/ 1342408327 w 107"/>
                  <a:gd name="T1" fmla="*/ 102067043 h 20"/>
                  <a:gd name="T2" fmla="*/ 1291266680 w 107"/>
                  <a:gd name="T3" fmla="*/ 25517654 h 20"/>
                  <a:gd name="T4" fmla="*/ 1240128609 w 107"/>
                  <a:gd name="T5" fmla="*/ 0 h 20"/>
                  <a:gd name="T6" fmla="*/ 1227345880 w 107"/>
                  <a:gd name="T7" fmla="*/ 0 h 20"/>
                  <a:gd name="T8" fmla="*/ 127848753 w 107"/>
                  <a:gd name="T9" fmla="*/ 0 h 20"/>
                  <a:gd name="T10" fmla="*/ 127848753 w 107"/>
                  <a:gd name="T11" fmla="*/ 0 h 20"/>
                  <a:gd name="T12" fmla="*/ 63924376 w 107"/>
                  <a:gd name="T13" fmla="*/ 25517654 h 20"/>
                  <a:gd name="T14" fmla="*/ 12786305 w 107"/>
                  <a:gd name="T15" fmla="*/ 102067043 h 20"/>
                  <a:gd name="T16" fmla="*/ 12786305 w 107"/>
                  <a:gd name="T17" fmla="*/ 204134085 h 20"/>
                  <a:gd name="T18" fmla="*/ 76710682 w 107"/>
                  <a:gd name="T19" fmla="*/ 255169392 h 20"/>
                  <a:gd name="T20" fmla="*/ 1278483950 w 107"/>
                  <a:gd name="T21" fmla="*/ 255169392 h 20"/>
                  <a:gd name="T22" fmla="*/ 1342408327 w 107"/>
                  <a:gd name="T23" fmla="*/ 204134085 h 20"/>
                  <a:gd name="T24" fmla="*/ 1342408327 w 107"/>
                  <a:gd name="T25" fmla="*/ 102067043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7"/>
                  <a:gd name="T40" fmla="*/ 0 h 20"/>
                  <a:gd name="T41" fmla="*/ 107 w 107"/>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7" h="20">
                    <a:moveTo>
                      <a:pt x="105" y="8"/>
                    </a:moveTo>
                    <a:cubicBezTo>
                      <a:pt x="101" y="2"/>
                      <a:pt x="101" y="2"/>
                      <a:pt x="101" y="2"/>
                    </a:cubicBezTo>
                    <a:cubicBezTo>
                      <a:pt x="100" y="1"/>
                      <a:pt x="98" y="0"/>
                      <a:pt x="97" y="0"/>
                    </a:cubicBezTo>
                    <a:cubicBezTo>
                      <a:pt x="96" y="0"/>
                      <a:pt x="96" y="0"/>
                      <a:pt x="96" y="0"/>
                    </a:cubicBezTo>
                    <a:cubicBezTo>
                      <a:pt x="10" y="0"/>
                      <a:pt x="10" y="0"/>
                      <a:pt x="10" y="0"/>
                    </a:cubicBezTo>
                    <a:cubicBezTo>
                      <a:pt x="10" y="0"/>
                      <a:pt x="10" y="0"/>
                      <a:pt x="10" y="0"/>
                    </a:cubicBezTo>
                    <a:cubicBezTo>
                      <a:pt x="8" y="0"/>
                      <a:pt x="6" y="1"/>
                      <a:pt x="5" y="2"/>
                    </a:cubicBezTo>
                    <a:cubicBezTo>
                      <a:pt x="1" y="8"/>
                      <a:pt x="1" y="8"/>
                      <a:pt x="1" y="8"/>
                    </a:cubicBezTo>
                    <a:cubicBezTo>
                      <a:pt x="0" y="10"/>
                      <a:pt x="0" y="13"/>
                      <a:pt x="1" y="16"/>
                    </a:cubicBezTo>
                    <a:cubicBezTo>
                      <a:pt x="2" y="18"/>
                      <a:pt x="4" y="20"/>
                      <a:pt x="6" y="20"/>
                    </a:cubicBezTo>
                    <a:cubicBezTo>
                      <a:pt x="100" y="20"/>
                      <a:pt x="100" y="20"/>
                      <a:pt x="100" y="20"/>
                    </a:cubicBezTo>
                    <a:cubicBezTo>
                      <a:pt x="102" y="20"/>
                      <a:pt x="104" y="18"/>
                      <a:pt x="105" y="16"/>
                    </a:cubicBezTo>
                    <a:cubicBezTo>
                      <a:pt x="107" y="13"/>
                      <a:pt x="106" y="10"/>
                      <a:pt x="10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t>4.2 </a:t>
            </a:r>
            <a:r>
              <a:rPr lang="zh-CN" altLang="en-US"/>
              <a:t>堆</a:t>
            </a:r>
            <a:r>
              <a:rPr lang="zh-CN" altLang="en-US"/>
              <a:t>排序</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6" name="组合 5"/>
          <p:cNvGrpSpPr/>
          <p:nvPr/>
        </p:nvGrpSpPr>
        <p:grpSpPr>
          <a:xfrm>
            <a:off x="179705" y="1061085"/>
            <a:ext cx="2840684" cy="5481320"/>
            <a:chOff x="6981" y="2156"/>
            <a:chExt cx="2487" cy="4543"/>
          </a:xfrm>
        </p:grpSpPr>
        <p:sp>
          <p:nvSpPr>
            <p:cNvPr id="27" name="アーチ 6"/>
            <p:cNvSpPr/>
            <p:nvPr/>
          </p:nvSpPr>
          <p:spPr>
            <a:xfrm>
              <a:off x="7228" y="2156"/>
              <a:ext cx="2240" cy="2487"/>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dk2">
                <a:lumMod val="10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kumimoji="1" lang="ja-JP" altLang="en-US" sz="900" dirty="0">
                <a:solidFill>
                  <a:schemeClr val="tx1"/>
                </a:solidFill>
                <a:cs typeface="+mn-ea"/>
                <a:sym typeface="+mn-lt"/>
              </a:endParaRPr>
            </a:p>
          </p:txBody>
        </p:sp>
        <p:sp>
          <p:nvSpPr>
            <p:cNvPr id="28" name="アーチ 6"/>
            <p:cNvSpPr/>
            <p:nvPr/>
          </p:nvSpPr>
          <p:spPr>
            <a:xfrm rot="5400000">
              <a:off x="7104" y="4335"/>
              <a:ext cx="2240" cy="2487"/>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dk2">
                <a:lumMod val="10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kumimoji="1" lang="ja-JP" altLang="en-US" sz="900" dirty="0">
                <a:solidFill>
                  <a:schemeClr val="tx1"/>
                </a:solidFill>
                <a:cs typeface="+mn-ea"/>
                <a:sym typeface="+mn-lt"/>
              </a:endParaRPr>
            </a:p>
          </p:txBody>
        </p:sp>
        <p:sp>
          <p:nvSpPr>
            <p:cNvPr id="36" name="円/楕円 22"/>
            <p:cNvSpPr/>
            <p:nvPr/>
          </p:nvSpPr>
          <p:spPr>
            <a:xfrm>
              <a:off x="8224" y="2616"/>
              <a:ext cx="1063" cy="1063"/>
            </a:xfrm>
            <a:prstGeom prst="ellipse">
              <a:avLst/>
            </a:prstGeom>
            <a:solidFill>
              <a:schemeClr val="dk2">
                <a:lumMod val="100000"/>
              </a:schemeClr>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cs typeface="+mn-ea"/>
                <a:sym typeface="+mn-lt"/>
              </a:endParaRPr>
            </a:p>
          </p:txBody>
        </p:sp>
        <p:sp>
          <p:nvSpPr>
            <p:cNvPr id="38" name="円/楕円 24"/>
            <p:cNvSpPr/>
            <p:nvPr/>
          </p:nvSpPr>
          <p:spPr>
            <a:xfrm>
              <a:off x="8228" y="5266"/>
              <a:ext cx="1063" cy="1063"/>
            </a:xfrm>
            <a:prstGeom prst="ellipse">
              <a:avLst/>
            </a:prstGeom>
            <a:solidFill>
              <a:schemeClr val="dk2">
                <a:lumMod val="100000"/>
              </a:schemeClr>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cs typeface="+mn-ea"/>
                <a:sym typeface="+mn-lt"/>
              </a:endParaRPr>
            </a:p>
          </p:txBody>
        </p:sp>
        <p:grpSp>
          <p:nvGrpSpPr>
            <p:cNvPr id="31" name="Group 78"/>
            <p:cNvGrpSpPr/>
            <p:nvPr/>
          </p:nvGrpSpPr>
          <p:grpSpPr bwMode="auto">
            <a:xfrm>
              <a:off x="8510" y="5565"/>
              <a:ext cx="506" cy="498"/>
              <a:chOff x="2689225" y="2878138"/>
              <a:chExt cx="393700" cy="387350"/>
            </a:xfrm>
            <a:solidFill>
              <a:schemeClr val="bg1"/>
            </a:solidFill>
          </p:grpSpPr>
          <p:sp>
            <p:nvSpPr>
              <p:cNvPr id="56" name="Freeform 801"/>
              <p:cNvSpPr/>
              <p:nvPr/>
            </p:nvSpPr>
            <p:spPr bwMode="auto">
              <a:xfrm>
                <a:off x="3003550" y="3079750"/>
                <a:ext cx="79375" cy="128588"/>
              </a:xfrm>
              <a:custGeom>
                <a:avLst/>
                <a:gdLst>
                  <a:gd name="T0" fmla="*/ 78105000 w 22"/>
                  <a:gd name="T1" fmla="*/ 51035148 h 36"/>
                  <a:gd name="T2" fmla="*/ 78105000 w 22"/>
                  <a:gd name="T3" fmla="*/ 63790364 h 36"/>
                  <a:gd name="T4" fmla="*/ 78105000 w 22"/>
                  <a:gd name="T5" fmla="*/ 63790364 h 36"/>
                  <a:gd name="T6" fmla="*/ 78105000 w 22"/>
                  <a:gd name="T7" fmla="*/ 76549151 h 36"/>
                  <a:gd name="T8" fmla="*/ 78105000 w 22"/>
                  <a:gd name="T9" fmla="*/ 102066725 h 36"/>
                  <a:gd name="T10" fmla="*/ 78105000 w 22"/>
                  <a:gd name="T11" fmla="*/ 114825512 h 36"/>
                  <a:gd name="T12" fmla="*/ 78105000 w 22"/>
                  <a:gd name="T13" fmla="*/ 140343086 h 36"/>
                  <a:gd name="T14" fmla="*/ 65087500 w 22"/>
                  <a:gd name="T15" fmla="*/ 165860661 h 36"/>
                  <a:gd name="T16" fmla="*/ 65087500 w 22"/>
                  <a:gd name="T17" fmla="*/ 178615876 h 36"/>
                  <a:gd name="T18" fmla="*/ 65087500 w 22"/>
                  <a:gd name="T19" fmla="*/ 204133450 h 36"/>
                  <a:gd name="T20" fmla="*/ 52070000 w 22"/>
                  <a:gd name="T21" fmla="*/ 229651024 h 36"/>
                  <a:gd name="T22" fmla="*/ 52070000 w 22"/>
                  <a:gd name="T23" fmla="*/ 242409811 h 36"/>
                  <a:gd name="T24" fmla="*/ 52070000 w 22"/>
                  <a:gd name="T25" fmla="*/ 267927386 h 36"/>
                  <a:gd name="T26" fmla="*/ 39052500 w 22"/>
                  <a:gd name="T27" fmla="*/ 280686173 h 36"/>
                  <a:gd name="T28" fmla="*/ 39052500 w 22"/>
                  <a:gd name="T29" fmla="*/ 306200175 h 36"/>
                  <a:gd name="T30" fmla="*/ 26035000 w 22"/>
                  <a:gd name="T31" fmla="*/ 318958962 h 36"/>
                  <a:gd name="T32" fmla="*/ 26035000 w 22"/>
                  <a:gd name="T33" fmla="*/ 344476536 h 36"/>
                  <a:gd name="T34" fmla="*/ 13017500 w 22"/>
                  <a:gd name="T35" fmla="*/ 357235323 h 36"/>
                  <a:gd name="T36" fmla="*/ 13017500 w 22"/>
                  <a:gd name="T37" fmla="*/ 369994111 h 36"/>
                  <a:gd name="T38" fmla="*/ 39052500 w 22"/>
                  <a:gd name="T39" fmla="*/ 446543261 h 36"/>
                  <a:gd name="T40" fmla="*/ 52070000 w 22"/>
                  <a:gd name="T41" fmla="*/ 446543261 h 36"/>
                  <a:gd name="T42" fmla="*/ 65087500 w 22"/>
                  <a:gd name="T43" fmla="*/ 459302048 h 36"/>
                  <a:gd name="T44" fmla="*/ 104140000 w 22"/>
                  <a:gd name="T45" fmla="*/ 433784474 h 36"/>
                  <a:gd name="T46" fmla="*/ 286381392 w 22"/>
                  <a:gd name="T47" fmla="*/ 63790364 h 36"/>
                  <a:gd name="T48" fmla="*/ 273363892 w 22"/>
                  <a:gd name="T49" fmla="*/ 25517574 h 36"/>
                  <a:gd name="T50" fmla="*/ 234311392 w 22"/>
                  <a:gd name="T51" fmla="*/ 0 h 36"/>
                  <a:gd name="T52" fmla="*/ 130175000 w 22"/>
                  <a:gd name="T53" fmla="*/ 0 h 36"/>
                  <a:gd name="T54" fmla="*/ 78105000 w 22"/>
                  <a:gd name="T55" fmla="*/ 51035148 h 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
                  <a:gd name="T85" fmla="*/ 0 h 36"/>
                  <a:gd name="T86" fmla="*/ 22 w 22"/>
                  <a:gd name="T87" fmla="*/ 36 h 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 h="36">
                    <a:moveTo>
                      <a:pt x="6" y="4"/>
                    </a:moveTo>
                    <a:cubicBezTo>
                      <a:pt x="6" y="4"/>
                      <a:pt x="6" y="5"/>
                      <a:pt x="6" y="5"/>
                    </a:cubicBezTo>
                    <a:cubicBezTo>
                      <a:pt x="6" y="5"/>
                      <a:pt x="6" y="5"/>
                      <a:pt x="6" y="5"/>
                    </a:cubicBezTo>
                    <a:cubicBezTo>
                      <a:pt x="6" y="5"/>
                      <a:pt x="6" y="6"/>
                      <a:pt x="6" y="6"/>
                    </a:cubicBezTo>
                    <a:cubicBezTo>
                      <a:pt x="6" y="7"/>
                      <a:pt x="6" y="7"/>
                      <a:pt x="6" y="8"/>
                    </a:cubicBezTo>
                    <a:cubicBezTo>
                      <a:pt x="6" y="8"/>
                      <a:pt x="6" y="9"/>
                      <a:pt x="6" y="9"/>
                    </a:cubicBezTo>
                    <a:cubicBezTo>
                      <a:pt x="6" y="10"/>
                      <a:pt x="6" y="11"/>
                      <a:pt x="6" y="11"/>
                    </a:cubicBezTo>
                    <a:cubicBezTo>
                      <a:pt x="6" y="12"/>
                      <a:pt x="5" y="12"/>
                      <a:pt x="5" y="13"/>
                    </a:cubicBezTo>
                    <a:cubicBezTo>
                      <a:pt x="5" y="13"/>
                      <a:pt x="5" y="14"/>
                      <a:pt x="5" y="14"/>
                    </a:cubicBezTo>
                    <a:cubicBezTo>
                      <a:pt x="5" y="15"/>
                      <a:pt x="5" y="15"/>
                      <a:pt x="5" y="16"/>
                    </a:cubicBezTo>
                    <a:cubicBezTo>
                      <a:pt x="5" y="16"/>
                      <a:pt x="5" y="17"/>
                      <a:pt x="4" y="18"/>
                    </a:cubicBezTo>
                    <a:cubicBezTo>
                      <a:pt x="4" y="18"/>
                      <a:pt x="4" y="19"/>
                      <a:pt x="4" y="19"/>
                    </a:cubicBezTo>
                    <a:cubicBezTo>
                      <a:pt x="4" y="20"/>
                      <a:pt x="4" y="20"/>
                      <a:pt x="4" y="21"/>
                    </a:cubicBezTo>
                    <a:cubicBezTo>
                      <a:pt x="4" y="21"/>
                      <a:pt x="3" y="22"/>
                      <a:pt x="3" y="22"/>
                    </a:cubicBezTo>
                    <a:cubicBezTo>
                      <a:pt x="3" y="23"/>
                      <a:pt x="3" y="23"/>
                      <a:pt x="3" y="24"/>
                    </a:cubicBezTo>
                    <a:cubicBezTo>
                      <a:pt x="3" y="24"/>
                      <a:pt x="2" y="25"/>
                      <a:pt x="2" y="25"/>
                    </a:cubicBezTo>
                    <a:cubicBezTo>
                      <a:pt x="2" y="26"/>
                      <a:pt x="2" y="26"/>
                      <a:pt x="2" y="27"/>
                    </a:cubicBezTo>
                    <a:cubicBezTo>
                      <a:pt x="2" y="27"/>
                      <a:pt x="1" y="28"/>
                      <a:pt x="1" y="28"/>
                    </a:cubicBezTo>
                    <a:cubicBezTo>
                      <a:pt x="1" y="28"/>
                      <a:pt x="1" y="29"/>
                      <a:pt x="1" y="29"/>
                    </a:cubicBezTo>
                    <a:cubicBezTo>
                      <a:pt x="0" y="31"/>
                      <a:pt x="1" y="34"/>
                      <a:pt x="3" y="35"/>
                    </a:cubicBezTo>
                    <a:cubicBezTo>
                      <a:pt x="3" y="35"/>
                      <a:pt x="3" y="35"/>
                      <a:pt x="4" y="35"/>
                    </a:cubicBezTo>
                    <a:cubicBezTo>
                      <a:pt x="4" y="35"/>
                      <a:pt x="5" y="36"/>
                      <a:pt x="5" y="36"/>
                    </a:cubicBezTo>
                    <a:cubicBezTo>
                      <a:pt x="7" y="36"/>
                      <a:pt x="8" y="35"/>
                      <a:pt x="8" y="34"/>
                    </a:cubicBezTo>
                    <a:cubicBezTo>
                      <a:pt x="16" y="26"/>
                      <a:pt x="20" y="16"/>
                      <a:pt x="22" y="5"/>
                    </a:cubicBezTo>
                    <a:cubicBezTo>
                      <a:pt x="22" y="4"/>
                      <a:pt x="21" y="3"/>
                      <a:pt x="21" y="2"/>
                    </a:cubicBezTo>
                    <a:cubicBezTo>
                      <a:pt x="20" y="1"/>
                      <a:pt x="19" y="0"/>
                      <a:pt x="18" y="0"/>
                    </a:cubicBezTo>
                    <a:cubicBezTo>
                      <a:pt x="10" y="0"/>
                      <a:pt x="10" y="0"/>
                      <a:pt x="10" y="0"/>
                    </a:cubicBezTo>
                    <a:cubicBezTo>
                      <a:pt x="8" y="0"/>
                      <a:pt x="7" y="2"/>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7" name="Freeform 802"/>
              <p:cNvSpPr/>
              <p:nvPr/>
            </p:nvSpPr>
            <p:spPr bwMode="auto">
              <a:xfrm>
                <a:off x="2689225" y="3079750"/>
                <a:ext cx="79375" cy="128588"/>
              </a:xfrm>
              <a:custGeom>
                <a:avLst/>
                <a:gdLst>
                  <a:gd name="T0" fmla="*/ 260346392 w 22"/>
                  <a:gd name="T1" fmla="*/ 318958962 h 36"/>
                  <a:gd name="T2" fmla="*/ 247328892 w 22"/>
                  <a:gd name="T3" fmla="*/ 306200175 h 36"/>
                  <a:gd name="T4" fmla="*/ 247328892 w 22"/>
                  <a:gd name="T5" fmla="*/ 280686173 h 36"/>
                  <a:gd name="T6" fmla="*/ 247328892 w 22"/>
                  <a:gd name="T7" fmla="*/ 267927386 h 36"/>
                  <a:gd name="T8" fmla="*/ 234311392 w 22"/>
                  <a:gd name="T9" fmla="*/ 242409811 h 36"/>
                  <a:gd name="T10" fmla="*/ 234311392 w 22"/>
                  <a:gd name="T11" fmla="*/ 229651024 h 36"/>
                  <a:gd name="T12" fmla="*/ 221293892 w 22"/>
                  <a:gd name="T13" fmla="*/ 204133450 h 36"/>
                  <a:gd name="T14" fmla="*/ 221293892 w 22"/>
                  <a:gd name="T15" fmla="*/ 178615876 h 36"/>
                  <a:gd name="T16" fmla="*/ 221293892 w 22"/>
                  <a:gd name="T17" fmla="*/ 165860661 h 36"/>
                  <a:gd name="T18" fmla="*/ 221293892 w 22"/>
                  <a:gd name="T19" fmla="*/ 140343086 h 36"/>
                  <a:gd name="T20" fmla="*/ 208276392 w 22"/>
                  <a:gd name="T21" fmla="*/ 114825512 h 36"/>
                  <a:gd name="T22" fmla="*/ 208276392 w 22"/>
                  <a:gd name="T23" fmla="*/ 102066725 h 36"/>
                  <a:gd name="T24" fmla="*/ 208276392 w 22"/>
                  <a:gd name="T25" fmla="*/ 76549151 h 36"/>
                  <a:gd name="T26" fmla="*/ 208276392 w 22"/>
                  <a:gd name="T27" fmla="*/ 63790364 h 36"/>
                  <a:gd name="T28" fmla="*/ 208276392 w 22"/>
                  <a:gd name="T29" fmla="*/ 63790364 h 36"/>
                  <a:gd name="T30" fmla="*/ 208276392 w 22"/>
                  <a:gd name="T31" fmla="*/ 51035148 h 36"/>
                  <a:gd name="T32" fmla="*/ 156206392 w 22"/>
                  <a:gd name="T33" fmla="*/ 0 h 36"/>
                  <a:gd name="T34" fmla="*/ 65087500 w 22"/>
                  <a:gd name="T35" fmla="*/ 0 h 36"/>
                  <a:gd name="T36" fmla="*/ 26035000 w 22"/>
                  <a:gd name="T37" fmla="*/ 25517574 h 36"/>
                  <a:gd name="T38" fmla="*/ 13017500 w 22"/>
                  <a:gd name="T39" fmla="*/ 63790364 h 36"/>
                  <a:gd name="T40" fmla="*/ 182241392 w 22"/>
                  <a:gd name="T41" fmla="*/ 433784474 h 36"/>
                  <a:gd name="T42" fmla="*/ 247328892 w 22"/>
                  <a:gd name="T43" fmla="*/ 446543261 h 36"/>
                  <a:gd name="T44" fmla="*/ 260346392 w 22"/>
                  <a:gd name="T45" fmla="*/ 446543261 h 36"/>
                  <a:gd name="T46" fmla="*/ 286381392 w 22"/>
                  <a:gd name="T47" fmla="*/ 369994111 h 36"/>
                  <a:gd name="T48" fmla="*/ 273363892 w 22"/>
                  <a:gd name="T49" fmla="*/ 369994111 h 36"/>
                  <a:gd name="T50" fmla="*/ 260346392 w 22"/>
                  <a:gd name="T51" fmla="*/ 344476536 h 36"/>
                  <a:gd name="T52" fmla="*/ 260346392 w 22"/>
                  <a:gd name="T53" fmla="*/ 318958962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
                  <a:gd name="T82" fmla="*/ 0 h 36"/>
                  <a:gd name="T83" fmla="*/ 22 w 22"/>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 h="36">
                    <a:moveTo>
                      <a:pt x="20" y="25"/>
                    </a:moveTo>
                    <a:cubicBezTo>
                      <a:pt x="20" y="25"/>
                      <a:pt x="20" y="24"/>
                      <a:pt x="19" y="24"/>
                    </a:cubicBezTo>
                    <a:cubicBezTo>
                      <a:pt x="19" y="23"/>
                      <a:pt x="19" y="23"/>
                      <a:pt x="19" y="22"/>
                    </a:cubicBezTo>
                    <a:cubicBezTo>
                      <a:pt x="19" y="22"/>
                      <a:pt x="19" y="21"/>
                      <a:pt x="19" y="21"/>
                    </a:cubicBezTo>
                    <a:cubicBezTo>
                      <a:pt x="18" y="20"/>
                      <a:pt x="18" y="20"/>
                      <a:pt x="18" y="19"/>
                    </a:cubicBezTo>
                    <a:cubicBezTo>
                      <a:pt x="18" y="19"/>
                      <a:pt x="18" y="18"/>
                      <a:pt x="18" y="18"/>
                    </a:cubicBezTo>
                    <a:cubicBezTo>
                      <a:pt x="18" y="17"/>
                      <a:pt x="18" y="16"/>
                      <a:pt x="17" y="16"/>
                    </a:cubicBezTo>
                    <a:cubicBezTo>
                      <a:pt x="17" y="15"/>
                      <a:pt x="17" y="15"/>
                      <a:pt x="17" y="14"/>
                    </a:cubicBezTo>
                    <a:cubicBezTo>
                      <a:pt x="17" y="14"/>
                      <a:pt x="17" y="13"/>
                      <a:pt x="17" y="13"/>
                    </a:cubicBezTo>
                    <a:cubicBezTo>
                      <a:pt x="17" y="12"/>
                      <a:pt x="17" y="12"/>
                      <a:pt x="17" y="11"/>
                    </a:cubicBezTo>
                    <a:cubicBezTo>
                      <a:pt x="17" y="11"/>
                      <a:pt x="16" y="10"/>
                      <a:pt x="16" y="9"/>
                    </a:cubicBezTo>
                    <a:cubicBezTo>
                      <a:pt x="16" y="9"/>
                      <a:pt x="16" y="8"/>
                      <a:pt x="16" y="8"/>
                    </a:cubicBezTo>
                    <a:cubicBezTo>
                      <a:pt x="16" y="7"/>
                      <a:pt x="16" y="7"/>
                      <a:pt x="16" y="6"/>
                    </a:cubicBezTo>
                    <a:cubicBezTo>
                      <a:pt x="16" y="6"/>
                      <a:pt x="16" y="5"/>
                      <a:pt x="16" y="5"/>
                    </a:cubicBezTo>
                    <a:cubicBezTo>
                      <a:pt x="16" y="5"/>
                      <a:pt x="16" y="5"/>
                      <a:pt x="16" y="5"/>
                    </a:cubicBezTo>
                    <a:cubicBezTo>
                      <a:pt x="16" y="5"/>
                      <a:pt x="16" y="4"/>
                      <a:pt x="16" y="4"/>
                    </a:cubicBezTo>
                    <a:cubicBezTo>
                      <a:pt x="16" y="2"/>
                      <a:pt x="14" y="0"/>
                      <a:pt x="12" y="0"/>
                    </a:cubicBezTo>
                    <a:cubicBezTo>
                      <a:pt x="5" y="0"/>
                      <a:pt x="5" y="0"/>
                      <a:pt x="5" y="0"/>
                    </a:cubicBezTo>
                    <a:cubicBezTo>
                      <a:pt x="3" y="0"/>
                      <a:pt x="2" y="1"/>
                      <a:pt x="2" y="2"/>
                    </a:cubicBezTo>
                    <a:cubicBezTo>
                      <a:pt x="1" y="3"/>
                      <a:pt x="0" y="4"/>
                      <a:pt x="1" y="5"/>
                    </a:cubicBezTo>
                    <a:cubicBezTo>
                      <a:pt x="2" y="16"/>
                      <a:pt x="7" y="26"/>
                      <a:pt x="14" y="34"/>
                    </a:cubicBezTo>
                    <a:cubicBezTo>
                      <a:pt x="15" y="35"/>
                      <a:pt x="17" y="36"/>
                      <a:pt x="19" y="35"/>
                    </a:cubicBezTo>
                    <a:cubicBezTo>
                      <a:pt x="19" y="35"/>
                      <a:pt x="19" y="35"/>
                      <a:pt x="20" y="35"/>
                    </a:cubicBezTo>
                    <a:cubicBezTo>
                      <a:pt x="21" y="34"/>
                      <a:pt x="22" y="31"/>
                      <a:pt x="22" y="29"/>
                    </a:cubicBezTo>
                    <a:cubicBezTo>
                      <a:pt x="21" y="29"/>
                      <a:pt x="21" y="29"/>
                      <a:pt x="21" y="29"/>
                    </a:cubicBezTo>
                    <a:cubicBezTo>
                      <a:pt x="21" y="28"/>
                      <a:pt x="21" y="27"/>
                      <a:pt x="20" y="27"/>
                    </a:cubicBezTo>
                    <a:cubicBezTo>
                      <a:pt x="20" y="26"/>
                      <a:pt x="20" y="26"/>
                      <a:pt x="20"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8" name="Freeform 803"/>
              <p:cNvSpPr/>
              <p:nvPr/>
            </p:nvSpPr>
            <p:spPr bwMode="auto">
              <a:xfrm>
                <a:off x="2897188" y="3079750"/>
                <a:ext cx="114300" cy="107950"/>
              </a:xfrm>
              <a:custGeom>
                <a:avLst/>
                <a:gdLst>
                  <a:gd name="T0" fmla="*/ 357233934 w 32"/>
                  <a:gd name="T1" fmla="*/ 0 h 30"/>
                  <a:gd name="T2" fmla="*/ 38276213 w 32"/>
                  <a:gd name="T3" fmla="*/ 0 h 30"/>
                  <a:gd name="T4" fmla="*/ 0 w 32"/>
                  <a:gd name="T5" fmla="*/ 51790812 h 30"/>
                  <a:gd name="T6" fmla="*/ 0 w 32"/>
                  <a:gd name="T7" fmla="*/ 297805263 h 30"/>
                  <a:gd name="T8" fmla="*/ 38276213 w 32"/>
                  <a:gd name="T9" fmla="*/ 349596075 h 30"/>
                  <a:gd name="T10" fmla="*/ 51034950 w 32"/>
                  <a:gd name="T11" fmla="*/ 349596075 h 30"/>
                  <a:gd name="T12" fmla="*/ 51034950 w 32"/>
                  <a:gd name="T13" fmla="*/ 349596075 h 30"/>
                  <a:gd name="T14" fmla="*/ 102066328 w 32"/>
                  <a:gd name="T15" fmla="*/ 349596075 h 30"/>
                  <a:gd name="T16" fmla="*/ 102066328 w 32"/>
                  <a:gd name="T17" fmla="*/ 349596075 h 30"/>
                  <a:gd name="T18" fmla="*/ 153101278 w 32"/>
                  <a:gd name="T19" fmla="*/ 362542878 h 30"/>
                  <a:gd name="T20" fmla="*/ 165856444 w 32"/>
                  <a:gd name="T21" fmla="*/ 362542878 h 30"/>
                  <a:gd name="T22" fmla="*/ 204132656 w 32"/>
                  <a:gd name="T23" fmla="*/ 375493280 h 30"/>
                  <a:gd name="T24" fmla="*/ 216891394 w 32"/>
                  <a:gd name="T25" fmla="*/ 375493280 h 30"/>
                  <a:gd name="T26" fmla="*/ 229650131 w 32"/>
                  <a:gd name="T27" fmla="*/ 375493280 h 30"/>
                  <a:gd name="T28" fmla="*/ 242408869 w 32"/>
                  <a:gd name="T29" fmla="*/ 375493280 h 30"/>
                  <a:gd name="T30" fmla="*/ 267922772 w 32"/>
                  <a:gd name="T31" fmla="*/ 388440083 h 30"/>
                  <a:gd name="T32" fmla="*/ 293440247 w 32"/>
                  <a:gd name="T33" fmla="*/ 388440083 h 30"/>
                  <a:gd name="T34" fmla="*/ 331716459 w 32"/>
                  <a:gd name="T35" fmla="*/ 362542878 h 30"/>
                  <a:gd name="T36" fmla="*/ 331716459 w 32"/>
                  <a:gd name="T37" fmla="*/ 349596075 h 30"/>
                  <a:gd name="T38" fmla="*/ 344475197 w 32"/>
                  <a:gd name="T39" fmla="*/ 323698870 h 30"/>
                  <a:gd name="T40" fmla="*/ 344475197 w 32"/>
                  <a:gd name="T41" fmla="*/ 323698870 h 30"/>
                  <a:gd name="T42" fmla="*/ 395506575 w 32"/>
                  <a:gd name="T43" fmla="*/ 129478828 h 30"/>
                  <a:gd name="T44" fmla="*/ 395506575 w 32"/>
                  <a:gd name="T45" fmla="*/ 129478828 h 30"/>
                  <a:gd name="T46" fmla="*/ 395506575 w 32"/>
                  <a:gd name="T47" fmla="*/ 90634820 h 30"/>
                  <a:gd name="T48" fmla="*/ 395506575 w 32"/>
                  <a:gd name="T49" fmla="*/ 77688017 h 30"/>
                  <a:gd name="T50" fmla="*/ 408265313 w 32"/>
                  <a:gd name="T51" fmla="*/ 64741213 h 30"/>
                  <a:gd name="T52" fmla="*/ 382747838 w 32"/>
                  <a:gd name="T53" fmla="*/ 25897205 h 30"/>
                  <a:gd name="T54" fmla="*/ 357233934 w 32"/>
                  <a:gd name="T55" fmla="*/ 0 h 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
                  <a:gd name="T85" fmla="*/ 0 h 30"/>
                  <a:gd name="T86" fmla="*/ 32 w 32"/>
                  <a:gd name="T87" fmla="*/ 30 h 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 h="30">
                    <a:moveTo>
                      <a:pt x="28" y="0"/>
                    </a:moveTo>
                    <a:cubicBezTo>
                      <a:pt x="3" y="0"/>
                      <a:pt x="3" y="0"/>
                      <a:pt x="3" y="0"/>
                    </a:cubicBezTo>
                    <a:cubicBezTo>
                      <a:pt x="1" y="0"/>
                      <a:pt x="0" y="2"/>
                      <a:pt x="0" y="4"/>
                    </a:cubicBezTo>
                    <a:cubicBezTo>
                      <a:pt x="0" y="23"/>
                      <a:pt x="0" y="23"/>
                      <a:pt x="0" y="23"/>
                    </a:cubicBezTo>
                    <a:cubicBezTo>
                      <a:pt x="0" y="25"/>
                      <a:pt x="1" y="27"/>
                      <a:pt x="3" y="27"/>
                    </a:cubicBezTo>
                    <a:cubicBezTo>
                      <a:pt x="3" y="27"/>
                      <a:pt x="4" y="27"/>
                      <a:pt x="4" y="27"/>
                    </a:cubicBezTo>
                    <a:cubicBezTo>
                      <a:pt x="4" y="27"/>
                      <a:pt x="4" y="27"/>
                      <a:pt x="4" y="27"/>
                    </a:cubicBezTo>
                    <a:cubicBezTo>
                      <a:pt x="5" y="27"/>
                      <a:pt x="7" y="27"/>
                      <a:pt x="8" y="27"/>
                    </a:cubicBezTo>
                    <a:cubicBezTo>
                      <a:pt x="8" y="27"/>
                      <a:pt x="8" y="27"/>
                      <a:pt x="8" y="27"/>
                    </a:cubicBezTo>
                    <a:cubicBezTo>
                      <a:pt x="9" y="27"/>
                      <a:pt x="11" y="28"/>
                      <a:pt x="12" y="28"/>
                    </a:cubicBezTo>
                    <a:cubicBezTo>
                      <a:pt x="12" y="28"/>
                      <a:pt x="13" y="28"/>
                      <a:pt x="13" y="28"/>
                    </a:cubicBezTo>
                    <a:cubicBezTo>
                      <a:pt x="14" y="28"/>
                      <a:pt x="15" y="29"/>
                      <a:pt x="16" y="29"/>
                    </a:cubicBezTo>
                    <a:cubicBezTo>
                      <a:pt x="17" y="29"/>
                      <a:pt x="17" y="29"/>
                      <a:pt x="17" y="29"/>
                    </a:cubicBezTo>
                    <a:cubicBezTo>
                      <a:pt x="18" y="29"/>
                      <a:pt x="18" y="29"/>
                      <a:pt x="18" y="29"/>
                    </a:cubicBezTo>
                    <a:cubicBezTo>
                      <a:pt x="18" y="29"/>
                      <a:pt x="19" y="29"/>
                      <a:pt x="19" y="29"/>
                    </a:cubicBezTo>
                    <a:cubicBezTo>
                      <a:pt x="20" y="30"/>
                      <a:pt x="21" y="30"/>
                      <a:pt x="21" y="30"/>
                    </a:cubicBezTo>
                    <a:cubicBezTo>
                      <a:pt x="22" y="30"/>
                      <a:pt x="22" y="30"/>
                      <a:pt x="23" y="30"/>
                    </a:cubicBezTo>
                    <a:cubicBezTo>
                      <a:pt x="24" y="30"/>
                      <a:pt x="26" y="29"/>
                      <a:pt x="26" y="28"/>
                    </a:cubicBezTo>
                    <a:cubicBezTo>
                      <a:pt x="26" y="28"/>
                      <a:pt x="26" y="27"/>
                      <a:pt x="26" y="27"/>
                    </a:cubicBezTo>
                    <a:cubicBezTo>
                      <a:pt x="27" y="26"/>
                      <a:pt x="27" y="26"/>
                      <a:pt x="27" y="25"/>
                    </a:cubicBezTo>
                    <a:cubicBezTo>
                      <a:pt x="27" y="25"/>
                      <a:pt x="27" y="25"/>
                      <a:pt x="27" y="25"/>
                    </a:cubicBezTo>
                    <a:cubicBezTo>
                      <a:pt x="29" y="20"/>
                      <a:pt x="30" y="15"/>
                      <a:pt x="31" y="10"/>
                    </a:cubicBezTo>
                    <a:cubicBezTo>
                      <a:pt x="31" y="10"/>
                      <a:pt x="31" y="10"/>
                      <a:pt x="31" y="10"/>
                    </a:cubicBezTo>
                    <a:cubicBezTo>
                      <a:pt x="31" y="9"/>
                      <a:pt x="31" y="8"/>
                      <a:pt x="31" y="7"/>
                    </a:cubicBezTo>
                    <a:cubicBezTo>
                      <a:pt x="31" y="7"/>
                      <a:pt x="31" y="7"/>
                      <a:pt x="31" y="6"/>
                    </a:cubicBezTo>
                    <a:cubicBezTo>
                      <a:pt x="31" y="6"/>
                      <a:pt x="31" y="5"/>
                      <a:pt x="32" y="5"/>
                    </a:cubicBezTo>
                    <a:cubicBezTo>
                      <a:pt x="32" y="3"/>
                      <a:pt x="31" y="2"/>
                      <a:pt x="30" y="2"/>
                    </a:cubicBezTo>
                    <a:cubicBezTo>
                      <a:pt x="30" y="1"/>
                      <a:pt x="29" y="0"/>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9" name="Freeform 804"/>
              <p:cNvSpPr/>
              <p:nvPr/>
            </p:nvSpPr>
            <p:spPr bwMode="auto">
              <a:xfrm>
                <a:off x="2765425" y="3079750"/>
                <a:ext cx="114300" cy="107950"/>
              </a:xfrm>
              <a:custGeom>
                <a:avLst/>
                <a:gdLst>
                  <a:gd name="T0" fmla="*/ 408265313 w 32"/>
                  <a:gd name="T1" fmla="*/ 297805263 h 30"/>
                  <a:gd name="T2" fmla="*/ 408265313 w 32"/>
                  <a:gd name="T3" fmla="*/ 51790812 h 30"/>
                  <a:gd name="T4" fmla="*/ 357233934 w 32"/>
                  <a:gd name="T5" fmla="*/ 0 h 30"/>
                  <a:gd name="T6" fmla="*/ 51034950 w 32"/>
                  <a:gd name="T7" fmla="*/ 0 h 30"/>
                  <a:gd name="T8" fmla="*/ 12758738 w 32"/>
                  <a:gd name="T9" fmla="*/ 25897205 h 30"/>
                  <a:gd name="T10" fmla="*/ 0 w 32"/>
                  <a:gd name="T11" fmla="*/ 64741213 h 30"/>
                  <a:gd name="T12" fmla="*/ 0 w 32"/>
                  <a:gd name="T13" fmla="*/ 77688017 h 30"/>
                  <a:gd name="T14" fmla="*/ 0 w 32"/>
                  <a:gd name="T15" fmla="*/ 90634820 h 30"/>
                  <a:gd name="T16" fmla="*/ 0 w 32"/>
                  <a:gd name="T17" fmla="*/ 129478828 h 30"/>
                  <a:gd name="T18" fmla="*/ 0 w 32"/>
                  <a:gd name="T19" fmla="*/ 129478828 h 30"/>
                  <a:gd name="T20" fmla="*/ 51034950 w 32"/>
                  <a:gd name="T21" fmla="*/ 323698870 h 30"/>
                  <a:gd name="T22" fmla="*/ 51034950 w 32"/>
                  <a:gd name="T23" fmla="*/ 323698870 h 30"/>
                  <a:gd name="T24" fmla="*/ 63790116 w 32"/>
                  <a:gd name="T25" fmla="*/ 349596075 h 30"/>
                  <a:gd name="T26" fmla="*/ 63790116 w 32"/>
                  <a:gd name="T27" fmla="*/ 362542878 h 30"/>
                  <a:gd name="T28" fmla="*/ 114825066 w 32"/>
                  <a:gd name="T29" fmla="*/ 388440083 h 30"/>
                  <a:gd name="T30" fmla="*/ 114825066 w 32"/>
                  <a:gd name="T31" fmla="*/ 388440083 h 30"/>
                  <a:gd name="T32" fmla="*/ 127583803 w 32"/>
                  <a:gd name="T33" fmla="*/ 388440083 h 30"/>
                  <a:gd name="T34" fmla="*/ 153101278 w 32"/>
                  <a:gd name="T35" fmla="*/ 375493280 h 30"/>
                  <a:gd name="T36" fmla="*/ 165856444 w 32"/>
                  <a:gd name="T37" fmla="*/ 375493280 h 30"/>
                  <a:gd name="T38" fmla="*/ 178615181 w 32"/>
                  <a:gd name="T39" fmla="*/ 375493280 h 30"/>
                  <a:gd name="T40" fmla="*/ 191373919 w 32"/>
                  <a:gd name="T41" fmla="*/ 375493280 h 30"/>
                  <a:gd name="T42" fmla="*/ 229650131 w 32"/>
                  <a:gd name="T43" fmla="*/ 362542878 h 30"/>
                  <a:gd name="T44" fmla="*/ 242408869 w 32"/>
                  <a:gd name="T45" fmla="*/ 362542878 h 30"/>
                  <a:gd name="T46" fmla="*/ 293440247 w 32"/>
                  <a:gd name="T47" fmla="*/ 349596075 h 30"/>
                  <a:gd name="T48" fmla="*/ 293440247 w 32"/>
                  <a:gd name="T49" fmla="*/ 349596075 h 30"/>
                  <a:gd name="T50" fmla="*/ 344475197 w 32"/>
                  <a:gd name="T51" fmla="*/ 349596075 h 30"/>
                  <a:gd name="T52" fmla="*/ 344475197 w 32"/>
                  <a:gd name="T53" fmla="*/ 349596075 h 30"/>
                  <a:gd name="T54" fmla="*/ 357233934 w 32"/>
                  <a:gd name="T55" fmla="*/ 349596075 h 30"/>
                  <a:gd name="T56" fmla="*/ 408265313 w 32"/>
                  <a:gd name="T57" fmla="*/ 297805263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30"/>
                  <a:gd name="T89" fmla="*/ 32 w 32"/>
                  <a:gd name="T90" fmla="*/ 30 h 3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30">
                    <a:moveTo>
                      <a:pt x="32" y="23"/>
                    </a:moveTo>
                    <a:cubicBezTo>
                      <a:pt x="32" y="4"/>
                      <a:pt x="32" y="4"/>
                      <a:pt x="32" y="4"/>
                    </a:cubicBezTo>
                    <a:cubicBezTo>
                      <a:pt x="32" y="2"/>
                      <a:pt x="30" y="0"/>
                      <a:pt x="28" y="0"/>
                    </a:cubicBezTo>
                    <a:cubicBezTo>
                      <a:pt x="4" y="0"/>
                      <a:pt x="4" y="0"/>
                      <a:pt x="4" y="0"/>
                    </a:cubicBezTo>
                    <a:cubicBezTo>
                      <a:pt x="3" y="0"/>
                      <a:pt x="1" y="1"/>
                      <a:pt x="1" y="2"/>
                    </a:cubicBezTo>
                    <a:cubicBezTo>
                      <a:pt x="0" y="2"/>
                      <a:pt x="0" y="3"/>
                      <a:pt x="0" y="5"/>
                    </a:cubicBezTo>
                    <a:cubicBezTo>
                      <a:pt x="0" y="5"/>
                      <a:pt x="0" y="6"/>
                      <a:pt x="0" y="6"/>
                    </a:cubicBezTo>
                    <a:cubicBezTo>
                      <a:pt x="0" y="6"/>
                      <a:pt x="0" y="7"/>
                      <a:pt x="0" y="7"/>
                    </a:cubicBezTo>
                    <a:cubicBezTo>
                      <a:pt x="0" y="8"/>
                      <a:pt x="0" y="9"/>
                      <a:pt x="0" y="10"/>
                    </a:cubicBezTo>
                    <a:cubicBezTo>
                      <a:pt x="0" y="10"/>
                      <a:pt x="0" y="10"/>
                      <a:pt x="0" y="10"/>
                    </a:cubicBezTo>
                    <a:cubicBezTo>
                      <a:pt x="1" y="15"/>
                      <a:pt x="2" y="20"/>
                      <a:pt x="4" y="25"/>
                    </a:cubicBezTo>
                    <a:cubicBezTo>
                      <a:pt x="4" y="25"/>
                      <a:pt x="4" y="25"/>
                      <a:pt x="4" y="25"/>
                    </a:cubicBezTo>
                    <a:cubicBezTo>
                      <a:pt x="4" y="26"/>
                      <a:pt x="5" y="26"/>
                      <a:pt x="5" y="27"/>
                    </a:cubicBezTo>
                    <a:cubicBezTo>
                      <a:pt x="5" y="27"/>
                      <a:pt x="5" y="28"/>
                      <a:pt x="5" y="28"/>
                    </a:cubicBezTo>
                    <a:cubicBezTo>
                      <a:pt x="6" y="29"/>
                      <a:pt x="7" y="30"/>
                      <a:pt x="9" y="30"/>
                    </a:cubicBezTo>
                    <a:cubicBezTo>
                      <a:pt x="9" y="30"/>
                      <a:pt x="9" y="30"/>
                      <a:pt x="9" y="30"/>
                    </a:cubicBezTo>
                    <a:cubicBezTo>
                      <a:pt x="9" y="30"/>
                      <a:pt x="9" y="30"/>
                      <a:pt x="10" y="30"/>
                    </a:cubicBezTo>
                    <a:cubicBezTo>
                      <a:pt x="11" y="30"/>
                      <a:pt x="12" y="30"/>
                      <a:pt x="12" y="29"/>
                    </a:cubicBezTo>
                    <a:cubicBezTo>
                      <a:pt x="13" y="29"/>
                      <a:pt x="13" y="29"/>
                      <a:pt x="13" y="29"/>
                    </a:cubicBezTo>
                    <a:cubicBezTo>
                      <a:pt x="13" y="29"/>
                      <a:pt x="13" y="29"/>
                      <a:pt x="14" y="29"/>
                    </a:cubicBezTo>
                    <a:cubicBezTo>
                      <a:pt x="14" y="29"/>
                      <a:pt x="15" y="29"/>
                      <a:pt x="15" y="29"/>
                    </a:cubicBezTo>
                    <a:cubicBezTo>
                      <a:pt x="16" y="29"/>
                      <a:pt x="17" y="28"/>
                      <a:pt x="18" y="28"/>
                    </a:cubicBezTo>
                    <a:cubicBezTo>
                      <a:pt x="18" y="28"/>
                      <a:pt x="19" y="28"/>
                      <a:pt x="19" y="28"/>
                    </a:cubicBezTo>
                    <a:cubicBezTo>
                      <a:pt x="21" y="28"/>
                      <a:pt x="22" y="27"/>
                      <a:pt x="23" y="27"/>
                    </a:cubicBezTo>
                    <a:cubicBezTo>
                      <a:pt x="23" y="27"/>
                      <a:pt x="23" y="27"/>
                      <a:pt x="23" y="27"/>
                    </a:cubicBezTo>
                    <a:cubicBezTo>
                      <a:pt x="25" y="27"/>
                      <a:pt x="26" y="27"/>
                      <a:pt x="27" y="27"/>
                    </a:cubicBezTo>
                    <a:cubicBezTo>
                      <a:pt x="27" y="27"/>
                      <a:pt x="27" y="27"/>
                      <a:pt x="27" y="27"/>
                    </a:cubicBezTo>
                    <a:cubicBezTo>
                      <a:pt x="28" y="27"/>
                      <a:pt x="28" y="27"/>
                      <a:pt x="28" y="27"/>
                    </a:cubicBezTo>
                    <a:cubicBezTo>
                      <a:pt x="30" y="27"/>
                      <a:pt x="32" y="25"/>
                      <a:pt x="3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0" name="Freeform 805"/>
              <p:cNvSpPr/>
              <p:nvPr/>
            </p:nvSpPr>
            <p:spPr bwMode="auto">
              <a:xfrm>
                <a:off x="2803525" y="3194050"/>
                <a:ext cx="76200" cy="71438"/>
              </a:xfrm>
              <a:custGeom>
                <a:avLst/>
                <a:gdLst>
                  <a:gd name="T0" fmla="*/ 250164600 w 21"/>
                  <a:gd name="T1" fmla="*/ 242410565 h 20"/>
                  <a:gd name="T2" fmla="*/ 276497143 w 21"/>
                  <a:gd name="T3" fmla="*/ 204134085 h 20"/>
                  <a:gd name="T4" fmla="*/ 276497143 w 21"/>
                  <a:gd name="T5" fmla="*/ 51035307 h 20"/>
                  <a:gd name="T6" fmla="*/ 250164600 w 21"/>
                  <a:gd name="T7" fmla="*/ 12758827 h 20"/>
                  <a:gd name="T8" fmla="*/ 223832057 w 21"/>
                  <a:gd name="T9" fmla="*/ 0 h 20"/>
                  <a:gd name="T10" fmla="*/ 171163343 w 21"/>
                  <a:gd name="T11" fmla="*/ 0 h 20"/>
                  <a:gd name="T12" fmla="*/ 171163343 w 21"/>
                  <a:gd name="T13" fmla="*/ 0 h 20"/>
                  <a:gd name="T14" fmla="*/ 118498257 w 21"/>
                  <a:gd name="T15" fmla="*/ 12758827 h 20"/>
                  <a:gd name="T16" fmla="*/ 105333800 w 21"/>
                  <a:gd name="T17" fmla="*/ 12758827 h 20"/>
                  <a:gd name="T18" fmla="*/ 65833171 w 21"/>
                  <a:gd name="T19" fmla="*/ 12758827 h 20"/>
                  <a:gd name="T20" fmla="*/ 52665086 w 21"/>
                  <a:gd name="T21" fmla="*/ 25517654 h 20"/>
                  <a:gd name="T22" fmla="*/ 39500629 w 21"/>
                  <a:gd name="T23" fmla="*/ 25517654 h 20"/>
                  <a:gd name="T24" fmla="*/ 0 w 21"/>
                  <a:gd name="T25" fmla="*/ 51035307 h 20"/>
                  <a:gd name="T26" fmla="*/ 13168086 w 21"/>
                  <a:gd name="T27" fmla="*/ 102067043 h 20"/>
                  <a:gd name="T28" fmla="*/ 13168086 w 21"/>
                  <a:gd name="T29" fmla="*/ 102067043 h 20"/>
                  <a:gd name="T30" fmla="*/ 26332543 w 21"/>
                  <a:gd name="T31" fmla="*/ 127584696 h 20"/>
                  <a:gd name="T32" fmla="*/ 39500629 w 21"/>
                  <a:gd name="T33" fmla="*/ 127584696 h 20"/>
                  <a:gd name="T34" fmla="*/ 52665086 w 21"/>
                  <a:gd name="T35" fmla="*/ 153102350 h 20"/>
                  <a:gd name="T36" fmla="*/ 65833171 w 21"/>
                  <a:gd name="T37" fmla="*/ 165861177 h 20"/>
                  <a:gd name="T38" fmla="*/ 78997629 w 21"/>
                  <a:gd name="T39" fmla="*/ 178620003 h 20"/>
                  <a:gd name="T40" fmla="*/ 92165714 w 21"/>
                  <a:gd name="T41" fmla="*/ 178620003 h 20"/>
                  <a:gd name="T42" fmla="*/ 92165714 w 21"/>
                  <a:gd name="T43" fmla="*/ 191378830 h 20"/>
                  <a:gd name="T44" fmla="*/ 118498257 w 21"/>
                  <a:gd name="T45" fmla="*/ 204134085 h 20"/>
                  <a:gd name="T46" fmla="*/ 118498257 w 21"/>
                  <a:gd name="T47" fmla="*/ 204134085 h 20"/>
                  <a:gd name="T48" fmla="*/ 131666343 w 21"/>
                  <a:gd name="T49" fmla="*/ 216892912 h 20"/>
                  <a:gd name="T50" fmla="*/ 144830800 w 21"/>
                  <a:gd name="T51" fmla="*/ 216892912 h 20"/>
                  <a:gd name="T52" fmla="*/ 157998886 w 21"/>
                  <a:gd name="T53" fmla="*/ 229651739 h 20"/>
                  <a:gd name="T54" fmla="*/ 171163343 w 21"/>
                  <a:gd name="T55" fmla="*/ 229651739 h 20"/>
                  <a:gd name="T56" fmla="*/ 184331429 w 21"/>
                  <a:gd name="T57" fmla="*/ 242410565 h 20"/>
                  <a:gd name="T58" fmla="*/ 184331429 w 21"/>
                  <a:gd name="T59" fmla="*/ 242410565 h 20"/>
                  <a:gd name="T60" fmla="*/ 210663971 w 21"/>
                  <a:gd name="T61" fmla="*/ 255169392 h 20"/>
                  <a:gd name="T62" fmla="*/ 250164600 w 21"/>
                  <a:gd name="T63" fmla="*/ 242410565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
                  <a:gd name="T97" fmla="*/ 0 h 20"/>
                  <a:gd name="T98" fmla="*/ 21 w 21"/>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 h="20">
                    <a:moveTo>
                      <a:pt x="19" y="19"/>
                    </a:moveTo>
                    <a:cubicBezTo>
                      <a:pt x="20" y="18"/>
                      <a:pt x="21" y="17"/>
                      <a:pt x="21" y="16"/>
                    </a:cubicBezTo>
                    <a:cubicBezTo>
                      <a:pt x="21" y="4"/>
                      <a:pt x="21" y="4"/>
                      <a:pt x="21" y="4"/>
                    </a:cubicBezTo>
                    <a:cubicBezTo>
                      <a:pt x="21" y="3"/>
                      <a:pt x="20" y="1"/>
                      <a:pt x="19" y="1"/>
                    </a:cubicBezTo>
                    <a:cubicBezTo>
                      <a:pt x="19" y="0"/>
                      <a:pt x="18" y="0"/>
                      <a:pt x="17" y="0"/>
                    </a:cubicBezTo>
                    <a:cubicBezTo>
                      <a:pt x="15" y="0"/>
                      <a:pt x="14" y="0"/>
                      <a:pt x="13" y="0"/>
                    </a:cubicBezTo>
                    <a:cubicBezTo>
                      <a:pt x="13" y="0"/>
                      <a:pt x="13" y="0"/>
                      <a:pt x="13" y="0"/>
                    </a:cubicBezTo>
                    <a:cubicBezTo>
                      <a:pt x="12" y="0"/>
                      <a:pt x="10" y="0"/>
                      <a:pt x="9" y="1"/>
                    </a:cubicBezTo>
                    <a:cubicBezTo>
                      <a:pt x="9" y="1"/>
                      <a:pt x="8" y="1"/>
                      <a:pt x="8" y="1"/>
                    </a:cubicBezTo>
                    <a:cubicBezTo>
                      <a:pt x="7" y="1"/>
                      <a:pt x="6" y="1"/>
                      <a:pt x="5" y="1"/>
                    </a:cubicBezTo>
                    <a:cubicBezTo>
                      <a:pt x="5" y="1"/>
                      <a:pt x="4" y="2"/>
                      <a:pt x="4" y="2"/>
                    </a:cubicBezTo>
                    <a:cubicBezTo>
                      <a:pt x="4" y="2"/>
                      <a:pt x="3" y="2"/>
                      <a:pt x="3" y="2"/>
                    </a:cubicBezTo>
                    <a:cubicBezTo>
                      <a:pt x="2" y="2"/>
                      <a:pt x="1" y="3"/>
                      <a:pt x="0" y="4"/>
                    </a:cubicBezTo>
                    <a:cubicBezTo>
                      <a:pt x="0" y="6"/>
                      <a:pt x="0" y="7"/>
                      <a:pt x="1" y="8"/>
                    </a:cubicBezTo>
                    <a:cubicBezTo>
                      <a:pt x="1" y="8"/>
                      <a:pt x="1" y="8"/>
                      <a:pt x="1" y="8"/>
                    </a:cubicBezTo>
                    <a:cubicBezTo>
                      <a:pt x="1" y="9"/>
                      <a:pt x="2" y="9"/>
                      <a:pt x="2" y="10"/>
                    </a:cubicBezTo>
                    <a:cubicBezTo>
                      <a:pt x="2" y="10"/>
                      <a:pt x="2" y="10"/>
                      <a:pt x="3" y="10"/>
                    </a:cubicBezTo>
                    <a:cubicBezTo>
                      <a:pt x="3" y="11"/>
                      <a:pt x="4" y="11"/>
                      <a:pt x="4" y="12"/>
                    </a:cubicBezTo>
                    <a:cubicBezTo>
                      <a:pt x="4" y="12"/>
                      <a:pt x="5" y="12"/>
                      <a:pt x="5" y="13"/>
                    </a:cubicBezTo>
                    <a:cubicBezTo>
                      <a:pt x="5" y="13"/>
                      <a:pt x="5" y="13"/>
                      <a:pt x="6" y="14"/>
                    </a:cubicBezTo>
                    <a:cubicBezTo>
                      <a:pt x="6" y="14"/>
                      <a:pt x="6" y="14"/>
                      <a:pt x="7" y="14"/>
                    </a:cubicBezTo>
                    <a:cubicBezTo>
                      <a:pt x="7" y="15"/>
                      <a:pt x="7" y="15"/>
                      <a:pt x="7" y="15"/>
                    </a:cubicBezTo>
                    <a:cubicBezTo>
                      <a:pt x="8" y="15"/>
                      <a:pt x="8" y="15"/>
                      <a:pt x="9" y="16"/>
                    </a:cubicBezTo>
                    <a:cubicBezTo>
                      <a:pt x="9" y="16"/>
                      <a:pt x="9" y="16"/>
                      <a:pt x="9" y="16"/>
                    </a:cubicBezTo>
                    <a:cubicBezTo>
                      <a:pt x="10" y="16"/>
                      <a:pt x="10" y="17"/>
                      <a:pt x="10" y="17"/>
                    </a:cubicBezTo>
                    <a:cubicBezTo>
                      <a:pt x="11" y="17"/>
                      <a:pt x="11" y="17"/>
                      <a:pt x="11" y="17"/>
                    </a:cubicBezTo>
                    <a:cubicBezTo>
                      <a:pt x="11" y="18"/>
                      <a:pt x="12" y="18"/>
                      <a:pt x="12" y="18"/>
                    </a:cubicBezTo>
                    <a:cubicBezTo>
                      <a:pt x="12" y="18"/>
                      <a:pt x="12" y="18"/>
                      <a:pt x="13" y="18"/>
                    </a:cubicBezTo>
                    <a:cubicBezTo>
                      <a:pt x="13" y="18"/>
                      <a:pt x="14" y="19"/>
                      <a:pt x="14" y="19"/>
                    </a:cubicBezTo>
                    <a:cubicBezTo>
                      <a:pt x="14" y="19"/>
                      <a:pt x="14" y="19"/>
                      <a:pt x="14" y="19"/>
                    </a:cubicBezTo>
                    <a:cubicBezTo>
                      <a:pt x="15" y="19"/>
                      <a:pt x="15" y="19"/>
                      <a:pt x="16" y="20"/>
                    </a:cubicBezTo>
                    <a:cubicBezTo>
                      <a:pt x="17" y="20"/>
                      <a:pt x="18" y="20"/>
                      <a:pt x="19"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1" name="Freeform 806"/>
              <p:cNvSpPr/>
              <p:nvPr/>
            </p:nvSpPr>
            <p:spPr bwMode="auto">
              <a:xfrm>
                <a:off x="2897188" y="3194050"/>
                <a:ext cx="71438" cy="71438"/>
              </a:xfrm>
              <a:custGeom>
                <a:avLst/>
                <a:gdLst>
                  <a:gd name="T0" fmla="*/ 255169392 w 20"/>
                  <a:gd name="T1" fmla="*/ 51035307 h 20"/>
                  <a:gd name="T2" fmla="*/ 216892912 w 20"/>
                  <a:gd name="T3" fmla="*/ 25517654 h 20"/>
                  <a:gd name="T4" fmla="*/ 204134085 w 20"/>
                  <a:gd name="T5" fmla="*/ 25517654 h 20"/>
                  <a:gd name="T6" fmla="*/ 191378830 w 20"/>
                  <a:gd name="T7" fmla="*/ 12758827 h 20"/>
                  <a:gd name="T8" fmla="*/ 153102350 w 20"/>
                  <a:gd name="T9" fmla="*/ 12758827 h 20"/>
                  <a:gd name="T10" fmla="*/ 140343523 w 20"/>
                  <a:gd name="T11" fmla="*/ 12758827 h 20"/>
                  <a:gd name="T12" fmla="*/ 102067043 w 20"/>
                  <a:gd name="T13" fmla="*/ 0 h 20"/>
                  <a:gd name="T14" fmla="*/ 89308216 w 20"/>
                  <a:gd name="T15" fmla="*/ 0 h 20"/>
                  <a:gd name="T16" fmla="*/ 38276480 w 20"/>
                  <a:gd name="T17" fmla="*/ 0 h 20"/>
                  <a:gd name="T18" fmla="*/ 12758827 w 20"/>
                  <a:gd name="T19" fmla="*/ 12758827 h 20"/>
                  <a:gd name="T20" fmla="*/ 0 w 20"/>
                  <a:gd name="T21" fmla="*/ 51035307 h 20"/>
                  <a:gd name="T22" fmla="*/ 0 w 20"/>
                  <a:gd name="T23" fmla="*/ 204134085 h 20"/>
                  <a:gd name="T24" fmla="*/ 12758827 w 20"/>
                  <a:gd name="T25" fmla="*/ 242410565 h 20"/>
                  <a:gd name="T26" fmla="*/ 63794134 w 20"/>
                  <a:gd name="T27" fmla="*/ 255169392 h 20"/>
                  <a:gd name="T28" fmla="*/ 76549389 w 20"/>
                  <a:gd name="T29" fmla="*/ 242410565 h 20"/>
                  <a:gd name="T30" fmla="*/ 76549389 w 20"/>
                  <a:gd name="T31" fmla="*/ 242410565 h 20"/>
                  <a:gd name="T32" fmla="*/ 102067043 w 20"/>
                  <a:gd name="T33" fmla="*/ 229651739 h 20"/>
                  <a:gd name="T34" fmla="*/ 102067043 w 20"/>
                  <a:gd name="T35" fmla="*/ 229651739 h 20"/>
                  <a:gd name="T36" fmla="*/ 114825869 w 20"/>
                  <a:gd name="T37" fmla="*/ 216892912 h 20"/>
                  <a:gd name="T38" fmla="*/ 127584696 w 20"/>
                  <a:gd name="T39" fmla="*/ 216892912 h 20"/>
                  <a:gd name="T40" fmla="*/ 140343523 w 20"/>
                  <a:gd name="T41" fmla="*/ 204134085 h 20"/>
                  <a:gd name="T42" fmla="*/ 153102350 w 20"/>
                  <a:gd name="T43" fmla="*/ 204134085 h 20"/>
                  <a:gd name="T44" fmla="*/ 165861177 w 20"/>
                  <a:gd name="T45" fmla="*/ 191378830 h 20"/>
                  <a:gd name="T46" fmla="*/ 178620003 w 20"/>
                  <a:gd name="T47" fmla="*/ 178620003 h 20"/>
                  <a:gd name="T48" fmla="*/ 178620003 w 20"/>
                  <a:gd name="T49" fmla="*/ 178620003 h 20"/>
                  <a:gd name="T50" fmla="*/ 191378830 w 20"/>
                  <a:gd name="T51" fmla="*/ 165861177 h 20"/>
                  <a:gd name="T52" fmla="*/ 204134085 w 20"/>
                  <a:gd name="T53" fmla="*/ 153102350 h 20"/>
                  <a:gd name="T54" fmla="*/ 229651739 w 20"/>
                  <a:gd name="T55" fmla="*/ 127584696 h 20"/>
                  <a:gd name="T56" fmla="*/ 229651739 w 20"/>
                  <a:gd name="T57" fmla="*/ 127584696 h 20"/>
                  <a:gd name="T58" fmla="*/ 242410565 w 20"/>
                  <a:gd name="T59" fmla="*/ 102067043 h 20"/>
                  <a:gd name="T60" fmla="*/ 242410565 w 20"/>
                  <a:gd name="T61" fmla="*/ 102067043 h 20"/>
                  <a:gd name="T62" fmla="*/ 255169392 w 20"/>
                  <a:gd name="T63" fmla="*/ 51035307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
                  <a:gd name="T97" fmla="*/ 0 h 20"/>
                  <a:gd name="T98" fmla="*/ 20 w 20"/>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 h="20">
                    <a:moveTo>
                      <a:pt x="20" y="4"/>
                    </a:moveTo>
                    <a:cubicBezTo>
                      <a:pt x="19" y="3"/>
                      <a:pt x="18" y="2"/>
                      <a:pt x="17" y="2"/>
                    </a:cubicBezTo>
                    <a:cubicBezTo>
                      <a:pt x="17" y="2"/>
                      <a:pt x="17" y="2"/>
                      <a:pt x="16" y="2"/>
                    </a:cubicBezTo>
                    <a:cubicBezTo>
                      <a:pt x="16" y="2"/>
                      <a:pt x="16" y="2"/>
                      <a:pt x="15" y="1"/>
                    </a:cubicBezTo>
                    <a:cubicBezTo>
                      <a:pt x="14" y="1"/>
                      <a:pt x="13" y="1"/>
                      <a:pt x="12" y="1"/>
                    </a:cubicBezTo>
                    <a:cubicBezTo>
                      <a:pt x="12" y="1"/>
                      <a:pt x="12" y="1"/>
                      <a:pt x="11" y="1"/>
                    </a:cubicBezTo>
                    <a:cubicBezTo>
                      <a:pt x="10" y="0"/>
                      <a:pt x="9" y="0"/>
                      <a:pt x="8" y="0"/>
                    </a:cubicBezTo>
                    <a:cubicBezTo>
                      <a:pt x="7" y="0"/>
                      <a:pt x="7" y="0"/>
                      <a:pt x="7" y="0"/>
                    </a:cubicBezTo>
                    <a:cubicBezTo>
                      <a:pt x="6" y="0"/>
                      <a:pt x="5" y="0"/>
                      <a:pt x="3" y="0"/>
                    </a:cubicBezTo>
                    <a:cubicBezTo>
                      <a:pt x="2" y="0"/>
                      <a:pt x="2" y="0"/>
                      <a:pt x="1" y="1"/>
                    </a:cubicBezTo>
                    <a:cubicBezTo>
                      <a:pt x="0" y="1"/>
                      <a:pt x="0" y="3"/>
                      <a:pt x="0" y="4"/>
                    </a:cubicBezTo>
                    <a:cubicBezTo>
                      <a:pt x="0" y="16"/>
                      <a:pt x="0" y="16"/>
                      <a:pt x="0" y="16"/>
                    </a:cubicBezTo>
                    <a:cubicBezTo>
                      <a:pt x="0" y="17"/>
                      <a:pt x="0" y="18"/>
                      <a:pt x="1" y="19"/>
                    </a:cubicBezTo>
                    <a:cubicBezTo>
                      <a:pt x="2" y="20"/>
                      <a:pt x="3" y="20"/>
                      <a:pt x="5" y="20"/>
                    </a:cubicBezTo>
                    <a:cubicBezTo>
                      <a:pt x="5" y="19"/>
                      <a:pt x="6" y="19"/>
                      <a:pt x="6" y="19"/>
                    </a:cubicBezTo>
                    <a:cubicBezTo>
                      <a:pt x="6" y="19"/>
                      <a:pt x="6" y="19"/>
                      <a:pt x="6" y="19"/>
                    </a:cubicBezTo>
                    <a:cubicBezTo>
                      <a:pt x="7" y="19"/>
                      <a:pt x="7" y="18"/>
                      <a:pt x="8" y="18"/>
                    </a:cubicBezTo>
                    <a:cubicBezTo>
                      <a:pt x="8" y="18"/>
                      <a:pt x="8" y="18"/>
                      <a:pt x="8" y="18"/>
                    </a:cubicBezTo>
                    <a:cubicBezTo>
                      <a:pt x="8" y="18"/>
                      <a:pt x="9" y="18"/>
                      <a:pt x="9" y="17"/>
                    </a:cubicBezTo>
                    <a:cubicBezTo>
                      <a:pt x="10" y="17"/>
                      <a:pt x="10" y="17"/>
                      <a:pt x="10" y="17"/>
                    </a:cubicBezTo>
                    <a:cubicBezTo>
                      <a:pt x="10" y="17"/>
                      <a:pt x="11" y="16"/>
                      <a:pt x="11" y="16"/>
                    </a:cubicBezTo>
                    <a:cubicBezTo>
                      <a:pt x="11" y="16"/>
                      <a:pt x="11" y="16"/>
                      <a:pt x="12" y="16"/>
                    </a:cubicBezTo>
                    <a:cubicBezTo>
                      <a:pt x="12" y="15"/>
                      <a:pt x="12" y="15"/>
                      <a:pt x="13" y="15"/>
                    </a:cubicBezTo>
                    <a:cubicBezTo>
                      <a:pt x="13" y="15"/>
                      <a:pt x="13" y="15"/>
                      <a:pt x="14" y="14"/>
                    </a:cubicBezTo>
                    <a:cubicBezTo>
                      <a:pt x="14" y="14"/>
                      <a:pt x="14" y="14"/>
                      <a:pt x="14" y="14"/>
                    </a:cubicBezTo>
                    <a:cubicBezTo>
                      <a:pt x="15" y="13"/>
                      <a:pt x="15" y="13"/>
                      <a:pt x="15" y="13"/>
                    </a:cubicBezTo>
                    <a:cubicBezTo>
                      <a:pt x="16" y="12"/>
                      <a:pt x="16" y="12"/>
                      <a:pt x="16" y="12"/>
                    </a:cubicBezTo>
                    <a:cubicBezTo>
                      <a:pt x="17" y="11"/>
                      <a:pt x="17" y="11"/>
                      <a:pt x="18" y="10"/>
                    </a:cubicBezTo>
                    <a:cubicBezTo>
                      <a:pt x="18" y="10"/>
                      <a:pt x="18" y="10"/>
                      <a:pt x="18" y="10"/>
                    </a:cubicBezTo>
                    <a:cubicBezTo>
                      <a:pt x="18" y="9"/>
                      <a:pt x="19" y="9"/>
                      <a:pt x="19" y="8"/>
                    </a:cubicBezTo>
                    <a:cubicBezTo>
                      <a:pt x="19" y="8"/>
                      <a:pt x="19" y="8"/>
                      <a:pt x="19" y="8"/>
                    </a:cubicBezTo>
                    <a:cubicBezTo>
                      <a:pt x="20" y="7"/>
                      <a:pt x="20" y="6"/>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2" name="Freeform 807"/>
              <p:cNvSpPr/>
              <p:nvPr/>
            </p:nvSpPr>
            <p:spPr bwMode="auto">
              <a:xfrm>
                <a:off x="3003550" y="2940050"/>
                <a:ext cx="79375" cy="125413"/>
              </a:xfrm>
              <a:custGeom>
                <a:avLst/>
                <a:gdLst>
                  <a:gd name="T0" fmla="*/ 78105000 w 22"/>
                  <a:gd name="T1" fmla="*/ 398025030 h 35"/>
                  <a:gd name="T2" fmla="*/ 78105000 w 22"/>
                  <a:gd name="T3" fmla="*/ 385186322 h 35"/>
                  <a:gd name="T4" fmla="*/ 78105000 w 22"/>
                  <a:gd name="T5" fmla="*/ 385186322 h 35"/>
                  <a:gd name="T6" fmla="*/ 78105000 w 22"/>
                  <a:gd name="T7" fmla="*/ 372347614 h 35"/>
                  <a:gd name="T8" fmla="*/ 78105000 w 22"/>
                  <a:gd name="T9" fmla="*/ 346666615 h 35"/>
                  <a:gd name="T10" fmla="*/ 78105000 w 22"/>
                  <a:gd name="T11" fmla="*/ 333827907 h 35"/>
                  <a:gd name="T12" fmla="*/ 78105000 w 22"/>
                  <a:gd name="T13" fmla="*/ 308146907 h 35"/>
                  <a:gd name="T14" fmla="*/ 65087500 w 22"/>
                  <a:gd name="T15" fmla="*/ 295308199 h 35"/>
                  <a:gd name="T16" fmla="*/ 65087500 w 22"/>
                  <a:gd name="T17" fmla="*/ 269630784 h 35"/>
                  <a:gd name="T18" fmla="*/ 65087500 w 22"/>
                  <a:gd name="T19" fmla="*/ 243949784 h 35"/>
                  <a:gd name="T20" fmla="*/ 52070000 w 22"/>
                  <a:gd name="T21" fmla="*/ 231111076 h 35"/>
                  <a:gd name="T22" fmla="*/ 52070000 w 22"/>
                  <a:gd name="T23" fmla="*/ 205433660 h 35"/>
                  <a:gd name="T24" fmla="*/ 52070000 w 22"/>
                  <a:gd name="T25" fmla="*/ 192591369 h 35"/>
                  <a:gd name="T26" fmla="*/ 39052500 w 22"/>
                  <a:gd name="T27" fmla="*/ 166913953 h 35"/>
                  <a:gd name="T28" fmla="*/ 39052500 w 22"/>
                  <a:gd name="T29" fmla="*/ 154075245 h 35"/>
                  <a:gd name="T30" fmla="*/ 26035000 w 22"/>
                  <a:gd name="T31" fmla="*/ 128394246 h 35"/>
                  <a:gd name="T32" fmla="*/ 26035000 w 22"/>
                  <a:gd name="T33" fmla="*/ 115555538 h 35"/>
                  <a:gd name="T34" fmla="*/ 13017500 w 22"/>
                  <a:gd name="T35" fmla="*/ 89878122 h 35"/>
                  <a:gd name="T36" fmla="*/ 13017500 w 22"/>
                  <a:gd name="T37" fmla="*/ 77035831 h 35"/>
                  <a:gd name="T38" fmla="*/ 39052500 w 22"/>
                  <a:gd name="T39" fmla="*/ 12838708 h 35"/>
                  <a:gd name="T40" fmla="*/ 52070000 w 22"/>
                  <a:gd name="T41" fmla="*/ 0 h 35"/>
                  <a:gd name="T42" fmla="*/ 65087500 w 22"/>
                  <a:gd name="T43" fmla="*/ 0 h 35"/>
                  <a:gd name="T44" fmla="*/ 104140000 w 22"/>
                  <a:gd name="T45" fmla="*/ 12838708 h 35"/>
                  <a:gd name="T46" fmla="*/ 286381392 w 22"/>
                  <a:gd name="T47" fmla="*/ 385186322 h 35"/>
                  <a:gd name="T48" fmla="*/ 273363892 w 22"/>
                  <a:gd name="T49" fmla="*/ 436544737 h 35"/>
                  <a:gd name="T50" fmla="*/ 234311392 w 22"/>
                  <a:gd name="T51" fmla="*/ 449383445 h 35"/>
                  <a:gd name="T52" fmla="*/ 130175000 w 22"/>
                  <a:gd name="T53" fmla="*/ 449383445 h 35"/>
                  <a:gd name="T54" fmla="*/ 78105000 w 22"/>
                  <a:gd name="T55" fmla="*/ 398025030 h 3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
                  <a:gd name="T85" fmla="*/ 0 h 35"/>
                  <a:gd name="T86" fmla="*/ 22 w 22"/>
                  <a:gd name="T87" fmla="*/ 35 h 3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 h="35">
                    <a:moveTo>
                      <a:pt x="6" y="31"/>
                    </a:moveTo>
                    <a:cubicBezTo>
                      <a:pt x="6" y="31"/>
                      <a:pt x="6" y="31"/>
                      <a:pt x="6" y="30"/>
                    </a:cubicBezTo>
                    <a:cubicBezTo>
                      <a:pt x="6" y="30"/>
                      <a:pt x="6" y="30"/>
                      <a:pt x="6" y="30"/>
                    </a:cubicBezTo>
                    <a:cubicBezTo>
                      <a:pt x="6" y="30"/>
                      <a:pt x="6" y="29"/>
                      <a:pt x="6" y="29"/>
                    </a:cubicBezTo>
                    <a:cubicBezTo>
                      <a:pt x="6" y="28"/>
                      <a:pt x="6" y="28"/>
                      <a:pt x="6" y="27"/>
                    </a:cubicBezTo>
                    <a:cubicBezTo>
                      <a:pt x="6" y="27"/>
                      <a:pt x="6" y="26"/>
                      <a:pt x="6" y="26"/>
                    </a:cubicBezTo>
                    <a:cubicBezTo>
                      <a:pt x="6" y="25"/>
                      <a:pt x="6" y="25"/>
                      <a:pt x="6" y="24"/>
                    </a:cubicBezTo>
                    <a:cubicBezTo>
                      <a:pt x="6" y="24"/>
                      <a:pt x="5" y="23"/>
                      <a:pt x="5" y="23"/>
                    </a:cubicBezTo>
                    <a:cubicBezTo>
                      <a:pt x="5" y="22"/>
                      <a:pt x="5" y="21"/>
                      <a:pt x="5" y="21"/>
                    </a:cubicBezTo>
                    <a:cubicBezTo>
                      <a:pt x="5" y="20"/>
                      <a:pt x="5" y="20"/>
                      <a:pt x="5" y="19"/>
                    </a:cubicBezTo>
                    <a:cubicBezTo>
                      <a:pt x="5" y="19"/>
                      <a:pt x="5" y="18"/>
                      <a:pt x="4" y="18"/>
                    </a:cubicBezTo>
                    <a:cubicBezTo>
                      <a:pt x="4" y="17"/>
                      <a:pt x="4" y="17"/>
                      <a:pt x="4" y="16"/>
                    </a:cubicBezTo>
                    <a:cubicBezTo>
                      <a:pt x="4" y="16"/>
                      <a:pt x="4" y="15"/>
                      <a:pt x="4" y="15"/>
                    </a:cubicBezTo>
                    <a:cubicBezTo>
                      <a:pt x="4" y="14"/>
                      <a:pt x="3" y="14"/>
                      <a:pt x="3" y="13"/>
                    </a:cubicBezTo>
                    <a:cubicBezTo>
                      <a:pt x="3" y="13"/>
                      <a:pt x="3" y="12"/>
                      <a:pt x="3" y="12"/>
                    </a:cubicBezTo>
                    <a:cubicBezTo>
                      <a:pt x="3" y="11"/>
                      <a:pt x="2" y="11"/>
                      <a:pt x="2" y="10"/>
                    </a:cubicBezTo>
                    <a:cubicBezTo>
                      <a:pt x="2" y="10"/>
                      <a:pt x="2" y="9"/>
                      <a:pt x="2" y="9"/>
                    </a:cubicBezTo>
                    <a:cubicBezTo>
                      <a:pt x="2" y="8"/>
                      <a:pt x="1" y="8"/>
                      <a:pt x="1" y="7"/>
                    </a:cubicBezTo>
                    <a:cubicBezTo>
                      <a:pt x="1" y="7"/>
                      <a:pt x="1" y="6"/>
                      <a:pt x="1" y="6"/>
                    </a:cubicBezTo>
                    <a:cubicBezTo>
                      <a:pt x="0" y="4"/>
                      <a:pt x="1" y="2"/>
                      <a:pt x="3" y="1"/>
                    </a:cubicBezTo>
                    <a:cubicBezTo>
                      <a:pt x="3" y="1"/>
                      <a:pt x="3" y="0"/>
                      <a:pt x="4" y="0"/>
                    </a:cubicBezTo>
                    <a:cubicBezTo>
                      <a:pt x="4" y="0"/>
                      <a:pt x="5" y="0"/>
                      <a:pt x="5" y="0"/>
                    </a:cubicBezTo>
                    <a:cubicBezTo>
                      <a:pt x="7" y="0"/>
                      <a:pt x="8" y="0"/>
                      <a:pt x="8" y="1"/>
                    </a:cubicBezTo>
                    <a:cubicBezTo>
                      <a:pt x="16" y="9"/>
                      <a:pt x="20" y="20"/>
                      <a:pt x="22" y="30"/>
                    </a:cubicBezTo>
                    <a:cubicBezTo>
                      <a:pt x="22" y="32"/>
                      <a:pt x="21" y="33"/>
                      <a:pt x="21" y="34"/>
                    </a:cubicBezTo>
                    <a:cubicBezTo>
                      <a:pt x="20" y="34"/>
                      <a:pt x="19" y="35"/>
                      <a:pt x="18" y="35"/>
                    </a:cubicBezTo>
                    <a:cubicBezTo>
                      <a:pt x="10" y="35"/>
                      <a:pt x="10" y="35"/>
                      <a:pt x="10" y="35"/>
                    </a:cubicBezTo>
                    <a:cubicBezTo>
                      <a:pt x="8" y="35"/>
                      <a:pt x="7" y="33"/>
                      <a:pt x="6"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3" name="Freeform 808"/>
              <p:cNvSpPr/>
              <p:nvPr/>
            </p:nvSpPr>
            <p:spPr bwMode="auto">
              <a:xfrm>
                <a:off x="2689225" y="2935288"/>
                <a:ext cx="79375" cy="130175"/>
              </a:xfrm>
              <a:custGeom>
                <a:avLst/>
                <a:gdLst>
                  <a:gd name="T0" fmla="*/ 260346392 w 22"/>
                  <a:gd name="T1" fmla="*/ 143828911 h 36"/>
                  <a:gd name="T2" fmla="*/ 247328892 w 22"/>
                  <a:gd name="T3" fmla="*/ 169979622 h 36"/>
                  <a:gd name="T4" fmla="*/ 247328892 w 22"/>
                  <a:gd name="T5" fmla="*/ 183054978 h 36"/>
                  <a:gd name="T6" fmla="*/ 247328892 w 22"/>
                  <a:gd name="T7" fmla="*/ 209205689 h 36"/>
                  <a:gd name="T8" fmla="*/ 234311392 w 22"/>
                  <a:gd name="T9" fmla="*/ 222281044 h 36"/>
                  <a:gd name="T10" fmla="*/ 234311392 w 22"/>
                  <a:gd name="T11" fmla="*/ 248428140 h 36"/>
                  <a:gd name="T12" fmla="*/ 221293892 w 22"/>
                  <a:gd name="T13" fmla="*/ 261503495 h 36"/>
                  <a:gd name="T14" fmla="*/ 221293892 w 22"/>
                  <a:gd name="T15" fmla="*/ 287654206 h 36"/>
                  <a:gd name="T16" fmla="*/ 221293892 w 22"/>
                  <a:gd name="T17" fmla="*/ 313804917 h 36"/>
                  <a:gd name="T18" fmla="*/ 221293892 w 22"/>
                  <a:gd name="T19" fmla="*/ 326880273 h 36"/>
                  <a:gd name="T20" fmla="*/ 208276392 w 22"/>
                  <a:gd name="T21" fmla="*/ 353030984 h 36"/>
                  <a:gd name="T22" fmla="*/ 208276392 w 22"/>
                  <a:gd name="T23" fmla="*/ 366106340 h 36"/>
                  <a:gd name="T24" fmla="*/ 208276392 w 22"/>
                  <a:gd name="T25" fmla="*/ 392257051 h 36"/>
                  <a:gd name="T26" fmla="*/ 208276392 w 22"/>
                  <a:gd name="T27" fmla="*/ 405332406 h 36"/>
                  <a:gd name="T28" fmla="*/ 208276392 w 22"/>
                  <a:gd name="T29" fmla="*/ 405332406 h 36"/>
                  <a:gd name="T30" fmla="*/ 208276392 w 22"/>
                  <a:gd name="T31" fmla="*/ 418407762 h 36"/>
                  <a:gd name="T32" fmla="*/ 156206392 w 22"/>
                  <a:gd name="T33" fmla="*/ 470709184 h 36"/>
                  <a:gd name="T34" fmla="*/ 65087500 w 22"/>
                  <a:gd name="T35" fmla="*/ 470709184 h 36"/>
                  <a:gd name="T36" fmla="*/ 26035000 w 22"/>
                  <a:gd name="T37" fmla="*/ 457633828 h 36"/>
                  <a:gd name="T38" fmla="*/ 13017500 w 22"/>
                  <a:gd name="T39" fmla="*/ 405332406 h 36"/>
                  <a:gd name="T40" fmla="*/ 182241392 w 22"/>
                  <a:gd name="T41" fmla="*/ 26150711 h 36"/>
                  <a:gd name="T42" fmla="*/ 247328892 w 22"/>
                  <a:gd name="T43" fmla="*/ 13075356 h 36"/>
                  <a:gd name="T44" fmla="*/ 260346392 w 22"/>
                  <a:gd name="T45" fmla="*/ 26150711 h 36"/>
                  <a:gd name="T46" fmla="*/ 286381392 w 22"/>
                  <a:gd name="T47" fmla="*/ 91527489 h 36"/>
                  <a:gd name="T48" fmla="*/ 273363892 w 22"/>
                  <a:gd name="T49" fmla="*/ 104602844 h 36"/>
                  <a:gd name="T50" fmla="*/ 260346392 w 22"/>
                  <a:gd name="T51" fmla="*/ 130753556 h 36"/>
                  <a:gd name="T52" fmla="*/ 260346392 w 22"/>
                  <a:gd name="T53" fmla="*/ 143828911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
                  <a:gd name="T82" fmla="*/ 0 h 36"/>
                  <a:gd name="T83" fmla="*/ 22 w 22"/>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 h="36">
                    <a:moveTo>
                      <a:pt x="20" y="11"/>
                    </a:moveTo>
                    <a:cubicBezTo>
                      <a:pt x="20" y="11"/>
                      <a:pt x="20" y="12"/>
                      <a:pt x="19" y="13"/>
                    </a:cubicBezTo>
                    <a:cubicBezTo>
                      <a:pt x="19" y="13"/>
                      <a:pt x="19" y="13"/>
                      <a:pt x="19" y="14"/>
                    </a:cubicBezTo>
                    <a:cubicBezTo>
                      <a:pt x="19" y="14"/>
                      <a:pt x="19" y="15"/>
                      <a:pt x="19" y="16"/>
                    </a:cubicBezTo>
                    <a:cubicBezTo>
                      <a:pt x="18" y="16"/>
                      <a:pt x="18" y="17"/>
                      <a:pt x="18" y="17"/>
                    </a:cubicBezTo>
                    <a:cubicBezTo>
                      <a:pt x="18" y="18"/>
                      <a:pt x="18" y="18"/>
                      <a:pt x="18" y="19"/>
                    </a:cubicBezTo>
                    <a:cubicBezTo>
                      <a:pt x="18" y="19"/>
                      <a:pt x="18" y="20"/>
                      <a:pt x="17" y="20"/>
                    </a:cubicBezTo>
                    <a:cubicBezTo>
                      <a:pt x="17" y="21"/>
                      <a:pt x="17" y="21"/>
                      <a:pt x="17" y="22"/>
                    </a:cubicBezTo>
                    <a:cubicBezTo>
                      <a:pt x="17" y="22"/>
                      <a:pt x="17" y="23"/>
                      <a:pt x="17" y="24"/>
                    </a:cubicBezTo>
                    <a:cubicBezTo>
                      <a:pt x="17" y="24"/>
                      <a:pt x="17" y="25"/>
                      <a:pt x="17" y="25"/>
                    </a:cubicBezTo>
                    <a:cubicBezTo>
                      <a:pt x="17" y="26"/>
                      <a:pt x="16" y="26"/>
                      <a:pt x="16" y="27"/>
                    </a:cubicBezTo>
                    <a:cubicBezTo>
                      <a:pt x="16" y="27"/>
                      <a:pt x="16" y="28"/>
                      <a:pt x="16" y="28"/>
                    </a:cubicBezTo>
                    <a:cubicBezTo>
                      <a:pt x="16" y="29"/>
                      <a:pt x="16" y="29"/>
                      <a:pt x="16" y="30"/>
                    </a:cubicBezTo>
                    <a:cubicBezTo>
                      <a:pt x="16" y="30"/>
                      <a:pt x="16" y="31"/>
                      <a:pt x="16" y="31"/>
                    </a:cubicBezTo>
                    <a:cubicBezTo>
                      <a:pt x="16" y="31"/>
                      <a:pt x="16" y="31"/>
                      <a:pt x="16" y="31"/>
                    </a:cubicBezTo>
                    <a:cubicBezTo>
                      <a:pt x="16" y="32"/>
                      <a:pt x="16" y="32"/>
                      <a:pt x="16" y="32"/>
                    </a:cubicBezTo>
                    <a:cubicBezTo>
                      <a:pt x="16" y="34"/>
                      <a:pt x="14" y="36"/>
                      <a:pt x="12" y="36"/>
                    </a:cubicBezTo>
                    <a:cubicBezTo>
                      <a:pt x="5" y="36"/>
                      <a:pt x="5" y="36"/>
                      <a:pt x="5" y="36"/>
                    </a:cubicBezTo>
                    <a:cubicBezTo>
                      <a:pt x="3" y="36"/>
                      <a:pt x="2" y="35"/>
                      <a:pt x="2" y="35"/>
                    </a:cubicBezTo>
                    <a:cubicBezTo>
                      <a:pt x="1" y="34"/>
                      <a:pt x="0" y="33"/>
                      <a:pt x="1" y="31"/>
                    </a:cubicBezTo>
                    <a:cubicBezTo>
                      <a:pt x="2" y="21"/>
                      <a:pt x="7" y="10"/>
                      <a:pt x="14" y="2"/>
                    </a:cubicBezTo>
                    <a:cubicBezTo>
                      <a:pt x="15" y="1"/>
                      <a:pt x="17" y="0"/>
                      <a:pt x="19" y="1"/>
                    </a:cubicBezTo>
                    <a:cubicBezTo>
                      <a:pt x="19" y="1"/>
                      <a:pt x="19" y="2"/>
                      <a:pt x="20" y="2"/>
                    </a:cubicBezTo>
                    <a:cubicBezTo>
                      <a:pt x="21" y="3"/>
                      <a:pt x="22" y="5"/>
                      <a:pt x="22" y="7"/>
                    </a:cubicBezTo>
                    <a:cubicBezTo>
                      <a:pt x="21" y="7"/>
                      <a:pt x="21" y="7"/>
                      <a:pt x="21" y="8"/>
                    </a:cubicBezTo>
                    <a:cubicBezTo>
                      <a:pt x="21" y="8"/>
                      <a:pt x="21" y="9"/>
                      <a:pt x="20" y="10"/>
                    </a:cubicBezTo>
                    <a:cubicBezTo>
                      <a:pt x="20" y="10"/>
                      <a:pt x="20" y="10"/>
                      <a:pt x="2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4" name="Freeform 809"/>
              <p:cNvSpPr/>
              <p:nvPr/>
            </p:nvSpPr>
            <p:spPr bwMode="auto">
              <a:xfrm>
                <a:off x="2897188" y="2957513"/>
                <a:ext cx="114300" cy="107950"/>
              </a:xfrm>
              <a:custGeom>
                <a:avLst/>
                <a:gdLst>
                  <a:gd name="T0" fmla="*/ 357233934 w 32"/>
                  <a:gd name="T1" fmla="*/ 388440083 h 30"/>
                  <a:gd name="T2" fmla="*/ 38276213 w 32"/>
                  <a:gd name="T3" fmla="*/ 388440083 h 30"/>
                  <a:gd name="T4" fmla="*/ 0 w 32"/>
                  <a:gd name="T5" fmla="*/ 336649272 h 30"/>
                  <a:gd name="T6" fmla="*/ 0 w 32"/>
                  <a:gd name="T7" fmla="*/ 90634820 h 30"/>
                  <a:gd name="T8" fmla="*/ 38276213 w 32"/>
                  <a:gd name="T9" fmla="*/ 38844008 h 30"/>
                  <a:gd name="T10" fmla="*/ 51034950 w 32"/>
                  <a:gd name="T11" fmla="*/ 38844008 h 30"/>
                  <a:gd name="T12" fmla="*/ 51034950 w 32"/>
                  <a:gd name="T13" fmla="*/ 38844008 h 30"/>
                  <a:gd name="T14" fmla="*/ 102066328 w 32"/>
                  <a:gd name="T15" fmla="*/ 38844008 h 30"/>
                  <a:gd name="T16" fmla="*/ 102066328 w 32"/>
                  <a:gd name="T17" fmla="*/ 38844008 h 30"/>
                  <a:gd name="T18" fmla="*/ 153101278 w 32"/>
                  <a:gd name="T19" fmla="*/ 25897205 h 30"/>
                  <a:gd name="T20" fmla="*/ 165856444 w 32"/>
                  <a:gd name="T21" fmla="*/ 25897205 h 30"/>
                  <a:gd name="T22" fmla="*/ 204132656 w 32"/>
                  <a:gd name="T23" fmla="*/ 25897205 h 30"/>
                  <a:gd name="T24" fmla="*/ 216891394 w 32"/>
                  <a:gd name="T25" fmla="*/ 12946803 h 30"/>
                  <a:gd name="T26" fmla="*/ 229650131 w 32"/>
                  <a:gd name="T27" fmla="*/ 12946803 h 30"/>
                  <a:gd name="T28" fmla="*/ 242408869 w 32"/>
                  <a:gd name="T29" fmla="*/ 12946803 h 30"/>
                  <a:gd name="T30" fmla="*/ 267922772 w 32"/>
                  <a:gd name="T31" fmla="*/ 0 h 30"/>
                  <a:gd name="T32" fmla="*/ 293440247 w 32"/>
                  <a:gd name="T33" fmla="*/ 0 h 30"/>
                  <a:gd name="T34" fmla="*/ 331716459 w 32"/>
                  <a:gd name="T35" fmla="*/ 25897205 h 30"/>
                  <a:gd name="T36" fmla="*/ 331716459 w 32"/>
                  <a:gd name="T37" fmla="*/ 38844008 h 30"/>
                  <a:gd name="T38" fmla="*/ 344475197 w 32"/>
                  <a:gd name="T39" fmla="*/ 64741213 h 30"/>
                  <a:gd name="T40" fmla="*/ 344475197 w 32"/>
                  <a:gd name="T41" fmla="*/ 77688017 h 30"/>
                  <a:gd name="T42" fmla="*/ 395506575 w 32"/>
                  <a:gd name="T43" fmla="*/ 258961255 h 30"/>
                  <a:gd name="T44" fmla="*/ 395506575 w 32"/>
                  <a:gd name="T45" fmla="*/ 271908058 h 30"/>
                  <a:gd name="T46" fmla="*/ 395506575 w 32"/>
                  <a:gd name="T47" fmla="*/ 297805263 h 30"/>
                  <a:gd name="T48" fmla="*/ 395506575 w 32"/>
                  <a:gd name="T49" fmla="*/ 310752067 h 30"/>
                  <a:gd name="T50" fmla="*/ 408265313 w 32"/>
                  <a:gd name="T51" fmla="*/ 336649272 h 30"/>
                  <a:gd name="T52" fmla="*/ 382747838 w 32"/>
                  <a:gd name="T53" fmla="*/ 375493280 h 30"/>
                  <a:gd name="T54" fmla="*/ 357233934 w 32"/>
                  <a:gd name="T55" fmla="*/ 388440083 h 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
                  <a:gd name="T85" fmla="*/ 0 h 30"/>
                  <a:gd name="T86" fmla="*/ 32 w 32"/>
                  <a:gd name="T87" fmla="*/ 30 h 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 h="30">
                    <a:moveTo>
                      <a:pt x="28" y="30"/>
                    </a:moveTo>
                    <a:cubicBezTo>
                      <a:pt x="3" y="30"/>
                      <a:pt x="3" y="30"/>
                      <a:pt x="3" y="30"/>
                    </a:cubicBezTo>
                    <a:cubicBezTo>
                      <a:pt x="1" y="30"/>
                      <a:pt x="0" y="28"/>
                      <a:pt x="0" y="26"/>
                    </a:cubicBezTo>
                    <a:cubicBezTo>
                      <a:pt x="0" y="7"/>
                      <a:pt x="0" y="7"/>
                      <a:pt x="0" y="7"/>
                    </a:cubicBezTo>
                    <a:cubicBezTo>
                      <a:pt x="0" y="5"/>
                      <a:pt x="1" y="4"/>
                      <a:pt x="3" y="3"/>
                    </a:cubicBezTo>
                    <a:cubicBezTo>
                      <a:pt x="3" y="3"/>
                      <a:pt x="4" y="3"/>
                      <a:pt x="4" y="3"/>
                    </a:cubicBezTo>
                    <a:cubicBezTo>
                      <a:pt x="4" y="3"/>
                      <a:pt x="4" y="3"/>
                      <a:pt x="4" y="3"/>
                    </a:cubicBezTo>
                    <a:cubicBezTo>
                      <a:pt x="5" y="3"/>
                      <a:pt x="7" y="3"/>
                      <a:pt x="8" y="3"/>
                    </a:cubicBezTo>
                    <a:cubicBezTo>
                      <a:pt x="8" y="3"/>
                      <a:pt x="8" y="3"/>
                      <a:pt x="8" y="3"/>
                    </a:cubicBezTo>
                    <a:cubicBezTo>
                      <a:pt x="9" y="3"/>
                      <a:pt x="11" y="3"/>
                      <a:pt x="12" y="2"/>
                    </a:cubicBezTo>
                    <a:cubicBezTo>
                      <a:pt x="12" y="2"/>
                      <a:pt x="13" y="2"/>
                      <a:pt x="13" y="2"/>
                    </a:cubicBezTo>
                    <a:cubicBezTo>
                      <a:pt x="14" y="2"/>
                      <a:pt x="15" y="2"/>
                      <a:pt x="16" y="2"/>
                    </a:cubicBezTo>
                    <a:cubicBezTo>
                      <a:pt x="17" y="1"/>
                      <a:pt x="17" y="1"/>
                      <a:pt x="17" y="1"/>
                    </a:cubicBezTo>
                    <a:cubicBezTo>
                      <a:pt x="18" y="1"/>
                      <a:pt x="18" y="1"/>
                      <a:pt x="18" y="1"/>
                    </a:cubicBezTo>
                    <a:cubicBezTo>
                      <a:pt x="18" y="1"/>
                      <a:pt x="19" y="1"/>
                      <a:pt x="19" y="1"/>
                    </a:cubicBezTo>
                    <a:cubicBezTo>
                      <a:pt x="20" y="1"/>
                      <a:pt x="21" y="0"/>
                      <a:pt x="21" y="0"/>
                    </a:cubicBezTo>
                    <a:cubicBezTo>
                      <a:pt x="22" y="0"/>
                      <a:pt x="22" y="0"/>
                      <a:pt x="23" y="0"/>
                    </a:cubicBezTo>
                    <a:cubicBezTo>
                      <a:pt x="24" y="0"/>
                      <a:pt x="26" y="1"/>
                      <a:pt x="26" y="2"/>
                    </a:cubicBezTo>
                    <a:cubicBezTo>
                      <a:pt x="26" y="3"/>
                      <a:pt x="26" y="3"/>
                      <a:pt x="26" y="3"/>
                    </a:cubicBezTo>
                    <a:cubicBezTo>
                      <a:pt x="27" y="4"/>
                      <a:pt x="27" y="5"/>
                      <a:pt x="27" y="5"/>
                    </a:cubicBezTo>
                    <a:cubicBezTo>
                      <a:pt x="27" y="5"/>
                      <a:pt x="27" y="5"/>
                      <a:pt x="27" y="6"/>
                    </a:cubicBezTo>
                    <a:cubicBezTo>
                      <a:pt x="29" y="10"/>
                      <a:pt x="30" y="15"/>
                      <a:pt x="31" y="20"/>
                    </a:cubicBezTo>
                    <a:cubicBezTo>
                      <a:pt x="31" y="20"/>
                      <a:pt x="31" y="20"/>
                      <a:pt x="31" y="21"/>
                    </a:cubicBezTo>
                    <a:cubicBezTo>
                      <a:pt x="31" y="21"/>
                      <a:pt x="31" y="22"/>
                      <a:pt x="31" y="23"/>
                    </a:cubicBezTo>
                    <a:cubicBezTo>
                      <a:pt x="31" y="23"/>
                      <a:pt x="31" y="24"/>
                      <a:pt x="31" y="24"/>
                    </a:cubicBezTo>
                    <a:cubicBezTo>
                      <a:pt x="31" y="25"/>
                      <a:pt x="31" y="25"/>
                      <a:pt x="32" y="26"/>
                    </a:cubicBezTo>
                    <a:cubicBezTo>
                      <a:pt x="32" y="27"/>
                      <a:pt x="31" y="28"/>
                      <a:pt x="30" y="29"/>
                    </a:cubicBezTo>
                    <a:cubicBezTo>
                      <a:pt x="30" y="29"/>
                      <a:pt x="29" y="30"/>
                      <a:pt x="28"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5" name="Freeform 810"/>
              <p:cNvSpPr/>
              <p:nvPr/>
            </p:nvSpPr>
            <p:spPr bwMode="auto">
              <a:xfrm>
                <a:off x="2765425" y="2957513"/>
                <a:ext cx="114300" cy="107950"/>
              </a:xfrm>
              <a:custGeom>
                <a:avLst/>
                <a:gdLst>
                  <a:gd name="T0" fmla="*/ 408265313 w 32"/>
                  <a:gd name="T1" fmla="*/ 90634820 h 30"/>
                  <a:gd name="T2" fmla="*/ 408265313 w 32"/>
                  <a:gd name="T3" fmla="*/ 336649272 h 30"/>
                  <a:gd name="T4" fmla="*/ 357233934 w 32"/>
                  <a:gd name="T5" fmla="*/ 388440083 h 30"/>
                  <a:gd name="T6" fmla="*/ 51034950 w 32"/>
                  <a:gd name="T7" fmla="*/ 388440083 h 30"/>
                  <a:gd name="T8" fmla="*/ 12758738 w 32"/>
                  <a:gd name="T9" fmla="*/ 375493280 h 30"/>
                  <a:gd name="T10" fmla="*/ 0 w 32"/>
                  <a:gd name="T11" fmla="*/ 336649272 h 30"/>
                  <a:gd name="T12" fmla="*/ 0 w 32"/>
                  <a:gd name="T13" fmla="*/ 310752067 h 30"/>
                  <a:gd name="T14" fmla="*/ 0 w 32"/>
                  <a:gd name="T15" fmla="*/ 297805263 h 30"/>
                  <a:gd name="T16" fmla="*/ 0 w 32"/>
                  <a:gd name="T17" fmla="*/ 271908058 h 30"/>
                  <a:gd name="T18" fmla="*/ 0 w 32"/>
                  <a:gd name="T19" fmla="*/ 258961255 h 30"/>
                  <a:gd name="T20" fmla="*/ 51034950 w 32"/>
                  <a:gd name="T21" fmla="*/ 64741213 h 30"/>
                  <a:gd name="T22" fmla="*/ 51034950 w 32"/>
                  <a:gd name="T23" fmla="*/ 64741213 h 30"/>
                  <a:gd name="T24" fmla="*/ 63790116 w 32"/>
                  <a:gd name="T25" fmla="*/ 38844008 h 30"/>
                  <a:gd name="T26" fmla="*/ 63790116 w 32"/>
                  <a:gd name="T27" fmla="*/ 25897205 h 30"/>
                  <a:gd name="T28" fmla="*/ 114825066 w 32"/>
                  <a:gd name="T29" fmla="*/ 0 h 30"/>
                  <a:gd name="T30" fmla="*/ 114825066 w 32"/>
                  <a:gd name="T31" fmla="*/ 0 h 30"/>
                  <a:gd name="T32" fmla="*/ 127583803 w 32"/>
                  <a:gd name="T33" fmla="*/ 0 h 30"/>
                  <a:gd name="T34" fmla="*/ 153101278 w 32"/>
                  <a:gd name="T35" fmla="*/ 12946803 h 30"/>
                  <a:gd name="T36" fmla="*/ 165856444 w 32"/>
                  <a:gd name="T37" fmla="*/ 12946803 h 30"/>
                  <a:gd name="T38" fmla="*/ 178615181 w 32"/>
                  <a:gd name="T39" fmla="*/ 12946803 h 30"/>
                  <a:gd name="T40" fmla="*/ 191373919 w 32"/>
                  <a:gd name="T41" fmla="*/ 25897205 h 30"/>
                  <a:gd name="T42" fmla="*/ 229650131 w 32"/>
                  <a:gd name="T43" fmla="*/ 25897205 h 30"/>
                  <a:gd name="T44" fmla="*/ 242408869 w 32"/>
                  <a:gd name="T45" fmla="*/ 25897205 h 30"/>
                  <a:gd name="T46" fmla="*/ 293440247 w 32"/>
                  <a:gd name="T47" fmla="*/ 38844008 h 30"/>
                  <a:gd name="T48" fmla="*/ 293440247 w 32"/>
                  <a:gd name="T49" fmla="*/ 38844008 h 30"/>
                  <a:gd name="T50" fmla="*/ 344475197 w 32"/>
                  <a:gd name="T51" fmla="*/ 38844008 h 30"/>
                  <a:gd name="T52" fmla="*/ 344475197 w 32"/>
                  <a:gd name="T53" fmla="*/ 38844008 h 30"/>
                  <a:gd name="T54" fmla="*/ 357233934 w 32"/>
                  <a:gd name="T55" fmla="*/ 38844008 h 30"/>
                  <a:gd name="T56" fmla="*/ 408265313 w 32"/>
                  <a:gd name="T57" fmla="*/ 90634820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30"/>
                  <a:gd name="T89" fmla="*/ 32 w 32"/>
                  <a:gd name="T90" fmla="*/ 30 h 3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30">
                    <a:moveTo>
                      <a:pt x="32" y="7"/>
                    </a:moveTo>
                    <a:cubicBezTo>
                      <a:pt x="32" y="26"/>
                      <a:pt x="32" y="26"/>
                      <a:pt x="32" y="26"/>
                    </a:cubicBezTo>
                    <a:cubicBezTo>
                      <a:pt x="32" y="28"/>
                      <a:pt x="30" y="30"/>
                      <a:pt x="28" y="30"/>
                    </a:cubicBezTo>
                    <a:cubicBezTo>
                      <a:pt x="4" y="30"/>
                      <a:pt x="4" y="30"/>
                      <a:pt x="4" y="30"/>
                    </a:cubicBezTo>
                    <a:cubicBezTo>
                      <a:pt x="3" y="30"/>
                      <a:pt x="1" y="29"/>
                      <a:pt x="1" y="29"/>
                    </a:cubicBezTo>
                    <a:cubicBezTo>
                      <a:pt x="0" y="28"/>
                      <a:pt x="0" y="27"/>
                      <a:pt x="0" y="26"/>
                    </a:cubicBezTo>
                    <a:cubicBezTo>
                      <a:pt x="0" y="25"/>
                      <a:pt x="0" y="25"/>
                      <a:pt x="0" y="24"/>
                    </a:cubicBezTo>
                    <a:cubicBezTo>
                      <a:pt x="0" y="24"/>
                      <a:pt x="0" y="23"/>
                      <a:pt x="0" y="23"/>
                    </a:cubicBezTo>
                    <a:cubicBezTo>
                      <a:pt x="0" y="22"/>
                      <a:pt x="0" y="21"/>
                      <a:pt x="0" y="21"/>
                    </a:cubicBezTo>
                    <a:cubicBezTo>
                      <a:pt x="0" y="20"/>
                      <a:pt x="0" y="20"/>
                      <a:pt x="0" y="20"/>
                    </a:cubicBezTo>
                    <a:cubicBezTo>
                      <a:pt x="1" y="15"/>
                      <a:pt x="2" y="10"/>
                      <a:pt x="4" y="5"/>
                    </a:cubicBezTo>
                    <a:cubicBezTo>
                      <a:pt x="4" y="5"/>
                      <a:pt x="4" y="5"/>
                      <a:pt x="4" y="5"/>
                    </a:cubicBezTo>
                    <a:cubicBezTo>
                      <a:pt x="4" y="5"/>
                      <a:pt x="5" y="4"/>
                      <a:pt x="5" y="3"/>
                    </a:cubicBezTo>
                    <a:cubicBezTo>
                      <a:pt x="5" y="3"/>
                      <a:pt x="5" y="3"/>
                      <a:pt x="5" y="2"/>
                    </a:cubicBezTo>
                    <a:cubicBezTo>
                      <a:pt x="6" y="1"/>
                      <a:pt x="7" y="0"/>
                      <a:pt x="9" y="0"/>
                    </a:cubicBezTo>
                    <a:cubicBezTo>
                      <a:pt x="9" y="0"/>
                      <a:pt x="9" y="0"/>
                      <a:pt x="9" y="0"/>
                    </a:cubicBezTo>
                    <a:cubicBezTo>
                      <a:pt x="9" y="0"/>
                      <a:pt x="9" y="0"/>
                      <a:pt x="10" y="0"/>
                    </a:cubicBezTo>
                    <a:cubicBezTo>
                      <a:pt x="11" y="0"/>
                      <a:pt x="12" y="1"/>
                      <a:pt x="12" y="1"/>
                    </a:cubicBezTo>
                    <a:cubicBezTo>
                      <a:pt x="13" y="1"/>
                      <a:pt x="13" y="1"/>
                      <a:pt x="13" y="1"/>
                    </a:cubicBezTo>
                    <a:cubicBezTo>
                      <a:pt x="13" y="1"/>
                      <a:pt x="13" y="1"/>
                      <a:pt x="14" y="1"/>
                    </a:cubicBezTo>
                    <a:cubicBezTo>
                      <a:pt x="14" y="1"/>
                      <a:pt x="15" y="1"/>
                      <a:pt x="15" y="2"/>
                    </a:cubicBezTo>
                    <a:cubicBezTo>
                      <a:pt x="16" y="2"/>
                      <a:pt x="17" y="2"/>
                      <a:pt x="18" y="2"/>
                    </a:cubicBezTo>
                    <a:cubicBezTo>
                      <a:pt x="18" y="2"/>
                      <a:pt x="19" y="2"/>
                      <a:pt x="19" y="2"/>
                    </a:cubicBezTo>
                    <a:cubicBezTo>
                      <a:pt x="21" y="3"/>
                      <a:pt x="22" y="3"/>
                      <a:pt x="23" y="3"/>
                    </a:cubicBezTo>
                    <a:cubicBezTo>
                      <a:pt x="23" y="3"/>
                      <a:pt x="23" y="3"/>
                      <a:pt x="23" y="3"/>
                    </a:cubicBezTo>
                    <a:cubicBezTo>
                      <a:pt x="25" y="3"/>
                      <a:pt x="26" y="3"/>
                      <a:pt x="27" y="3"/>
                    </a:cubicBezTo>
                    <a:cubicBezTo>
                      <a:pt x="27" y="3"/>
                      <a:pt x="27" y="3"/>
                      <a:pt x="27" y="3"/>
                    </a:cubicBezTo>
                    <a:cubicBezTo>
                      <a:pt x="28" y="3"/>
                      <a:pt x="28" y="3"/>
                      <a:pt x="28" y="3"/>
                    </a:cubicBezTo>
                    <a:cubicBezTo>
                      <a:pt x="30" y="4"/>
                      <a:pt x="32" y="5"/>
                      <a:pt x="3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6" name="Freeform 811"/>
              <p:cNvSpPr/>
              <p:nvPr/>
            </p:nvSpPr>
            <p:spPr bwMode="auto">
              <a:xfrm>
                <a:off x="2803525" y="2878138"/>
                <a:ext cx="76200" cy="76200"/>
              </a:xfrm>
              <a:custGeom>
                <a:avLst/>
                <a:gdLst>
                  <a:gd name="T0" fmla="*/ 250164600 w 21"/>
                  <a:gd name="T1" fmla="*/ 13168086 h 21"/>
                  <a:gd name="T2" fmla="*/ 276497143 w 21"/>
                  <a:gd name="T3" fmla="*/ 52665086 h 21"/>
                  <a:gd name="T4" fmla="*/ 276497143 w 21"/>
                  <a:gd name="T5" fmla="*/ 223832057 h 21"/>
                  <a:gd name="T6" fmla="*/ 250164600 w 21"/>
                  <a:gd name="T7" fmla="*/ 263329057 h 21"/>
                  <a:gd name="T8" fmla="*/ 223832057 w 21"/>
                  <a:gd name="T9" fmla="*/ 276497143 h 21"/>
                  <a:gd name="T10" fmla="*/ 171163343 w 21"/>
                  <a:gd name="T11" fmla="*/ 263329057 h 21"/>
                  <a:gd name="T12" fmla="*/ 171163343 w 21"/>
                  <a:gd name="T13" fmla="*/ 263329057 h 21"/>
                  <a:gd name="T14" fmla="*/ 118498257 w 21"/>
                  <a:gd name="T15" fmla="*/ 263329057 h 21"/>
                  <a:gd name="T16" fmla="*/ 105333800 w 21"/>
                  <a:gd name="T17" fmla="*/ 250164600 h 21"/>
                  <a:gd name="T18" fmla="*/ 65833171 w 21"/>
                  <a:gd name="T19" fmla="*/ 250164600 h 21"/>
                  <a:gd name="T20" fmla="*/ 52665086 w 21"/>
                  <a:gd name="T21" fmla="*/ 250164600 h 21"/>
                  <a:gd name="T22" fmla="*/ 39500629 w 21"/>
                  <a:gd name="T23" fmla="*/ 236996514 h 21"/>
                  <a:gd name="T24" fmla="*/ 0 w 21"/>
                  <a:gd name="T25" fmla="*/ 210663971 h 21"/>
                  <a:gd name="T26" fmla="*/ 13168086 w 21"/>
                  <a:gd name="T27" fmla="*/ 157998886 h 21"/>
                  <a:gd name="T28" fmla="*/ 13168086 w 21"/>
                  <a:gd name="T29" fmla="*/ 157998886 h 21"/>
                  <a:gd name="T30" fmla="*/ 26332543 w 21"/>
                  <a:gd name="T31" fmla="*/ 144830800 h 21"/>
                  <a:gd name="T32" fmla="*/ 39500629 w 21"/>
                  <a:gd name="T33" fmla="*/ 131666343 h 21"/>
                  <a:gd name="T34" fmla="*/ 52665086 w 21"/>
                  <a:gd name="T35" fmla="*/ 105333800 h 21"/>
                  <a:gd name="T36" fmla="*/ 65833171 w 21"/>
                  <a:gd name="T37" fmla="*/ 105333800 h 21"/>
                  <a:gd name="T38" fmla="*/ 78997629 w 21"/>
                  <a:gd name="T39" fmla="*/ 92165714 h 21"/>
                  <a:gd name="T40" fmla="*/ 92165714 w 21"/>
                  <a:gd name="T41" fmla="*/ 78997629 h 21"/>
                  <a:gd name="T42" fmla="*/ 92165714 w 21"/>
                  <a:gd name="T43" fmla="*/ 65833171 h 21"/>
                  <a:gd name="T44" fmla="*/ 118498257 w 21"/>
                  <a:gd name="T45" fmla="*/ 65833171 h 21"/>
                  <a:gd name="T46" fmla="*/ 118498257 w 21"/>
                  <a:gd name="T47" fmla="*/ 52665086 h 21"/>
                  <a:gd name="T48" fmla="*/ 131666343 w 21"/>
                  <a:gd name="T49" fmla="*/ 39500629 h 21"/>
                  <a:gd name="T50" fmla="*/ 144830800 w 21"/>
                  <a:gd name="T51" fmla="*/ 39500629 h 21"/>
                  <a:gd name="T52" fmla="*/ 157998886 w 21"/>
                  <a:gd name="T53" fmla="*/ 26332543 h 21"/>
                  <a:gd name="T54" fmla="*/ 171163343 w 21"/>
                  <a:gd name="T55" fmla="*/ 26332543 h 21"/>
                  <a:gd name="T56" fmla="*/ 184331429 w 21"/>
                  <a:gd name="T57" fmla="*/ 13168086 h 21"/>
                  <a:gd name="T58" fmla="*/ 184331429 w 21"/>
                  <a:gd name="T59" fmla="*/ 13168086 h 21"/>
                  <a:gd name="T60" fmla="*/ 210663971 w 21"/>
                  <a:gd name="T61" fmla="*/ 13168086 h 21"/>
                  <a:gd name="T62" fmla="*/ 250164600 w 21"/>
                  <a:gd name="T63" fmla="*/ 13168086 h 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
                  <a:gd name="T97" fmla="*/ 0 h 21"/>
                  <a:gd name="T98" fmla="*/ 21 w 21"/>
                  <a:gd name="T99" fmla="*/ 21 h 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 h="21">
                    <a:moveTo>
                      <a:pt x="19" y="1"/>
                    </a:moveTo>
                    <a:cubicBezTo>
                      <a:pt x="20" y="2"/>
                      <a:pt x="21" y="3"/>
                      <a:pt x="21" y="4"/>
                    </a:cubicBezTo>
                    <a:cubicBezTo>
                      <a:pt x="21" y="17"/>
                      <a:pt x="21" y="17"/>
                      <a:pt x="21" y="17"/>
                    </a:cubicBezTo>
                    <a:cubicBezTo>
                      <a:pt x="21" y="18"/>
                      <a:pt x="20" y="19"/>
                      <a:pt x="19" y="20"/>
                    </a:cubicBezTo>
                    <a:cubicBezTo>
                      <a:pt x="19" y="20"/>
                      <a:pt x="18" y="21"/>
                      <a:pt x="17" y="21"/>
                    </a:cubicBezTo>
                    <a:cubicBezTo>
                      <a:pt x="15" y="21"/>
                      <a:pt x="14" y="20"/>
                      <a:pt x="13" y="20"/>
                    </a:cubicBezTo>
                    <a:cubicBezTo>
                      <a:pt x="13" y="20"/>
                      <a:pt x="13" y="20"/>
                      <a:pt x="13" y="20"/>
                    </a:cubicBezTo>
                    <a:cubicBezTo>
                      <a:pt x="12" y="20"/>
                      <a:pt x="10" y="20"/>
                      <a:pt x="9" y="20"/>
                    </a:cubicBezTo>
                    <a:cubicBezTo>
                      <a:pt x="9" y="20"/>
                      <a:pt x="8" y="20"/>
                      <a:pt x="8" y="19"/>
                    </a:cubicBezTo>
                    <a:cubicBezTo>
                      <a:pt x="7" y="19"/>
                      <a:pt x="6" y="19"/>
                      <a:pt x="5" y="19"/>
                    </a:cubicBezTo>
                    <a:cubicBezTo>
                      <a:pt x="5" y="19"/>
                      <a:pt x="4" y="19"/>
                      <a:pt x="4" y="19"/>
                    </a:cubicBezTo>
                    <a:cubicBezTo>
                      <a:pt x="4" y="18"/>
                      <a:pt x="3" y="18"/>
                      <a:pt x="3" y="18"/>
                    </a:cubicBezTo>
                    <a:cubicBezTo>
                      <a:pt x="2" y="18"/>
                      <a:pt x="1" y="17"/>
                      <a:pt x="0" y="16"/>
                    </a:cubicBezTo>
                    <a:cubicBezTo>
                      <a:pt x="0" y="15"/>
                      <a:pt x="0" y="13"/>
                      <a:pt x="1" y="12"/>
                    </a:cubicBezTo>
                    <a:cubicBezTo>
                      <a:pt x="1" y="12"/>
                      <a:pt x="1" y="12"/>
                      <a:pt x="1" y="12"/>
                    </a:cubicBezTo>
                    <a:cubicBezTo>
                      <a:pt x="1" y="11"/>
                      <a:pt x="2" y="11"/>
                      <a:pt x="2" y="11"/>
                    </a:cubicBezTo>
                    <a:cubicBezTo>
                      <a:pt x="2" y="10"/>
                      <a:pt x="2" y="10"/>
                      <a:pt x="3" y="10"/>
                    </a:cubicBezTo>
                    <a:cubicBezTo>
                      <a:pt x="3" y="9"/>
                      <a:pt x="4" y="9"/>
                      <a:pt x="4" y="8"/>
                    </a:cubicBezTo>
                    <a:cubicBezTo>
                      <a:pt x="4" y="8"/>
                      <a:pt x="5" y="8"/>
                      <a:pt x="5" y="8"/>
                    </a:cubicBezTo>
                    <a:cubicBezTo>
                      <a:pt x="5" y="7"/>
                      <a:pt x="5" y="7"/>
                      <a:pt x="6" y="7"/>
                    </a:cubicBezTo>
                    <a:cubicBezTo>
                      <a:pt x="6" y="6"/>
                      <a:pt x="6" y="6"/>
                      <a:pt x="7" y="6"/>
                    </a:cubicBezTo>
                    <a:cubicBezTo>
                      <a:pt x="7" y="6"/>
                      <a:pt x="7" y="6"/>
                      <a:pt x="7" y="5"/>
                    </a:cubicBezTo>
                    <a:cubicBezTo>
                      <a:pt x="8" y="5"/>
                      <a:pt x="8" y="5"/>
                      <a:pt x="9" y="5"/>
                    </a:cubicBezTo>
                    <a:cubicBezTo>
                      <a:pt x="9" y="4"/>
                      <a:pt x="9" y="4"/>
                      <a:pt x="9" y="4"/>
                    </a:cubicBezTo>
                    <a:cubicBezTo>
                      <a:pt x="10" y="4"/>
                      <a:pt x="10" y="4"/>
                      <a:pt x="10" y="3"/>
                    </a:cubicBezTo>
                    <a:cubicBezTo>
                      <a:pt x="11" y="3"/>
                      <a:pt x="11" y="3"/>
                      <a:pt x="11" y="3"/>
                    </a:cubicBezTo>
                    <a:cubicBezTo>
                      <a:pt x="11" y="3"/>
                      <a:pt x="12" y="2"/>
                      <a:pt x="12" y="2"/>
                    </a:cubicBezTo>
                    <a:cubicBezTo>
                      <a:pt x="12" y="2"/>
                      <a:pt x="12" y="2"/>
                      <a:pt x="13" y="2"/>
                    </a:cubicBezTo>
                    <a:cubicBezTo>
                      <a:pt x="13" y="2"/>
                      <a:pt x="14" y="2"/>
                      <a:pt x="14" y="1"/>
                    </a:cubicBezTo>
                    <a:cubicBezTo>
                      <a:pt x="14" y="1"/>
                      <a:pt x="14" y="1"/>
                      <a:pt x="14" y="1"/>
                    </a:cubicBezTo>
                    <a:cubicBezTo>
                      <a:pt x="15" y="1"/>
                      <a:pt x="15" y="1"/>
                      <a:pt x="16" y="1"/>
                    </a:cubicBezTo>
                    <a:cubicBezTo>
                      <a:pt x="17" y="0"/>
                      <a:pt x="18" y="1"/>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7" name="Freeform 812"/>
              <p:cNvSpPr/>
              <p:nvPr/>
            </p:nvSpPr>
            <p:spPr bwMode="auto">
              <a:xfrm>
                <a:off x="2897188" y="2878138"/>
                <a:ext cx="71438" cy="76200"/>
              </a:xfrm>
              <a:custGeom>
                <a:avLst/>
                <a:gdLst>
                  <a:gd name="T0" fmla="*/ 255169392 w 20"/>
                  <a:gd name="T1" fmla="*/ 210663971 h 21"/>
                  <a:gd name="T2" fmla="*/ 216892912 w 20"/>
                  <a:gd name="T3" fmla="*/ 236996514 h 21"/>
                  <a:gd name="T4" fmla="*/ 204134085 w 20"/>
                  <a:gd name="T5" fmla="*/ 250164600 h 21"/>
                  <a:gd name="T6" fmla="*/ 191378830 w 20"/>
                  <a:gd name="T7" fmla="*/ 250164600 h 21"/>
                  <a:gd name="T8" fmla="*/ 153102350 w 20"/>
                  <a:gd name="T9" fmla="*/ 250164600 h 21"/>
                  <a:gd name="T10" fmla="*/ 140343523 w 20"/>
                  <a:gd name="T11" fmla="*/ 263329057 h 21"/>
                  <a:gd name="T12" fmla="*/ 102067043 w 20"/>
                  <a:gd name="T13" fmla="*/ 263329057 h 21"/>
                  <a:gd name="T14" fmla="*/ 89308216 w 20"/>
                  <a:gd name="T15" fmla="*/ 263329057 h 21"/>
                  <a:gd name="T16" fmla="*/ 38276480 w 20"/>
                  <a:gd name="T17" fmla="*/ 276497143 h 21"/>
                  <a:gd name="T18" fmla="*/ 12758827 w 20"/>
                  <a:gd name="T19" fmla="*/ 263329057 h 21"/>
                  <a:gd name="T20" fmla="*/ 0 w 20"/>
                  <a:gd name="T21" fmla="*/ 223832057 h 21"/>
                  <a:gd name="T22" fmla="*/ 0 w 20"/>
                  <a:gd name="T23" fmla="*/ 52665086 h 21"/>
                  <a:gd name="T24" fmla="*/ 12758827 w 20"/>
                  <a:gd name="T25" fmla="*/ 13168086 h 21"/>
                  <a:gd name="T26" fmla="*/ 63794134 w 20"/>
                  <a:gd name="T27" fmla="*/ 13168086 h 21"/>
                  <a:gd name="T28" fmla="*/ 76549389 w 20"/>
                  <a:gd name="T29" fmla="*/ 13168086 h 21"/>
                  <a:gd name="T30" fmla="*/ 76549389 w 20"/>
                  <a:gd name="T31" fmla="*/ 13168086 h 21"/>
                  <a:gd name="T32" fmla="*/ 102067043 w 20"/>
                  <a:gd name="T33" fmla="*/ 26332543 h 21"/>
                  <a:gd name="T34" fmla="*/ 102067043 w 20"/>
                  <a:gd name="T35" fmla="*/ 26332543 h 21"/>
                  <a:gd name="T36" fmla="*/ 114825869 w 20"/>
                  <a:gd name="T37" fmla="*/ 39500629 h 21"/>
                  <a:gd name="T38" fmla="*/ 127584696 w 20"/>
                  <a:gd name="T39" fmla="*/ 39500629 h 21"/>
                  <a:gd name="T40" fmla="*/ 140343523 w 20"/>
                  <a:gd name="T41" fmla="*/ 52665086 h 21"/>
                  <a:gd name="T42" fmla="*/ 153102350 w 20"/>
                  <a:gd name="T43" fmla="*/ 65833171 h 21"/>
                  <a:gd name="T44" fmla="*/ 165861177 w 20"/>
                  <a:gd name="T45" fmla="*/ 65833171 h 21"/>
                  <a:gd name="T46" fmla="*/ 178620003 w 20"/>
                  <a:gd name="T47" fmla="*/ 78997629 h 21"/>
                  <a:gd name="T48" fmla="*/ 178620003 w 20"/>
                  <a:gd name="T49" fmla="*/ 92165714 h 21"/>
                  <a:gd name="T50" fmla="*/ 191378830 w 20"/>
                  <a:gd name="T51" fmla="*/ 105333800 h 21"/>
                  <a:gd name="T52" fmla="*/ 204134085 w 20"/>
                  <a:gd name="T53" fmla="*/ 105333800 h 21"/>
                  <a:gd name="T54" fmla="*/ 229651739 w 20"/>
                  <a:gd name="T55" fmla="*/ 131666343 h 21"/>
                  <a:gd name="T56" fmla="*/ 229651739 w 20"/>
                  <a:gd name="T57" fmla="*/ 144830800 h 21"/>
                  <a:gd name="T58" fmla="*/ 242410565 w 20"/>
                  <a:gd name="T59" fmla="*/ 157998886 h 21"/>
                  <a:gd name="T60" fmla="*/ 242410565 w 20"/>
                  <a:gd name="T61" fmla="*/ 157998886 h 21"/>
                  <a:gd name="T62" fmla="*/ 255169392 w 20"/>
                  <a:gd name="T63" fmla="*/ 210663971 h 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
                  <a:gd name="T97" fmla="*/ 0 h 21"/>
                  <a:gd name="T98" fmla="*/ 20 w 20"/>
                  <a:gd name="T99" fmla="*/ 21 h 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 h="21">
                    <a:moveTo>
                      <a:pt x="20" y="16"/>
                    </a:moveTo>
                    <a:cubicBezTo>
                      <a:pt x="19" y="17"/>
                      <a:pt x="18" y="18"/>
                      <a:pt x="17" y="18"/>
                    </a:cubicBezTo>
                    <a:cubicBezTo>
                      <a:pt x="17" y="18"/>
                      <a:pt x="17" y="18"/>
                      <a:pt x="16" y="19"/>
                    </a:cubicBezTo>
                    <a:cubicBezTo>
                      <a:pt x="16" y="19"/>
                      <a:pt x="16" y="19"/>
                      <a:pt x="15" y="19"/>
                    </a:cubicBezTo>
                    <a:cubicBezTo>
                      <a:pt x="14" y="19"/>
                      <a:pt x="13" y="19"/>
                      <a:pt x="12" y="19"/>
                    </a:cubicBezTo>
                    <a:cubicBezTo>
                      <a:pt x="12" y="20"/>
                      <a:pt x="12" y="20"/>
                      <a:pt x="11" y="20"/>
                    </a:cubicBezTo>
                    <a:cubicBezTo>
                      <a:pt x="10" y="20"/>
                      <a:pt x="9" y="20"/>
                      <a:pt x="8" y="20"/>
                    </a:cubicBezTo>
                    <a:cubicBezTo>
                      <a:pt x="7" y="20"/>
                      <a:pt x="7" y="20"/>
                      <a:pt x="7" y="20"/>
                    </a:cubicBezTo>
                    <a:cubicBezTo>
                      <a:pt x="6" y="20"/>
                      <a:pt x="5" y="21"/>
                      <a:pt x="3" y="21"/>
                    </a:cubicBezTo>
                    <a:cubicBezTo>
                      <a:pt x="2" y="21"/>
                      <a:pt x="2" y="20"/>
                      <a:pt x="1" y="20"/>
                    </a:cubicBezTo>
                    <a:cubicBezTo>
                      <a:pt x="0" y="19"/>
                      <a:pt x="0" y="18"/>
                      <a:pt x="0" y="17"/>
                    </a:cubicBezTo>
                    <a:cubicBezTo>
                      <a:pt x="0" y="4"/>
                      <a:pt x="0" y="4"/>
                      <a:pt x="0" y="4"/>
                    </a:cubicBezTo>
                    <a:cubicBezTo>
                      <a:pt x="0" y="3"/>
                      <a:pt x="0" y="2"/>
                      <a:pt x="1" y="1"/>
                    </a:cubicBezTo>
                    <a:cubicBezTo>
                      <a:pt x="2" y="1"/>
                      <a:pt x="3" y="0"/>
                      <a:pt x="5" y="1"/>
                    </a:cubicBezTo>
                    <a:cubicBezTo>
                      <a:pt x="5" y="1"/>
                      <a:pt x="6" y="1"/>
                      <a:pt x="6" y="1"/>
                    </a:cubicBezTo>
                    <a:cubicBezTo>
                      <a:pt x="6" y="1"/>
                      <a:pt x="6" y="1"/>
                      <a:pt x="6" y="1"/>
                    </a:cubicBezTo>
                    <a:cubicBezTo>
                      <a:pt x="7" y="2"/>
                      <a:pt x="7" y="2"/>
                      <a:pt x="8" y="2"/>
                    </a:cubicBezTo>
                    <a:cubicBezTo>
                      <a:pt x="8" y="2"/>
                      <a:pt x="8" y="2"/>
                      <a:pt x="8" y="2"/>
                    </a:cubicBezTo>
                    <a:cubicBezTo>
                      <a:pt x="8" y="2"/>
                      <a:pt x="9" y="3"/>
                      <a:pt x="9" y="3"/>
                    </a:cubicBezTo>
                    <a:cubicBezTo>
                      <a:pt x="10" y="3"/>
                      <a:pt x="10" y="3"/>
                      <a:pt x="10" y="3"/>
                    </a:cubicBezTo>
                    <a:cubicBezTo>
                      <a:pt x="10" y="4"/>
                      <a:pt x="11" y="4"/>
                      <a:pt x="11" y="4"/>
                    </a:cubicBezTo>
                    <a:cubicBezTo>
                      <a:pt x="11" y="4"/>
                      <a:pt x="11" y="4"/>
                      <a:pt x="12" y="5"/>
                    </a:cubicBezTo>
                    <a:cubicBezTo>
                      <a:pt x="12" y="5"/>
                      <a:pt x="12" y="5"/>
                      <a:pt x="13" y="5"/>
                    </a:cubicBezTo>
                    <a:cubicBezTo>
                      <a:pt x="13" y="6"/>
                      <a:pt x="13" y="6"/>
                      <a:pt x="14" y="6"/>
                    </a:cubicBezTo>
                    <a:cubicBezTo>
                      <a:pt x="14" y="6"/>
                      <a:pt x="14" y="6"/>
                      <a:pt x="14" y="7"/>
                    </a:cubicBezTo>
                    <a:cubicBezTo>
                      <a:pt x="15" y="7"/>
                      <a:pt x="15" y="7"/>
                      <a:pt x="15" y="8"/>
                    </a:cubicBezTo>
                    <a:cubicBezTo>
                      <a:pt x="16" y="8"/>
                      <a:pt x="16" y="8"/>
                      <a:pt x="16" y="8"/>
                    </a:cubicBezTo>
                    <a:cubicBezTo>
                      <a:pt x="17" y="9"/>
                      <a:pt x="17" y="9"/>
                      <a:pt x="18" y="10"/>
                    </a:cubicBezTo>
                    <a:cubicBezTo>
                      <a:pt x="18" y="10"/>
                      <a:pt x="18" y="11"/>
                      <a:pt x="18" y="11"/>
                    </a:cubicBezTo>
                    <a:cubicBezTo>
                      <a:pt x="18" y="11"/>
                      <a:pt x="19" y="12"/>
                      <a:pt x="19" y="12"/>
                    </a:cubicBezTo>
                    <a:cubicBezTo>
                      <a:pt x="19" y="12"/>
                      <a:pt x="19" y="12"/>
                      <a:pt x="19" y="12"/>
                    </a:cubicBezTo>
                    <a:cubicBezTo>
                      <a:pt x="20" y="13"/>
                      <a:pt x="20" y="15"/>
                      <a:pt x="2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8" name="Freeform 813"/>
              <p:cNvSpPr/>
              <p:nvPr/>
            </p:nvSpPr>
            <p:spPr bwMode="auto">
              <a:xfrm>
                <a:off x="2760663" y="2892425"/>
                <a:ext cx="47625" cy="42863"/>
              </a:xfrm>
              <a:custGeom>
                <a:avLst/>
                <a:gdLst>
                  <a:gd name="T0" fmla="*/ 107368731 w 13"/>
                  <a:gd name="T1" fmla="*/ 76553318 h 12"/>
                  <a:gd name="T2" fmla="*/ 107368731 w 13"/>
                  <a:gd name="T3" fmla="*/ 76553318 h 12"/>
                  <a:gd name="T4" fmla="*/ 134210913 w 13"/>
                  <a:gd name="T5" fmla="*/ 51035545 h 12"/>
                  <a:gd name="T6" fmla="*/ 174472356 w 13"/>
                  <a:gd name="T7" fmla="*/ 12758886 h 12"/>
                  <a:gd name="T8" fmla="*/ 174472356 w 13"/>
                  <a:gd name="T9" fmla="*/ 0 h 12"/>
                  <a:gd name="T10" fmla="*/ 161053096 w 13"/>
                  <a:gd name="T11" fmla="*/ 0 h 12"/>
                  <a:gd name="T12" fmla="*/ 13419260 w 13"/>
                  <a:gd name="T13" fmla="*/ 89308632 h 12"/>
                  <a:gd name="T14" fmla="*/ 0 w 13"/>
                  <a:gd name="T15" fmla="*/ 114826405 h 12"/>
                  <a:gd name="T16" fmla="*/ 13419260 w 13"/>
                  <a:gd name="T17" fmla="*/ 140344178 h 12"/>
                  <a:gd name="T18" fmla="*/ 80526548 w 13"/>
                  <a:gd name="T19" fmla="*/ 114826405 h 12"/>
                  <a:gd name="T20" fmla="*/ 107368731 w 13"/>
                  <a:gd name="T21" fmla="*/ 89308632 h 12"/>
                  <a:gd name="T22" fmla="*/ 107368731 w 13"/>
                  <a:gd name="T23" fmla="*/ 89308632 h 12"/>
                  <a:gd name="T24" fmla="*/ 107368731 w 13"/>
                  <a:gd name="T25" fmla="*/ 76553318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2"/>
                  <a:gd name="T41" fmla="*/ 13 w 13"/>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2">
                    <a:moveTo>
                      <a:pt x="8" y="6"/>
                    </a:moveTo>
                    <a:cubicBezTo>
                      <a:pt x="8" y="6"/>
                      <a:pt x="8" y="6"/>
                      <a:pt x="8" y="6"/>
                    </a:cubicBezTo>
                    <a:cubicBezTo>
                      <a:pt x="9" y="5"/>
                      <a:pt x="9" y="5"/>
                      <a:pt x="10" y="4"/>
                    </a:cubicBezTo>
                    <a:cubicBezTo>
                      <a:pt x="10" y="4"/>
                      <a:pt x="11" y="3"/>
                      <a:pt x="13" y="1"/>
                    </a:cubicBezTo>
                    <a:cubicBezTo>
                      <a:pt x="13" y="1"/>
                      <a:pt x="13" y="0"/>
                      <a:pt x="13" y="0"/>
                    </a:cubicBezTo>
                    <a:cubicBezTo>
                      <a:pt x="13" y="0"/>
                      <a:pt x="12" y="0"/>
                      <a:pt x="12" y="0"/>
                    </a:cubicBezTo>
                    <a:cubicBezTo>
                      <a:pt x="8" y="2"/>
                      <a:pt x="4" y="4"/>
                      <a:pt x="1" y="7"/>
                    </a:cubicBezTo>
                    <a:cubicBezTo>
                      <a:pt x="0" y="8"/>
                      <a:pt x="0" y="8"/>
                      <a:pt x="0" y="9"/>
                    </a:cubicBezTo>
                    <a:cubicBezTo>
                      <a:pt x="0" y="10"/>
                      <a:pt x="0" y="10"/>
                      <a:pt x="1" y="11"/>
                    </a:cubicBezTo>
                    <a:cubicBezTo>
                      <a:pt x="3" y="12"/>
                      <a:pt x="5" y="11"/>
                      <a:pt x="6" y="9"/>
                    </a:cubicBezTo>
                    <a:cubicBezTo>
                      <a:pt x="7" y="8"/>
                      <a:pt x="7" y="8"/>
                      <a:pt x="8" y="7"/>
                    </a:cubicBezTo>
                    <a:cubicBezTo>
                      <a:pt x="8" y="7"/>
                      <a:pt x="8" y="7"/>
                      <a:pt x="8" y="7"/>
                    </a:cubicBezTo>
                    <a:cubicBezTo>
                      <a:pt x="8" y="7"/>
                      <a:pt x="8" y="7"/>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9" name="Freeform 814"/>
              <p:cNvSpPr/>
              <p:nvPr/>
            </p:nvSpPr>
            <p:spPr bwMode="auto">
              <a:xfrm>
                <a:off x="2963863" y="2892425"/>
                <a:ext cx="47625" cy="42863"/>
              </a:xfrm>
              <a:custGeom>
                <a:avLst/>
                <a:gdLst>
                  <a:gd name="T0" fmla="*/ 67103625 w 13"/>
                  <a:gd name="T1" fmla="*/ 76553318 h 12"/>
                  <a:gd name="T2" fmla="*/ 67103625 w 13"/>
                  <a:gd name="T3" fmla="*/ 76553318 h 12"/>
                  <a:gd name="T4" fmla="*/ 40261442 w 13"/>
                  <a:gd name="T5" fmla="*/ 51035545 h 12"/>
                  <a:gd name="T6" fmla="*/ 0 w 13"/>
                  <a:gd name="T7" fmla="*/ 12758886 h 12"/>
                  <a:gd name="T8" fmla="*/ 0 w 13"/>
                  <a:gd name="T9" fmla="*/ 0 h 12"/>
                  <a:gd name="T10" fmla="*/ 13419260 w 13"/>
                  <a:gd name="T11" fmla="*/ 0 h 12"/>
                  <a:gd name="T12" fmla="*/ 161053096 w 13"/>
                  <a:gd name="T13" fmla="*/ 89308632 h 12"/>
                  <a:gd name="T14" fmla="*/ 174472356 w 13"/>
                  <a:gd name="T15" fmla="*/ 114826405 h 12"/>
                  <a:gd name="T16" fmla="*/ 161053096 w 13"/>
                  <a:gd name="T17" fmla="*/ 140344178 h 12"/>
                  <a:gd name="T18" fmla="*/ 93945808 w 13"/>
                  <a:gd name="T19" fmla="*/ 114826405 h 12"/>
                  <a:gd name="T20" fmla="*/ 67103625 w 13"/>
                  <a:gd name="T21" fmla="*/ 89308632 h 12"/>
                  <a:gd name="T22" fmla="*/ 67103625 w 13"/>
                  <a:gd name="T23" fmla="*/ 89308632 h 12"/>
                  <a:gd name="T24" fmla="*/ 67103625 w 13"/>
                  <a:gd name="T25" fmla="*/ 76553318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2"/>
                  <a:gd name="T41" fmla="*/ 13 w 13"/>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2">
                    <a:moveTo>
                      <a:pt x="5" y="6"/>
                    </a:moveTo>
                    <a:cubicBezTo>
                      <a:pt x="5" y="6"/>
                      <a:pt x="5" y="6"/>
                      <a:pt x="5" y="6"/>
                    </a:cubicBezTo>
                    <a:cubicBezTo>
                      <a:pt x="4" y="5"/>
                      <a:pt x="4" y="5"/>
                      <a:pt x="3" y="4"/>
                    </a:cubicBezTo>
                    <a:cubicBezTo>
                      <a:pt x="3" y="4"/>
                      <a:pt x="2" y="3"/>
                      <a:pt x="0" y="1"/>
                    </a:cubicBezTo>
                    <a:cubicBezTo>
                      <a:pt x="0" y="1"/>
                      <a:pt x="0" y="0"/>
                      <a:pt x="0" y="0"/>
                    </a:cubicBezTo>
                    <a:cubicBezTo>
                      <a:pt x="1" y="0"/>
                      <a:pt x="1" y="0"/>
                      <a:pt x="1" y="0"/>
                    </a:cubicBezTo>
                    <a:cubicBezTo>
                      <a:pt x="5" y="2"/>
                      <a:pt x="9" y="4"/>
                      <a:pt x="12" y="7"/>
                    </a:cubicBezTo>
                    <a:cubicBezTo>
                      <a:pt x="13" y="8"/>
                      <a:pt x="13" y="8"/>
                      <a:pt x="13" y="9"/>
                    </a:cubicBezTo>
                    <a:cubicBezTo>
                      <a:pt x="13" y="10"/>
                      <a:pt x="13" y="10"/>
                      <a:pt x="12" y="11"/>
                    </a:cubicBezTo>
                    <a:cubicBezTo>
                      <a:pt x="10" y="12"/>
                      <a:pt x="8" y="11"/>
                      <a:pt x="7" y="9"/>
                    </a:cubicBezTo>
                    <a:cubicBezTo>
                      <a:pt x="6" y="8"/>
                      <a:pt x="6" y="8"/>
                      <a:pt x="5" y="7"/>
                    </a:cubicBezTo>
                    <a:cubicBezTo>
                      <a:pt x="5" y="7"/>
                      <a:pt x="5" y="7"/>
                      <a:pt x="5" y="7"/>
                    </a:cubicBezTo>
                    <a:cubicBezTo>
                      <a:pt x="5" y="7"/>
                      <a:pt x="5"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0" name="Freeform 815"/>
              <p:cNvSpPr/>
              <p:nvPr/>
            </p:nvSpPr>
            <p:spPr bwMode="auto">
              <a:xfrm>
                <a:off x="2760663" y="3213100"/>
                <a:ext cx="47625" cy="38100"/>
              </a:xfrm>
              <a:custGeom>
                <a:avLst/>
                <a:gdLst>
                  <a:gd name="T0" fmla="*/ 107368731 w 13"/>
                  <a:gd name="T1" fmla="*/ 59983255 h 11"/>
                  <a:gd name="T2" fmla="*/ 107368731 w 13"/>
                  <a:gd name="T3" fmla="*/ 71981291 h 11"/>
                  <a:gd name="T4" fmla="*/ 134210913 w 13"/>
                  <a:gd name="T5" fmla="*/ 83975864 h 11"/>
                  <a:gd name="T6" fmla="*/ 174472356 w 13"/>
                  <a:gd name="T7" fmla="*/ 119966509 h 11"/>
                  <a:gd name="T8" fmla="*/ 174472356 w 13"/>
                  <a:gd name="T9" fmla="*/ 131964545 h 11"/>
                  <a:gd name="T10" fmla="*/ 161053096 w 13"/>
                  <a:gd name="T11" fmla="*/ 131964545 h 11"/>
                  <a:gd name="T12" fmla="*/ 13419260 w 13"/>
                  <a:gd name="T13" fmla="*/ 47988682 h 11"/>
                  <a:gd name="T14" fmla="*/ 0 w 13"/>
                  <a:gd name="T15" fmla="*/ 23992609 h 11"/>
                  <a:gd name="T16" fmla="*/ 13419260 w 13"/>
                  <a:gd name="T17" fmla="*/ 11998036 h 11"/>
                  <a:gd name="T18" fmla="*/ 80526548 w 13"/>
                  <a:gd name="T19" fmla="*/ 23992609 h 11"/>
                  <a:gd name="T20" fmla="*/ 107368731 w 13"/>
                  <a:gd name="T21" fmla="*/ 47988682 h 11"/>
                  <a:gd name="T22" fmla="*/ 107368731 w 13"/>
                  <a:gd name="T23" fmla="*/ 59983255 h 11"/>
                  <a:gd name="T24" fmla="*/ 107368731 w 13"/>
                  <a:gd name="T25" fmla="*/ 5998325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1"/>
                  <a:gd name="T41" fmla="*/ 13 w 1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1">
                    <a:moveTo>
                      <a:pt x="8" y="5"/>
                    </a:moveTo>
                    <a:cubicBezTo>
                      <a:pt x="8" y="5"/>
                      <a:pt x="8" y="5"/>
                      <a:pt x="8" y="6"/>
                    </a:cubicBezTo>
                    <a:cubicBezTo>
                      <a:pt x="9" y="6"/>
                      <a:pt x="9" y="7"/>
                      <a:pt x="10" y="7"/>
                    </a:cubicBezTo>
                    <a:cubicBezTo>
                      <a:pt x="10" y="7"/>
                      <a:pt x="11" y="9"/>
                      <a:pt x="13" y="10"/>
                    </a:cubicBezTo>
                    <a:cubicBezTo>
                      <a:pt x="13" y="11"/>
                      <a:pt x="13" y="11"/>
                      <a:pt x="13" y="11"/>
                    </a:cubicBezTo>
                    <a:cubicBezTo>
                      <a:pt x="13" y="11"/>
                      <a:pt x="12" y="11"/>
                      <a:pt x="12" y="11"/>
                    </a:cubicBezTo>
                    <a:cubicBezTo>
                      <a:pt x="8" y="9"/>
                      <a:pt x="4" y="7"/>
                      <a:pt x="1" y="4"/>
                    </a:cubicBezTo>
                    <a:cubicBezTo>
                      <a:pt x="0" y="4"/>
                      <a:pt x="0" y="3"/>
                      <a:pt x="0" y="2"/>
                    </a:cubicBezTo>
                    <a:cubicBezTo>
                      <a:pt x="0" y="2"/>
                      <a:pt x="0" y="1"/>
                      <a:pt x="1" y="1"/>
                    </a:cubicBezTo>
                    <a:cubicBezTo>
                      <a:pt x="3" y="0"/>
                      <a:pt x="5" y="1"/>
                      <a:pt x="6" y="2"/>
                    </a:cubicBezTo>
                    <a:cubicBezTo>
                      <a:pt x="7" y="3"/>
                      <a:pt x="7" y="4"/>
                      <a:pt x="8" y="4"/>
                    </a:cubicBezTo>
                    <a:cubicBezTo>
                      <a:pt x="8" y="4"/>
                      <a:pt x="8" y="5"/>
                      <a:pt x="8" y="5"/>
                    </a:cubicBezTo>
                    <a:cubicBezTo>
                      <a:pt x="8" y="5"/>
                      <a:pt x="8" y="5"/>
                      <a:pt x="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1" name="Freeform 816"/>
              <p:cNvSpPr/>
              <p:nvPr/>
            </p:nvSpPr>
            <p:spPr bwMode="auto">
              <a:xfrm>
                <a:off x="2963863" y="3213100"/>
                <a:ext cx="47625" cy="38100"/>
              </a:xfrm>
              <a:custGeom>
                <a:avLst/>
                <a:gdLst>
                  <a:gd name="T0" fmla="*/ 67103625 w 13"/>
                  <a:gd name="T1" fmla="*/ 59983255 h 11"/>
                  <a:gd name="T2" fmla="*/ 67103625 w 13"/>
                  <a:gd name="T3" fmla="*/ 71981291 h 11"/>
                  <a:gd name="T4" fmla="*/ 40261442 w 13"/>
                  <a:gd name="T5" fmla="*/ 83975864 h 11"/>
                  <a:gd name="T6" fmla="*/ 0 w 13"/>
                  <a:gd name="T7" fmla="*/ 119966509 h 11"/>
                  <a:gd name="T8" fmla="*/ 0 w 13"/>
                  <a:gd name="T9" fmla="*/ 131964545 h 11"/>
                  <a:gd name="T10" fmla="*/ 13419260 w 13"/>
                  <a:gd name="T11" fmla="*/ 131964545 h 11"/>
                  <a:gd name="T12" fmla="*/ 161053096 w 13"/>
                  <a:gd name="T13" fmla="*/ 47988682 h 11"/>
                  <a:gd name="T14" fmla="*/ 174472356 w 13"/>
                  <a:gd name="T15" fmla="*/ 23992609 h 11"/>
                  <a:gd name="T16" fmla="*/ 161053096 w 13"/>
                  <a:gd name="T17" fmla="*/ 11998036 h 11"/>
                  <a:gd name="T18" fmla="*/ 93945808 w 13"/>
                  <a:gd name="T19" fmla="*/ 23992609 h 11"/>
                  <a:gd name="T20" fmla="*/ 67103625 w 13"/>
                  <a:gd name="T21" fmla="*/ 47988682 h 11"/>
                  <a:gd name="T22" fmla="*/ 67103625 w 13"/>
                  <a:gd name="T23" fmla="*/ 59983255 h 11"/>
                  <a:gd name="T24" fmla="*/ 67103625 w 13"/>
                  <a:gd name="T25" fmla="*/ 5998325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1"/>
                  <a:gd name="T41" fmla="*/ 13 w 1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1">
                    <a:moveTo>
                      <a:pt x="5" y="5"/>
                    </a:moveTo>
                    <a:cubicBezTo>
                      <a:pt x="5" y="5"/>
                      <a:pt x="5" y="5"/>
                      <a:pt x="5" y="6"/>
                    </a:cubicBezTo>
                    <a:cubicBezTo>
                      <a:pt x="4" y="6"/>
                      <a:pt x="4" y="7"/>
                      <a:pt x="3" y="7"/>
                    </a:cubicBezTo>
                    <a:cubicBezTo>
                      <a:pt x="3" y="7"/>
                      <a:pt x="2" y="9"/>
                      <a:pt x="0" y="10"/>
                    </a:cubicBezTo>
                    <a:cubicBezTo>
                      <a:pt x="0" y="11"/>
                      <a:pt x="0" y="11"/>
                      <a:pt x="0" y="11"/>
                    </a:cubicBezTo>
                    <a:cubicBezTo>
                      <a:pt x="1" y="11"/>
                      <a:pt x="1" y="11"/>
                      <a:pt x="1" y="11"/>
                    </a:cubicBezTo>
                    <a:cubicBezTo>
                      <a:pt x="5" y="9"/>
                      <a:pt x="9" y="7"/>
                      <a:pt x="12" y="4"/>
                    </a:cubicBezTo>
                    <a:cubicBezTo>
                      <a:pt x="13" y="4"/>
                      <a:pt x="13" y="3"/>
                      <a:pt x="13" y="2"/>
                    </a:cubicBezTo>
                    <a:cubicBezTo>
                      <a:pt x="13" y="2"/>
                      <a:pt x="13" y="1"/>
                      <a:pt x="12" y="1"/>
                    </a:cubicBezTo>
                    <a:cubicBezTo>
                      <a:pt x="10" y="0"/>
                      <a:pt x="8" y="1"/>
                      <a:pt x="7" y="2"/>
                    </a:cubicBezTo>
                    <a:cubicBezTo>
                      <a:pt x="6" y="3"/>
                      <a:pt x="6" y="4"/>
                      <a:pt x="5" y="4"/>
                    </a:cubicBezTo>
                    <a:cubicBezTo>
                      <a:pt x="5" y="4"/>
                      <a:pt x="5" y="5"/>
                      <a:pt x="5" y="5"/>
                    </a:cubicBezTo>
                    <a:cubicBezTo>
                      <a:pt x="5" y="5"/>
                      <a:pt x="5"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grpSp>
        <p:grpSp>
          <p:nvGrpSpPr>
            <p:cNvPr id="72" name="Group 80"/>
            <p:cNvGrpSpPr/>
            <p:nvPr/>
          </p:nvGrpSpPr>
          <p:grpSpPr bwMode="auto">
            <a:xfrm>
              <a:off x="8526" y="2936"/>
              <a:ext cx="492" cy="414"/>
              <a:chOff x="6051550" y="2911475"/>
              <a:chExt cx="382588" cy="322263"/>
            </a:xfrm>
            <a:solidFill>
              <a:schemeClr val="bg1"/>
            </a:solidFill>
          </p:grpSpPr>
          <p:sp>
            <p:nvSpPr>
              <p:cNvPr id="73" name="Freeform 823"/>
              <p:cNvSpPr>
                <a:spLocks noEditPoints="1"/>
              </p:cNvSpPr>
              <p:nvPr/>
            </p:nvSpPr>
            <p:spPr bwMode="auto">
              <a:xfrm>
                <a:off x="6080125" y="2911475"/>
                <a:ext cx="320675" cy="236538"/>
              </a:xfrm>
              <a:custGeom>
                <a:avLst/>
                <a:gdLst>
                  <a:gd name="T0" fmla="*/ 76171002 w 90"/>
                  <a:gd name="T1" fmla="*/ 847730689 h 66"/>
                  <a:gd name="T2" fmla="*/ 1079107006 w 90"/>
                  <a:gd name="T3" fmla="*/ 847730689 h 66"/>
                  <a:gd name="T4" fmla="*/ 1142582840 w 90"/>
                  <a:gd name="T5" fmla="*/ 770665891 h 66"/>
                  <a:gd name="T6" fmla="*/ 1142582840 w 90"/>
                  <a:gd name="T7" fmla="*/ 77064797 h 66"/>
                  <a:gd name="T8" fmla="*/ 1079107006 w 90"/>
                  <a:gd name="T9" fmla="*/ 0 h 66"/>
                  <a:gd name="T10" fmla="*/ 76171002 w 90"/>
                  <a:gd name="T11" fmla="*/ 0 h 66"/>
                  <a:gd name="T12" fmla="*/ 0 w 90"/>
                  <a:gd name="T13" fmla="*/ 77064797 h 66"/>
                  <a:gd name="T14" fmla="*/ 0 w 90"/>
                  <a:gd name="T15" fmla="*/ 770665891 h 66"/>
                  <a:gd name="T16" fmla="*/ 76171002 w 90"/>
                  <a:gd name="T17" fmla="*/ 847730689 h 66"/>
                  <a:gd name="T18" fmla="*/ 88866169 w 90"/>
                  <a:gd name="T19" fmla="*/ 128443718 h 66"/>
                  <a:gd name="T20" fmla="*/ 126955233 w 90"/>
                  <a:gd name="T21" fmla="*/ 77064797 h 66"/>
                  <a:gd name="T22" fmla="*/ 1015627608 w 90"/>
                  <a:gd name="T23" fmla="*/ 77064797 h 66"/>
                  <a:gd name="T24" fmla="*/ 1066411839 w 90"/>
                  <a:gd name="T25" fmla="*/ 128443718 h 66"/>
                  <a:gd name="T26" fmla="*/ 1066411839 w 90"/>
                  <a:gd name="T27" fmla="*/ 719286971 h 66"/>
                  <a:gd name="T28" fmla="*/ 1015627608 w 90"/>
                  <a:gd name="T29" fmla="*/ 757821161 h 66"/>
                  <a:gd name="T30" fmla="*/ 126955233 w 90"/>
                  <a:gd name="T31" fmla="*/ 757821161 h 66"/>
                  <a:gd name="T32" fmla="*/ 88866169 w 90"/>
                  <a:gd name="T33" fmla="*/ 719286971 h 66"/>
                  <a:gd name="T34" fmla="*/ 88866169 w 90"/>
                  <a:gd name="T35" fmla="*/ 128443718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66"/>
                  <a:gd name="T56" fmla="*/ 90 w 90"/>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66">
                    <a:moveTo>
                      <a:pt x="6" y="66"/>
                    </a:moveTo>
                    <a:cubicBezTo>
                      <a:pt x="85" y="66"/>
                      <a:pt x="85" y="66"/>
                      <a:pt x="85" y="66"/>
                    </a:cubicBezTo>
                    <a:cubicBezTo>
                      <a:pt x="88" y="66"/>
                      <a:pt x="90" y="63"/>
                      <a:pt x="90" y="60"/>
                    </a:cubicBezTo>
                    <a:cubicBezTo>
                      <a:pt x="90" y="6"/>
                      <a:pt x="90" y="6"/>
                      <a:pt x="90" y="6"/>
                    </a:cubicBezTo>
                    <a:cubicBezTo>
                      <a:pt x="90" y="2"/>
                      <a:pt x="88" y="0"/>
                      <a:pt x="85" y="0"/>
                    </a:cubicBezTo>
                    <a:cubicBezTo>
                      <a:pt x="6" y="0"/>
                      <a:pt x="6" y="0"/>
                      <a:pt x="6" y="0"/>
                    </a:cubicBezTo>
                    <a:cubicBezTo>
                      <a:pt x="3" y="0"/>
                      <a:pt x="0" y="2"/>
                      <a:pt x="0" y="6"/>
                    </a:cubicBezTo>
                    <a:cubicBezTo>
                      <a:pt x="0" y="60"/>
                      <a:pt x="0" y="60"/>
                      <a:pt x="0" y="60"/>
                    </a:cubicBezTo>
                    <a:cubicBezTo>
                      <a:pt x="0" y="63"/>
                      <a:pt x="3" y="66"/>
                      <a:pt x="6" y="66"/>
                    </a:cubicBezTo>
                    <a:close/>
                    <a:moveTo>
                      <a:pt x="7" y="10"/>
                    </a:moveTo>
                    <a:cubicBezTo>
                      <a:pt x="7" y="8"/>
                      <a:pt x="8" y="6"/>
                      <a:pt x="10" y="6"/>
                    </a:cubicBezTo>
                    <a:cubicBezTo>
                      <a:pt x="80" y="6"/>
                      <a:pt x="80" y="6"/>
                      <a:pt x="80" y="6"/>
                    </a:cubicBezTo>
                    <a:cubicBezTo>
                      <a:pt x="82" y="6"/>
                      <a:pt x="84" y="8"/>
                      <a:pt x="84" y="10"/>
                    </a:cubicBezTo>
                    <a:cubicBezTo>
                      <a:pt x="84" y="56"/>
                      <a:pt x="84" y="56"/>
                      <a:pt x="84" y="56"/>
                    </a:cubicBezTo>
                    <a:cubicBezTo>
                      <a:pt x="84" y="58"/>
                      <a:pt x="82" y="59"/>
                      <a:pt x="80" y="59"/>
                    </a:cubicBezTo>
                    <a:cubicBezTo>
                      <a:pt x="10" y="59"/>
                      <a:pt x="10" y="59"/>
                      <a:pt x="10" y="59"/>
                    </a:cubicBezTo>
                    <a:cubicBezTo>
                      <a:pt x="8" y="59"/>
                      <a:pt x="7" y="58"/>
                      <a:pt x="7" y="56"/>
                    </a:cubicBezTo>
                    <a:lnTo>
                      <a:pt x="7"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4" name="Freeform 824"/>
              <p:cNvSpPr/>
              <p:nvPr/>
            </p:nvSpPr>
            <p:spPr bwMode="auto">
              <a:xfrm>
                <a:off x="6051550" y="3162300"/>
                <a:ext cx="382588" cy="71438"/>
              </a:xfrm>
              <a:custGeom>
                <a:avLst/>
                <a:gdLst>
                  <a:gd name="T0" fmla="*/ 1342408327 w 107"/>
                  <a:gd name="T1" fmla="*/ 102067043 h 20"/>
                  <a:gd name="T2" fmla="*/ 1291266680 w 107"/>
                  <a:gd name="T3" fmla="*/ 25517654 h 20"/>
                  <a:gd name="T4" fmla="*/ 1240128609 w 107"/>
                  <a:gd name="T5" fmla="*/ 0 h 20"/>
                  <a:gd name="T6" fmla="*/ 1227345880 w 107"/>
                  <a:gd name="T7" fmla="*/ 0 h 20"/>
                  <a:gd name="T8" fmla="*/ 127848753 w 107"/>
                  <a:gd name="T9" fmla="*/ 0 h 20"/>
                  <a:gd name="T10" fmla="*/ 127848753 w 107"/>
                  <a:gd name="T11" fmla="*/ 0 h 20"/>
                  <a:gd name="T12" fmla="*/ 63924376 w 107"/>
                  <a:gd name="T13" fmla="*/ 25517654 h 20"/>
                  <a:gd name="T14" fmla="*/ 12786305 w 107"/>
                  <a:gd name="T15" fmla="*/ 102067043 h 20"/>
                  <a:gd name="T16" fmla="*/ 12786305 w 107"/>
                  <a:gd name="T17" fmla="*/ 204134085 h 20"/>
                  <a:gd name="T18" fmla="*/ 76710682 w 107"/>
                  <a:gd name="T19" fmla="*/ 255169392 h 20"/>
                  <a:gd name="T20" fmla="*/ 1278483950 w 107"/>
                  <a:gd name="T21" fmla="*/ 255169392 h 20"/>
                  <a:gd name="T22" fmla="*/ 1342408327 w 107"/>
                  <a:gd name="T23" fmla="*/ 204134085 h 20"/>
                  <a:gd name="T24" fmla="*/ 1342408327 w 107"/>
                  <a:gd name="T25" fmla="*/ 102067043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7"/>
                  <a:gd name="T40" fmla="*/ 0 h 20"/>
                  <a:gd name="T41" fmla="*/ 107 w 107"/>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7" h="20">
                    <a:moveTo>
                      <a:pt x="105" y="8"/>
                    </a:moveTo>
                    <a:cubicBezTo>
                      <a:pt x="101" y="2"/>
                      <a:pt x="101" y="2"/>
                      <a:pt x="101" y="2"/>
                    </a:cubicBezTo>
                    <a:cubicBezTo>
                      <a:pt x="100" y="1"/>
                      <a:pt x="98" y="0"/>
                      <a:pt x="97" y="0"/>
                    </a:cubicBezTo>
                    <a:cubicBezTo>
                      <a:pt x="96" y="0"/>
                      <a:pt x="96" y="0"/>
                      <a:pt x="96" y="0"/>
                    </a:cubicBezTo>
                    <a:cubicBezTo>
                      <a:pt x="10" y="0"/>
                      <a:pt x="10" y="0"/>
                      <a:pt x="10" y="0"/>
                    </a:cubicBezTo>
                    <a:cubicBezTo>
                      <a:pt x="10" y="0"/>
                      <a:pt x="10" y="0"/>
                      <a:pt x="10" y="0"/>
                    </a:cubicBezTo>
                    <a:cubicBezTo>
                      <a:pt x="8" y="0"/>
                      <a:pt x="6" y="1"/>
                      <a:pt x="5" y="2"/>
                    </a:cubicBezTo>
                    <a:cubicBezTo>
                      <a:pt x="1" y="8"/>
                      <a:pt x="1" y="8"/>
                      <a:pt x="1" y="8"/>
                    </a:cubicBezTo>
                    <a:cubicBezTo>
                      <a:pt x="0" y="10"/>
                      <a:pt x="0" y="13"/>
                      <a:pt x="1" y="16"/>
                    </a:cubicBezTo>
                    <a:cubicBezTo>
                      <a:pt x="2" y="18"/>
                      <a:pt x="4" y="20"/>
                      <a:pt x="6" y="20"/>
                    </a:cubicBezTo>
                    <a:cubicBezTo>
                      <a:pt x="100" y="20"/>
                      <a:pt x="100" y="20"/>
                      <a:pt x="100" y="20"/>
                    </a:cubicBezTo>
                    <a:cubicBezTo>
                      <a:pt x="102" y="20"/>
                      <a:pt x="104" y="18"/>
                      <a:pt x="105" y="16"/>
                    </a:cubicBezTo>
                    <a:cubicBezTo>
                      <a:pt x="107" y="13"/>
                      <a:pt x="106" y="10"/>
                      <a:pt x="10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grpSp>
      </p:grpSp>
      <p:pic>
        <p:nvPicPr>
          <p:cNvPr id="4" name="内容占位符 3"/>
          <p:cNvPicPr>
            <a:picLocks noChangeAspect="1"/>
          </p:cNvPicPr>
          <p:nvPr>
            <p:ph sz="half" idx="1"/>
          </p:nvPr>
        </p:nvPicPr>
        <p:blipFill>
          <a:blip r:embed="rId1"/>
          <a:srcRect l="314" t="58755" r="-263"/>
          <a:stretch>
            <a:fillRect/>
          </a:stretch>
        </p:blipFill>
        <p:spPr>
          <a:xfrm>
            <a:off x="3110865" y="1296670"/>
            <a:ext cx="8902065" cy="4000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t>用筛选法调整</a:t>
            </a:r>
            <a:r>
              <a:rPr lang="zh-CN" altLang="en-US"/>
              <a:t>堆</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pic>
        <p:nvPicPr>
          <p:cNvPr id="11" name="内容占位符 10"/>
          <p:cNvPicPr>
            <a:picLocks noChangeAspect="1"/>
          </p:cNvPicPr>
          <p:nvPr>
            <p:ph sz="half" idx="1"/>
          </p:nvPr>
        </p:nvPicPr>
        <p:blipFill>
          <a:blip r:embed="rId1"/>
          <a:srcRect t="9866" r="1961"/>
          <a:stretch>
            <a:fillRect/>
          </a:stretch>
        </p:blipFill>
        <p:spPr>
          <a:xfrm>
            <a:off x="1652905" y="1061085"/>
            <a:ext cx="8648700" cy="59734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t>4.2 </a:t>
            </a:r>
            <a:r>
              <a:rPr lang="zh-CN" altLang="en-US"/>
              <a:t>堆排序</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文本框 4"/>
          <p:cNvSpPr txBox="1"/>
          <p:nvPr/>
        </p:nvSpPr>
        <p:spPr>
          <a:xfrm>
            <a:off x="670560" y="1305560"/>
            <a:ext cx="5425440" cy="4246245"/>
          </a:xfrm>
          <a:prstGeom prst="rect">
            <a:avLst/>
          </a:prstGeom>
          <a:noFill/>
        </p:spPr>
        <p:txBody>
          <a:bodyPr wrap="square" rtlCol="0">
            <a:spAutoFit/>
          </a:bodyPr>
          <a:p>
            <a:pPr algn="l">
              <a:lnSpc>
                <a:spcPct val="150000"/>
              </a:lnSpc>
            </a:pPr>
            <a:r>
              <a:rPr lang="zh-CN" altLang="en-US">
                <a:latin typeface="等线" panose="02010600030101010101" charset="-122"/>
                <a:ea typeface="等线" panose="02010600030101010101" charset="-122"/>
                <a:cs typeface="等线" panose="02010600030101010101" charset="-122"/>
              </a:rPr>
              <a:t>3. 堆排序</a:t>
            </a:r>
            <a:endParaRPr lang="zh-CN" altLang="en-US">
              <a:latin typeface="等线" panose="02010600030101010101" charset="-122"/>
              <a:ea typeface="等线" panose="02010600030101010101" charset="-122"/>
              <a:cs typeface="等线" panose="02010600030101010101" charset="-122"/>
            </a:endParaRPr>
          </a:p>
          <a:p>
            <a:pPr algn="l">
              <a:lnSpc>
                <a:spcPct val="150000"/>
              </a:lnSpc>
            </a:pPr>
            <a:r>
              <a:rPr lang="zh-CN" altLang="en-US">
                <a:latin typeface="等线" panose="02010600030101010101" charset="-122"/>
                <a:ea typeface="等线" panose="02010600030101010101" charset="-122"/>
                <a:cs typeface="等线" panose="02010600030101010101" charset="-122"/>
              </a:rPr>
              <a:t>堆排序的主要步骤如下。</a:t>
            </a:r>
            <a:endParaRPr lang="zh-CN" altLang="en-US">
              <a:latin typeface="等线" panose="02010600030101010101" charset="-122"/>
              <a:ea typeface="等线" panose="02010600030101010101" charset="-122"/>
              <a:cs typeface="等线" panose="02010600030101010101" charset="-122"/>
            </a:endParaRPr>
          </a:p>
          <a:p>
            <a:pPr algn="l">
              <a:lnSpc>
                <a:spcPct val="150000"/>
              </a:lnSpc>
            </a:pPr>
            <a:r>
              <a:rPr lang="zh-CN" altLang="en-US">
                <a:latin typeface="等线" panose="02010600030101010101" charset="-122"/>
                <a:ea typeface="等线" panose="02010600030101010101" charset="-122"/>
                <a:cs typeface="等线" panose="02010600030101010101" charset="-122"/>
              </a:rPr>
              <a:t>（1）将待排序序列建成一棵完全二叉树。（2）将完全二叉树建堆。</a:t>
            </a:r>
            <a:endParaRPr lang="zh-CN" altLang="en-US">
              <a:latin typeface="等线" panose="02010600030101010101" charset="-122"/>
              <a:ea typeface="等线" panose="02010600030101010101" charset="-122"/>
              <a:cs typeface="等线" panose="02010600030101010101" charset="-122"/>
            </a:endParaRPr>
          </a:p>
          <a:p>
            <a:pPr algn="l">
              <a:lnSpc>
                <a:spcPct val="150000"/>
              </a:lnSpc>
            </a:pPr>
            <a:r>
              <a:rPr lang="zh-CN" altLang="en-US">
                <a:latin typeface="等线" panose="02010600030101010101" charset="-122"/>
                <a:ea typeface="等线" panose="02010600030101010101" charset="-122"/>
                <a:cs typeface="等线" panose="02010600030101010101" charset="-122"/>
              </a:rPr>
              <a:t>（3）输出堆顶元素并用筛选法调整堆，直到二叉树只剩下一个结点。</a:t>
            </a:r>
            <a:endParaRPr lang="zh-CN" altLang="en-US">
              <a:latin typeface="等线" panose="02010600030101010101" charset="-122"/>
              <a:ea typeface="等线" panose="02010600030101010101" charset="-122"/>
              <a:cs typeface="等线" panose="02010600030101010101" charset="-122"/>
            </a:endParaRPr>
          </a:p>
          <a:p>
            <a:pPr algn="l">
              <a:lnSpc>
                <a:spcPct val="150000"/>
              </a:lnSpc>
            </a:pPr>
            <a:r>
              <a:rPr lang="zh-CN" altLang="en-US">
                <a:latin typeface="等线" panose="02010600030101010101" charset="-122"/>
                <a:ea typeface="等线" panose="02010600030101010101" charset="-122"/>
                <a:cs typeface="等线" panose="02010600030101010101" charset="-122"/>
              </a:rPr>
              <a:t>为一个序列建堆的过程就是对完全二叉树进行从下往上反复筛选的过程。筛选从最后一个非叶结点开始向上进行，直到对根结点进行筛选，堆被建成。</a:t>
            </a:r>
            <a:endParaRPr lang="zh-CN" altLang="en-US">
              <a:latin typeface="等线" panose="02010600030101010101" charset="-122"/>
              <a:ea typeface="等线" panose="02010600030101010101" charset="-122"/>
              <a:cs typeface="等线" panose="02010600030101010101" charset="-122"/>
            </a:endParaRPr>
          </a:p>
          <a:p>
            <a:pPr>
              <a:lnSpc>
                <a:spcPct val="150000"/>
              </a:lnSpc>
            </a:pPr>
            <a:endParaRPr lang="zh-CN" altLang="en-US">
              <a:latin typeface="等线" panose="02010600030101010101" charset="-122"/>
              <a:ea typeface="等线" panose="02010600030101010101" charset="-122"/>
              <a:cs typeface="等线" panose="02010600030101010101" charset="-122"/>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29705" y="3175"/>
            <a:ext cx="5681980" cy="6851650"/>
          </a:xfrm>
          <a:prstGeom prst="rect">
            <a:avLst/>
          </a:prstGeom>
        </p:spPr>
      </p:pic>
      <p:pic>
        <p:nvPicPr>
          <p:cNvPr id="9" name="图片 8"/>
          <p:cNvPicPr>
            <a:picLocks noChangeAspect="1"/>
          </p:cNvPicPr>
          <p:nvPr/>
        </p:nvPicPr>
        <p:blipFill>
          <a:blip r:embed="rId2"/>
          <a:srcRect l="928" t="50050" r="44111" b="5740"/>
          <a:stretch>
            <a:fillRect/>
          </a:stretch>
        </p:blipFill>
        <p:spPr>
          <a:xfrm>
            <a:off x="6630670" y="1732280"/>
            <a:ext cx="5581015" cy="303784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ltLang="zh-CN"/>
              <a:t>4.2 </a:t>
            </a:r>
            <a:r>
              <a:rPr lang="zh-CN" altLang="en-US"/>
              <a:t>算法</a:t>
            </a:r>
            <a:r>
              <a:rPr lang="zh-CN" altLang="en-US"/>
              <a:t>性能分析</a:t>
            </a:r>
            <a:endParaRPr lang="zh-CN" altLang="en-US"/>
          </a:p>
        </p:txBody>
      </p:sp>
      <p:sp>
        <p:nvSpPr>
          <p:cNvPr id="4" name="灯片编号占位符 3"/>
          <p:cNvSpPr>
            <a:spLocks noGrp="1"/>
          </p:cNvSpPr>
          <p:nvPr>
            <p:ph type="sldNum" sz="quarter" idx="12"/>
          </p:nvPr>
        </p:nvSpPr>
        <p:spPr>
          <a:xfrm>
            <a:off x="9270000" y="6356349"/>
            <a:ext cx="2743200" cy="365125"/>
          </a:xfrm>
        </p:spPr>
        <p:txBody>
          <a:bodyPr/>
          <a:lstStyle/>
          <a:p>
            <a:fld id="{D96DE7E8-BD74-40B2-922D-194240FC5D5C}" type="slidenum">
              <a:rPr lang="zh-CN" altLang="en-US" smtClean="0"/>
            </a:fld>
            <a:endParaRPr lang="zh-CN" altLang="en-US"/>
          </a:p>
        </p:txBody>
      </p:sp>
      <p:sp>
        <p:nvSpPr>
          <p:cNvPr id="14" name="Rectangle: Rounded Corners 21"/>
          <p:cNvSpPr/>
          <p:nvPr/>
        </p:nvSpPr>
        <p:spPr>
          <a:xfrm>
            <a:off x="913765" y="1664335"/>
            <a:ext cx="3129280" cy="1736090"/>
          </a:xfrm>
          <a:prstGeom prst="roundRect">
            <a:avLst>
              <a:gd name="adj" fmla="val 2867"/>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5" name="Freeform: Shape 22"/>
          <p:cNvSpPr/>
          <p:nvPr/>
        </p:nvSpPr>
        <p:spPr bwMode="auto">
          <a:xfrm>
            <a:off x="2253615" y="2054225"/>
            <a:ext cx="457835" cy="388620"/>
          </a:xfrm>
          <a:custGeom>
            <a:avLst/>
            <a:gdLst>
              <a:gd name="T0" fmla="*/ 259046022 w 21600"/>
              <a:gd name="T1" fmla="*/ 121588502 h 21600"/>
              <a:gd name="T2" fmla="*/ 259046022 w 21600"/>
              <a:gd name="T3" fmla="*/ 105226481 h 21600"/>
              <a:gd name="T4" fmla="*/ 239823076 w 21600"/>
              <a:gd name="T5" fmla="*/ 77110490 h 21600"/>
              <a:gd name="T6" fmla="*/ 186223862 w 21600"/>
              <a:gd name="T7" fmla="*/ 43829736 h 21600"/>
              <a:gd name="T8" fmla="*/ 166165689 w 21600"/>
              <a:gd name="T9" fmla="*/ 29170478 h 21600"/>
              <a:gd name="T10" fmla="*/ 159655912 w 21600"/>
              <a:gd name="T11" fmla="*/ 18378005 h 21600"/>
              <a:gd name="T12" fmla="*/ 159655912 w 21600"/>
              <a:gd name="T13" fmla="*/ 18306686 h 21600"/>
              <a:gd name="T14" fmla="*/ 159655912 w 21600"/>
              <a:gd name="T15" fmla="*/ 0 h 21600"/>
              <a:gd name="T16" fmla="*/ 126685736 w 21600"/>
              <a:gd name="T17" fmla="*/ 0 h 21600"/>
              <a:gd name="T18" fmla="*/ 126685736 w 21600"/>
              <a:gd name="T19" fmla="*/ 7010 h 21600"/>
              <a:gd name="T20" fmla="*/ 126685736 w 21600"/>
              <a:gd name="T21" fmla="*/ 18314449 h 21600"/>
              <a:gd name="T22" fmla="*/ 126685736 w 21600"/>
              <a:gd name="T23" fmla="*/ 18385768 h 21600"/>
              <a:gd name="T24" fmla="*/ 120175960 w 21600"/>
              <a:gd name="T25" fmla="*/ 29184405 h 21600"/>
              <a:gd name="T26" fmla="*/ 100117787 w 21600"/>
              <a:gd name="T27" fmla="*/ 43844509 h 21600"/>
              <a:gd name="T28" fmla="*/ 46519839 w 21600"/>
              <a:gd name="T29" fmla="*/ 77117499 h 21600"/>
              <a:gd name="T30" fmla="*/ 27296893 w 21600"/>
              <a:gd name="T31" fmla="*/ 105240491 h 21600"/>
              <a:gd name="T32" fmla="*/ 27296893 w 21600"/>
              <a:gd name="T33" fmla="*/ 121595512 h 21600"/>
              <a:gd name="T34" fmla="*/ 0 w 21600"/>
              <a:gd name="T35" fmla="*/ 121595512 h 21600"/>
              <a:gd name="T36" fmla="*/ 43483029 w 21600"/>
              <a:gd name="T37" fmla="*/ 153864397 h 21600"/>
              <a:gd name="T38" fmla="*/ 86847348 w 21600"/>
              <a:gd name="T39" fmla="*/ 121595512 h 21600"/>
              <a:gd name="T40" fmla="*/ 60280664 w 21600"/>
              <a:gd name="T41" fmla="*/ 121595512 h 21600"/>
              <a:gd name="T42" fmla="*/ 60280664 w 21600"/>
              <a:gd name="T43" fmla="*/ 105240491 h 21600"/>
              <a:gd name="T44" fmla="*/ 60280664 w 21600"/>
              <a:gd name="T45" fmla="*/ 105147400 h 21600"/>
              <a:gd name="T46" fmla="*/ 66723773 w 21600"/>
              <a:gd name="T47" fmla="*/ 94712354 h 21600"/>
              <a:gd name="T48" fmla="*/ 86835030 w 21600"/>
              <a:gd name="T49" fmla="*/ 80194969 h 21600"/>
              <a:gd name="T50" fmla="*/ 126526262 w 21600"/>
              <a:gd name="T51" fmla="*/ 56480866 h 21600"/>
              <a:gd name="T52" fmla="*/ 126526262 w 21600"/>
              <a:gd name="T53" fmla="*/ 121588502 h 21600"/>
              <a:gd name="T54" fmla="*/ 99693960 w 21600"/>
              <a:gd name="T55" fmla="*/ 121588502 h 21600"/>
              <a:gd name="T56" fmla="*/ 143217743 w 21600"/>
              <a:gd name="T57" fmla="*/ 153864397 h 21600"/>
              <a:gd name="T58" fmla="*/ 186661273 w 21600"/>
              <a:gd name="T59" fmla="*/ 121588502 h 21600"/>
              <a:gd name="T60" fmla="*/ 159510152 w 21600"/>
              <a:gd name="T61" fmla="*/ 121588502 h 21600"/>
              <a:gd name="T62" fmla="*/ 159510152 w 21600"/>
              <a:gd name="T63" fmla="*/ 56274591 h 21600"/>
              <a:gd name="T64" fmla="*/ 199520215 w 21600"/>
              <a:gd name="T65" fmla="*/ 80180289 h 21600"/>
              <a:gd name="T66" fmla="*/ 219631460 w 21600"/>
              <a:gd name="T67" fmla="*/ 94704591 h 21600"/>
              <a:gd name="T68" fmla="*/ 226074569 w 21600"/>
              <a:gd name="T69" fmla="*/ 105140390 h 21600"/>
              <a:gd name="T70" fmla="*/ 226074569 w 21600"/>
              <a:gd name="T71" fmla="*/ 105233481 h 21600"/>
              <a:gd name="T72" fmla="*/ 226074569 w 21600"/>
              <a:gd name="T73" fmla="*/ 121588502 h 21600"/>
              <a:gd name="T74" fmla="*/ 199507778 w 21600"/>
              <a:gd name="T75" fmla="*/ 121588502 h 21600"/>
              <a:gd name="T76" fmla="*/ 242872215 w 21600"/>
              <a:gd name="T77" fmla="*/ 153850470 h 21600"/>
              <a:gd name="T78" fmla="*/ 286355233 w 21600"/>
              <a:gd name="T79" fmla="*/ 121588502 h 21600"/>
              <a:gd name="T80" fmla="*/ 259046022 w 21600"/>
              <a:gd name="T81" fmla="*/ 121588502 h 21600"/>
              <a:gd name="T82" fmla="*/ 259046022 w 21600"/>
              <a:gd name="T83" fmla="*/ 121588502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9540" y="17069"/>
                </a:moveTo>
                <a:cubicBezTo>
                  <a:pt x="19540" y="16473"/>
                  <a:pt x="19540" y="15944"/>
                  <a:pt x="19540" y="14772"/>
                </a:cubicBezTo>
                <a:cubicBezTo>
                  <a:pt x="19526" y="13214"/>
                  <a:pt x="18865" y="11949"/>
                  <a:pt x="18090" y="10825"/>
                </a:cubicBezTo>
                <a:cubicBezTo>
                  <a:pt x="16910" y="9139"/>
                  <a:pt x="15307" y="7618"/>
                  <a:pt x="14047" y="6153"/>
                </a:cubicBezTo>
                <a:cubicBezTo>
                  <a:pt x="13419" y="5427"/>
                  <a:pt x="12881" y="4722"/>
                  <a:pt x="12534" y="4095"/>
                </a:cubicBezTo>
                <a:cubicBezTo>
                  <a:pt x="12185" y="3471"/>
                  <a:pt x="12043" y="2962"/>
                  <a:pt x="12043" y="2580"/>
                </a:cubicBezTo>
                <a:cubicBezTo>
                  <a:pt x="12043" y="2577"/>
                  <a:pt x="12043" y="2573"/>
                  <a:pt x="12043" y="2570"/>
                </a:cubicBezTo>
                <a:cubicBezTo>
                  <a:pt x="12043" y="1413"/>
                  <a:pt x="12043" y="589"/>
                  <a:pt x="12043" y="0"/>
                </a:cubicBezTo>
                <a:lnTo>
                  <a:pt x="9556" y="0"/>
                </a:lnTo>
                <a:cubicBezTo>
                  <a:pt x="9556" y="0"/>
                  <a:pt x="9556" y="1"/>
                  <a:pt x="9556" y="1"/>
                </a:cubicBezTo>
                <a:cubicBezTo>
                  <a:pt x="9556" y="591"/>
                  <a:pt x="9556" y="1415"/>
                  <a:pt x="9556" y="2571"/>
                </a:cubicBezTo>
                <a:cubicBezTo>
                  <a:pt x="9556" y="2574"/>
                  <a:pt x="9556" y="2578"/>
                  <a:pt x="9556" y="2581"/>
                </a:cubicBezTo>
                <a:cubicBezTo>
                  <a:pt x="9556" y="2963"/>
                  <a:pt x="9414" y="3472"/>
                  <a:pt x="9065" y="4097"/>
                </a:cubicBezTo>
                <a:cubicBezTo>
                  <a:pt x="8718" y="4723"/>
                  <a:pt x="8180" y="5428"/>
                  <a:pt x="7552" y="6155"/>
                </a:cubicBezTo>
                <a:cubicBezTo>
                  <a:pt x="6292" y="7619"/>
                  <a:pt x="4689" y="9140"/>
                  <a:pt x="3509" y="10826"/>
                </a:cubicBezTo>
                <a:cubicBezTo>
                  <a:pt x="2734" y="11950"/>
                  <a:pt x="2073" y="13215"/>
                  <a:pt x="2059" y="14774"/>
                </a:cubicBezTo>
                <a:cubicBezTo>
                  <a:pt x="2059" y="15946"/>
                  <a:pt x="2059" y="16475"/>
                  <a:pt x="2059" y="17070"/>
                </a:cubicBezTo>
                <a:lnTo>
                  <a:pt x="0" y="17070"/>
                </a:lnTo>
                <a:lnTo>
                  <a:pt x="3280" y="21600"/>
                </a:lnTo>
                <a:lnTo>
                  <a:pt x="6551" y="17070"/>
                </a:lnTo>
                <a:lnTo>
                  <a:pt x="4547" y="17070"/>
                </a:lnTo>
                <a:cubicBezTo>
                  <a:pt x="4547" y="16475"/>
                  <a:pt x="4547" y="15946"/>
                  <a:pt x="4547" y="14774"/>
                </a:cubicBezTo>
                <a:cubicBezTo>
                  <a:pt x="4547" y="14769"/>
                  <a:pt x="4547" y="14765"/>
                  <a:pt x="4547" y="14761"/>
                </a:cubicBezTo>
                <a:cubicBezTo>
                  <a:pt x="4547" y="14404"/>
                  <a:pt x="4685" y="13910"/>
                  <a:pt x="5033" y="13296"/>
                </a:cubicBezTo>
                <a:cubicBezTo>
                  <a:pt x="5381" y="12679"/>
                  <a:pt x="5919" y="11980"/>
                  <a:pt x="6550" y="11258"/>
                </a:cubicBezTo>
                <a:cubicBezTo>
                  <a:pt x="7464" y="10197"/>
                  <a:pt x="8559" y="9102"/>
                  <a:pt x="9544" y="7929"/>
                </a:cubicBezTo>
                <a:lnTo>
                  <a:pt x="9544" y="17069"/>
                </a:lnTo>
                <a:lnTo>
                  <a:pt x="7520" y="17069"/>
                </a:lnTo>
                <a:lnTo>
                  <a:pt x="10803" y="21600"/>
                </a:lnTo>
                <a:lnTo>
                  <a:pt x="14080" y="17069"/>
                </a:lnTo>
                <a:lnTo>
                  <a:pt x="12032" y="17069"/>
                </a:lnTo>
                <a:lnTo>
                  <a:pt x="12032" y="7900"/>
                </a:lnTo>
                <a:cubicBezTo>
                  <a:pt x="13023" y="9084"/>
                  <a:pt x="14128" y="10188"/>
                  <a:pt x="15050" y="11256"/>
                </a:cubicBezTo>
                <a:cubicBezTo>
                  <a:pt x="15681" y="11979"/>
                  <a:pt x="16219" y="12678"/>
                  <a:pt x="16567" y="13295"/>
                </a:cubicBezTo>
                <a:cubicBezTo>
                  <a:pt x="16915" y="13908"/>
                  <a:pt x="17053" y="14403"/>
                  <a:pt x="17053" y="14760"/>
                </a:cubicBezTo>
                <a:cubicBezTo>
                  <a:pt x="17053" y="14764"/>
                  <a:pt x="17053" y="14768"/>
                  <a:pt x="17053" y="14773"/>
                </a:cubicBezTo>
                <a:cubicBezTo>
                  <a:pt x="17053" y="15945"/>
                  <a:pt x="17053" y="16473"/>
                  <a:pt x="17053" y="17069"/>
                </a:cubicBezTo>
                <a:lnTo>
                  <a:pt x="15049" y="17069"/>
                </a:lnTo>
                <a:lnTo>
                  <a:pt x="18320" y="21598"/>
                </a:lnTo>
                <a:lnTo>
                  <a:pt x="21600" y="17069"/>
                </a:lnTo>
                <a:lnTo>
                  <a:pt x="19540" y="17069"/>
                </a:lnTo>
                <a:close/>
                <a:moveTo>
                  <a:pt x="19540" y="17069"/>
                </a:moveTo>
              </a:path>
            </a:pathLst>
          </a:custGeom>
          <a:solidFill>
            <a:srgbClr val="FFFFFF"/>
          </a:solidFill>
          <a:ln>
            <a:noFill/>
          </a:ln>
          <a:effectLst/>
        </p:spPr>
        <p:txBody>
          <a:bodyPr anchor="ctr"/>
          <a:lstStyle/>
          <a:p>
            <a:pPr algn="ctr"/>
          </a:p>
        </p:txBody>
      </p:sp>
      <p:sp>
        <p:nvSpPr>
          <p:cNvPr id="44" name="TextBox 50"/>
          <p:cNvSpPr txBox="1"/>
          <p:nvPr/>
        </p:nvSpPr>
        <p:spPr>
          <a:xfrm>
            <a:off x="930910" y="2785110"/>
            <a:ext cx="3121025" cy="502920"/>
          </a:xfrm>
          <a:prstGeom prst="rect">
            <a:avLst/>
          </a:prstGeom>
          <a:noFill/>
        </p:spPr>
        <p:txBody>
          <a:bodyPr wrap="none" anchor="b">
            <a:noAutofit/>
          </a:bodyPr>
          <a:lstStyle/>
          <a:p>
            <a:pPr algn="ctr"/>
            <a:r>
              <a:rPr lang="zh-CN" altLang="en-US" sz="4800" b="1" dirty="0">
                <a:solidFill>
                  <a:schemeClr val="bg1"/>
                </a:solidFill>
                <a:sym typeface="+mn-ea"/>
              </a:rPr>
              <a:t>时间复杂度</a:t>
            </a:r>
            <a:endParaRPr lang="zh-CN" altLang="en-US" sz="4800" b="1" dirty="0">
              <a:solidFill>
                <a:schemeClr val="bg1"/>
              </a:solidFill>
              <a:sym typeface="+mn-ea"/>
            </a:endParaRPr>
          </a:p>
        </p:txBody>
      </p:sp>
      <p:sp>
        <p:nvSpPr>
          <p:cNvPr id="25" name="Rectangle: Rounded Corners 32"/>
          <p:cNvSpPr/>
          <p:nvPr/>
        </p:nvSpPr>
        <p:spPr>
          <a:xfrm>
            <a:off x="4718050" y="1664970"/>
            <a:ext cx="3121025" cy="1735455"/>
          </a:xfrm>
          <a:prstGeom prst="roundRect">
            <a:avLst>
              <a:gd name="adj" fmla="val 2867"/>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35" name="Group 43"/>
          <p:cNvGrpSpPr/>
          <p:nvPr/>
        </p:nvGrpSpPr>
        <p:grpSpPr bwMode="auto">
          <a:xfrm>
            <a:off x="6158865" y="2072005"/>
            <a:ext cx="635" cy="635"/>
            <a:chOff x="0" y="0"/>
            <a:chExt cx="359" cy="576"/>
          </a:xfrm>
          <a:solidFill>
            <a:srgbClr val="FFFFFF"/>
          </a:solidFill>
          <a:effectLst/>
        </p:grpSpPr>
        <p:sp>
          <p:nvSpPr>
            <p:cNvPr id="49" name="Straight Connector 44"/>
            <p:cNvSpPr/>
            <p:nvPr/>
          </p:nvSpPr>
          <p:spPr bwMode="auto">
            <a:xfrm flipH="1">
              <a:off x="2" y="4"/>
              <a:ext cx="0" cy="0"/>
            </a:xfrm>
            <a:prstGeom prst="line">
              <a:avLst/>
            </a:prstGeom>
            <a:grpFill/>
            <a:ln w="12700">
              <a:solidFill>
                <a:srgbClr val="D42564"/>
              </a:solidFill>
              <a:miter lim="800000"/>
            </a:ln>
          </p:spPr>
          <p:txBody>
            <a:bodyPr anchor="ctr"/>
            <a:lstStyle/>
            <a:p>
              <a:pPr algn="ctr"/>
            </a:p>
          </p:txBody>
        </p:sp>
        <p:sp>
          <p:nvSpPr>
            <p:cNvPr id="50" name="Freeform: Shape 45"/>
            <p:cNvSpPr/>
            <p:nvPr/>
          </p:nvSpPr>
          <p:spPr bwMode="auto">
            <a:xfrm>
              <a:off x="0" y="0"/>
              <a:ext cx="359" cy="5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21600" y="12248"/>
                  </a:moveTo>
                  <a:lnTo>
                    <a:pt x="18" y="1"/>
                  </a:lnTo>
                  <a:lnTo>
                    <a:pt x="18" y="0"/>
                  </a:lnTo>
                  <a:lnTo>
                    <a:pt x="17" y="0"/>
                  </a:lnTo>
                  <a:lnTo>
                    <a:pt x="18" y="1"/>
                  </a:lnTo>
                  <a:lnTo>
                    <a:pt x="0" y="18203"/>
                  </a:lnTo>
                  <a:lnTo>
                    <a:pt x="7495" y="15059"/>
                  </a:lnTo>
                  <a:lnTo>
                    <a:pt x="12126" y="21600"/>
                  </a:lnTo>
                  <a:lnTo>
                    <a:pt x="17460" y="20130"/>
                  </a:lnTo>
                  <a:lnTo>
                    <a:pt x="12828" y="13588"/>
                  </a:lnTo>
                  <a:lnTo>
                    <a:pt x="21600" y="12248"/>
                  </a:lnTo>
                  <a:close/>
                  <a:moveTo>
                    <a:pt x="21600" y="12248"/>
                  </a:moveTo>
                </a:path>
              </a:pathLst>
            </a:custGeom>
            <a:grpFill/>
            <a:ln>
              <a:noFill/>
            </a:ln>
          </p:spPr>
          <p:txBody>
            <a:bodyPr anchor="ctr"/>
            <a:lstStyle/>
            <a:p>
              <a:pPr algn="ctr"/>
            </a:p>
          </p:txBody>
        </p:sp>
      </p:grpSp>
      <p:sp>
        <p:nvSpPr>
          <p:cNvPr id="42" name="TextBox 53"/>
          <p:cNvSpPr txBox="1"/>
          <p:nvPr/>
        </p:nvSpPr>
        <p:spPr>
          <a:xfrm>
            <a:off x="4718050" y="2804160"/>
            <a:ext cx="3121025" cy="502920"/>
          </a:xfrm>
          <a:prstGeom prst="rect">
            <a:avLst/>
          </a:prstGeom>
          <a:noFill/>
        </p:spPr>
        <p:txBody>
          <a:bodyPr wrap="none" anchor="b">
            <a:noAutofit/>
          </a:bodyPr>
          <a:lstStyle/>
          <a:p>
            <a:pPr lvl="0" algn="ctr">
              <a:buClrTx/>
              <a:buSzTx/>
              <a:buFontTx/>
            </a:pPr>
            <a:r>
              <a:rPr lang="zh-CN" altLang="zh-CN" sz="4800" b="1" dirty="0">
                <a:solidFill>
                  <a:schemeClr val="bg1"/>
                </a:solidFill>
                <a:sym typeface="+mn-ea"/>
              </a:rPr>
              <a:t>空间复杂度</a:t>
            </a:r>
            <a:endParaRPr lang="zh-CN" altLang="zh-CN" sz="4800" b="1" dirty="0">
              <a:solidFill>
                <a:schemeClr val="bg1"/>
              </a:solidFill>
              <a:sym typeface="+mn-ea"/>
            </a:endParaRPr>
          </a:p>
        </p:txBody>
      </p:sp>
      <p:sp>
        <p:nvSpPr>
          <p:cNvPr id="26" name="Rectangle 33"/>
          <p:cNvSpPr/>
          <p:nvPr/>
        </p:nvSpPr>
        <p:spPr>
          <a:xfrm>
            <a:off x="8398510" y="3787775"/>
            <a:ext cx="2347595" cy="255270"/>
          </a:xfrm>
          <a:prstGeom prst="rect">
            <a:avLst/>
          </a:prstGeom>
          <a:effectLst/>
        </p:spPr>
        <p:txBody>
          <a:bodyPr wrap="none"/>
          <a:lstStyle/>
          <a:p>
            <a:pPr algn="l"/>
            <a:r>
              <a:rPr lang="zh-CN" altLang="en-US">
                <a:sym typeface="+mn-ea"/>
              </a:rPr>
              <a:t>堆排序算法是不稳定的排序算法。</a:t>
            </a:r>
            <a:endParaRPr lang="zh-CN" altLang="zh-CN" dirty="0">
              <a:sym typeface="+mn-ea"/>
            </a:endParaRPr>
          </a:p>
        </p:txBody>
      </p:sp>
      <p:sp>
        <p:nvSpPr>
          <p:cNvPr id="36" name="Rectangle: Rounded Corners 42"/>
          <p:cNvSpPr/>
          <p:nvPr/>
        </p:nvSpPr>
        <p:spPr>
          <a:xfrm>
            <a:off x="8398510" y="1664970"/>
            <a:ext cx="3120390" cy="1735455"/>
          </a:xfrm>
          <a:prstGeom prst="roundRect">
            <a:avLst>
              <a:gd name="adj" fmla="val 2867"/>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6" name="Freeform: Shape 47"/>
          <p:cNvSpPr/>
          <p:nvPr/>
        </p:nvSpPr>
        <p:spPr bwMode="auto">
          <a:xfrm>
            <a:off x="10046335" y="2331720"/>
            <a:ext cx="187960" cy="19113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600">
                <a:moveTo>
                  <a:pt x="0" y="7065"/>
                </a:moveTo>
                <a:lnTo>
                  <a:pt x="8317" y="15192"/>
                </a:lnTo>
                <a:lnTo>
                  <a:pt x="12736" y="20980"/>
                </a:lnTo>
                <a:lnTo>
                  <a:pt x="15082" y="21600"/>
                </a:lnTo>
                <a:lnTo>
                  <a:pt x="21600" y="15192"/>
                </a:lnTo>
                <a:lnTo>
                  <a:pt x="20968" y="12848"/>
                </a:lnTo>
                <a:lnTo>
                  <a:pt x="15089" y="8571"/>
                </a:lnTo>
                <a:lnTo>
                  <a:pt x="6319" y="0"/>
                </a:lnTo>
                <a:lnTo>
                  <a:pt x="111" y="6067"/>
                </a:lnTo>
                <a:cubicBezTo>
                  <a:pt x="103" y="6407"/>
                  <a:pt x="62" y="6739"/>
                  <a:pt x="0" y="7065"/>
                </a:cubicBezTo>
                <a:close/>
                <a:moveTo>
                  <a:pt x="14454" y="11832"/>
                </a:moveTo>
                <a:cubicBezTo>
                  <a:pt x="15979" y="11832"/>
                  <a:pt x="17215" y="13039"/>
                  <a:pt x="17215" y="14528"/>
                </a:cubicBezTo>
                <a:cubicBezTo>
                  <a:pt x="17215" y="16018"/>
                  <a:pt x="15979" y="17224"/>
                  <a:pt x="14454" y="17224"/>
                </a:cubicBezTo>
                <a:cubicBezTo>
                  <a:pt x="12932" y="17224"/>
                  <a:pt x="11695" y="16018"/>
                  <a:pt x="11695" y="14528"/>
                </a:cubicBezTo>
                <a:cubicBezTo>
                  <a:pt x="11695" y="13039"/>
                  <a:pt x="12932" y="11832"/>
                  <a:pt x="14454" y="11832"/>
                </a:cubicBezTo>
                <a:close/>
                <a:moveTo>
                  <a:pt x="14454" y="11832"/>
                </a:moveTo>
              </a:path>
            </a:pathLst>
          </a:custGeom>
          <a:solidFill>
            <a:srgbClr val="FFFFFF"/>
          </a:solidFill>
          <a:ln>
            <a:noFill/>
          </a:ln>
        </p:spPr>
        <p:txBody>
          <a:bodyPr anchor="ctr"/>
          <a:lstStyle/>
          <a:p>
            <a:pPr algn="ctr"/>
          </a:p>
        </p:txBody>
      </p:sp>
      <p:sp>
        <p:nvSpPr>
          <p:cNvPr id="47" name="Freeform: Shape 48"/>
          <p:cNvSpPr/>
          <p:nvPr/>
        </p:nvSpPr>
        <p:spPr bwMode="auto">
          <a:xfrm>
            <a:off x="9773285" y="2065655"/>
            <a:ext cx="238760" cy="234315"/>
          </a:xfrm>
          <a:custGeom>
            <a:avLst/>
            <a:gdLst>
              <a:gd name="T0" fmla="*/ 0 w 21600"/>
              <a:gd name="T1" fmla="*/ 0 h 21541"/>
              <a:gd name="T2" fmla="*/ 0 w 21600"/>
              <a:gd name="T3" fmla="*/ 0 h 21541"/>
              <a:gd name="T4" fmla="*/ 0 w 21600"/>
              <a:gd name="T5" fmla="*/ 0 h 21541"/>
              <a:gd name="T6" fmla="*/ 0 w 21600"/>
              <a:gd name="T7" fmla="*/ 0 h 21541"/>
              <a:gd name="T8" fmla="*/ 0 w 21600"/>
              <a:gd name="T9" fmla="*/ 0 h 21541"/>
              <a:gd name="T10" fmla="*/ 0 w 21600"/>
              <a:gd name="T11" fmla="*/ 0 h 21541"/>
              <a:gd name="T12" fmla="*/ 0 w 21600"/>
              <a:gd name="T13" fmla="*/ 0 h 21541"/>
              <a:gd name="T14" fmla="*/ 0 w 21600"/>
              <a:gd name="T15" fmla="*/ 0 h 21541"/>
              <a:gd name="T16" fmla="*/ 0 w 21600"/>
              <a:gd name="T17" fmla="*/ 0 h 21541"/>
              <a:gd name="T18" fmla="*/ 0 w 21600"/>
              <a:gd name="T19" fmla="*/ 0 h 21541"/>
              <a:gd name="T20" fmla="*/ 0 w 21600"/>
              <a:gd name="T21" fmla="*/ 0 h 21541"/>
              <a:gd name="T22" fmla="*/ 0 w 21600"/>
              <a:gd name="T23" fmla="*/ 0 h 21541"/>
              <a:gd name="T24" fmla="*/ 0 w 21600"/>
              <a:gd name="T25" fmla="*/ 0 h 21541"/>
              <a:gd name="T26" fmla="*/ 0 w 21600"/>
              <a:gd name="T27" fmla="*/ 0 h 21541"/>
              <a:gd name="T28" fmla="*/ 0 w 21600"/>
              <a:gd name="T29" fmla="*/ 0 h 215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600" h="21541">
                <a:moveTo>
                  <a:pt x="21600" y="16501"/>
                </a:moveTo>
                <a:lnTo>
                  <a:pt x="17762" y="12617"/>
                </a:lnTo>
                <a:cubicBezTo>
                  <a:pt x="18256" y="11638"/>
                  <a:pt x="18551" y="10655"/>
                  <a:pt x="18551" y="9752"/>
                </a:cubicBezTo>
                <a:cubicBezTo>
                  <a:pt x="18551" y="4765"/>
                  <a:pt x="13841" y="-59"/>
                  <a:pt x="8917" y="0"/>
                </a:cubicBezTo>
                <a:cubicBezTo>
                  <a:pt x="8899" y="0"/>
                  <a:pt x="8342" y="572"/>
                  <a:pt x="8039" y="878"/>
                </a:cubicBezTo>
                <a:cubicBezTo>
                  <a:pt x="11985" y="4873"/>
                  <a:pt x="11660" y="4225"/>
                  <a:pt x="11660" y="6674"/>
                </a:cubicBezTo>
                <a:cubicBezTo>
                  <a:pt x="11660" y="8662"/>
                  <a:pt x="8514" y="11801"/>
                  <a:pt x="6594" y="11801"/>
                </a:cubicBezTo>
                <a:cubicBezTo>
                  <a:pt x="4109" y="11801"/>
                  <a:pt x="4901" y="12218"/>
                  <a:pt x="869" y="8136"/>
                </a:cubicBezTo>
                <a:cubicBezTo>
                  <a:pt x="555" y="8453"/>
                  <a:pt x="1" y="9007"/>
                  <a:pt x="0" y="9026"/>
                </a:cubicBezTo>
                <a:cubicBezTo>
                  <a:pt x="60" y="14011"/>
                  <a:pt x="4710" y="18778"/>
                  <a:pt x="9634" y="18778"/>
                </a:cubicBezTo>
                <a:cubicBezTo>
                  <a:pt x="10526" y="18778"/>
                  <a:pt x="11479" y="18490"/>
                  <a:pt x="12420" y="18011"/>
                </a:cubicBezTo>
                <a:lnTo>
                  <a:pt x="15907" y="21541"/>
                </a:lnTo>
                <a:cubicBezTo>
                  <a:pt x="16169" y="21491"/>
                  <a:pt x="16436" y="21458"/>
                  <a:pt x="16708" y="21452"/>
                </a:cubicBezTo>
                <a:lnTo>
                  <a:pt x="21600" y="16501"/>
                </a:lnTo>
                <a:close/>
                <a:moveTo>
                  <a:pt x="21600" y="16501"/>
                </a:moveTo>
              </a:path>
            </a:pathLst>
          </a:custGeom>
          <a:solidFill>
            <a:srgbClr val="FFFFFF"/>
          </a:solidFill>
          <a:ln>
            <a:noFill/>
          </a:ln>
        </p:spPr>
        <p:txBody>
          <a:bodyPr anchor="ctr"/>
          <a:lstStyle/>
          <a:p>
            <a:pPr algn="ctr"/>
          </a:p>
        </p:txBody>
      </p:sp>
      <p:sp>
        <p:nvSpPr>
          <p:cNvPr id="48" name="Freeform: Shape 49"/>
          <p:cNvSpPr/>
          <p:nvPr/>
        </p:nvSpPr>
        <p:spPr bwMode="auto">
          <a:xfrm>
            <a:off x="9824085" y="2065655"/>
            <a:ext cx="410210" cy="457200"/>
          </a:xfrm>
          <a:custGeom>
            <a:avLst/>
            <a:gdLst>
              <a:gd name="T0" fmla="*/ 0 w 19649"/>
              <a:gd name="T1" fmla="*/ 0 h 21600"/>
              <a:gd name="T2" fmla="*/ 0 w 19649"/>
              <a:gd name="T3" fmla="*/ 0 h 21600"/>
              <a:gd name="T4" fmla="*/ 0 w 19649"/>
              <a:gd name="T5" fmla="*/ 0 h 21600"/>
              <a:gd name="T6" fmla="*/ 0 w 19649"/>
              <a:gd name="T7" fmla="*/ 0 h 21600"/>
              <a:gd name="T8" fmla="*/ 0 w 19649"/>
              <a:gd name="T9" fmla="*/ 0 h 21600"/>
              <a:gd name="T10" fmla="*/ 0 w 19649"/>
              <a:gd name="T11" fmla="*/ 0 h 21600"/>
              <a:gd name="T12" fmla="*/ 0 w 19649"/>
              <a:gd name="T13" fmla="*/ 0 h 21600"/>
              <a:gd name="T14" fmla="*/ 0 w 19649"/>
              <a:gd name="T15" fmla="*/ 0 h 21600"/>
              <a:gd name="T16" fmla="*/ 0 w 19649"/>
              <a:gd name="T17" fmla="*/ 0 h 21600"/>
              <a:gd name="T18" fmla="*/ 0 w 19649"/>
              <a:gd name="T19" fmla="*/ 0 h 21600"/>
              <a:gd name="T20" fmla="*/ 0 w 19649"/>
              <a:gd name="T21" fmla="*/ 0 h 21600"/>
              <a:gd name="T22" fmla="*/ 0 w 19649"/>
              <a:gd name="T23" fmla="*/ 0 h 21600"/>
              <a:gd name="T24" fmla="*/ 0 w 19649"/>
              <a:gd name="T25" fmla="*/ 0 h 21600"/>
              <a:gd name="T26" fmla="*/ 0 w 19649"/>
              <a:gd name="T27" fmla="*/ 0 h 21600"/>
              <a:gd name="T28" fmla="*/ 0 w 19649"/>
              <a:gd name="T29" fmla="*/ 0 h 21600"/>
              <a:gd name="T30" fmla="*/ 0 w 19649"/>
              <a:gd name="T31" fmla="*/ 0 h 21600"/>
              <a:gd name="T32" fmla="*/ 0 w 19649"/>
              <a:gd name="T33" fmla="*/ 0 h 21600"/>
              <a:gd name="T34" fmla="*/ 0 w 19649"/>
              <a:gd name="T35" fmla="*/ 0 h 21600"/>
              <a:gd name="T36" fmla="*/ 0 w 19649"/>
              <a:gd name="T37" fmla="*/ 0 h 21600"/>
              <a:gd name="T38" fmla="*/ 0 w 19649"/>
              <a:gd name="T39" fmla="*/ 0 h 21600"/>
              <a:gd name="T40" fmla="*/ 0 w 19649"/>
              <a:gd name="T41" fmla="*/ 0 h 21600"/>
              <a:gd name="T42" fmla="*/ 0 w 19649"/>
              <a:gd name="T43" fmla="*/ 0 h 21600"/>
              <a:gd name="T44" fmla="*/ 0 w 19649"/>
              <a:gd name="T45" fmla="*/ 0 h 21600"/>
              <a:gd name="T46" fmla="*/ 0 w 19649"/>
              <a:gd name="T47" fmla="*/ 0 h 21600"/>
              <a:gd name="T48" fmla="*/ 0 w 19649"/>
              <a:gd name="T49" fmla="*/ 0 h 21600"/>
              <a:gd name="T50" fmla="*/ 0 w 19649"/>
              <a:gd name="T51" fmla="*/ 0 h 21600"/>
              <a:gd name="T52" fmla="*/ 0 w 19649"/>
              <a:gd name="T53" fmla="*/ 0 h 21600"/>
              <a:gd name="T54" fmla="*/ 0 w 19649"/>
              <a:gd name="T55" fmla="*/ 0 h 21600"/>
              <a:gd name="T56" fmla="*/ 0 w 19649"/>
              <a:gd name="T57" fmla="*/ 0 h 21600"/>
              <a:gd name="T58" fmla="*/ 0 w 19649"/>
              <a:gd name="T59" fmla="*/ 0 h 21600"/>
              <a:gd name="T60" fmla="*/ 0 w 19649"/>
              <a:gd name="T61" fmla="*/ 0 h 21600"/>
              <a:gd name="T62" fmla="*/ 0 w 19649"/>
              <a:gd name="T63" fmla="*/ 0 h 21600"/>
              <a:gd name="T64" fmla="*/ 0 w 19649"/>
              <a:gd name="T65" fmla="*/ 0 h 21600"/>
              <a:gd name="T66" fmla="*/ 0 w 19649"/>
              <a:gd name="T67" fmla="*/ 0 h 216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649" h="21600">
                <a:moveTo>
                  <a:pt x="17472" y="12888"/>
                </a:moveTo>
                <a:lnTo>
                  <a:pt x="18861" y="14219"/>
                </a:lnTo>
                <a:cubicBezTo>
                  <a:pt x="18861" y="14219"/>
                  <a:pt x="20862" y="8759"/>
                  <a:pt x="18487" y="6419"/>
                </a:cubicBezTo>
                <a:cubicBezTo>
                  <a:pt x="17628" y="5574"/>
                  <a:pt x="16359" y="4325"/>
                  <a:pt x="15362" y="3342"/>
                </a:cubicBezTo>
                <a:cubicBezTo>
                  <a:pt x="15146" y="3130"/>
                  <a:pt x="14541" y="3322"/>
                  <a:pt x="14385" y="3118"/>
                </a:cubicBezTo>
                <a:cubicBezTo>
                  <a:pt x="13948" y="2546"/>
                  <a:pt x="13787" y="2058"/>
                  <a:pt x="13753" y="1939"/>
                </a:cubicBezTo>
                <a:cubicBezTo>
                  <a:pt x="13658" y="1489"/>
                  <a:pt x="13171" y="1049"/>
                  <a:pt x="12778" y="661"/>
                </a:cubicBezTo>
                <a:lnTo>
                  <a:pt x="12632" y="517"/>
                </a:lnTo>
                <a:cubicBezTo>
                  <a:pt x="12305" y="195"/>
                  <a:pt x="12135" y="0"/>
                  <a:pt x="11936" y="0"/>
                </a:cubicBezTo>
                <a:cubicBezTo>
                  <a:pt x="11770" y="0"/>
                  <a:pt x="11583" y="136"/>
                  <a:pt x="11265" y="449"/>
                </a:cubicBezTo>
                <a:lnTo>
                  <a:pt x="9364" y="2322"/>
                </a:lnTo>
                <a:cubicBezTo>
                  <a:pt x="8667" y="3008"/>
                  <a:pt x="8832" y="3076"/>
                  <a:pt x="9433" y="3667"/>
                </a:cubicBezTo>
                <a:lnTo>
                  <a:pt x="9580" y="3811"/>
                </a:lnTo>
                <a:cubicBezTo>
                  <a:pt x="10017" y="4242"/>
                  <a:pt x="10522" y="4788"/>
                  <a:pt x="11033" y="4788"/>
                </a:cubicBezTo>
                <a:cubicBezTo>
                  <a:pt x="11039" y="4788"/>
                  <a:pt x="11045" y="4788"/>
                  <a:pt x="11051" y="4788"/>
                </a:cubicBezTo>
                <a:cubicBezTo>
                  <a:pt x="11444" y="4860"/>
                  <a:pt x="12257" y="5087"/>
                  <a:pt x="12630" y="5763"/>
                </a:cubicBezTo>
                <a:cubicBezTo>
                  <a:pt x="13041" y="6658"/>
                  <a:pt x="12460" y="7273"/>
                  <a:pt x="12228" y="7616"/>
                </a:cubicBezTo>
                <a:lnTo>
                  <a:pt x="7130" y="12636"/>
                </a:lnTo>
                <a:cubicBezTo>
                  <a:pt x="6967" y="12585"/>
                  <a:pt x="6805" y="12557"/>
                  <a:pt x="6649" y="12557"/>
                </a:cubicBezTo>
                <a:cubicBezTo>
                  <a:pt x="6373" y="12557"/>
                  <a:pt x="6118" y="12645"/>
                  <a:pt x="5910" y="12849"/>
                </a:cubicBezTo>
                <a:cubicBezTo>
                  <a:pt x="5872" y="12887"/>
                  <a:pt x="5816" y="12942"/>
                  <a:pt x="5748" y="13009"/>
                </a:cubicBezTo>
                <a:cubicBezTo>
                  <a:pt x="5748" y="13009"/>
                  <a:pt x="1550" y="17143"/>
                  <a:pt x="461" y="18215"/>
                </a:cubicBezTo>
                <a:cubicBezTo>
                  <a:pt x="392" y="18283"/>
                  <a:pt x="337" y="18337"/>
                  <a:pt x="298" y="18375"/>
                </a:cubicBezTo>
                <a:cubicBezTo>
                  <a:pt x="-738" y="19396"/>
                  <a:pt x="1154" y="21600"/>
                  <a:pt x="2534" y="21600"/>
                </a:cubicBezTo>
                <a:cubicBezTo>
                  <a:pt x="2811" y="21600"/>
                  <a:pt x="3067" y="21511"/>
                  <a:pt x="3275" y="21307"/>
                </a:cubicBezTo>
                <a:cubicBezTo>
                  <a:pt x="3314" y="21269"/>
                  <a:pt x="3369" y="21214"/>
                  <a:pt x="3438" y="21147"/>
                </a:cubicBezTo>
                <a:cubicBezTo>
                  <a:pt x="4530" y="20071"/>
                  <a:pt x="8725" y="15940"/>
                  <a:pt x="8725" y="15940"/>
                </a:cubicBezTo>
                <a:cubicBezTo>
                  <a:pt x="8793" y="15873"/>
                  <a:pt x="8848" y="15819"/>
                  <a:pt x="8887" y="15780"/>
                </a:cubicBezTo>
                <a:cubicBezTo>
                  <a:pt x="9211" y="15461"/>
                  <a:pt x="9247" y="15026"/>
                  <a:pt x="9104" y="14578"/>
                </a:cubicBezTo>
                <a:lnTo>
                  <a:pt x="14816" y="8953"/>
                </a:lnTo>
                <a:cubicBezTo>
                  <a:pt x="15172" y="8659"/>
                  <a:pt x="15527" y="8388"/>
                  <a:pt x="15729" y="8388"/>
                </a:cubicBezTo>
                <a:cubicBezTo>
                  <a:pt x="15759" y="8388"/>
                  <a:pt x="15786" y="8395"/>
                  <a:pt x="15809" y="8408"/>
                </a:cubicBezTo>
                <a:cubicBezTo>
                  <a:pt x="17877" y="9576"/>
                  <a:pt x="17472" y="12888"/>
                  <a:pt x="17472" y="12888"/>
                </a:cubicBezTo>
                <a:close/>
                <a:moveTo>
                  <a:pt x="17472" y="12888"/>
                </a:moveTo>
              </a:path>
            </a:pathLst>
          </a:custGeom>
          <a:solidFill>
            <a:srgbClr val="FFFFFF"/>
          </a:solidFill>
          <a:ln>
            <a:noFill/>
          </a:ln>
        </p:spPr>
        <p:txBody>
          <a:bodyPr anchor="ctr"/>
          <a:lstStyle/>
          <a:p>
            <a:pPr algn="ctr"/>
          </a:p>
        </p:txBody>
      </p:sp>
      <p:sp>
        <p:nvSpPr>
          <p:cNvPr id="41" name="TextBox 56"/>
          <p:cNvSpPr txBox="1"/>
          <p:nvPr/>
        </p:nvSpPr>
        <p:spPr>
          <a:xfrm>
            <a:off x="8468995" y="2804160"/>
            <a:ext cx="3120390" cy="502920"/>
          </a:xfrm>
          <a:prstGeom prst="rect">
            <a:avLst/>
          </a:prstGeom>
          <a:noFill/>
        </p:spPr>
        <p:txBody>
          <a:bodyPr wrap="none" anchor="b">
            <a:noAutofit/>
          </a:bodyPr>
          <a:lstStyle/>
          <a:p>
            <a:pPr lvl="0" algn="ctr">
              <a:buClrTx/>
              <a:buSzTx/>
              <a:buFontTx/>
            </a:pPr>
            <a:r>
              <a:rPr lang="zh-CN" altLang="zh-CN" sz="4800" b="1" dirty="0">
                <a:solidFill>
                  <a:schemeClr val="bg1"/>
                </a:solidFill>
                <a:sym typeface="+mn-ea"/>
              </a:rPr>
              <a:t>算法稳定性</a:t>
            </a:r>
            <a:endParaRPr lang="zh-CN" altLang="zh-CN" sz="4800" b="1" dirty="0">
              <a:solidFill>
                <a:schemeClr val="bg1"/>
              </a:solidFill>
              <a:sym typeface="+mn-ea"/>
            </a:endParaRPr>
          </a:p>
        </p:txBody>
      </p:sp>
      <p:sp>
        <p:nvSpPr>
          <p:cNvPr id="3" name="文本框 2"/>
          <p:cNvSpPr txBox="1"/>
          <p:nvPr/>
        </p:nvSpPr>
        <p:spPr>
          <a:xfrm>
            <a:off x="415290" y="3680460"/>
            <a:ext cx="4152900" cy="2861310"/>
          </a:xfrm>
          <a:prstGeom prst="rect">
            <a:avLst/>
          </a:prstGeom>
          <a:noFill/>
        </p:spPr>
        <p:txBody>
          <a:bodyPr wrap="square" rtlCol="0">
            <a:spAutoFit/>
          </a:bodyPr>
          <a:p>
            <a:r>
              <a:rPr lang="zh-CN" altLang="en-US">
                <a:sym typeface="+mn-ea"/>
              </a:rPr>
              <a:t>假设在堆排序过程中产生的二叉树的树高为k，则k=</a:t>
            </a:r>
            <a:r>
              <a:rPr lang="en-US" altLang="zh-CN">
                <a:sym typeface="+mn-ea"/>
              </a:rPr>
              <a:t>l</a:t>
            </a:r>
            <a:r>
              <a:rPr lang="zh-CN" altLang="en-US">
                <a:sym typeface="+mn-ea"/>
              </a:rPr>
              <a:t>og2</a:t>
            </a:r>
            <a:r>
              <a:rPr lang="en-US" altLang="zh-CN">
                <a:sym typeface="+mn-ea"/>
              </a:rPr>
              <a:t>n</a:t>
            </a:r>
            <a:r>
              <a:rPr lang="zh-CN" altLang="en-US">
                <a:sym typeface="+mn-ea"/>
              </a:rPr>
              <a:t>＋1，一次筛选过程，关键字的比较次数最多为 2（k-1）次，交换次数最多为 k 次，所以堆排序总的比较次数不超过2（log</a:t>
            </a:r>
            <a:r>
              <a:rPr lang="en-US" altLang="zh-CN">
                <a:sym typeface="+mn-ea"/>
              </a:rPr>
              <a:t>2</a:t>
            </a:r>
            <a:r>
              <a:rPr lang="zh-CN" altLang="en-US">
                <a:sym typeface="+mn-ea"/>
              </a:rPr>
              <a:t>（n-1）＋log</a:t>
            </a:r>
            <a:r>
              <a:rPr lang="en-US" altLang="zh-CN">
                <a:sym typeface="+mn-ea"/>
              </a:rPr>
              <a:t>2</a:t>
            </a:r>
            <a:r>
              <a:rPr lang="zh-CN" altLang="en-US">
                <a:sym typeface="+mn-ea"/>
              </a:rPr>
              <a:t>（n-2）＋…＋log22）&lt;2nlog2n，建初始堆的比较次数不超过4n 次，所以在最坏情况下堆排序算法的时间复杂度为O（nlogn）。</a:t>
            </a:r>
            <a:endParaRPr lang="zh-CN" altLang="en-US"/>
          </a:p>
          <a:p>
            <a:endParaRPr lang="zh-CN" altLang="en-US"/>
          </a:p>
        </p:txBody>
      </p:sp>
      <p:sp>
        <p:nvSpPr>
          <p:cNvPr id="37" name="文本框 36"/>
          <p:cNvSpPr txBox="1"/>
          <p:nvPr/>
        </p:nvSpPr>
        <p:spPr>
          <a:xfrm>
            <a:off x="5026025" y="3680460"/>
            <a:ext cx="2719070" cy="1198880"/>
          </a:xfrm>
          <a:prstGeom prst="rect">
            <a:avLst/>
          </a:prstGeom>
          <a:noFill/>
        </p:spPr>
        <p:txBody>
          <a:bodyPr wrap="square" rtlCol="0">
            <a:spAutoFit/>
          </a:bodyPr>
          <a:p>
            <a:pPr algn="l"/>
            <a:r>
              <a:rPr lang="zh-CN" altLang="en-US">
                <a:sym typeface="+mn-ea"/>
              </a:rPr>
              <a:t>堆排序需要一个额外的存储空间p，其空间复杂度为O（1）</a:t>
            </a:r>
            <a:endParaRPr lang="zh-CN" altLang="en-US"/>
          </a:p>
          <a:p>
            <a:endParaRPr lang="zh-CN" altLang="en-US"/>
          </a:p>
        </p:txBody>
      </p:sp>
    </p:spTree>
  </p:cSld>
  <p:clrMapOvr>
    <a:masterClrMapping/>
  </p:clrMapOvr>
  <p:transition>
    <p:cover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五节</a:t>
            </a:r>
            <a:endParaRPr lang="zh-CN" altLang="en-US"/>
          </a:p>
        </p:txBody>
      </p:sp>
      <p:sp>
        <p:nvSpPr>
          <p:cNvPr id="3" name="文本占位符 2"/>
          <p:cNvSpPr>
            <a:spLocks noGrp="1"/>
          </p:cNvSpPr>
          <p:nvPr>
            <p:ph type="body" sz="quarter" idx="11"/>
          </p:nvPr>
        </p:nvSpPr>
        <p:spPr/>
        <p:txBody>
          <a:bodyPr/>
          <a:lstStyle/>
          <a:p>
            <a:r>
              <a:rPr lang="zh-CN" altLang="en-US" dirty="0">
                <a:sym typeface="+mn-ea"/>
              </a:rPr>
              <a:t>归并排序</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t>5. </a:t>
            </a:r>
            <a:r>
              <a:rPr lang="zh-CN" altLang="en-US"/>
              <a:t>归并排序</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pic>
        <p:nvPicPr>
          <p:cNvPr id="4" name="内容占位符 3"/>
          <p:cNvPicPr>
            <a:picLocks noChangeAspect="1"/>
          </p:cNvPicPr>
          <p:nvPr>
            <p:ph sz="half" idx="1"/>
          </p:nvPr>
        </p:nvPicPr>
        <p:blipFill>
          <a:blip r:embed="rId1"/>
          <a:stretch>
            <a:fillRect/>
          </a:stretch>
        </p:blipFill>
        <p:spPr>
          <a:xfrm>
            <a:off x="3493135" y="558800"/>
            <a:ext cx="8119745" cy="5797550"/>
          </a:xfrm>
          <a:prstGeom prst="rect">
            <a:avLst/>
          </a:prstGeom>
        </p:spPr>
      </p:pic>
      <p:pic>
        <p:nvPicPr>
          <p:cNvPr id="8" name="Picture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015" y="1754505"/>
            <a:ext cx="2590800"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t>两个相邻有序序列</a:t>
            </a:r>
            <a:r>
              <a:rPr lang="zh-CN" altLang="en-US"/>
              <a:t>归并</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pic>
        <p:nvPicPr>
          <p:cNvPr id="8" name="内容占位符 7"/>
          <p:cNvPicPr>
            <a:picLocks noChangeAspect="1"/>
          </p:cNvPicPr>
          <p:nvPr>
            <p:ph sz="half" idx="1"/>
          </p:nvPr>
        </p:nvPicPr>
        <p:blipFill>
          <a:blip r:embed="rId1"/>
          <a:srcRect t="4214" r="44538" b="50295"/>
          <a:stretch>
            <a:fillRect/>
          </a:stretch>
        </p:blipFill>
        <p:spPr>
          <a:xfrm>
            <a:off x="328295" y="1547495"/>
            <a:ext cx="5736590" cy="4241800"/>
          </a:xfrm>
          <a:prstGeom prst="rect">
            <a:avLst/>
          </a:prstGeom>
        </p:spPr>
      </p:pic>
      <p:pic>
        <p:nvPicPr>
          <p:cNvPr id="4" name="图片 3"/>
          <p:cNvPicPr>
            <a:picLocks noChangeAspect="1"/>
          </p:cNvPicPr>
          <p:nvPr/>
        </p:nvPicPr>
        <p:blipFill>
          <a:blip r:embed="rId1"/>
          <a:srcRect l="2741" t="49082" r="47100" b="3285"/>
          <a:stretch>
            <a:fillRect/>
          </a:stretch>
        </p:blipFill>
        <p:spPr>
          <a:xfrm>
            <a:off x="6354445" y="1308100"/>
            <a:ext cx="5373370" cy="472059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t>5. </a:t>
            </a:r>
            <a:r>
              <a:rPr lang="zh-CN" altLang="en-US"/>
              <a:t>归并排序</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pic>
        <p:nvPicPr>
          <p:cNvPr id="12" name="内容占位符 11"/>
          <p:cNvPicPr>
            <a:picLocks noChangeAspect="1"/>
          </p:cNvPicPr>
          <p:nvPr>
            <p:ph sz="half" idx="1"/>
          </p:nvPr>
        </p:nvPicPr>
        <p:blipFill>
          <a:blip r:embed="rId1"/>
          <a:srcRect t="14858" r="41862" b="44652"/>
          <a:stretch>
            <a:fillRect/>
          </a:stretch>
        </p:blipFill>
        <p:spPr>
          <a:xfrm>
            <a:off x="547370" y="2422525"/>
            <a:ext cx="5462905" cy="3713480"/>
          </a:xfrm>
          <a:prstGeom prst="rect">
            <a:avLst/>
          </a:prstGeom>
        </p:spPr>
      </p:pic>
      <p:sp>
        <p:nvSpPr>
          <p:cNvPr id="6" name="文本框 5"/>
          <p:cNvSpPr txBox="1"/>
          <p:nvPr/>
        </p:nvSpPr>
        <p:spPr>
          <a:xfrm>
            <a:off x="547370" y="1280795"/>
            <a:ext cx="5080000" cy="922020"/>
          </a:xfrm>
          <a:prstGeom prst="rect">
            <a:avLst/>
          </a:prstGeom>
          <a:noFill/>
        </p:spPr>
        <p:txBody>
          <a:bodyPr wrap="square" rtlCol="0">
            <a:spAutoFit/>
          </a:bodyPr>
          <a:p>
            <a:pPr algn="l"/>
            <a:r>
              <a:rPr lang="en-US" altLang="zh-CN">
                <a:latin typeface="等线" panose="02010600030101010101" charset="-122"/>
                <a:ea typeface="等线" panose="02010600030101010101" charset="-122"/>
                <a:cs typeface="等线" panose="02010600030101010101" charset="-122"/>
              </a:rPr>
              <a:t>2.</a:t>
            </a:r>
            <a:r>
              <a:rPr lang="zh-CN" altLang="en-US">
                <a:latin typeface="等线" panose="02010600030101010101" charset="-122"/>
                <a:ea typeface="等线" panose="02010600030101010101" charset="-122"/>
                <a:cs typeface="等线" panose="02010600030101010101" charset="-122"/>
              </a:rPr>
              <a:t>一趟归并排序：</a:t>
            </a:r>
            <a:endParaRPr lang="zh-CN" altLang="en-US">
              <a:latin typeface="等线" panose="02010600030101010101" charset="-122"/>
              <a:ea typeface="等线" panose="02010600030101010101" charset="-122"/>
              <a:cs typeface="等线" panose="02010600030101010101" charset="-122"/>
            </a:endParaRPr>
          </a:p>
          <a:p>
            <a:r>
              <a:rPr lang="en-US" altLang="zh-CN">
                <a:latin typeface="等线" panose="02010600030101010101" charset="-122"/>
                <a:ea typeface="等线" panose="02010600030101010101" charset="-122"/>
                <a:cs typeface="等线" panose="02010600030101010101" charset="-122"/>
              </a:rPr>
              <a:t>  </a:t>
            </a:r>
            <a:r>
              <a:rPr lang="zh-CN" altLang="en-US">
                <a:latin typeface="等线" panose="02010600030101010101" charset="-122"/>
                <a:ea typeface="等线" panose="02010600030101010101" charset="-122"/>
                <a:cs typeface="等线" panose="02010600030101010101" charset="-122"/>
              </a:rPr>
              <a:t>一趟归并排序是指将待排序中的有序序列两两合并的过程，合并结果仍放在数组</a:t>
            </a:r>
            <a:r>
              <a:rPr lang="en-US" altLang="zh-CN">
                <a:latin typeface="等线" panose="02010600030101010101" charset="-122"/>
                <a:ea typeface="等线" panose="02010600030101010101" charset="-122"/>
                <a:cs typeface="等线" panose="02010600030101010101" charset="-122"/>
              </a:rPr>
              <a:t>order[]</a:t>
            </a:r>
            <a:r>
              <a:rPr lang="zh-CN" altLang="en-US">
                <a:latin typeface="等线" panose="02010600030101010101" charset="-122"/>
                <a:ea typeface="等线" panose="02010600030101010101" charset="-122"/>
                <a:cs typeface="等线" panose="02010600030101010101" charset="-122"/>
              </a:rPr>
              <a:t>中</a:t>
            </a:r>
            <a:endParaRPr lang="zh-CN" altLang="en-US">
              <a:latin typeface="等线" panose="02010600030101010101" charset="-122"/>
              <a:ea typeface="等线" panose="02010600030101010101" charset="-122"/>
              <a:cs typeface="等线" panose="02010600030101010101" charset="-122"/>
            </a:endParaRPr>
          </a:p>
        </p:txBody>
      </p:sp>
      <p:pic>
        <p:nvPicPr>
          <p:cNvPr id="7" name="图片 6"/>
          <p:cNvPicPr>
            <a:picLocks noChangeAspect="1"/>
          </p:cNvPicPr>
          <p:nvPr/>
        </p:nvPicPr>
        <p:blipFill>
          <a:blip r:embed="rId1"/>
          <a:srcRect t="57060" r="35368"/>
          <a:stretch>
            <a:fillRect/>
          </a:stretch>
        </p:blipFill>
        <p:spPr>
          <a:xfrm>
            <a:off x="6010275" y="1280795"/>
            <a:ext cx="6294755" cy="408178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Isosceles Triangle 31"/>
          <p:cNvSpPr/>
          <p:nvPr/>
        </p:nvSpPr>
        <p:spPr>
          <a:xfrm rot="16200000">
            <a:off x="5379890" y="-1719348"/>
            <a:ext cx="5103289" cy="8516524"/>
          </a:xfrm>
          <a:prstGeom prst="triangle">
            <a:avLst>
              <a:gd name="adj" fmla="val 10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350"/>
          </a:p>
        </p:txBody>
      </p:sp>
      <p:grpSp>
        <p:nvGrpSpPr>
          <p:cNvPr id="2" name="Group 1"/>
          <p:cNvGrpSpPr/>
          <p:nvPr/>
        </p:nvGrpSpPr>
        <p:grpSpPr>
          <a:xfrm>
            <a:off x="5880093" y="498081"/>
            <a:ext cx="1782792" cy="3744777"/>
            <a:chOff x="5880014" y="497020"/>
            <a:chExt cx="1783437" cy="3746132"/>
          </a:xfrm>
        </p:grpSpPr>
        <p:sp>
          <p:nvSpPr>
            <p:cNvPr id="4" name="Freeform: Shape 3"/>
            <p:cNvSpPr/>
            <p:nvPr/>
          </p:nvSpPr>
          <p:spPr>
            <a:xfrm flipH="1">
              <a:off x="5880014" y="497020"/>
              <a:ext cx="1783437" cy="374613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gradFill>
              <a:gsLst>
                <a:gs pos="0">
                  <a:schemeClr val="bg1"/>
                </a:gs>
                <a:gs pos="100000">
                  <a:schemeClr val="bg1">
                    <a:lumMod val="85000"/>
                  </a:schemeClr>
                </a:gs>
              </a:gsLst>
              <a:lin ang="2700000" scaled="1"/>
            </a:gradFill>
            <a:effectLst>
              <a:outerShdw blurRad="76200" dir="13500000" sy="23000" kx="1200000" algn="br"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2600" tIns="793488" rIns="412601" bIns="793487" numCol="1" spcCol="1270" anchor="ctr" anchorCtr="0">
              <a:noAutofit/>
            </a:bodyPr>
            <a:lstStyle/>
            <a:p>
              <a:pPr algn="ctr" defTabSz="2887980">
                <a:lnSpc>
                  <a:spcPct val="90000"/>
                </a:lnSpc>
                <a:spcBef>
                  <a:spcPct val="0"/>
                </a:spcBef>
                <a:spcAft>
                  <a:spcPct val="35000"/>
                </a:spcAft>
              </a:pPr>
              <a:r>
                <a:rPr lang="en-US" sz="6495">
                  <a:solidFill>
                    <a:schemeClr val="tx1">
                      <a:lumMod val="65000"/>
                      <a:lumOff val="35000"/>
                    </a:schemeClr>
                  </a:solidFill>
                </a:rPr>
                <a:t> </a:t>
              </a:r>
              <a:endParaRPr lang="en-US" sz="6495">
                <a:solidFill>
                  <a:schemeClr val="tx1">
                    <a:lumMod val="65000"/>
                    <a:lumOff val="35000"/>
                  </a:schemeClr>
                </a:solidFill>
              </a:endParaRPr>
            </a:p>
          </p:txBody>
        </p:sp>
        <p:sp>
          <p:nvSpPr>
            <p:cNvPr id="18" name="Freeform 30"/>
            <p:cNvSpPr>
              <a:spLocks noEditPoints="1"/>
            </p:cNvSpPr>
            <p:nvPr/>
          </p:nvSpPr>
          <p:spPr bwMode="auto">
            <a:xfrm>
              <a:off x="6344367" y="1496872"/>
              <a:ext cx="855654" cy="692400"/>
            </a:xfrm>
            <a:custGeom>
              <a:avLst/>
              <a:gdLst>
                <a:gd name="T0" fmla="*/ 212 w 228"/>
                <a:gd name="T1" fmla="*/ 19 h 172"/>
                <a:gd name="T2" fmla="*/ 19 w 228"/>
                <a:gd name="T3" fmla="*/ 0 h 172"/>
                <a:gd name="T4" fmla="*/ 0 w 228"/>
                <a:gd name="T5" fmla="*/ 121 h 172"/>
                <a:gd name="T6" fmla="*/ 86 w 228"/>
                <a:gd name="T7" fmla="*/ 140 h 172"/>
                <a:gd name="T8" fmla="*/ 72 w 228"/>
                <a:gd name="T9" fmla="*/ 164 h 172"/>
                <a:gd name="T10" fmla="*/ 72 w 228"/>
                <a:gd name="T11" fmla="*/ 172 h 172"/>
                <a:gd name="T12" fmla="*/ 144 w 228"/>
                <a:gd name="T13" fmla="*/ 168 h 172"/>
                <a:gd name="T14" fmla="*/ 128 w 228"/>
                <a:gd name="T15" fmla="*/ 164 h 172"/>
                <a:gd name="T16" fmla="*/ 156 w 228"/>
                <a:gd name="T17" fmla="*/ 140 h 172"/>
                <a:gd name="T18" fmla="*/ 175 w 228"/>
                <a:gd name="T19" fmla="*/ 172 h 172"/>
                <a:gd name="T20" fmla="*/ 228 w 228"/>
                <a:gd name="T21" fmla="*/ 153 h 172"/>
                <a:gd name="T22" fmla="*/ 212 w 228"/>
                <a:gd name="T23" fmla="*/ 40 h 172"/>
                <a:gd name="T24" fmla="*/ 94 w 228"/>
                <a:gd name="T25" fmla="*/ 140 h 172"/>
                <a:gd name="T26" fmla="*/ 120 w 228"/>
                <a:gd name="T27" fmla="*/ 164 h 172"/>
                <a:gd name="T28" fmla="*/ 156 w 228"/>
                <a:gd name="T29" fmla="*/ 132 h 172"/>
                <a:gd name="T30" fmla="*/ 8 w 228"/>
                <a:gd name="T31" fmla="*/ 121 h 172"/>
                <a:gd name="T32" fmla="*/ 156 w 228"/>
                <a:gd name="T33" fmla="*/ 120 h 172"/>
                <a:gd name="T34" fmla="*/ 156 w 228"/>
                <a:gd name="T35" fmla="*/ 59 h 172"/>
                <a:gd name="T36" fmla="*/ 8 w 228"/>
                <a:gd name="T37" fmla="*/ 112 h 172"/>
                <a:gd name="T38" fmla="*/ 19 w 228"/>
                <a:gd name="T39" fmla="*/ 8 h 172"/>
                <a:gd name="T40" fmla="*/ 204 w 228"/>
                <a:gd name="T41" fmla="*/ 19 h 172"/>
                <a:gd name="T42" fmla="*/ 175 w 228"/>
                <a:gd name="T43" fmla="*/ 40 h 172"/>
                <a:gd name="T44" fmla="*/ 220 w 228"/>
                <a:gd name="T45" fmla="*/ 153 h 172"/>
                <a:gd name="T46" fmla="*/ 175 w 228"/>
                <a:gd name="T47" fmla="*/ 164 h 172"/>
                <a:gd name="T48" fmla="*/ 164 w 228"/>
                <a:gd name="T49" fmla="*/ 59 h 172"/>
                <a:gd name="T50" fmla="*/ 209 w 228"/>
                <a:gd name="T51" fmla="*/ 48 h 172"/>
                <a:gd name="T52" fmla="*/ 220 w 228"/>
                <a:gd name="T53" fmla="*/ 153 h 172"/>
                <a:gd name="T54" fmla="*/ 188 w 228"/>
                <a:gd name="T55" fmla="*/ 56 h 172"/>
                <a:gd name="T56" fmla="*/ 188 w 228"/>
                <a:gd name="T57" fmla="*/ 64 h 172"/>
                <a:gd name="T58" fmla="*/ 200 w 228"/>
                <a:gd name="T59" fmla="*/ 60 h 172"/>
                <a:gd name="T60" fmla="*/ 193 w 228"/>
                <a:gd name="T61" fmla="*/ 140 h 172"/>
                <a:gd name="T62" fmla="*/ 184 w 228"/>
                <a:gd name="T63" fmla="*/ 148 h 172"/>
                <a:gd name="T64" fmla="*/ 192 w 228"/>
                <a:gd name="T65" fmla="*/ 156 h 172"/>
                <a:gd name="T66" fmla="*/ 200 w 228"/>
                <a:gd name="T67" fmla="*/ 149 h 172"/>
                <a:gd name="T68" fmla="*/ 193 w 228"/>
                <a:gd name="T69" fmla="*/ 14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8" h="172">
                  <a:moveTo>
                    <a:pt x="212" y="40"/>
                  </a:moveTo>
                  <a:cubicBezTo>
                    <a:pt x="212" y="19"/>
                    <a:pt x="212" y="19"/>
                    <a:pt x="212" y="19"/>
                  </a:cubicBezTo>
                  <a:cubicBezTo>
                    <a:pt x="212" y="9"/>
                    <a:pt x="203" y="0"/>
                    <a:pt x="193" y="0"/>
                  </a:cubicBezTo>
                  <a:cubicBezTo>
                    <a:pt x="19" y="0"/>
                    <a:pt x="19" y="0"/>
                    <a:pt x="19" y="0"/>
                  </a:cubicBezTo>
                  <a:cubicBezTo>
                    <a:pt x="9" y="0"/>
                    <a:pt x="0" y="9"/>
                    <a:pt x="0" y="19"/>
                  </a:cubicBezTo>
                  <a:cubicBezTo>
                    <a:pt x="0" y="121"/>
                    <a:pt x="0" y="121"/>
                    <a:pt x="0" y="121"/>
                  </a:cubicBezTo>
                  <a:cubicBezTo>
                    <a:pt x="0" y="131"/>
                    <a:pt x="9" y="140"/>
                    <a:pt x="19" y="140"/>
                  </a:cubicBezTo>
                  <a:cubicBezTo>
                    <a:pt x="86" y="140"/>
                    <a:pt x="86" y="140"/>
                    <a:pt x="86" y="140"/>
                  </a:cubicBezTo>
                  <a:cubicBezTo>
                    <a:pt x="84" y="164"/>
                    <a:pt x="84" y="164"/>
                    <a:pt x="84" y="164"/>
                  </a:cubicBezTo>
                  <a:cubicBezTo>
                    <a:pt x="72" y="164"/>
                    <a:pt x="72" y="164"/>
                    <a:pt x="72" y="164"/>
                  </a:cubicBezTo>
                  <a:cubicBezTo>
                    <a:pt x="70" y="164"/>
                    <a:pt x="68" y="166"/>
                    <a:pt x="68" y="168"/>
                  </a:cubicBezTo>
                  <a:cubicBezTo>
                    <a:pt x="68" y="170"/>
                    <a:pt x="70" y="172"/>
                    <a:pt x="72" y="172"/>
                  </a:cubicBezTo>
                  <a:cubicBezTo>
                    <a:pt x="140" y="172"/>
                    <a:pt x="140" y="172"/>
                    <a:pt x="140" y="172"/>
                  </a:cubicBezTo>
                  <a:cubicBezTo>
                    <a:pt x="142" y="172"/>
                    <a:pt x="144" y="170"/>
                    <a:pt x="144" y="168"/>
                  </a:cubicBezTo>
                  <a:cubicBezTo>
                    <a:pt x="144" y="166"/>
                    <a:pt x="142" y="164"/>
                    <a:pt x="140" y="164"/>
                  </a:cubicBezTo>
                  <a:cubicBezTo>
                    <a:pt x="128" y="164"/>
                    <a:pt x="128" y="164"/>
                    <a:pt x="128" y="164"/>
                  </a:cubicBezTo>
                  <a:cubicBezTo>
                    <a:pt x="126" y="140"/>
                    <a:pt x="126" y="140"/>
                    <a:pt x="126" y="140"/>
                  </a:cubicBezTo>
                  <a:cubicBezTo>
                    <a:pt x="156" y="140"/>
                    <a:pt x="156" y="140"/>
                    <a:pt x="156" y="140"/>
                  </a:cubicBezTo>
                  <a:cubicBezTo>
                    <a:pt x="156" y="153"/>
                    <a:pt x="156" y="153"/>
                    <a:pt x="156" y="153"/>
                  </a:cubicBezTo>
                  <a:cubicBezTo>
                    <a:pt x="156" y="163"/>
                    <a:pt x="165" y="172"/>
                    <a:pt x="175" y="172"/>
                  </a:cubicBezTo>
                  <a:cubicBezTo>
                    <a:pt x="209" y="172"/>
                    <a:pt x="209" y="172"/>
                    <a:pt x="209" y="172"/>
                  </a:cubicBezTo>
                  <a:cubicBezTo>
                    <a:pt x="219" y="172"/>
                    <a:pt x="228" y="163"/>
                    <a:pt x="228" y="153"/>
                  </a:cubicBezTo>
                  <a:cubicBezTo>
                    <a:pt x="228" y="59"/>
                    <a:pt x="228" y="59"/>
                    <a:pt x="228" y="59"/>
                  </a:cubicBezTo>
                  <a:cubicBezTo>
                    <a:pt x="228" y="50"/>
                    <a:pt x="221" y="42"/>
                    <a:pt x="212" y="40"/>
                  </a:cubicBezTo>
                  <a:close/>
                  <a:moveTo>
                    <a:pt x="92" y="164"/>
                  </a:moveTo>
                  <a:cubicBezTo>
                    <a:pt x="94" y="140"/>
                    <a:pt x="94" y="140"/>
                    <a:pt x="94" y="140"/>
                  </a:cubicBezTo>
                  <a:cubicBezTo>
                    <a:pt x="118" y="140"/>
                    <a:pt x="118" y="140"/>
                    <a:pt x="118" y="140"/>
                  </a:cubicBezTo>
                  <a:cubicBezTo>
                    <a:pt x="120" y="164"/>
                    <a:pt x="120" y="164"/>
                    <a:pt x="120" y="164"/>
                  </a:cubicBezTo>
                  <a:lnTo>
                    <a:pt x="92" y="164"/>
                  </a:lnTo>
                  <a:close/>
                  <a:moveTo>
                    <a:pt x="156" y="132"/>
                  </a:moveTo>
                  <a:cubicBezTo>
                    <a:pt x="19" y="132"/>
                    <a:pt x="19" y="132"/>
                    <a:pt x="19" y="132"/>
                  </a:cubicBezTo>
                  <a:cubicBezTo>
                    <a:pt x="13" y="132"/>
                    <a:pt x="8" y="127"/>
                    <a:pt x="8" y="121"/>
                  </a:cubicBezTo>
                  <a:cubicBezTo>
                    <a:pt x="8" y="120"/>
                    <a:pt x="8" y="120"/>
                    <a:pt x="8" y="120"/>
                  </a:cubicBezTo>
                  <a:cubicBezTo>
                    <a:pt x="156" y="120"/>
                    <a:pt x="156" y="120"/>
                    <a:pt x="156" y="120"/>
                  </a:cubicBezTo>
                  <a:lnTo>
                    <a:pt x="156" y="132"/>
                  </a:lnTo>
                  <a:close/>
                  <a:moveTo>
                    <a:pt x="156" y="59"/>
                  </a:moveTo>
                  <a:cubicBezTo>
                    <a:pt x="156" y="112"/>
                    <a:pt x="156" y="112"/>
                    <a:pt x="156" y="112"/>
                  </a:cubicBezTo>
                  <a:cubicBezTo>
                    <a:pt x="8" y="112"/>
                    <a:pt x="8" y="112"/>
                    <a:pt x="8" y="112"/>
                  </a:cubicBezTo>
                  <a:cubicBezTo>
                    <a:pt x="8" y="19"/>
                    <a:pt x="8" y="19"/>
                    <a:pt x="8" y="19"/>
                  </a:cubicBezTo>
                  <a:cubicBezTo>
                    <a:pt x="8" y="13"/>
                    <a:pt x="13" y="8"/>
                    <a:pt x="19" y="8"/>
                  </a:cubicBezTo>
                  <a:cubicBezTo>
                    <a:pt x="193" y="8"/>
                    <a:pt x="193" y="8"/>
                    <a:pt x="193" y="8"/>
                  </a:cubicBezTo>
                  <a:cubicBezTo>
                    <a:pt x="199" y="8"/>
                    <a:pt x="204" y="13"/>
                    <a:pt x="204" y="19"/>
                  </a:cubicBezTo>
                  <a:cubicBezTo>
                    <a:pt x="204" y="40"/>
                    <a:pt x="204" y="40"/>
                    <a:pt x="204" y="40"/>
                  </a:cubicBezTo>
                  <a:cubicBezTo>
                    <a:pt x="175" y="40"/>
                    <a:pt x="175" y="40"/>
                    <a:pt x="175" y="40"/>
                  </a:cubicBezTo>
                  <a:cubicBezTo>
                    <a:pt x="165" y="40"/>
                    <a:pt x="156" y="49"/>
                    <a:pt x="156" y="59"/>
                  </a:cubicBezTo>
                  <a:close/>
                  <a:moveTo>
                    <a:pt x="220" y="153"/>
                  </a:moveTo>
                  <a:cubicBezTo>
                    <a:pt x="220" y="159"/>
                    <a:pt x="215" y="164"/>
                    <a:pt x="209" y="164"/>
                  </a:cubicBezTo>
                  <a:cubicBezTo>
                    <a:pt x="175" y="164"/>
                    <a:pt x="175" y="164"/>
                    <a:pt x="175" y="164"/>
                  </a:cubicBezTo>
                  <a:cubicBezTo>
                    <a:pt x="169" y="164"/>
                    <a:pt x="164" y="159"/>
                    <a:pt x="164" y="153"/>
                  </a:cubicBezTo>
                  <a:cubicBezTo>
                    <a:pt x="164" y="59"/>
                    <a:pt x="164" y="59"/>
                    <a:pt x="164" y="59"/>
                  </a:cubicBezTo>
                  <a:cubicBezTo>
                    <a:pt x="164" y="53"/>
                    <a:pt x="169" y="48"/>
                    <a:pt x="175" y="48"/>
                  </a:cubicBezTo>
                  <a:cubicBezTo>
                    <a:pt x="209" y="48"/>
                    <a:pt x="209" y="48"/>
                    <a:pt x="209" y="48"/>
                  </a:cubicBezTo>
                  <a:cubicBezTo>
                    <a:pt x="215" y="48"/>
                    <a:pt x="220" y="53"/>
                    <a:pt x="220" y="59"/>
                  </a:cubicBezTo>
                  <a:lnTo>
                    <a:pt x="220" y="153"/>
                  </a:lnTo>
                  <a:close/>
                  <a:moveTo>
                    <a:pt x="196" y="56"/>
                  </a:moveTo>
                  <a:cubicBezTo>
                    <a:pt x="188" y="56"/>
                    <a:pt x="188" y="56"/>
                    <a:pt x="188" y="56"/>
                  </a:cubicBezTo>
                  <a:cubicBezTo>
                    <a:pt x="186" y="56"/>
                    <a:pt x="184" y="58"/>
                    <a:pt x="184" y="60"/>
                  </a:cubicBezTo>
                  <a:cubicBezTo>
                    <a:pt x="184" y="62"/>
                    <a:pt x="186" y="64"/>
                    <a:pt x="188" y="64"/>
                  </a:cubicBezTo>
                  <a:cubicBezTo>
                    <a:pt x="196" y="64"/>
                    <a:pt x="196" y="64"/>
                    <a:pt x="196" y="64"/>
                  </a:cubicBezTo>
                  <a:cubicBezTo>
                    <a:pt x="198" y="64"/>
                    <a:pt x="200" y="62"/>
                    <a:pt x="200" y="60"/>
                  </a:cubicBezTo>
                  <a:cubicBezTo>
                    <a:pt x="200" y="58"/>
                    <a:pt x="198" y="56"/>
                    <a:pt x="196" y="56"/>
                  </a:cubicBezTo>
                  <a:close/>
                  <a:moveTo>
                    <a:pt x="193" y="140"/>
                  </a:moveTo>
                  <a:cubicBezTo>
                    <a:pt x="192" y="140"/>
                    <a:pt x="192" y="140"/>
                    <a:pt x="192" y="140"/>
                  </a:cubicBezTo>
                  <a:cubicBezTo>
                    <a:pt x="187" y="140"/>
                    <a:pt x="184" y="143"/>
                    <a:pt x="184" y="148"/>
                  </a:cubicBezTo>
                  <a:cubicBezTo>
                    <a:pt x="184" y="149"/>
                    <a:pt x="184" y="149"/>
                    <a:pt x="184" y="149"/>
                  </a:cubicBezTo>
                  <a:cubicBezTo>
                    <a:pt x="184" y="153"/>
                    <a:pt x="187" y="156"/>
                    <a:pt x="192" y="156"/>
                  </a:cubicBezTo>
                  <a:cubicBezTo>
                    <a:pt x="193" y="156"/>
                    <a:pt x="193" y="156"/>
                    <a:pt x="193" y="156"/>
                  </a:cubicBezTo>
                  <a:cubicBezTo>
                    <a:pt x="197" y="156"/>
                    <a:pt x="200" y="153"/>
                    <a:pt x="200" y="149"/>
                  </a:cubicBezTo>
                  <a:cubicBezTo>
                    <a:pt x="200" y="148"/>
                    <a:pt x="200" y="148"/>
                    <a:pt x="200" y="148"/>
                  </a:cubicBezTo>
                  <a:cubicBezTo>
                    <a:pt x="200" y="143"/>
                    <a:pt x="197" y="140"/>
                    <a:pt x="193" y="140"/>
                  </a:cubicBezTo>
                  <a:close/>
                </a:path>
              </a:pathLst>
            </a:custGeom>
            <a:solidFill>
              <a:srgbClr val="2C344B"/>
            </a:solidFill>
            <a:ln>
              <a:noFill/>
            </a:ln>
          </p:spPr>
          <p:txBody>
            <a:bodyPr vert="horz" wrap="square" lIns="91407" tIns="45704" rIns="91407" bIns="45704" numCol="1" anchor="t" anchorCtr="0" compatLnSpc="1"/>
            <a:lstStyle/>
            <a:p>
              <a:endParaRPr lang="en-US" sz="2000">
                <a:solidFill>
                  <a:schemeClr val="tx1">
                    <a:lumMod val="65000"/>
                    <a:lumOff val="35000"/>
                  </a:schemeClr>
                </a:solidFill>
              </a:endParaRPr>
            </a:p>
          </p:txBody>
        </p:sp>
        <p:sp>
          <p:nvSpPr>
            <p:cNvPr id="19" name="TextBox 18"/>
            <p:cNvSpPr txBox="1"/>
            <p:nvPr/>
          </p:nvSpPr>
          <p:spPr>
            <a:xfrm>
              <a:off x="5970935" y="2390496"/>
              <a:ext cx="1601594" cy="397654"/>
            </a:xfrm>
            <a:prstGeom prst="rect">
              <a:avLst/>
            </a:prstGeom>
            <a:noFill/>
          </p:spPr>
          <p:txBody>
            <a:bodyPr wrap="square" lIns="91407" tIns="45704" rIns="91407" bIns="45704" rtlCol="0">
              <a:spAutoFit/>
            </a:bodyPr>
            <a:lstStyle/>
            <a:p>
              <a:pPr algn="ctr"/>
              <a:r>
                <a:rPr lang="zh-CN" altLang="en-US" sz="2000" dirty="0">
                  <a:solidFill>
                    <a:schemeClr val="tx1">
                      <a:lumMod val="65000"/>
                      <a:lumOff val="35000"/>
                    </a:schemeClr>
                  </a:solidFill>
                  <a:latin typeface="Adobe 黑体 Std R" panose="020B0400000000000000" charset="-122"/>
                  <a:ea typeface="Adobe 黑体 Std R" panose="020B0400000000000000" charset="-122"/>
                  <a:cs typeface="Lato Heavy" panose="020F0902020204030203" pitchFamily="34" charset="0"/>
                </a:rPr>
                <a:t>时间复杂度</a:t>
              </a:r>
              <a:endParaRPr lang="zh-CN" altLang="en-US" sz="2000" dirty="0">
                <a:solidFill>
                  <a:schemeClr val="tx1">
                    <a:lumMod val="65000"/>
                    <a:lumOff val="35000"/>
                  </a:schemeClr>
                </a:solidFill>
                <a:latin typeface="Adobe 黑体 Std R" panose="020B0400000000000000" charset="-122"/>
                <a:ea typeface="Adobe 黑体 Std R" panose="020B0400000000000000" charset="-122"/>
                <a:cs typeface="Lato Heavy" panose="020F0902020204030203" pitchFamily="34" charset="0"/>
              </a:endParaRPr>
            </a:p>
          </p:txBody>
        </p:sp>
      </p:grpSp>
      <p:sp>
        <p:nvSpPr>
          <p:cNvPr id="6" name="Freeform: Shape 5"/>
          <p:cNvSpPr/>
          <p:nvPr/>
        </p:nvSpPr>
        <p:spPr>
          <a:xfrm flipH="1">
            <a:off x="7882890" y="1346200"/>
            <a:ext cx="1783080" cy="374459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gradFill flip="none" rotWithShape="1">
            <a:gsLst>
              <a:gs pos="0">
                <a:schemeClr val="bg1"/>
              </a:gs>
              <a:gs pos="100000">
                <a:schemeClr val="bg1">
                  <a:lumMod val="85000"/>
                </a:schemeClr>
              </a:gs>
            </a:gsLst>
            <a:lin ang="2700000" scaled="1"/>
            <a:tileRect/>
          </a:gradFill>
          <a:effectLst>
            <a:outerShdw blurRad="76200" dir="13500000" sy="23000" kx="1200000" algn="br"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2600" tIns="793488" rIns="412601" bIns="793487" numCol="1" spcCol="1270" anchor="ctr" anchorCtr="0">
            <a:noAutofit/>
          </a:bodyPr>
          <a:lstStyle/>
          <a:p>
            <a:pPr algn="ctr" defTabSz="2887980">
              <a:lnSpc>
                <a:spcPct val="90000"/>
              </a:lnSpc>
              <a:spcBef>
                <a:spcPct val="0"/>
              </a:spcBef>
              <a:spcAft>
                <a:spcPct val="35000"/>
              </a:spcAft>
            </a:pPr>
            <a:r>
              <a:rPr lang="en-US" sz="6495">
                <a:solidFill>
                  <a:schemeClr val="tx1">
                    <a:lumMod val="65000"/>
                    <a:lumOff val="35000"/>
                  </a:schemeClr>
                </a:solidFill>
              </a:rPr>
              <a:t> </a:t>
            </a:r>
            <a:endParaRPr lang="en-US" sz="6495">
              <a:solidFill>
                <a:schemeClr val="tx1">
                  <a:lumMod val="65000"/>
                  <a:lumOff val="35000"/>
                </a:schemeClr>
              </a:solidFill>
            </a:endParaRPr>
          </a:p>
        </p:txBody>
      </p:sp>
      <p:sp>
        <p:nvSpPr>
          <p:cNvPr id="33" name="TextBox 32"/>
          <p:cNvSpPr txBox="1"/>
          <p:nvPr/>
        </p:nvSpPr>
        <p:spPr>
          <a:xfrm>
            <a:off x="7882890" y="3034665"/>
            <a:ext cx="1613535" cy="397510"/>
          </a:xfrm>
          <a:prstGeom prst="rect">
            <a:avLst/>
          </a:prstGeom>
          <a:noFill/>
        </p:spPr>
        <p:txBody>
          <a:bodyPr wrap="square" lIns="91407" tIns="45704" rIns="91407" bIns="45704" rtlCol="0">
            <a:spAutoFit/>
          </a:bodyPr>
          <a:lstStyle/>
          <a:p>
            <a:pPr algn="ctr"/>
            <a:r>
              <a:rPr lang="zh-CN" altLang="id-ID" sz="2000" dirty="0">
                <a:solidFill>
                  <a:schemeClr val="tx1">
                    <a:lumMod val="65000"/>
                    <a:lumOff val="35000"/>
                  </a:schemeClr>
                </a:solidFill>
                <a:latin typeface="Adobe 黑体 Std R" panose="020B0400000000000000" charset="-122"/>
                <a:ea typeface="Adobe 黑体 Std R" panose="020B0400000000000000" charset="-122"/>
                <a:cs typeface="Lato Heavy" panose="020F0902020204030203" pitchFamily="34" charset="0"/>
              </a:rPr>
              <a:t>空间复杂度</a:t>
            </a:r>
            <a:endParaRPr lang="zh-CN" altLang="id-ID" sz="2000" dirty="0">
              <a:solidFill>
                <a:schemeClr val="tx1">
                  <a:lumMod val="65000"/>
                  <a:lumOff val="35000"/>
                </a:schemeClr>
              </a:solidFill>
              <a:latin typeface="Adobe 黑体 Std R" panose="020B0400000000000000" charset="-122"/>
              <a:ea typeface="Adobe 黑体 Std R" panose="020B0400000000000000" charset="-122"/>
              <a:cs typeface="Lato Heavy" panose="020F0902020204030203" pitchFamily="34" charset="0"/>
            </a:endParaRPr>
          </a:p>
        </p:txBody>
      </p:sp>
      <p:sp>
        <p:nvSpPr>
          <p:cNvPr id="35" name="Freeform 18"/>
          <p:cNvSpPr>
            <a:spLocks noEditPoints="1"/>
          </p:cNvSpPr>
          <p:nvPr/>
        </p:nvSpPr>
        <p:spPr bwMode="auto">
          <a:xfrm>
            <a:off x="8267065" y="2188845"/>
            <a:ext cx="845185" cy="699770"/>
          </a:xfrm>
          <a:custGeom>
            <a:avLst/>
            <a:gdLst>
              <a:gd name="T0" fmla="*/ 192 w 208"/>
              <a:gd name="T1" fmla="*/ 24 h 156"/>
              <a:gd name="T2" fmla="*/ 138 w 208"/>
              <a:gd name="T3" fmla="*/ 24 h 156"/>
              <a:gd name="T4" fmla="*/ 124 w 208"/>
              <a:gd name="T5" fmla="*/ 0 h 156"/>
              <a:gd name="T6" fmla="*/ 80 w 208"/>
              <a:gd name="T7" fmla="*/ 0 h 156"/>
              <a:gd name="T8" fmla="*/ 66 w 208"/>
              <a:gd name="T9" fmla="*/ 24 h 156"/>
              <a:gd name="T10" fmla="*/ 16 w 208"/>
              <a:gd name="T11" fmla="*/ 24 h 156"/>
              <a:gd name="T12" fmla="*/ 0 w 208"/>
              <a:gd name="T13" fmla="*/ 40 h 156"/>
              <a:gd name="T14" fmla="*/ 0 w 208"/>
              <a:gd name="T15" fmla="*/ 140 h 156"/>
              <a:gd name="T16" fmla="*/ 16 w 208"/>
              <a:gd name="T17" fmla="*/ 156 h 156"/>
              <a:gd name="T18" fmla="*/ 192 w 208"/>
              <a:gd name="T19" fmla="*/ 156 h 156"/>
              <a:gd name="T20" fmla="*/ 208 w 208"/>
              <a:gd name="T21" fmla="*/ 140 h 156"/>
              <a:gd name="T22" fmla="*/ 208 w 208"/>
              <a:gd name="T23" fmla="*/ 40 h 156"/>
              <a:gd name="T24" fmla="*/ 192 w 208"/>
              <a:gd name="T25" fmla="*/ 24 h 156"/>
              <a:gd name="T26" fmla="*/ 200 w 208"/>
              <a:gd name="T27" fmla="*/ 140 h 156"/>
              <a:gd name="T28" fmla="*/ 192 w 208"/>
              <a:gd name="T29" fmla="*/ 148 h 156"/>
              <a:gd name="T30" fmla="*/ 16 w 208"/>
              <a:gd name="T31" fmla="*/ 148 h 156"/>
              <a:gd name="T32" fmla="*/ 8 w 208"/>
              <a:gd name="T33" fmla="*/ 140 h 156"/>
              <a:gd name="T34" fmla="*/ 8 w 208"/>
              <a:gd name="T35" fmla="*/ 40 h 156"/>
              <a:gd name="T36" fmla="*/ 16 w 208"/>
              <a:gd name="T37" fmla="*/ 32 h 156"/>
              <a:gd name="T38" fmla="*/ 71 w 208"/>
              <a:gd name="T39" fmla="*/ 32 h 156"/>
              <a:gd name="T40" fmla="*/ 73 w 208"/>
              <a:gd name="T41" fmla="*/ 28 h 156"/>
              <a:gd name="T42" fmla="*/ 85 w 208"/>
              <a:gd name="T43" fmla="*/ 8 h 156"/>
              <a:gd name="T44" fmla="*/ 120 w 208"/>
              <a:gd name="T45" fmla="*/ 8 h 156"/>
              <a:gd name="T46" fmla="*/ 131 w 208"/>
              <a:gd name="T47" fmla="*/ 28 h 156"/>
              <a:gd name="T48" fmla="*/ 133 w 208"/>
              <a:gd name="T49" fmla="*/ 32 h 156"/>
              <a:gd name="T50" fmla="*/ 192 w 208"/>
              <a:gd name="T51" fmla="*/ 32 h 156"/>
              <a:gd name="T52" fmla="*/ 200 w 208"/>
              <a:gd name="T53" fmla="*/ 40 h 156"/>
              <a:gd name="T54" fmla="*/ 200 w 208"/>
              <a:gd name="T55" fmla="*/ 140 h 156"/>
              <a:gd name="T56" fmla="*/ 20 w 208"/>
              <a:gd name="T57" fmla="*/ 20 h 156"/>
              <a:gd name="T58" fmla="*/ 52 w 208"/>
              <a:gd name="T59" fmla="*/ 20 h 156"/>
              <a:gd name="T60" fmla="*/ 56 w 208"/>
              <a:gd name="T61" fmla="*/ 16 h 156"/>
              <a:gd name="T62" fmla="*/ 52 w 208"/>
              <a:gd name="T63" fmla="*/ 12 h 156"/>
              <a:gd name="T64" fmla="*/ 20 w 208"/>
              <a:gd name="T65" fmla="*/ 12 h 156"/>
              <a:gd name="T66" fmla="*/ 16 w 208"/>
              <a:gd name="T67" fmla="*/ 16 h 156"/>
              <a:gd name="T68" fmla="*/ 20 w 208"/>
              <a:gd name="T69" fmla="*/ 20 h 156"/>
              <a:gd name="T70" fmla="*/ 172 w 208"/>
              <a:gd name="T71" fmla="*/ 47 h 156"/>
              <a:gd name="T72" fmla="*/ 161 w 208"/>
              <a:gd name="T73" fmla="*/ 59 h 156"/>
              <a:gd name="T74" fmla="*/ 172 w 208"/>
              <a:gd name="T75" fmla="*/ 71 h 156"/>
              <a:gd name="T76" fmla="*/ 184 w 208"/>
              <a:gd name="T77" fmla="*/ 59 h 156"/>
              <a:gd name="T78" fmla="*/ 172 w 208"/>
              <a:gd name="T79" fmla="*/ 47 h 156"/>
              <a:gd name="T80" fmla="*/ 172 w 208"/>
              <a:gd name="T81" fmla="*/ 63 h 156"/>
              <a:gd name="T82" fmla="*/ 169 w 208"/>
              <a:gd name="T83" fmla="*/ 59 h 156"/>
              <a:gd name="T84" fmla="*/ 172 w 208"/>
              <a:gd name="T85" fmla="*/ 55 h 156"/>
              <a:gd name="T86" fmla="*/ 176 w 208"/>
              <a:gd name="T87" fmla="*/ 59 h 156"/>
              <a:gd name="T88" fmla="*/ 172 w 208"/>
              <a:gd name="T89" fmla="*/ 63 h 156"/>
              <a:gd name="T90" fmla="*/ 99 w 208"/>
              <a:gd name="T91" fmla="*/ 39 h 156"/>
              <a:gd name="T92" fmla="*/ 48 w 208"/>
              <a:gd name="T93" fmla="*/ 89 h 156"/>
              <a:gd name="T94" fmla="*/ 99 w 208"/>
              <a:gd name="T95" fmla="*/ 140 h 156"/>
              <a:gd name="T96" fmla="*/ 150 w 208"/>
              <a:gd name="T97" fmla="*/ 89 h 156"/>
              <a:gd name="T98" fmla="*/ 99 w 208"/>
              <a:gd name="T99" fmla="*/ 39 h 156"/>
              <a:gd name="T100" fmla="*/ 99 w 208"/>
              <a:gd name="T101" fmla="*/ 132 h 156"/>
              <a:gd name="T102" fmla="*/ 56 w 208"/>
              <a:gd name="T103" fmla="*/ 89 h 156"/>
              <a:gd name="T104" fmla="*/ 99 w 208"/>
              <a:gd name="T105" fmla="*/ 47 h 156"/>
              <a:gd name="T106" fmla="*/ 142 w 208"/>
              <a:gd name="T107" fmla="*/ 89 h 156"/>
              <a:gd name="T108" fmla="*/ 99 w 208"/>
              <a:gd name="T109" fmla="*/ 13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156">
                <a:moveTo>
                  <a:pt x="192" y="24"/>
                </a:moveTo>
                <a:cubicBezTo>
                  <a:pt x="138" y="24"/>
                  <a:pt x="138" y="24"/>
                  <a:pt x="138" y="24"/>
                </a:cubicBezTo>
                <a:cubicBezTo>
                  <a:pt x="124" y="0"/>
                  <a:pt x="124" y="0"/>
                  <a:pt x="124" y="0"/>
                </a:cubicBezTo>
                <a:cubicBezTo>
                  <a:pt x="80" y="0"/>
                  <a:pt x="80" y="0"/>
                  <a:pt x="80" y="0"/>
                </a:cubicBezTo>
                <a:cubicBezTo>
                  <a:pt x="66" y="24"/>
                  <a:pt x="66" y="24"/>
                  <a:pt x="66" y="24"/>
                </a:cubicBezTo>
                <a:cubicBezTo>
                  <a:pt x="16" y="24"/>
                  <a:pt x="16" y="24"/>
                  <a:pt x="16" y="24"/>
                </a:cubicBezTo>
                <a:cubicBezTo>
                  <a:pt x="7" y="24"/>
                  <a:pt x="0" y="31"/>
                  <a:pt x="0" y="40"/>
                </a:cubicBezTo>
                <a:cubicBezTo>
                  <a:pt x="0" y="140"/>
                  <a:pt x="0" y="140"/>
                  <a:pt x="0" y="140"/>
                </a:cubicBezTo>
                <a:cubicBezTo>
                  <a:pt x="0" y="149"/>
                  <a:pt x="7" y="156"/>
                  <a:pt x="16" y="156"/>
                </a:cubicBezTo>
                <a:cubicBezTo>
                  <a:pt x="192" y="156"/>
                  <a:pt x="192" y="156"/>
                  <a:pt x="192" y="156"/>
                </a:cubicBezTo>
                <a:cubicBezTo>
                  <a:pt x="201" y="156"/>
                  <a:pt x="208" y="149"/>
                  <a:pt x="208" y="140"/>
                </a:cubicBezTo>
                <a:cubicBezTo>
                  <a:pt x="208" y="40"/>
                  <a:pt x="208" y="40"/>
                  <a:pt x="208" y="40"/>
                </a:cubicBezTo>
                <a:cubicBezTo>
                  <a:pt x="208" y="31"/>
                  <a:pt x="201" y="24"/>
                  <a:pt x="192" y="24"/>
                </a:cubicBezTo>
                <a:close/>
                <a:moveTo>
                  <a:pt x="200" y="140"/>
                </a:moveTo>
                <a:cubicBezTo>
                  <a:pt x="200" y="144"/>
                  <a:pt x="196" y="148"/>
                  <a:pt x="192" y="148"/>
                </a:cubicBezTo>
                <a:cubicBezTo>
                  <a:pt x="16" y="148"/>
                  <a:pt x="16" y="148"/>
                  <a:pt x="16" y="148"/>
                </a:cubicBezTo>
                <a:cubicBezTo>
                  <a:pt x="12" y="148"/>
                  <a:pt x="8" y="144"/>
                  <a:pt x="8" y="140"/>
                </a:cubicBezTo>
                <a:cubicBezTo>
                  <a:pt x="8" y="40"/>
                  <a:pt x="8" y="40"/>
                  <a:pt x="8" y="40"/>
                </a:cubicBezTo>
                <a:cubicBezTo>
                  <a:pt x="8" y="36"/>
                  <a:pt x="12" y="32"/>
                  <a:pt x="16" y="32"/>
                </a:cubicBezTo>
                <a:cubicBezTo>
                  <a:pt x="71" y="32"/>
                  <a:pt x="71" y="32"/>
                  <a:pt x="71" y="32"/>
                </a:cubicBezTo>
                <a:cubicBezTo>
                  <a:pt x="73" y="28"/>
                  <a:pt x="73" y="28"/>
                  <a:pt x="73" y="28"/>
                </a:cubicBezTo>
                <a:cubicBezTo>
                  <a:pt x="85" y="8"/>
                  <a:pt x="85" y="8"/>
                  <a:pt x="85" y="8"/>
                </a:cubicBezTo>
                <a:cubicBezTo>
                  <a:pt x="120" y="8"/>
                  <a:pt x="120" y="8"/>
                  <a:pt x="120" y="8"/>
                </a:cubicBezTo>
                <a:cubicBezTo>
                  <a:pt x="131" y="28"/>
                  <a:pt x="131" y="28"/>
                  <a:pt x="131" y="28"/>
                </a:cubicBezTo>
                <a:cubicBezTo>
                  <a:pt x="133" y="32"/>
                  <a:pt x="133" y="32"/>
                  <a:pt x="133" y="32"/>
                </a:cubicBezTo>
                <a:cubicBezTo>
                  <a:pt x="192" y="32"/>
                  <a:pt x="192" y="32"/>
                  <a:pt x="192" y="32"/>
                </a:cubicBezTo>
                <a:cubicBezTo>
                  <a:pt x="196" y="32"/>
                  <a:pt x="200" y="36"/>
                  <a:pt x="200" y="40"/>
                </a:cubicBezTo>
                <a:lnTo>
                  <a:pt x="200" y="140"/>
                </a:lnTo>
                <a:close/>
                <a:moveTo>
                  <a:pt x="20" y="20"/>
                </a:moveTo>
                <a:cubicBezTo>
                  <a:pt x="52" y="20"/>
                  <a:pt x="52" y="20"/>
                  <a:pt x="52" y="20"/>
                </a:cubicBezTo>
                <a:cubicBezTo>
                  <a:pt x="54" y="20"/>
                  <a:pt x="56" y="18"/>
                  <a:pt x="56" y="16"/>
                </a:cubicBezTo>
                <a:cubicBezTo>
                  <a:pt x="56" y="14"/>
                  <a:pt x="54" y="12"/>
                  <a:pt x="52" y="12"/>
                </a:cubicBezTo>
                <a:cubicBezTo>
                  <a:pt x="20" y="12"/>
                  <a:pt x="20" y="12"/>
                  <a:pt x="20" y="12"/>
                </a:cubicBezTo>
                <a:cubicBezTo>
                  <a:pt x="18" y="12"/>
                  <a:pt x="16" y="14"/>
                  <a:pt x="16" y="16"/>
                </a:cubicBezTo>
                <a:cubicBezTo>
                  <a:pt x="16" y="18"/>
                  <a:pt x="18" y="20"/>
                  <a:pt x="20" y="20"/>
                </a:cubicBezTo>
                <a:close/>
                <a:moveTo>
                  <a:pt x="172" y="47"/>
                </a:moveTo>
                <a:cubicBezTo>
                  <a:pt x="166" y="47"/>
                  <a:pt x="161" y="53"/>
                  <a:pt x="161" y="59"/>
                </a:cubicBezTo>
                <a:cubicBezTo>
                  <a:pt x="161" y="65"/>
                  <a:pt x="166" y="71"/>
                  <a:pt x="172" y="71"/>
                </a:cubicBezTo>
                <a:cubicBezTo>
                  <a:pt x="179" y="71"/>
                  <a:pt x="184" y="65"/>
                  <a:pt x="184" y="59"/>
                </a:cubicBezTo>
                <a:cubicBezTo>
                  <a:pt x="184" y="53"/>
                  <a:pt x="179" y="47"/>
                  <a:pt x="172" y="47"/>
                </a:cubicBezTo>
                <a:close/>
                <a:moveTo>
                  <a:pt x="172" y="63"/>
                </a:moveTo>
                <a:cubicBezTo>
                  <a:pt x="170" y="63"/>
                  <a:pt x="169" y="61"/>
                  <a:pt x="169" y="59"/>
                </a:cubicBezTo>
                <a:cubicBezTo>
                  <a:pt x="169" y="57"/>
                  <a:pt x="170" y="55"/>
                  <a:pt x="172" y="55"/>
                </a:cubicBezTo>
                <a:cubicBezTo>
                  <a:pt x="174" y="55"/>
                  <a:pt x="176" y="57"/>
                  <a:pt x="176" y="59"/>
                </a:cubicBezTo>
                <a:cubicBezTo>
                  <a:pt x="176" y="61"/>
                  <a:pt x="174" y="63"/>
                  <a:pt x="172" y="63"/>
                </a:cubicBezTo>
                <a:close/>
                <a:moveTo>
                  <a:pt x="99" y="39"/>
                </a:moveTo>
                <a:cubicBezTo>
                  <a:pt x="71" y="39"/>
                  <a:pt x="48" y="61"/>
                  <a:pt x="48" y="89"/>
                </a:cubicBezTo>
                <a:cubicBezTo>
                  <a:pt x="48" y="117"/>
                  <a:pt x="71" y="140"/>
                  <a:pt x="99" y="140"/>
                </a:cubicBezTo>
                <a:cubicBezTo>
                  <a:pt x="127" y="140"/>
                  <a:pt x="150" y="117"/>
                  <a:pt x="150" y="89"/>
                </a:cubicBezTo>
                <a:cubicBezTo>
                  <a:pt x="150" y="61"/>
                  <a:pt x="127" y="39"/>
                  <a:pt x="99" y="39"/>
                </a:cubicBezTo>
                <a:close/>
                <a:moveTo>
                  <a:pt x="99" y="132"/>
                </a:moveTo>
                <a:cubicBezTo>
                  <a:pt x="75" y="132"/>
                  <a:pt x="56" y="113"/>
                  <a:pt x="56" y="89"/>
                </a:cubicBezTo>
                <a:cubicBezTo>
                  <a:pt x="56" y="66"/>
                  <a:pt x="75" y="47"/>
                  <a:pt x="99" y="47"/>
                </a:cubicBezTo>
                <a:cubicBezTo>
                  <a:pt x="123" y="47"/>
                  <a:pt x="142" y="66"/>
                  <a:pt x="142" y="89"/>
                </a:cubicBezTo>
                <a:cubicBezTo>
                  <a:pt x="142" y="113"/>
                  <a:pt x="123" y="132"/>
                  <a:pt x="99" y="132"/>
                </a:cubicBezTo>
                <a:close/>
              </a:path>
            </a:pathLst>
          </a:custGeom>
          <a:solidFill>
            <a:srgbClr val="2C344B"/>
          </a:solidFill>
          <a:ln>
            <a:noFill/>
          </a:ln>
        </p:spPr>
        <p:txBody>
          <a:bodyPr vert="horz" wrap="square" lIns="91407" tIns="45704" rIns="91407" bIns="45704" numCol="1" anchor="t" anchorCtr="0" compatLnSpc="1"/>
          <a:lstStyle/>
          <a:p>
            <a:endParaRPr lang="en-US" sz="1350">
              <a:solidFill>
                <a:schemeClr val="tx1">
                  <a:lumMod val="65000"/>
                  <a:lumOff val="35000"/>
                </a:schemeClr>
              </a:solidFill>
            </a:endParaRPr>
          </a:p>
        </p:txBody>
      </p:sp>
      <p:sp>
        <p:nvSpPr>
          <p:cNvPr id="5" name="Freeform: Shape 4"/>
          <p:cNvSpPr/>
          <p:nvPr/>
        </p:nvSpPr>
        <p:spPr>
          <a:xfrm flipH="1">
            <a:off x="9892665" y="2190750"/>
            <a:ext cx="1783080" cy="3744595"/>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gradFill flip="none" rotWithShape="1">
            <a:gsLst>
              <a:gs pos="0">
                <a:schemeClr val="bg1"/>
              </a:gs>
              <a:gs pos="100000">
                <a:schemeClr val="bg1">
                  <a:lumMod val="85000"/>
                </a:schemeClr>
              </a:gs>
            </a:gsLst>
            <a:lin ang="2700000" scaled="1"/>
            <a:tileRect/>
          </a:gradFill>
          <a:effectLst>
            <a:outerShdw blurRad="76200" dir="13500000" sy="23000" kx="1200000" algn="br" rotWithShape="0">
              <a:prstClr val="black">
                <a:alpha val="2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12600" tIns="793488" rIns="412601" bIns="793487" numCol="1" spcCol="1270" anchor="ctr" anchorCtr="0">
            <a:noAutofit/>
          </a:bodyPr>
          <a:lstStyle/>
          <a:p>
            <a:pPr algn="ctr" defTabSz="2887980">
              <a:lnSpc>
                <a:spcPct val="90000"/>
              </a:lnSpc>
              <a:spcBef>
                <a:spcPct val="0"/>
              </a:spcBef>
              <a:spcAft>
                <a:spcPct val="35000"/>
              </a:spcAft>
            </a:pPr>
            <a:r>
              <a:rPr lang="en-US" sz="6495">
                <a:solidFill>
                  <a:schemeClr val="tx1">
                    <a:lumMod val="65000"/>
                    <a:lumOff val="35000"/>
                  </a:schemeClr>
                </a:solidFill>
              </a:rPr>
              <a:t> </a:t>
            </a:r>
            <a:endParaRPr lang="en-US" sz="6495">
              <a:solidFill>
                <a:schemeClr val="tx1">
                  <a:lumMod val="65000"/>
                  <a:lumOff val="35000"/>
                </a:schemeClr>
              </a:solidFill>
            </a:endParaRPr>
          </a:p>
        </p:txBody>
      </p:sp>
      <p:sp>
        <p:nvSpPr>
          <p:cNvPr id="34" name="TextBox 33"/>
          <p:cNvSpPr txBox="1"/>
          <p:nvPr/>
        </p:nvSpPr>
        <p:spPr>
          <a:xfrm>
            <a:off x="9953625" y="3822700"/>
            <a:ext cx="1661160" cy="397510"/>
          </a:xfrm>
          <a:prstGeom prst="rect">
            <a:avLst/>
          </a:prstGeom>
          <a:noFill/>
        </p:spPr>
        <p:txBody>
          <a:bodyPr wrap="square" lIns="91407" tIns="45704" rIns="91407" bIns="45704" rtlCol="0">
            <a:spAutoFit/>
          </a:bodyPr>
          <a:lstStyle/>
          <a:p>
            <a:pPr lvl="0" algn="ctr">
              <a:buClrTx/>
              <a:buSzTx/>
              <a:buFontTx/>
            </a:pPr>
            <a:r>
              <a:rPr lang="zh-CN" altLang="id-ID" sz="2000" dirty="0">
                <a:solidFill>
                  <a:schemeClr val="tx1">
                    <a:lumMod val="65000"/>
                    <a:lumOff val="35000"/>
                  </a:schemeClr>
                </a:solidFill>
                <a:latin typeface="Adobe 黑体 Std R" panose="020B0400000000000000" charset="-122"/>
                <a:ea typeface="Adobe 黑体 Std R" panose="020B0400000000000000" charset="-122"/>
                <a:cs typeface="Lato Heavy" panose="020F0902020204030203" pitchFamily="34" charset="0"/>
                <a:sym typeface="+mn-ea"/>
              </a:rPr>
              <a:t>算法稳定性</a:t>
            </a:r>
            <a:endParaRPr lang="zh-CN" altLang="id-ID" sz="2000" dirty="0">
              <a:solidFill>
                <a:schemeClr val="tx1">
                  <a:lumMod val="65000"/>
                  <a:lumOff val="35000"/>
                </a:schemeClr>
              </a:solidFill>
              <a:latin typeface="Adobe 黑体 Std R" panose="020B0400000000000000" charset="-122"/>
              <a:ea typeface="Adobe 黑体 Std R" panose="020B0400000000000000" charset="-122"/>
              <a:cs typeface="Lato Heavy" panose="020F0902020204030203" pitchFamily="34" charset="0"/>
              <a:sym typeface="+mn-ea"/>
            </a:endParaRPr>
          </a:p>
        </p:txBody>
      </p:sp>
      <p:sp>
        <p:nvSpPr>
          <p:cNvPr id="36" name="Freeform 54"/>
          <p:cNvSpPr>
            <a:spLocks noEditPoints="1"/>
          </p:cNvSpPr>
          <p:nvPr/>
        </p:nvSpPr>
        <p:spPr bwMode="auto">
          <a:xfrm>
            <a:off x="10417175" y="2974340"/>
            <a:ext cx="734060" cy="740410"/>
          </a:xfrm>
          <a:custGeom>
            <a:avLst/>
            <a:gdLst>
              <a:gd name="T0" fmla="*/ 100 w 200"/>
              <a:gd name="T1" fmla="*/ 0 h 200"/>
              <a:gd name="T2" fmla="*/ 100 w 200"/>
              <a:gd name="T3" fmla="*/ 0 h 200"/>
              <a:gd name="T4" fmla="*/ 100 w 200"/>
              <a:gd name="T5" fmla="*/ 200 h 200"/>
              <a:gd name="T6" fmla="*/ 100 w 200"/>
              <a:gd name="T7" fmla="*/ 200 h 200"/>
              <a:gd name="T8" fmla="*/ 200 w 200"/>
              <a:gd name="T9" fmla="*/ 100 h 200"/>
              <a:gd name="T10" fmla="*/ 104 w 200"/>
              <a:gd name="T11" fmla="*/ 59 h 200"/>
              <a:gd name="T12" fmla="*/ 140 w 200"/>
              <a:gd name="T13" fmla="*/ 96 h 200"/>
              <a:gd name="T14" fmla="*/ 104 w 200"/>
              <a:gd name="T15" fmla="*/ 59 h 200"/>
              <a:gd name="T16" fmla="*/ 104 w 200"/>
              <a:gd name="T17" fmla="*/ 8 h 200"/>
              <a:gd name="T18" fmla="*/ 104 w 200"/>
              <a:gd name="T19" fmla="*/ 51 h 200"/>
              <a:gd name="T20" fmla="*/ 96 w 200"/>
              <a:gd name="T21" fmla="*/ 51 h 200"/>
              <a:gd name="T22" fmla="*/ 96 w 200"/>
              <a:gd name="T23" fmla="*/ 8 h 200"/>
              <a:gd name="T24" fmla="*/ 96 w 200"/>
              <a:gd name="T25" fmla="*/ 96 h 200"/>
              <a:gd name="T26" fmla="*/ 65 w 200"/>
              <a:gd name="T27" fmla="*/ 55 h 200"/>
              <a:gd name="T28" fmla="*/ 52 w 200"/>
              <a:gd name="T29" fmla="*/ 96 h 200"/>
              <a:gd name="T30" fmla="*/ 29 w 200"/>
              <a:gd name="T31" fmla="*/ 41 h 200"/>
              <a:gd name="T32" fmla="*/ 52 w 200"/>
              <a:gd name="T33" fmla="*/ 96 h 200"/>
              <a:gd name="T34" fmla="*/ 57 w 200"/>
              <a:gd name="T35" fmla="*/ 146 h 200"/>
              <a:gd name="T36" fmla="*/ 8 w 200"/>
              <a:gd name="T37" fmla="*/ 104 h 200"/>
              <a:gd name="T38" fmla="*/ 60 w 200"/>
              <a:gd name="T39" fmla="*/ 104 h 200"/>
              <a:gd name="T40" fmla="*/ 96 w 200"/>
              <a:gd name="T41" fmla="*/ 140 h 200"/>
              <a:gd name="T42" fmla="*/ 60 w 200"/>
              <a:gd name="T43" fmla="*/ 104 h 200"/>
              <a:gd name="T44" fmla="*/ 96 w 200"/>
              <a:gd name="T45" fmla="*/ 191 h 200"/>
              <a:gd name="T46" fmla="*/ 96 w 200"/>
              <a:gd name="T47" fmla="*/ 148 h 200"/>
              <a:gd name="T48" fmla="*/ 104 w 200"/>
              <a:gd name="T49" fmla="*/ 148 h 200"/>
              <a:gd name="T50" fmla="*/ 104 w 200"/>
              <a:gd name="T51" fmla="*/ 191 h 200"/>
              <a:gd name="T52" fmla="*/ 104 w 200"/>
              <a:gd name="T53" fmla="*/ 104 h 200"/>
              <a:gd name="T54" fmla="*/ 135 w 200"/>
              <a:gd name="T55" fmla="*/ 144 h 200"/>
              <a:gd name="T56" fmla="*/ 148 w 200"/>
              <a:gd name="T57" fmla="*/ 104 h 200"/>
              <a:gd name="T58" fmla="*/ 171 w 200"/>
              <a:gd name="T59" fmla="*/ 158 h 200"/>
              <a:gd name="T60" fmla="*/ 148 w 200"/>
              <a:gd name="T61" fmla="*/ 104 h 200"/>
              <a:gd name="T62" fmla="*/ 143 w 200"/>
              <a:gd name="T63" fmla="*/ 53 h 200"/>
              <a:gd name="T64" fmla="*/ 192 w 200"/>
              <a:gd name="T65" fmla="*/ 96 h 200"/>
              <a:gd name="T66" fmla="*/ 166 w 200"/>
              <a:gd name="T67" fmla="*/ 35 h 200"/>
              <a:gd name="T68" fmla="*/ 121 w 200"/>
              <a:gd name="T69" fmla="*/ 10 h 200"/>
              <a:gd name="T70" fmla="*/ 78 w 200"/>
              <a:gd name="T71" fmla="*/ 10 h 200"/>
              <a:gd name="T72" fmla="*/ 34 w 200"/>
              <a:gd name="T73" fmla="*/ 35 h 200"/>
              <a:gd name="T74" fmla="*/ 34 w 200"/>
              <a:gd name="T75" fmla="*/ 164 h 200"/>
              <a:gd name="T76" fmla="*/ 78 w 200"/>
              <a:gd name="T77" fmla="*/ 189 h 200"/>
              <a:gd name="T78" fmla="*/ 121 w 200"/>
              <a:gd name="T79" fmla="*/ 189 h 200"/>
              <a:gd name="T80" fmla="*/ 166 w 200"/>
              <a:gd name="T81" fmla="*/ 16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0" h="200">
                <a:moveTo>
                  <a:pt x="100" y="0"/>
                </a:moveTo>
                <a:cubicBezTo>
                  <a:pt x="100" y="0"/>
                  <a:pt x="100" y="0"/>
                  <a:pt x="100" y="0"/>
                </a:cubicBezTo>
                <a:cubicBezTo>
                  <a:pt x="100" y="0"/>
                  <a:pt x="100" y="0"/>
                  <a:pt x="100" y="0"/>
                </a:cubicBezTo>
                <a:cubicBezTo>
                  <a:pt x="100" y="0"/>
                  <a:pt x="100" y="0"/>
                  <a:pt x="100" y="0"/>
                </a:cubicBezTo>
                <a:cubicBezTo>
                  <a:pt x="45" y="0"/>
                  <a:pt x="0" y="44"/>
                  <a:pt x="0" y="100"/>
                </a:cubicBezTo>
                <a:cubicBezTo>
                  <a:pt x="0" y="155"/>
                  <a:pt x="45" y="199"/>
                  <a:pt x="100" y="200"/>
                </a:cubicBezTo>
                <a:cubicBezTo>
                  <a:pt x="100" y="200"/>
                  <a:pt x="100" y="200"/>
                  <a:pt x="100" y="200"/>
                </a:cubicBezTo>
                <a:cubicBezTo>
                  <a:pt x="100" y="200"/>
                  <a:pt x="100" y="200"/>
                  <a:pt x="100" y="200"/>
                </a:cubicBezTo>
                <a:cubicBezTo>
                  <a:pt x="100" y="200"/>
                  <a:pt x="100" y="200"/>
                  <a:pt x="100" y="200"/>
                </a:cubicBezTo>
                <a:cubicBezTo>
                  <a:pt x="155" y="200"/>
                  <a:pt x="200" y="155"/>
                  <a:pt x="200" y="100"/>
                </a:cubicBezTo>
                <a:cubicBezTo>
                  <a:pt x="200" y="44"/>
                  <a:pt x="155" y="0"/>
                  <a:pt x="100" y="0"/>
                </a:cubicBezTo>
                <a:close/>
                <a:moveTo>
                  <a:pt x="104" y="59"/>
                </a:moveTo>
                <a:cubicBezTo>
                  <a:pt x="115" y="59"/>
                  <a:pt x="125" y="58"/>
                  <a:pt x="135" y="55"/>
                </a:cubicBezTo>
                <a:cubicBezTo>
                  <a:pt x="138" y="67"/>
                  <a:pt x="140" y="81"/>
                  <a:pt x="140" y="96"/>
                </a:cubicBezTo>
                <a:cubicBezTo>
                  <a:pt x="104" y="96"/>
                  <a:pt x="104" y="96"/>
                  <a:pt x="104" y="96"/>
                </a:cubicBezTo>
                <a:lnTo>
                  <a:pt x="104" y="59"/>
                </a:lnTo>
                <a:close/>
                <a:moveTo>
                  <a:pt x="104" y="51"/>
                </a:moveTo>
                <a:cubicBezTo>
                  <a:pt x="104" y="8"/>
                  <a:pt x="104" y="8"/>
                  <a:pt x="104" y="8"/>
                </a:cubicBezTo>
                <a:cubicBezTo>
                  <a:pt x="115" y="11"/>
                  <a:pt x="126" y="26"/>
                  <a:pt x="133" y="48"/>
                </a:cubicBezTo>
                <a:cubicBezTo>
                  <a:pt x="123" y="50"/>
                  <a:pt x="114" y="51"/>
                  <a:pt x="104" y="51"/>
                </a:cubicBezTo>
                <a:close/>
                <a:moveTo>
                  <a:pt x="96" y="8"/>
                </a:moveTo>
                <a:cubicBezTo>
                  <a:pt x="96" y="51"/>
                  <a:pt x="96" y="51"/>
                  <a:pt x="96" y="51"/>
                </a:cubicBezTo>
                <a:cubicBezTo>
                  <a:pt x="86" y="51"/>
                  <a:pt x="76" y="50"/>
                  <a:pt x="67" y="48"/>
                </a:cubicBezTo>
                <a:cubicBezTo>
                  <a:pt x="74" y="25"/>
                  <a:pt x="85" y="11"/>
                  <a:pt x="96" y="8"/>
                </a:cubicBezTo>
                <a:close/>
                <a:moveTo>
                  <a:pt x="96" y="59"/>
                </a:moveTo>
                <a:cubicBezTo>
                  <a:pt x="96" y="96"/>
                  <a:pt x="96" y="96"/>
                  <a:pt x="96" y="96"/>
                </a:cubicBezTo>
                <a:cubicBezTo>
                  <a:pt x="60" y="96"/>
                  <a:pt x="60" y="96"/>
                  <a:pt x="60" y="96"/>
                </a:cubicBezTo>
                <a:cubicBezTo>
                  <a:pt x="60" y="81"/>
                  <a:pt x="62" y="67"/>
                  <a:pt x="65" y="55"/>
                </a:cubicBezTo>
                <a:cubicBezTo>
                  <a:pt x="75" y="58"/>
                  <a:pt x="85" y="59"/>
                  <a:pt x="96" y="59"/>
                </a:cubicBezTo>
                <a:close/>
                <a:moveTo>
                  <a:pt x="52" y="96"/>
                </a:moveTo>
                <a:cubicBezTo>
                  <a:pt x="8" y="96"/>
                  <a:pt x="8" y="96"/>
                  <a:pt x="8" y="96"/>
                </a:cubicBezTo>
                <a:cubicBezTo>
                  <a:pt x="9" y="75"/>
                  <a:pt x="17" y="56"/>
                  <a:pt x="29" y="41"/>
                </a:cubicBezTo>
                <a:cubicBezTo>
                  <a:pt x="38" y="46"/>
                  <a:pt x="47" y="50"/>
                  <a:pt x="57" y="53"/>
                </a:cubicBezTo>
                <a:cubicBezTo>
                  <a:pt x="54" y="66"/>
                  <a:pt x="52" y="80"/>
                  <a:pt x="52" y="96"/>
                </a:cubicBezTo>
                <a:close/>
                <a:moveTo>
                  <a:pt x="52" y="104"/>
                </a:moveTo>
                <a:cubicBezTo>
                  <a:pt x="52" y="119"/>
                  <a:pt x="54" y="133"/>
                  <a:pt x="57" y="146"/>
                </a:cubicBezTo>
                <a:cubicBezTo>
                  <a:pt x="47" y="149"/>
                  <a:pt x="38" y="153"/>
                  <a:pt x="29" y="158"/>
                </a:cubicBezTo>
                <a:cubicBezTo>
                  <a:pt x="17" y="143"/>
                  <a:pt x="9" y="124"/>
                  <a:pt x="8" y="104"/>
                </a:cubicBezTo>
                <a:lnTo>
                  <a:pt x="52" y="104"/>
                </a:lnTo>
                <a:close/>
                <a:moveTo>
                  <a:pt x="60" y="104"/>
                </a:moveTo>
                <a:cubicBezTo>
                  <a:pt x="96" y="104"/>
                  <a:pt x="96" y="104"/>
                  <a:pt x="96" y="104"/>
                </a:cubicBezTo>
                <a:cubicBezTo>
                  <a:pt x="96" y="140"/>
                  <a:pt x="96" y="140"/>
                  <a:pt x="96" y="140"/>
                </a:cubicBezTo>
                <a:cubicBezTo>
                  <a:pt x="85" y="140"/>
                  <a:pt x="75" y="141"/>
                  <a:pt x="65" y="144"/>
                </a:cubicBezTo>
                <a:cubicBezTo>
                  <a:pt x="62" y="132"/>
                  <a:pt x="60" y="118"/>
                  <a:pt x="60" y="104"/>
                </a:cubicBezTo>
                <a:close/>
                <a:moveTo>
                  <a:pt x="96" y="148"/>
                </a:moveTo>
                <a:cubicBezTo>
                  <a:pt x="96" y="191"/>
                  <a:pt x="96" y="191"/>
                  <a:pt x="96" y="191"/>
                </a:cubicBezTo>
                <a:cubicBezTo>
                  <a:pt x="85" y="188"/>
                  <a:pt x="74" y="174"/>
                  <a:pt x="67" y="152"/>
                </a:cubicBezTo>
                <a:cubicBezTo>
                  <a:pt x="76" y="149"/>
                  <a:pt x="86" y="148"/>
                  <a:pt x="96" y="148"/>
                </a:cubicBezTo>
                <a:close/>
                <a:moveTo>
                  <a:pt x="104" y="191"/>
                </a:moveTo>
                <a:cubicBezTo>
                  <a:pt x="104" y="148"/>
                  <a:pt x="104" y="148"/>
                  <a:pt x="104" y="148"/>
                </a:cubicBezTo>
                <a:cubicBezTo>
                  <a:pt x="114" y="148"/>
                  <a:pt x="123" y="149"/>
                  <a:pt x="133" y="152"/>
                </a:cubicBezTo>
                <a:cubicBezTo>
                  <a:pt x="126" y="174"/>
                  <a:pt x="115" y="188"/>
                  <a:pt x="104" y="191"/>
                </a:cubicBezTo>
                <a:close/>
                <a:moveTo>
                  <a:pt x="104" y="140"/>
                </a:moveTo>
                <a:cubicBezTo>
                  <a:pt x="104" y="104"/>
                  <a:pt x="104" y="104"/>
                  <a:pt x="104" y="104"/>
                </a:cubicBezTo>
                <a:cubicBezTo>
                  <a:pt x="140" y="104"/>
                  <a:pt x="140" y="104"/>
                  <a:pt x="140" y="104"/>
                </a:cubicBezTo>
                <a:cubicBezTo>
                  <a:pt x="140" y="118"/>
                  <a:pt x="138" y="132"/>
                  <a:pt x="135" y="144"/>
                </a:cubicBezTo>
                <a:cubicBezTo>
                  <a:pt x="125" y="141"/>
                  <a:pt x="115" y="140"/>
                  <a:pt x="104" y="140"/>
                </a:cubicBezTo>
                <a:close/>
                <a:moveTo>
                  <a:pt x="148" y="104"/>
                </a:moveTo>
                <a:cubicBezTo>
                  <a:pt x="192" y="104"/>
                  <a:pt x="192" y="104"/>
                  <a:pt x="192" y="104"/>
                </a:cubicBezTo>
                <a:cubicBezTo>
                  <a:pt x="191" y="124"/>
                  <a:pt x="183" y="143"/>
                  <a:pt x="171" y="158"/>
                </a:cubicBezTo>
                <a:cubicBezTo>
                  <a:pt x="162" y="153"/>
                  <a:pt x="153" y="149"/>
                  <a:pt x="143" y="146"/>
                </a:cubicBezTo>
                <a:cubicBezTo>
                  <a:pt x="146" y="133"/>
                  <a:pt x="148" y="119"/>
                  <a:pt x="148" y="104"/>
                </a:cubicBezTo>
                <a:close/>
                <a:moveTo>
                  <a:pt x="148" y="96"/>
                </a:moveTo>
                <a:cubicBezTo>
                  <a:pt x="148" y="80"/>
                  <a:pt x="146" y="66"/>
                  <a:pt x="143" y="53"/>
                </a:cubicBezTo>
                <a:cubicBezTo>
                  <a:pt x="153" y="50"/>
                  <a:pt x="162" y="46"/>
                  <a:pt x="171" y="41"/>
                </a:cubicBezTo>
                <a:cubicBezTo>
                  <a:pt x="183" y="56"/>
                  <a:pt x="191" y="75"/>
                  <a:pt x="192" y="96"/>
                </a:cubicBezTo>
                <a:lnTo>
                  <a:pt x="148" y="96"/>
                </a:lnTo>
                <a:close/>
                <a:moveTo>
                  <a:pt x="166" y="35"/>
                </a:moveTo>
                <a:cubicBezTo>
                  <a:pt x="158" y="39"/>
                  <a:pt x="149" y="43"/>
                  <a:pt x="140" y="46"/>
                </a:cubicBezTo>
                <a:cubicBezTo>
                  <a:pt x="136" y="30"/>
                  <a:pt x="129" y="18"/>
                  <a:pt x="121" y="10"/>
                </a:cubicBezTo>
                <a:cubicBezTo>
                  <a:pt x="138" y="14"/>
                  <a:pt x="154" y="23"/>
                  <a:pt x="166" y="35"/>
                </a:cubicBezTo>
                <a:close/>
                <a:moveTo>
                  <a:pt x="78" y="10"/>
                </a:moveTo>
                <a:cubicBezTo>
                  <a:pt x="71" y="18"/>
                  <a:pt x="64" y="30"/>
                  <a:pt x="59" y="45"/>
                </a:cubicBezTo>
                <a:cubicBezTo>
                  <a:pt x="51" y="43"/>
                  <a:pt x="42" y="39"/>
                  <a:pt x="34" y="35"/>
                </a:cubicBezTo>
                <a:cubicBezTo>
                  <a:pt x="46" y="23"/>
                  <a:pt x="61" y="14"/>
                  <a:pt x="78" y="10"/>
                </a:cubicBezTo>
                <a:close/>
                <a:moveTo>
                  <a:pt x="34" y="164"/>
                </a:moveTo>
                <a:cubicBezTo>
                  <a:pt x="42" y="160"/>
                  <a:pt x="51" y="156"/>
                  <a:pt x="59" y="154"/>
                </a:cubicBezTo>
                <a:cubicBezTo>
                  <a:pt x="64" y="169"/>
                  <a:pt x="71" y="181"/>
                  <a:pt x="78" y="189"/>
                </a:cubicBezTo>
                <a:cubicBezTo>
                  <a:pt x="61" y="185"/>
                  <a:pt x="46" y="176"/>
                  <a:pt x="34" y="164"/>
                </a:cubicBezTo>
                <a:close/>
                <a:moveTo>
                  <a:pt x="121" y="189"/>
                </a:moveTo>
                <a:cubicBezTo>
                  <a:pt x="129" y="181"/>
                  <a:pt x="136" y="169"/>
                  <a:pt x="140" y="154"/>
                </a:cubicBezTo>
                <a:cubicBezTo>
                  <a:pt x="149" y="156"/>
                  <a:pt x="158" y="160"/>
                  <a:pt x="166" y="164"/>
                </a:cubicBezTo>
                <a:cubicBezTo>
                  <a:pt x="154" y="176"/>
                  <a:pt x="138" y="185"/>
                  <a:pt x="121" y="189"/>
                </a:cubicBezTo>
                <a:close/>
              </a:path>
            </a:pathLst>
          </a:custGeom>
          <a:solidFill>
            <a:srgbClr val="2C344B"/>
          </a:solidFill>
          <a:ln>
            <a:noFill/>
          </a:ln>
        </p:spPr>
        <p:txBody>
          <a:bodyPr vert="horz" wrap="square" lIns="91407" tIns="45704" rIns="91407" bIns="45704" numCol="1" anchor="t" anchorCtr="0" compatLnSpc="1"/>
          <a:lstStyle/>
          <a:p>
            <a:endParaRPr lang="en-US" sz="1350">
              <a:solidFill>
                <a:schemeClr val="tx1">
                  <a:lumMod val="65000"/>
                  <a:lumOff val="35000"/>
                </a:schemeClr>
              </a:solidFill>
            </a:endParaRPr>
          </a:p>
        </p:txBody>
      </p:sp>
      <p:sp>
        <p:nvSpPr>
          <p:cNvPr id="8" name="标题 7"/>
          <p:cNvSpPr>
            <a:spLocks noGrp="1"/>
          </p:cNvSpPr>
          <p:nvPr>
            <p:ph type="title"/>
          </p:nvPr>
        </p:nvSpPr>
        <p:spPr>
          <a:xfrm>
            <a:off x="180000" y="360663"/>
            <a:ext cx="11833200" cy="700405"/>
          </a:xfrm>
        </p:spPr>
        <p:txBody>
          <a:bodyPr/>
          <a:lstStyle/>
          <a:p>
            <a:r>
              <a:rPr lang="en-US" altLang="zh-CN" dirty="0">
                <a:solidFill>
                  <a:schemeClr val="accent2"/>
                </a:solidFill>
                <a:sym typeface="+mn-ea"/>
              </a:rPr>
              <a:t>5 </a:t>
            </a:r>
            <a:r>
              <a:rPr lang="zh-CN" altLang="en-US" dirty="0">
                <a:solidFill>
                  <a:schemeClr val="accent2"/>
                </a:solidFill>
                <a:sym typeface="+mn-ea"/>
              </a:rPr>
              <a:t>算法</a:t>
            </a:r>
            <a:r>
              <a:rPr lang="zh-CN" altLang="en-US" dirty="0">
                <a:solidFill>
                  <a:schemeClr val="accent2"/>
                </a:solidFill>
                <a:sym typeface="+mn-ea"/>
              </a:rPr>
              <a:t>性能分析</a:t>
            </a:r>
            <a:endParaRPr lang="zh-CN" altLang="en-US" dirty="0">
              <a:solidFill>
                <a:schemeClr val="accent2"/>
              </a:solidFill>
              <a:sym typeface="+mn-ea"/>
            </a:endParaRPr>
          </a:p>
        </p:txBody>
      </p:sp>
      <p:sp>
        <p:nvSpPr>
          <p:cNvPr id="9" name="内容占位符 8"/>
          <p:cNvSpPr>
            <a:spLocks noGrp="1"/>
          </p:cNvSpPr>
          <p:nvPr>
            <p:ph idx="1"/>
          </p:nvPr>
        </p:nvSpPr>
        <p:spPr>
          <a:xfrm>
            <a:off x="379730" y="1414145"/>
            <a:ext cx="4897120" cy="4029710"/>
          </a:xfrm>
        </p:spPr>
        <p:txBody>
          <a:bodyPr>
            <a:noAutofit/>
          </a:bodyPr>
          <a:lstStyle/>
          <a:p>
            <a:pPr lvl="1" indent="0" fontAlgn="auto">
              <a:lnSpc>
                <a:spcPct val="150000"/>
              </a:lnSpc>
              <a:buNone/>
            </a:pPr>
            <a:r>
              <a:rPr lang="zh-CN" altLang="zh-CN" sz="1800" dirty="0">
                <a:sym typeface="+mn-ea"/>
              </a:rPr>
              <a:t>时间复杂度</a:t>
            </a:r>
            <a:endParaRPr lang="zh-CN" altLang="zh-CN" sz="1800" dirty="0">
              <a:sym typeface="+mn-ea"/>
            </a:endParaRPr>
          </a:p>
          <a:p>
            <a:pPr lvl="1" indent="0" fontAlgn="auto">
              <a:lnSpc>
                <a:spcPct val="150000"/>
              </a:lnSpc>
              <a:buNone/>
            </a:pPr>
            <a:r>
              <a:rPr lang="zh-CN" altLang="zh-CN" sz="1800" dirty="0">
                <a:sym typeface="+mn-ea"/>
              </a:rPr>
              <a:t>二路归并排序算法的时间复杂度等于归并的趋数与每一趟时间复杂度的乘积。归并的趟数为log</a:t>
            </a:r>
            <a:r>
              <a:rPr lang="en-US" altLang="zh-CN" sz="1800" dirty="0">
                <a:sym typeface="+mn-ea"/>
              </a:rPr>
              <a:t>2</a:t>
            </a:r>
            <a:r>
              <a:rPr lang="zh-CN" altLang="zh-CN" sz="1800" dirty="0">
                <a:sym typeface="+mn-ea"/>
              </a:rPr>
              <a:t>n，每一趟归并的移动次数为数组中记录的个数n，比较次数一定不大于移动次数，所以每一趟归并的时间复杂度为O（n），故二路归并排序算法的时间复杂度为O（nlog</a:t>
            </a:r>
            <a:r>
              <a:rPr lang="en-US" altLang="zh-CN" sz="1800" dirty="0">
                <a:sym typeface="+mn-ea"/>
              </a:rPr>
              <a:t>2</a:t>
            </a:r>
            <a:r>
              <a:rPr lang="zh-CN" altLang="zh-CN" sz="1800" dirty="0">
                <a:sym typeface="+mn-ea"/>
              </a:rPr>
              <a:t>n），</a:t>
            </a:r>
            <a:endParaRPr lang="zh-CN" altLang="zh-CN" sz="1800" dirty="0">
              <a:sym typeface="+mn-ea"/>
            </a:endParaRPr>
          </a:p>
        </p:txBody>
      </p:sp>
      <p:sp>
        <p:nvSpPr>
          <p:cNvPr id="3" name="文本框 2"/>
          <p:cNvSpPr txBox="1"/>
          <p:nvPr/>
        </p:nvSpPr>
        <p:spPr>
          <a:xfrm>
            <a:off x="4893310" y="3822700"/>
            <a:ext cx="3756025" cy="2445385"/>
          </a:xfrm>
          <a:prstGeom prst="rect">
            <a:avLst/>
          </a:prstGeom>
          <a:noFill/>
        </p:spPr>
        <p:txBody>
          <a:bodyPr wrap="square" rtlCol="0">
            <a:spAutoFit/>
          </a:bodyPr>
          <a:p>
            <a:pPr lvl="1" indent="0" algn="l" fontAlgn="auto">
              <a:lnSpc>
                <a:spcPct val="150000"/>
              </a:lnSpc>
            </a:pPr>
            <a:r>
              <a:rPr lang="zh-CN" altLang="zh-CN" dirty="0">
                <a:sym typeface="+mn-ea"/>
              </a:rPr>
              <a:t>空间复杂度</a:t>
            </a:r>
            <a:endParaRPr lang="zh-CN" altLang="zh-CN" dirty="0">
              <a:sym typeface="+mn-ea"/>
            </a:endParaRPr>
          </a:p>
          <a:p>
            <a:pPr lvl="1" indent="0" algn="l" fontAlgn="auto">
              <a:lnSpc>
                <a:spcPct val="150000"/>
              </a:lnSpc>
            </a:pPr>
            <a:r>
              <a:rPr lang="zh-CN" altLang="zh-CN" dirty="0">
                <a:sym typeface="+mn-ea"/>
              </a:rPr>
              <a:t>二路归并排序算法需要使用一个与待排序序列等长的数组作为额外存储空间存放中间结果，所以其空间复杂度为O（n）。</a:t>
            </a:r>
            <a:endParaRPr lang="zh-CN" altLang="zh-CN" dirty="0">
              <a:sym typeface="+mn-ea"/>
            </a:endParaRPr>
          </a:p>
          <a:p>
            <a:endParaRPr lang="zh-CN" altLang="en-US"/>
          </a:p>
        </p:txBody>
      </p:sp>
      <p:sp>
        <p:nvSpPr>
          <p:cNvPr id="7" name="文本框 6"/>
          <p:cNvSpPr txBox="1"/>
          <p:nvPr/>
        </p:nvSpPr>
        <p:spPr>
          <a:xfrm>
            <a:off x="8483600" y="5090795"/>
            <a:ext cx="2848610" cy="2306955"/>
          </a:xfrm>
          <a:prstGeom prst="rect">
            <a:avLst/>
          </a:prstGeom>
          <a:noFill/>
        </p:spPr>
        <p:txBody>
          <a:bodyPr wrap="square" rtlCol="0">
            <a:spAutoFit/>
          </a:bodyPr>
          <a:p>
            <a:pPr lvl="1" indent="0" algn="l" fontAlgn="auto">
              <a:lnSpc>
                <a:spcPct val="150000"/>
              </a:lnSpc>
            </a:pPr>
            <a:r>
              <a:rPr lang="zh-CN" altLang="zh-CN" dirty="0">
                <a:sym typeface="+mn-ea"/>
              </a:rPr>
              <a:t>算法稳定性</a:t>
            </a:r>
            <a:endParaRPr lang="zh-CN" altLang="zh-CN" dirty="0">
              <a:sym typeface="+mn-ea"/>
            </a:endParaRPr>
          </a:p>
          <a:p>
            <a:pPr lvl="1" indent="0" algn="l" fontAlgn="auto">
              <a:lnSpc>
                <a:spcPct val="150000"/>
              </a:lnSpc>
            </a:pPr>
            <a:r>
              <a:rPr lang="zh-CN" altLang="zh-CN" dirty="0">
                <a:sym typeface="+mn-ea"/>
              </a:rPr>
              <a:t>二路归并排序算法是一种稳定的排序算法。</a:t>
            </a:r>
            <a:endParaRPr lang="zh-CN" altLang="zh-CN" dirty="0">
              <a:sym typeface="+mn-ea"/>
            </a:endParaRPr>
          </a:p>
          <a:p>
            <a:pPr lvl="1" indent="0" algn="l" fontAlgn="auto">
              <a:lnSpc>
                <a:spcPct val="150000"/>
              </a:lnSpc>
            </a:pPr>
            <a:endParaRPr lang="zh-CN" altLang="zh-CN" dirty="0">
              <a:sym typeface="+mn-ea"/>
            </a:endParaRPr>
          </a:p>
          <a:p>
            <a:pPr algn="l"/>
            <a:endParaRPr lang="zh-CN" altLang="en-US"/>
          </a:p>
          <a:p>
            <a:endParaRPr lang="zh-CN" altLang="en-US"/>
          </a:p>
        </p:txBody>
      </p:sp>
    </p:spTree>
  </p:cSld>
  <p:clrMapOvr>
    <a:masterClrMapping/>
  </p:clrMapOvr>
  <p:transition spd="slow" advClick="0" advTm="0">
    <p:cover di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t>小结：排序方法</a:t>
            </a:r>
            <a:r>
              <a:rPr lang="zh-CN" altLang="en-US"/>
              <a:t>比较</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pic>
        <p:nvPicPr>
          <p:cNvPr id="9" name="内容占位符 8"/>
          <p:cNvPicPr>
            <a:picLocks noChangeAspect="1"/>
          </p:cNvPicPr>
          <p:nvPr>
            <p:ph sz="half" idx="1"/>
          </p:nvPr>
        </p:nvPicPr>
        <p:blipFill>
          <a:blip r:embed="rId1"/>
          <a:srcRect t="7872" r="-423"/>
          <a:stretch>
            <a:fillRect/>
          </a:stretch>
        </p:blipFill>
        <p:spPr>
          <a:xfrm>
            <a:off x="1040765" y="1562100"/>
            <a:ext cx="10111105" cy="39458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t>小结</a:t>
            </a:r>
            <a:endParaRPr lang="zh-CN" altLang="en-US"/>
          </a:p>
        </p:txBody>
      </p:sp>
      <p:sp>
        <p:nvSpPr>
          <p:cNvPr id="3" name="内容占位符 2"/>
          <p:cNvSpPr>
            <a:spLocks noGrp="1"/>
          </p:cNvSpPr>
          <p:nvPr>
            <p:ph sz="half" idx="1"/>
          </p:nvPr>
        </p:nvSpPr>
        <p:spPr>
          <a:xfrm>
            <a:off x="406400" y="1282065"/>
            <a:ext cx="7134860" cy="4935220"/>
          </a:xfrm>
        </p:spPr>
        <p:txBody>
          <a:bodyPr>
            <a:noAutofit/>
          </a:bodyPr>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(1)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排序是指将一组数据按照关键字值的大小</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递增或者递减</a:t>
            </a:r>
            <a:r>
              <a:rPr lang="en-US"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次序进行排列。按照排序过程中所涉及的存储器的不同可将排序分为内部排序和外部排序两种类型。排序又可分为稳定排序和不稳定排序。</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(2)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常用的内部排序算法有插入排序、交换排序、选择排序、归并排序。</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20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(3) </a:t>
            </a:r>
            <a:r>
              <a:rPr lang="zh-CN" altLang="zh-CN" sz="20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插入排序算法有两种，直接插入排序算法是将一条待排序的记录按照其关键字值的大小插入到已排序的记录序列中的正确位置，依此重复，直到全部记录都插入完成； 希尔排序是分组的直接插入排序。</a:t>
            </a:r>
            <a:endParaRPr lang="zh-CN" altLang="zh-CN" sz="20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a:lnSpc>
                <a:spcPct val="150000"/>
              </a:lnSpc>
            </a:pPr>
            <a:endParaRPr lang="zh-CN" altLang="zh-CN" sz="11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6" name="组合 5"/>
          <p:cNvGrpSpPr/>
          <p:nvPr/>
        </p:nvGrpSpPr>
        <p:grpSpPr>
          <a:xfrm>
            <a:off x="7940040" y="1729105"/>
            <a:ext cx="3403600" cy="3435985"/>
            <a:chOff x="3005826" y="1224874"/>
            <a:chExt cx="2767309" cy="2738248"/>
          </a:xfrm>
        </p:grpSpPr>
        <p:grpSp>
          <p:nvGrpSpPr>
            <p:cNvPr id="7" name="Group 22"/>
            <p:cNvGrpSpPr/>
            <p:nvPr/>
          </p:nvGrpSpPr>
          <p:grpSpPr>
            <a:xfrm>
              <a:off x="3005826" y="2625756"/>
              <a:ext cx="1348913" cy="1337366"/>
              <a:chOff x="4240774" y="3658107"/>
              <a:chExt cx="1798551" cy="1783154"/>
            </a:xfrm>
          </p:grpSpPr>
          <p:sp>
            <p:nvSpPr>
              <p:cNvPr id="31" name="Freeform: Shape 10"/>
              <p:cNvSpPr/>
              <p:nvPr/>
            </p:nvSpPr>
            <p:spPr>
              <a:xfrm>
                <a:off x="4240774" y="3658107"/>
                <a:ext cx="1798551" cy="1783154"/>
              </a:xfrm>
              <a:custGeom>
                <a:avLst/>
                <a:gdLst>
                  <a:gd name="connsiteX0" fmla="*/ 833645 w 1678460"/>
                  <a:gd name="connsiteY0" fmla="*/ 185289 h 1664090"/>
                  <a:gd name="connsiteX1" fmla="*/ 186889 w 1678460"/>
                  <a:gd name="connsiteY1" fmla="*/ 832045 h 1664090"/>
                  <a:gd name="connsiteX2" fmla="*/ 186889 w 1678460"/>
                  <a:gd name="connsiteY2" fmla="*/ 1170350 h 1664090"/>
                  <a:gd name="connsiteX3" fmla="*/ 495340 w 1678460"/>
                  <a:gd name="connsiteY3" fmla="*/ 1478801 h 1664090"/>
                  <a:gd name="connsiteX4" fmla="*/ 844815 w 1678460"/>
                  <a:gd name="connsiteY4" fmla="*/ 1478801 h 1664090"/>
                  <a:gd name="connsiteX5" fmla="*/ 1491571 w 1678460"/>
                  <a:gd name="connsiteY5" fmla="*/ 832045 h 1664090"/>
                  <a:gd name="connsiteX6" fmla="*/ 1491571 w 1678460"/>
                  <a:gd name="connsiteY6" fmla="*/ 493740 h 1664090"/>
                  <a:gd name="connsiteX7" fmla="*/ 1183120 w 1678460"/>
                  <a:gd name="connsiteY7" fmla="*/ 185289 h 1664090"/>
                  <a:gd name="connsiteX8" fmla="*/ 832045 w 1678460"/>
                  <a:gd name="connsiteY8" fmla="*/ 0 h 1664090"/>
                  <a:gd name="connsiteX9" fmla="*/ 1678460 w 1678460"/>
                  <a:gd name="connsiteY9" fmla="*/ 0 h 1664090"/>
                  <a:gd name="connsiteX10" fmla="*/ 1678460 w 1678460"/>
                  <a:gd name="connsiteY10" fmla="*/ 832045 h 1664090"/>
                  <a:gd name="connsiteX11" fmla="*/ 846415 w 1678460"/>
                  <a:gd name="connsiteY11" fmla="*/ 1664090 h 1664090"/>
                  <a:gd name="connsiteX12" fmla="*/ 0 w 1678460"/>
                  <a:gd name="connsiteY12" fmla="*/ 1664090 h 1664090"/>
                  <a:gd name="connsiteX13" fmla="*/ 0 w 1678460"/>
                  <a:gd name="connsiteY13" fmla="*/ 832045 h 1664090"/>
                  <a:gd name="connsiteX14" fmla="*/ 832045 w 1678460"/>
                  <a:gd name="connsiteY14" fmla="*/ 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78460" h="1664090">
                    <a:moveTo>
                      <a:pt x="833645" y="185289"/>
                    </a:moveTo>
                    <a:cubicBezTo>
                      <a:pt x="476452" y="185289"/>
                      <a:pt x="186889" y="474852"/>
                      <a:pt x="186889" y="832045"/>
                    </a:cubicBezTo>
                    <a:lnTo>
                      <a:pt x="186889" y="1170350"/>
                    </a:ln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close/>
                    <a:moveTo>
                      <a:pt x="832045" y="0"/>
                    </a:moveTo>
                    <a:lnTo>
                      <a:pt x="1678460" y="0"/>
                    </a:lnTo>
                    <a:lnTo>
                      <a:pt x="1678460" y="832045"/>
                    </a:lnTo>
                    <a:cubicBezTo>
                      <a:pt x="1678460" y="1291571"/>
                      <a:pt x="1305941" y="1664090"/>
                      <a:pt x="846415" y="1664090"/>
                    </a:cubicBezTo>
                    <a:lnTo>
                      <a:pt x="0" y="1664090"/>
                    </a:lnTo>
                    <a:lnTo>
                      <a:pt x="0" y="832045"/>
                    </a:lnTo>
                    <a:cubicBezTo>
                      <a:pt x="0" y="372519"/>
                      <a:pt x="372519" y="0"/>
                      <a:pt x="83204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32" name="Freeform: Shape 11"/>
              <p:cNvSpPr/>
              <p:nvPr/>
            </p:nvSpPr>
            <p:spPr>
              <a:xfrm rot="10800000">
                <a:off x="4601381" y="4018715"/>
                <a:ext cx="1071110" cy="1061939"/>
              </a:xfrm>
              <a:custGeom>
                <a:avLst/>
                <a:gdLst>
                  <a:gd name="connsiteX0" fmla="*/ 503121 w 999590"/>
                  <a:gd name="connsiteY0" fmla="*/ 880685 h 991032"/>
                  <a:gd name="connsiteX1" fmla="*/ 888290 w 999590"/>
                  <a:gd name="connsiteY1" fmla="*/ 495516 h 991032"/>
                  <a:gd name="connsiteX2" fmla="*/ 888290 w 999590"/>
                  <a:gd name="connsiteY2" fmla="*/ 294042 h 991032"/>
                  <a:gd name="connsiteX3" fmla="*/ 704595 w 999590"/>
                  <a:gd name="connsiteY3" fmla="*/ 110347 h 991032"/>
                  <a:gd name="connsiteX4" fmla="*/ 496469 w 999590"/>
                  <a:gd name="connsiteY4" fmla="*/ 110347 h 991032"/>
                  <a:gd name="connsiteX5" fmla="*/ 111300 w 999590"/>
                  <a:gd name="connsiteY5" fmla="*/ 495516 h 991032"/>
                  <a:gd name="connsiteX6" fmla="*/ 111300 w 999590"/>
                  <a:gd name="connsiteY6" fmla="*/ 696990 h 991032"/>
                  <a:gd name="connsiteX7" fmla="*/ 294995 w 999590"/>
                  <a:gd name="connsiteY7" fmla="*/ 880685 h 991032"/>
                  <a:gd name="connsiteX8" fmla="*/ 504074 w 999590"/>
                  <a:gd name="connsiteY8" fmla="*/ 991032 h 991032"/>
                  <a:gd name="connsiteX9" fmla="*/ 236321 w 999590"/>
                  <a:gd name="connsiteY9" fmla="*/ 991032 h 991032"/>
                  <a:gd name="connsiteX10" fmla="*/ 0 w 999590"/>
                  <a:gd name="connsiteY10" fmla="*/ 754711 h 991032"/>
                  <a:gd name="connsiteX11" fmla="*/ 0 w 999590"/>
                  <a:gd name="connsiteY11" fmla="*/ 495516 h 991032"/>
                  <a:gd name="connsiteX12" fmla="*/ 495516 w 999590"/>
                  <a:gd name="connsiteY12" fmla="*/ 0 h 991032"/>
                  <a:gd name="connsiteX13" fmla="*/ 763269 w 999590"/>
                  <a:gd name="connsiteY13" fmla="*/ 0 h 991032"/>
                  <a:gd name="connsiteX14" fmla="*/ 999590 w 999590"/>
                  <a:gd name="connsiteY14" fmla="*/ 236321 h 991032"/>
                  <a:gd name="connsiteX15" fmla="*/ 999590 w 999590"/>
                  <a:gd name="connsiteY15" fmla="*/ 495516 h 991032"/>
                  <a:gd name="connsiteX16" fmla="*/ 504074 w 999590"/>
                  <a:gd name="connsiteY16" fmla="*/ 991032 h 99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9590" h="991032">
                    <a:moveTo>
                      <a:pt x="503121" y="880685"/>
                    </a:moveTo>
                    <a:cubicBezTo>
                      <a:pt x="715844" y="880685"/>
                      <a:pt x="888290" y="708239"/>
                      <a:pt x="888290" y="495516"/>
                    </a:cubicBezTo>
                    <a:lnTo>
                      <a:pt x="888290" y="294042"/>
                    </a:lnTo>
                    <a:cubicBezTo>
                      <a:pt x="888290" y="192590"/>
                      <a:pt x="806047" y="110347"/>
                      <a:pt x="704595" y="110347"/>
                    </a:cubicBezTo>
                    <a:lnTo>
                      <a:pt x="496469" y="110347"/>
                    </a:lnTo>
                    <a:cubicBezTo>
                      <a:pt x="283746" y="110347"/>
                      <a:pt x="111300" y="282793"/>
                      <a:pt x="111300" y="495516"/>
                    </a:cubicBezTo>
                    <a:lnTo>
                      <a:pt x="111300" y="696990"/>
                    </a:lnTo>
                    <a:cubicBezTo>
                      <a:pt x="111300" y="798442"/>
                      <a:pt x="193543" y="880685"/>
                      <a:pt x="294995" y="880685"/>
                    </a:cubicBezTo>
                    <a:close/>
                    <a:moveTo>
                      <a:pt x="504074" y="991032"/>
                    </a:moveTo>
                    <a:lnTo>
                      <a:pt x="236321" y="991032"/>
                    </a:lnTo>
                    <a:cubicBezTo>
                      <a:pt x="105805" y="991032"/>
                      <a:pt x="0" y="885227"/>
                      <a:pt x="0" y="754711"/>
                    </a:cubicBezTo>
                    <a:lnTo>
                      <a:pt x="0" y="495516"/>
                    </a:lnTo>
                    <a:cubicBezTo>
                      <a:pt x="0" y="221850"/>
                      <a:pt x="221850" y="0"/>
                      <a:pt x="495516" y="0"/>
                    </a:cubicBezTo>
                    <a:lnTo>
                      <a:pt x="763269" y="0"/>
                    </a:lnTo>
                    <a:cubicBezTo>
                      <a:pt x="893785" y="0"/>
                      <a:pt x="999590" y="105805"/>
                      <a:pt x="999590" y="236321"/>
                    </a:cubicBezTo>
                    <a:lnTo>
                      <a:pt x="999590" y="495516"/>
                    </a:lnTo>
                    <a:cubicBezTo>
                      <a:pt x="999590" y="769182"/>
                      <a:pt x="777740" y="991032"/>
                      <a:pt x="504074" y="99103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33" name="Freeform: Shape 15"/>
              <p:cNvSpPr/>
              <p:nvPr/>
            </p:nvSpPr>
            <p:spPr bwMode="auto">
              <a:xfrm>
                <a:off x="4955342" y="4275861"/>
                <a:ext cx="354013" cy="521291"/>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accent1"/>
              </a:solidFill>
              <a:ln w="9525">
                <a:noFill/>
                <a:round/>
              </a:ln>
            </p:spPr>
            <p:txBody>
              <a:bodyPr anchor="ctr"/>
              <a:p>
                <a:pPr algn="ctr"/>
              </a:p>
            </p:txBody>
          </p:sp>
        </p:grpSp>
        <p:grpSp>
          <p:nvGrpSpPr>
            <p:cNvPr id="8" name="Group 33"/>
            <p:cNvGrpSpPr/>
            <p:nvPr/>
          </p:nvGrpSpPr>
          <p:grpSpPr>
            <a:xfrm>
              <a:off x="3017374" y="1224874"/>
              <a:ext cx="1337366" cy="1348913"/>
              <a:chOff x="4240773" y="1830232"/>
              <a:chExt cx="1783154" cy="1798551"/>
            </a:xfrm>
          </p:grpSpPr>
          <p:grpSp>
            <p:nvGrpSpPr>
              <p:cNvPr id="27" name="Group 3"/>
              <p:cNvGrpSpPr/>
              <p:nvPr/>
            </p:nvGrpSpPr>
            <p:grpSpPr>
              <a:xfrm>
                <a:off x="4240773" y="1830232"/>
                <a:ext cx="1783154" cy="1798551"/>
                <a:chOff x="3273487" y="1407637"/>
                <a:chExt cx="1248068" cy="1258845"/>
              </a:xfrm>
            </p:grpSpPr>
            <p:sp>
              <p:nvSpPr>
                <p:cNvPr id="29" name="Freeform: Shape 4"/>
                <p:cNvSpPr/>
                <p:nvPr/>
              </p:nvSpPr>
              <p:spPr>
                <a:xfrm rot="5400000">
                  <a:off x="3268098" y="1413026"/>
                  <a:ext cx="1258845" cy="1248068"/>
                </a:xfrm>
                <a:custGeom>
                  <a:avLst/>
                  <a:gdLst>
                    <a:gd name="connsiteX0" fmla="*/ 186889 w 1678460"/>
                    <a:gd name="connsiteY0" fmla="*/ 1170350 h 1664090"/>
                    <a:gd name="connsiteX1" fmla="*/ 495340 w 1678460"/>
                    <a:gd name="connsiteY1" fmla="*/ 1478801 h 1664090"/>
                    <a:gd name="connsiteX2" fmla="*/ 844815 w 1678460"/>
                    <a:gd name="connsiteY2" fmla="*/ 1478801 h 1664090"/>
                    <a:gd name="connsiteX3" fmla="*/ 1491571 w 1678460"/>
                    <a:gd name="connsiteY3" fmla="*/ 832045 h 1664090"/>
                    <a:gd name="connsiteX4" fmla="*/ 1491571 w 1678460"/>
                    <a:gd name="connsiteY4" fmla="*/ 493740 h 1664090"/>
                    <a:gd name="connsiteX5" fmla="*/ 1183120 w 1678460"/>
                    <a:gd name="connsiteY5" fmla="*/ 185289 h 1664090"/>
                    <a:gd name="connsiteX6" fmla="*/ 833645 w 1678460"/>
                    <a:gd name="connsiteY6" fmla="*/ 185289 h 1664090"/>
                    <a:gd name="connsiteX7" fmla="*/ 186889 w 1678460"/>
                    <a:gd name="connsiteY7" fmla="*/ 832045 h 1664090"/>
                    <a:gd name="connsiteX8" fmla="*/ 0 w 1678460"/>
                    <a:gd name="connsiteY8" fmla="*/ 1664090 h 1664090"/>
                    <a:gd name="connsiteX9" fmla="*/ 0 w 1678460"/>
                    <a:gd name="connsiteY9" fmla="*/ 832045 h 1664090"/>
                    <a:gd name="connsiteX10" fmla="*/ 832045 w 1678460"/>
                    <a:gd name="connsiteY10" fmla="*/ 0 h 1664090"/>
                    <a:gd name="connsiteX11" fmla="*/ 1678460 w 1678460"/>
                    <a:gd name="connsiteY11" fmla="*/ 0 h 1664090"/>
                    <a:gd name="connsiteX12" fmla="*/ 1678460 w 1678460"/>
                    <a:gd name="connsiteY12" fmla="*/ 832045 h 1664090"/>
                    <a:gd name="connsiteX13" fmla="*/ 846415 w 1678460"/>
                    <a:gd name="connsiteY13" fmla="*/ 166409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8460" h="1664090">
                      <a:moveTo>
                        <a:pt x="186889" y="1170350"/>
                      </a:move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lnTo>
                        <a:pt x="833645" y="185289"/>
                      </a:lnTo>
                      <a:cubicBezTo>
                        <a:pt x="476452" y="185289"/>
                        <a:pt x="186889" y="474852"/>
                        <a:pt x="186889" y="832045"/>
                      </a:cubicBezTo>
                      <a:close/>
                      <a:moveTo>
                        <a:pt x="0" y="1664090"/>
                      </a:moveTo>
                      <a:lnTo>
                        <a:pt x="0" y="832045"/>
                      </a:lnTo>
                      <a:cubicBezTo>
                        <a:pt x="0" y="372519"/>
                        <a:pt x="372519" y="0"/>
                        <a:pt x="832045" y="0"/>
                      </a:cubicBezTo>
                      <a:lnTo>
                        <a:pt x="1678460" y="0"/>
                      </a:lnTo>
                      <a:lnTo>
                        <a:pt x="1678460" y="832045"/>
                      </a:lnTo>
                      <a:cubicBezTo>
                        <a:pt x="1678460" y="1291571"/>
                        <a:pt x="1305941" y="1664090"/>
                        <a:pt x="846415" y="166409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30" name="Freeform: Shape 5"/>
                <p:cNvSpPr/>
                <p:nvPr/>
              </p:nvSpPr>
              <p:spPr>
                <a:xfrm rot="5400000">
                  <a:off x="3538911" y="1666948"/>
                  <a:ext cx="723639" cy="749693"/>
                </a:xfrm>
                <a:custGeom>
                  <a:avLst/>
                  <a:gdLst>
                    <a:gd name="connsiteX0" fmla="*/ 112428 w 964852"/>
                    <a:gd name="connsiteY0" fmla="*/ 709448 h 999590"/>
                    <a:gd name="connsiteX1" fmla="*/ 291270 w 964852"/>
                    <a:gd name="connsiteY1" fmla="*/ 888290 h 999590"/>
                    <a:gd name="connsiteX2" fmla="*/ 487422 w 964852"/>
                    <a:gd name="connsiteY2" fmla="*/ 888290 h 999590"/>
                    <a:gd name="connsiteX3" fmla="*/ 862416 w 964852"/>
                    <a:gd name="connsiteY3" fmla="*/ 513296 h 999590"/>
                    <a:gd name="connsiteX4" fmla="*/ 862416 w 964852"/>
                    <a:gd name="connsiteY4" fmla="*/ 290142 h 999590"/>
                    <a:gd name="connsiteX5" fmla="*/ 683574 w 964852"/>
                    <a:gd name="connsiteY5" fmla="*/ 111300 h 999590"/>
                    <a:gd name="connsiteX6" fmla="*/ 487422 w 964852"/>
                    <a:gd name="connsiteY6" fmla="*/ 111300 h 999590"/>
                    <a:gd name="connsiteX7" fmla="*/ 112428 w 964852"/>
                    <a:gd name="connsiteY7" fmla="*/ 486294 h 999590"/>
                    <a:gd name="connsiteX8" fmla="*/ 0 w 964852"/>
                    <a:gd name="connsiteY8" fmla="*/ 769511 h 999590"/>
                    <a:gd name="connsiteX9" fmla="*/ 0 w 964852"/>
                    <a:gd name="connsiteY9" fmla="*/ 482426 h 999590"/>
                    <a:gd name="connsiteX10" fmla="*/ 482426 w 964852"/>
                    <a:gd name="connsiteY10" fmla="*/ 0 h 999590"/>
                    <a:gd name="connsiteX11" fmla="*/ 734773 w 964852"/>
                    <a:gd name="connsiteY11" fmla="*/ 0 h 999590"/>
                    <a:gd name="connsiteX12" fmla="*/ 964852 w 964852"/>
                    <a:gd name="connsiteY12" fmla="*/ 230079 h 999590"/>
                    <a:gd name="connsiteX13" fmla="*/ 964852 w 964852"/>
                    <a:gd name="connsiteY13" fmla="*/ 517164 h 999590"/>
                    <a:gd name="connsiteX14" fmla="*/ 482426 w 964852"/>
                    <a:gd name="connsiteY14" fmla="*/ 999590 h 999590"/>
                    <a:gd name="connsiteX15" fmla="*/ 230079 w 964852"/>
                    <a:gd name="connsiteY15" fmla="*/ 999590 h 999590"/>
                    <a:gd name="connsiteX16" fmla="*/ 0 w 964852"/>
                    <a:gd name="connsiteY16" fmla="*/ 769511 h 99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4852" h="999590">
                      <a:moveTo>
                        <a:pt x="112428" y="709448"/>
                      </a:moveTo>
                      <a:cubicBezTo>
                        <a:pt x="112428" y="808220"/>
                        <a:pt x="192498" y="888290"/>
                        <a:pt x="291270" y="888290"/>
                      </a:cubicBezTo>
                      <a:lnTo>
                        <a:pt x="487422" y="888290"/>
                      </a:lnTo>
                      <a:cubicBezTo>
                        <a:pt x="694525" y="888290"/>
                        <a:pt x="862416" y="720399"/>
                        <a:pt x="862416" y="513296"/>
                      </a:cubicBezTo>
                      <a:lnTo>
                        <a:pt x="862416" y="290142"/>
                      </a:lnTo>
                      <a:cubicBezTo>
                        <a:pt x="862416" y="191370"/>
                        <a:pt x="782346" y="111300"/>
                        <a:pt x="683574" y="111300"/>
                      </a:cubicBezTo>
                      <a:lnTo>
                        <a:pt x="487422" y="111300"/>
                      </a:lnTo>
                      <a:cubicBezTo>
                        <a:pt x="280319" y="111300"/>
                        <a:pt x="112428" y="279191"/>
                        <a:pt x="112428" y="486294"/>
                      </a:cubicBezTo>
                      <a:close/>
                      <a:moveTo>
                        <a:pt x="0" y="769511"/>
                      </a:moveTo>
                      <a:lnTo>
                        <a:pt x="0" y="482426"/>
                      </a:lnTo>
                      <a:cubicBezTo>
                        <a:pt x="0" y="215989"/>
                        <a:pt x="215989" y="0"/>
                        <a:pt x="482426" y="0"/>
                      </a:cubicBezTo>
                      <a:lnTo>
                        <a:pt x="734773" y="0"/>
                      </a:lnTo>
                      <a:cubicBezTo>
                        <a:pt x="861842" y="0"/>
                        <a:pt x="964852" y="103010"/>
                        <a:pt x="964852" y="230079"/>
                      </a:cubicBezTo>
                      <a:lnTo>
                        <a:pt x="964852" y="517164"/>
                      </a:lnTo>
                      <a:cubicBezTo>
                        <a:pt x="964852" y="783601"/>
                        <a:pt x="748863" y="999590"/>
                        <a:pt x="482426" y="999590"/>
                      </a:cubicBezTo>
                      <a:lnTo>
                        <a:pt x="230079" y="999590"/>
                      </a:lnTo>
                      <a:cubicBezTo>
                        <a:pt x="103010" y="999590"/>
                        <a:pt x="0" y="896580"/>
                        <a:pt x="0" y="769511"/>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grpSp>
          <p:sp>
            <p:nvSpPr>
              <p:cNvPr id="28" name="Freeform: Shape 17"/>
              <p:cNvSpPr/>
              <p:nvPr/>
            </p:nvSpPr>
            <p:spPr bwMode="auto">
              <a:xfrm>
                <a:off x="4961490" y="2477045"/>
                <a:ext cx="439990" cy="439990"/>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accent3"/>
              </a:solidFill>
              <a:ln w="9525">
                <a:noFill/>
                <a:round/>
              </a:ln>
            </p:spPr>
            <p:txBody>
              <a:bodyPr anchor="ctr"/>
              <a:p>
                <a:pPr algn="ctr"/>
              </a:p>
            </p:txBody>
          </p:sp>
        </p:grpSp>
        <p:grpSp>
          <p:nvGrpSpPr>
            <p:cNvPr id="9" name="Group 25"/>
            <p:cNvGrpSpPr/>
            <p:nvPr/>
          </p:nvGrpSpPr>
          <p:grpSpPr>
            <a:xfrm>
              <a:off x="4424222" y="1236422"/>
              <a:ext cx="1348913" cy="1337366"/>
              <a:chOff x="6078982" y="1845629"/>
              <a:chExt cx="1798551" cy="1783154"/>
            </a:xfrm>
          </p:grpSpPr>
          <p:grpSp>
            <p:nvGrpSpPr>
              <p:cNvPr id="23" name="Group 6"/>
              <p:cNvGrpSpPr/>
              <p:nvPr/>
            </p:nvGrpSpPr>
            <p:grpSpPr>
              <a:xfrm>
                <a:off x="6078982" y="1845629"/>
                <a:ext cx="1798551" cy="1783154"/>
                <a:chOff x="4560089" y="1430787"/>
                <a:chExt cx="1258845" cy="1248068"/>
              </a:xfrm>
            </p:grpSpPr>
            <p:sp>
              <p:nvSpPr>
                <p:cNvPr id="25" name="Freeform: Shape 7"/>
                <p:cNvSpPr/>
                <p:nvPr/>
              </p:nvSpPr>
              <p:spPr>
                <a:xfrm>
                  <a:off x="4560089" y="1430787"/>
                  <a:ext cx="1258845" cy="1248068"/>
                </a:xfrm>
                <a:custGeom>
                  <a:avLst/>
                  <a:gdLst>
                    <a:gd name="connsiteX0" fmla="*/ 833645 w 1678460"/>
                    <a:gd name="connsiteY0" fmla="*/ 185289 h 1664090"/>
                    <a:gd name="connsiteX1" fmla="*/ 186889 w 1678460"/>
                    <a:gd name="connsiteY1" fmla="*/ 832045 h 1664090"/>
                    <a:gd name="connsiteX2" fmla="*/ 186889 w 1678460"/>
                    <a:gd name="connsiteY2" fmla="*/ 1170350 h 1664090"/>
                    <a:gd name="connsiteX3" fmla="*/ 495340 w 1678460"/>
                    <a:gd name="connsiteY3" fmla="*/ 1478801 h 1664090"/>
                    <a:gd name="connsiteX4" fmla="*/ 844815 w 1678460"/>
                    <a:gd name="connsiteY4" fmla="*/ 1478801 h 1664090"/>
                    <a:gd name="connsiteX5" fmla="*/ 1491571 w 1678460"/>
                    <a:gd name="connsiteY5" fmla="*/ 832045 h 1664090"/>
                    <a:gd name="connsiteX6" fmla="*/ 1491571 w 1678460"/>
                    <a:gd name="connsiteY6" fmla="*/ 493740 h 1664090"/>
                    <a:gd name="connsiteX7" fmla="*/ 1183120 w 1678460"/>
                    <a:gd name="connsiteY7" fmla="*/ 185289 h 1664090"/>
                    <a:gd name="connsiteX8" fmla="*/ 832045 w 1678460"/>
                    <a:gd name="connsiteY8" fmla="*/ 0 h 1664090"/>
                    <a:gd name="connsiteX9" fmla="*/ 1678460 w 1678460"/>
                    <a:gd name="connsiteY9" fmla="*/ 0 h 1664090"/>
                    <a:gd name="connsiteX10" fmla="*/ 1678460 w 1678460"/>
                    <a:gd name="connsiteY10" fmla="*/ 832045 h 1664090"/>
                    <a:gd name="connsiteX11" fmla="*/ 846415 w 1678460"/>
                    <a:gd name="connsiteY11" fmla="*/ 1664090 h 1664090"/>
                    <a:gd name="connsiteX12" fmla="*/ 0 w 1678460"/>
                    <a:gd name="connsiteY12" fmla="*/ 1664090 h 1664090"/>
                    <a:gd name="connsiteX13" fmla="*/ 0 w 1678460"/>
                    <a:gd name="connsiteY13" fmla="*/ 832045 h 1664090"/>
                    <a:gd name="connsiteX14" fmla="*/ 832045 w 1678460"/>
                    <a:gd name="connsiteY14" fmla="*/ 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78460" h="1664090">
                      <a:moveTo>
                        <a:pt x="833645" y="185289"/>
                      </a:moveTo>
                      <a:cubicBezTo>
                        <a:pt x="476452" y="185289"/>
                        <a:pt x="186889" y="474852"/>
                        <a:pt x="186889" y="832045"/>
                      </a:cubicBezTo>
                      <a:lnTo>
                        <a:pt x="186889" y="1170350"/>
                      </a:ln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close/>
                      <a:moveTo>
                        <a:pt x="832045" y="0"/>
                      </a:moveTo>
                      <a:lnTo>
                        <a:pt x="1678460" y="0"/>
                      </a:lnTo>
                      <a:lnTo>
                        <a:pt x="1678460" y="832045"/>
                      </a:lnTo>
                      <a:cubicBezTo>
                        <a:pt x="1678460" y="1291571"/>
                        <a:pt x="1305941" y="1664090"/>
                        <a:pt x="846415" y="1664090"/>
                      </a:cubicBezTo>
                      <a:lnTo>
                        <a:pt x="0" y="1664090"/>
                      </a:lnTo>
                      <a:lnTo>
                        <a:pt x="0" y="832045"/>
                      </a:lnTo>
                      <a:cubicBezTo>
                        <a:pt x="0" y="372519"/>
                        <a:pt x="372519" y="0"/>
                        <a:pt x="83204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26" name="Freeform: Shape 8"/>
                <p:cNvSpPr/>
                <p:nvPr/>
              </p:nvSpPr>
              <p:spPr>
                <a:xfrm rot="10800000">
                  <a:off x="4814665" y="1660340"/>
                  <a:ext cx="749693" cy="743274"/>
                </a:xfrm>
                <a:custGeom>
                  <a:avLst/>
                  <a:gdLst>
                    <a:gd name="connsiteX0" fmla="*/ 503121 w 999590"/>
                    <a:gd name="connsiteY0" fmla="*/ 880685 h 991032"/>
                    <a:gd name="connsiteX1" fmla="*/ 888290 w 999590"/>
                    <a:gd name="connsiteY1" fmla="*/ 495516 h 991032"/>
                    <a:gd name="connsiteX2" fmla="*/ 888290 w 999590"/>
                    <a:gd name="connsiteY2" fmla="*/ 294042 h 991032"/>
                    <a:gd name="connsiteX3" fmla="*/ 704595 w 999590"/>
                    <a:gd name="connsiteY3" fmla="*/ 110347 h 991032"/>
                    <a:gd name="connsiteX4" fmla="*/ 496469 w 999590"/>
                    <a:gd name="connsiteY4" fmla="*/ 110347 h 991032"/>
                    <a:gd name="connsiteX5" fmla="*/ 111300 w 999590"/>
                    <a:gd name="connsiteY5" fmla="*/ 495516 h 991032"/>
                    <a:gd name="connsiteX6" fmla="*/ 111300 w 999590"/>
                    <a:gd name="connsiteY6" fmla="*/ 696990 h 991032"/>
                    <a:gd name="connsiteX7" fmla="*/ 294995 w 999590"/>
                    <a:gd name="connsiteY7" fmla="*/ 880685 h 991032"/>
                    <a:gd name="connsiteX8" fmla="*/ 504074 w 999590"/>
                    <a:gd name="connsiteY8" fmla="*/ 991032 h 991032"/>
                    <a:gd name="connsiteX9" fmla="*/ 236321 w 999590"/>
                    <a:gd name="connsiteY9" fmla="*/ 991032 h 991032"/>
                    <a:gd name="connsiteX10" fmla="*/ 0 w 999590"/>
                    <a:gd name="connsiteY10" fmla="*/ 754711 h 991032"/>
                    <a:gd name="connsiteX11" fmla="*/ 0 w 999590"/>
                    <a:gd name="connsiteY11" fmla="*/ 495516 h 991032"/>
                    <a:gd name="connsiteX12" fmla="*/ 495516 w 999590"/>
                    <a:gd name="connsiteY12" fmla="*/ 0 h 991032"/>
                    <a:gd name="connsiteX13" fmla="*/ 763269 w 999590"/>
                    <a:gd name="connsiteY13" fmla="*/ 0 h 991032"/>
                    <a:gd name="connsiteX14" fmla="*/ 999590 w 999590"/>
                    <a:gd name="connsiteY14" fmla="*/ 236321 h 991032"/>
                    <a:gd name="connsiteX15" fmla="*/ 999590 w 999590"/>
                    <a:gd name="connsiteY15" fmla="*/ 495516 h 991032"/>
                    <a:gd name="connsiteX16" fmla="*/ 504074 w 999590"/>
                    <a:gd name="connsiteY16" fmla="*/ 991032 h 99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9590" h="991032">
                      <a:moveTo>
                        <a:pt x="503121" y="880685"/>
                      </a:moveTo>
                      <a:cubicBezTo>
                        <a:pt x="715844" y="880685"/>
                        <a:pt x="888290" y="708239"/>
                        <a:pt x="888290" y="495516"/>
                      </a:cubicBezTo>
                      <a:lnTo>
                        <a:pt x="888290" y="294042"/>
                      </a:lnTo>
                      <a:cubicBezTo>
                        <a:pt x="888290" y="192590"/>
                        <a:pt x="806047" y="110347"/>
                        <a:pt x="704595" y="110347"/>
                      </a:cubicBezTo>
                      <a:lnTo>
                        <a:pt x="496469" y="110347"/>
                      </a:lnTo>
                      <a:cubicBezTo>
                        <a:pt x="283746" y="110347"/>
                        <a:pt x="111300" y="282793"/>
                        <a:pt x="111300" y="495516"/>
                      </a:cubicBezTo>
                      <a:lnTo>
                        <a:pt x="111300" y="696990"/>
                      </a:lnTo>
                      <a:cubicBezTo>
                        <a:pt x="111300" y="798442"/>
                        <a:pt x="193543" y="880685"/>
                        <a:pt x="294995" y="880685"/>
                      </a:cubicBezTo>
                      <a:close/>
                      <a:moveTo>
                        <a:pt x="504074" y="991032"/>
                      </a:moveTo>
                      <a:lnTo>
                        <a:pt x="236321" y="991032"/>
                      </a:lnTo>
                      <a:cubicBezTo>
                        <a:pt x="105805" y="991032"/>
                        <a:pt x="0" y="885227"/>
                        <a:pt x="0" y="754711"/>
                      </a:cubicBezTo>
                      <a:lnTo>
                        <a:pt x="0" y="495516"/>
                      </a:lnTo>
                      <a:cubicBezTo>
                        <a:pt x="0" y="221850"/>
                        <a:pt x="221850" y="0"/>
                        <a:pt x="495516" y="0"/>
                      </a:cubicBezTo>
                      <a:lnTo>
                        <a:pt x="763269" y="0"/>
                      </a:lnTo>
                      <a:cubicBezTo>
                        <a:pt x="893785" y="0"/>
                        <a:pt x="999590" y="105805"/>
                        <a:pt x="999590" y="236321"/>
                      </a:cubicBezTo>
                      <a:lnTo>
                        <a:pt x="999590" y="495516"/>
                      </a:lnTo>
                      <a:cubicBezTo>
                        <a:pt x="999590" y="769182"/>
                        <a:pt x="777740" y="991032"/>
                        <a:pt x="504074" y="99103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grpSp>
          <p:sp>
            <p:nvSpPr>
              <p:cNvPr id="24" name="Freeform: Shape 18"/>
              <p:cNvSpPr/>
              <p:nvPr/>
            </p:nvSpPr>
            <p:spPr bwMode="auto">
              <a:xfrm>
                <a:off x="6723903" y="2502993"/>
                <a:ext cx="432339" cy="338351"/>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accent2"/>
              </a:solidFill>
              <a:ln w="9525">
                <a:noFill/>
                <a:round/>
              </a:ln>
            </p:spPr>
            <p:txBody>
              <a:bodyPr anchor="ctr"/>
              <a:p>
                <a:pPr algn="ctr"/>
              </a:p>
            </p:txBody>
          </p:sp>
        </p:grpSp>
        <p:grpSp>
          <p:nvGrpSpPr>
            <p:cNvPr id="10" name="Group 19"/>
            <p:cNvGrpSpPr/>
            <p:nvPr/>
          </p:nvGrpSpPr>
          <p:grpSpPr>
            <a:xfrm>
              <a:off x="4424222" y="2625756"/>
              <a:ext cx="1348913" cy="1337366"/>
              <a:chOff x="6078982" y="3658107"/>
              <a:chExt cx="1798551" cy="1783154"/>
            </a:xfrm>
          </p:grpSpPr>
          <p:sp>
            <p:nvSpPr>
              <p:cNvPr id="20" name="Freeform: Shape 16"/>
              <p:cNvSpPr/>
              <p:nvPr/>
            </p:nvSpPr>
            <p:spPr bwMode="auto">
              <a:xfrm>
                <a:off x="6770009" y="4338234"/>
                <a:ext cx="410267" cy="404321"/>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accent4"/>
              </a:solidFill>
              <a:ln w="9525">
                <a:noFill/>
                <a:round/>
              </a:ln>
            </p:spPr>
            <p:txBody>
              <a:bodyPr anchor="ctr"/>
              <a:p>
                <a:pPr algn="ctr"/>
              </a:p>
            </p:txBody>
          </p:sp>
          <p:sp>
            <p:nvSpPr>
              <p:cNvPr id="21" name="Freeform: Shape 28"/>
              <p:cNvSpPr/>
              <p:nvPr/>
            </p:nvSpPr>
            <p:spPr>
              <a:xfrm flipH="1">
                <a:off x="6078982" y="3658107"/>
                <a:ext cx="1798551" cy="1783154"/>
              </a:xfrm>
              <a:custGeom>
                <a:avLst/>
                <a:gdLst>
                  <a:gd name="connsiteX0" fmla="*/ 833645 w 1678460"/>
                  <a:gd name="connsiteY0" fmla="*/ 185289 h 1664090"/>
                  <a:gd name="connsiteX1" fmla="*/ 186889 w 1678460"/>
                  <a:gd name="connsiteY1" fmla="*/ 832045 h 1664090"/>
                  <a:gd name="connsiteX2" fmla="*/ 186889 w 1678460"/>
                  <a:gd name="connsiteY2" fmla="*/ 1170350 h 1664090"/>
                  <a:gd name="connsiteX3" fmla="*/ 495340 w 1678460"/>
                  <a:gd name="connsiteY3" fmla="*/ 1478801 h 1664090"/>
                  <a:gd name="connsiteX4" fmla="*/ 844815 w 1678460"/>
                  <a:gd name="connsiteY4" fmla="*/ 1478801 h 1664090"/>
                  <a:gd name="connsiteX5" fmla="*/ 1491571 w 1678460"/>
                  <a:gd name="connsiteY5" fmla="*/ 832045 h 1664090"/>
                  <a:gd name="connsiteX6" fmla="*/ 1491571 w 1678460"/>
                  <a:gd name="connsiteY6" fmla="*/ 493740 h 1664090"/>
                  <a:gd name="connsiteX7" fmla="*/ 1183120 w 1678460"/>
                  <a:gd name="connsiteY7" fmla="*/ 185289 h 1664090"/>
                  <a:gd name="connsiteX8" fmla="*/ 832045 w 1678460"/>
                  <a:gd name="connsiteY8" fmla="*/ 0 h 1664090"/>
                  <a:gd name="connsiteX9" fmla="*/ 1678460 w 1678460"/>
                  <a:gd name="connsiteY9" fmla="*/ 0 h 1664090"/>
                  <a:gd name="connsiteX10" fmla="*/ 1678460 w 1678460"/>
                  <a:gd name="connsiteY10" fmla="*/ 832045 h 1664090"/>
                  <a:gd name="connsiteX11" fmla="*/ 846415 w 1678460"/>
                  <a:gd name="connsiteY11" fmla="*/ 1664090 h 1664090"/>
                  <a:gd name="connsiteX12" fmla="*/ 0 w 1678460"/>
                  <a:gd name="connsiteY12" fmla="*/ 1664090 h 1664090"/>
                  <a:gd name="connsiteX13" fmla="*/ 0 w 1678460"/>
                  <a:gd name="connsiteY13" fmla="*/ 832045 h 1664090"/>
                  <a:gd name="connsiteX14" fmla="*/ 832045 w 1678460"/>
                  <a:gd name="connsiteY14" fmla="*/ 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78460" h="1664090">
                    <a:moveTo>
                      <a:pt x="833645" y="185289"/>
                    </a:moveTo>
                    <a:cubicBezTo>
                      <a:pt x="476452" y="185289"/>
                      <a:pt x="186889" y="474852"/>
                      <a:pt x="186889" y="832045"/>
                    </a:cubicBezTo>
                    <a:lnTo>
                      <a:pt x="186889" y="1170350"/>
                    </a:ln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close/>
                    <a:moveTo>
                      <a:pt x="832045" y="0"/>
                    </a:moveTo>
                    <a:lnTo>
                      <a:pt x="1678460" y="0"/>
                    </a:lnTo>
                    <a:lnTo>
                      <a:pt x="1678460" y="832045"/>
                    </a:lnTo>
                    <a:cubicBezTo>
                      <a:pt x="1678460" y="1291571"/>
                      <a:pt x="1305941" y="1664090"/>
                      <a:pt x="846415" y="1664090"/>
                    </a:cubicBezTo>
                    <a:lnTo>
                      <a:pt x="0" y="1664090"/>
                    </a:lnTo>
                    <a:lnTo>
                      <a:pt x="0" y="832045"/>
                    </a:lnTo>
                    <a:cubicBezTo>
                      <a:pt x="0" y="372519"/>
                      <a:pt x="372519" y="0"/>
                      <a:pt x="832045" y="0"/>
                    </a:cubicBezTo>
                    <a:close/>
                  </a:path>
                </a:pathLst>
              </a:cu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22" name="Freeform: Shape 31"/>
              <p:cNvSpPr/>
              <p:nvPr/>
            </p:nvSpPr>
            <p:spPr>
              <a:xfrm rot="10800000" flipH="1">
                <a:off x="6439589" y="4018715"/>
                <a:ext cx="1071110" cy="1061939"/>
              </a:xfrm>
              <a:custGeom>
                <a:avLst/>
                <a:gdLst>
                  <a:gd name="connsiteX0" fmla="*/ 503121 w 999590"/>
                  <a:gd name="connsiteY0" fmla="*/ 880685 h 991032"/>
                  <a:gd name="connsiteX1" fmla="*/ 888290 w 999590"/>
                  <a:gd name="connsiteY1" fmla="*/ 495516 h 991032"/>
                  <a:gd name="connsiteX2" fmla="*/ 888290 w 999590"/>
                  <a:gd name="connsiteY2" fmla="*/ 294042 h 991032"/>
                  <a:gd name="connsiteX3" fmla="*/ 704595 w 999590"/>
                  <a:gd name="connsiteY3" fmla="*/ 110347 h 991032"/>
                  <a:gd name="connsiteX4" fmla="*/ 496469 w 999590"/>
                  <a:gd name="connsiteY4" fmla="*/ 110347 h 991032"/>
                  <a:gd name="connsiteX5" fmla="*/ 111300 w 999590"/>
                  <a:gd name="connsiteY5" fmla="*/ 495516 h 991032"/>
                  <a:gd name="connsiteX6" fmla="*/ 111300 w 999590"/>
                  <a:gd name="connsiteY6" fmla="*/ 696990 h 991032"/>
                  <a:gd name="connsiteX7" fmla="*/ 294995 w 999590"/>
                  <a:gd name="connsiteY7" fmla="*/ 880685 h 991032"/>
                  <a:gd name="connsiteX8" fmla="*/ 504074 w 999590"/>
                  <a:gd name="connsiteY8" fmla="*/ 991032 h 991032"/>
                  <a:gd name="connsiteX9" fmla="*/ 236321 w 999590"/>
                  <a:gd name="connsiteY9" fmla="*/ 991032 h 991032"/>
                  <a:gd name="connsiteX10" fmla="*/ 0 w 999590"/>
                  <a:gd name="connsiteY10" fmla="*/ 754711 h 991032"/>
                  <a:gd name="connsiteX11" fmla="*/ 0 w 999590"/>
                  <a:gd name="connsiteY11" fmla="*/ 495516 h 991032"/>
                  <a:gd name="connsiteX12" fmla="*/ 495516 w 999590"/>
                  <a:gd name="connsiteY12" fmla="*/ 0 h 991032"/>
                  <a:gd name="connsiteX13" fmla="*/ 763269 w 999590"/>
                  <a:gd name="connsiteY13" fmla="*/ 0 h 991032"/>
                  <a:gd name="connsiteX14" fmla="*/ 999590 w 999590"/>
                  <a:gd name="connsiteY14" fmla="*/ 236321 h 991032"/>
                  <a:gd name="connsiteX15" fmla="*/ 999590 w 999590"/>
                  <a:gd name="connsiteY15" fmla="*/ 495516 h 991032"/>
                  <a:gd name="connsiteX16" fmla="*/ 504074 w 999590"/>
                  <a:gd name="connsiteY16" fmla="*/ 991032 h 99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9590" h="991032">
                    <a:moveTo>
                      <a:pt x="503121" y="880685"/>
                    </a:moveTo>
                    <a:cubicBezTo>
                      <a:pt x="715844" y="880685"/>
                      <a:pt x="888290" y="708239"/>
                      <a:pt x="888290" y="495516"/>
                    </a:cubicBezTo>
                    <a:lnTo>
                      <a:pt x="888290" y="294042"/>
                    </a:lnTo>
                    <a:cubicBezTo>
                      <a:pt x="888290" y="192590"/>
                      <a:pt x="806047" y="110347"/>
                      <a:pt x="704595" y="110347"/>
                    </a:cubicBezTo>
                    <a:lnTo>
                      <a:pt x="496469" y="110347"/>
                    </a:lnTo>
                    <a:cubicBezTo>
                      <a:pt x="283746" y="110347"/>
                      <a:pt x="111300" y="282793"/>
                      <a:pt x="111300" y="495516"/>
                    </a:cubicBezTo>
                    <a:lnTo>
                      <a:pt x="111300" y="696990"/>
                    </a:lnTo>
                    <a:cubicBezTo>
                      <a:pt x="111300" y="798442"/>
                      <a:pt x="193543" y="880685"/>
                      <a:pt x="294995" y="880685"/>
                    </a:cubicBezTo>
                    <a:close/>
                    <a:moveTo>
                      <a:pt x="504074" y="991032"/>
                    </a:moveTo>
                    <a:lnTo>
                      <a:pt x="236321" y="991032"/>
                    </a:lnTo>
                    <a:cubicBezTo>
                      <a:pt x="105805" y="991032"/>
                      <a:pt x="0" y="885227"/>
                      <a:pt x="0" y="754711"/>
                    </a:cubicBezTo>
                    <a:lnTo>
                      <a:pt x="0" y="495516"/>
                    </a:lnTo>
                    <a:cubicBezTo>
                      <a:pt x="0" y="221850"/>
                      <a:pt x="221850" y="0"/>
                      <a:pt x="495516" y="0"/>
                    </a:cubicBezTo>
                    <a:lnTo>
                      <a:pt x="763269" y="0"/>
                    </a:lnTo>
                    <a:cubicBezTo>
                      <a:pt x="893785" y="0"/>
                      <a:pt x="999590" y="105805"/>
                      <a:pt x="999590" y="236321"/>
                    </a:cubicBezTo>
                    <a:lnTo>
                      <a:pt x="999590" y="495516"/>
                    </a:lnTo>
                    <a:cubicBezTo>
                      <a:pt x="999590" y="769182"/>
                      <a:pt x="777740" y="991032"/>
                      <a:pt x="504074" y="991032"/>
                    </a:cubicBezTo>
                    <a:close/>
                  </a:path>
                </a:pathLst>
              </a:custGeom>
              <a:solidFill>
                <a:schemeClr val="accent4"/>
              </a:solidFill>
              <a:ln w="12700" cap="flat" cmpd="sng" algn="ctr">
                <a:solidFill>
                  <a:schemeClr val="accent4">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t>小结</a:t>
            </a:r>
            <a:endParaRPr lang="zh-CN" altLang="en-US"/>
          </a:p>
        </p:txBody>
      </p:sp>
      <p:sp>
        <p:nvSpPr>
          <p:cNvPr id="3" name="内容占位符 2"/>
          <p:cNvSpPr>
            <a:spLocks noGrp="1"/>
          </p:cNvSpPr>
          <p:nvPr>
            <p:ph sz="half" idx="1"/>
          </p:nvPr>
        </p:nvSpPr>
        <p:spPr>
          <a:xfrm>
            <a:off x="452755" y="1184910"/>
            <a:ext cx="7769225" cy="5136515"/>
          </a:xfrm>
        </p:spPr>
        <p:txBody>
          <a:bodyPr>
            <a:noAutofit/>
          </a:bodyPr>
          <a:p>
            <a:pPr indent="266700" algn="just">
              <a:lnSpc>
                <a:spcPct val="150000"/>
              </a:lnSpc>
            </a:pPr>
            <a:r>
              <a:rPr lang="en-US" altLang="zh-CN" sz="18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(4)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在交换排序中，冒泡排序是两两比较待排序记录的关键字，如次序相反则交换两个记录的位置，直到序列中的所有记录有序； 快速排序是将要排序的序列分成独立的两个部分，其中一部分的关键字值都比另一部分的关键字值大，然后分别对这两个部分进行快速排序。</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18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(5)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在选择排序中，直接选择排序是从序列中选择关键字值最小的记录进行放置，直到整个序列中的所有记录都选完为止； 堆排序是将</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条记录按关键字值的大小排成堆，将堆顶元素与第</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n-1</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个元素交换位置并输出，依此类推，即可得到有序序列。</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pPr>
            <a:r>
              <a:rPr lang="en-US" altLang="zh-CN" sz="1800" kern="100" dirty="0">
                <a:solidFill>
                  <a:srgbClr val="656565"/>
                </a:solidFill>
                <a:effectLst/>
                <a:latin typeface="等线" panose="02010600030101010101" charset="-122"/>
                <a:ea typeface="宋体" panose="02010600030101010101" pitchFamily="2" charset="-122"/>
                <a:cs typeface="Times New Roman" panose="02020603050405020304" pitchFamily="18" charset="0"/>
                <a:sym typeface="+mn-ea"/>
              </a:rPr>
              <a:t>(6) </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归并排序是指将两个或者两个以上的有序表合并成一个新的有序表，其中有序表个数为</a:t>
            </a:r>
            <a:r>
              <a:rPr lang="en-US"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2</a:t>
            </a:r>
            <a:r>
              <a:rPr lang="zh-CN" altLang="zh-CN" sz="1800" kern="100" dirty="0">
                <a:solidFill>
                  <a:srgbClr val="656565"/>
                </a:solidFill>
                <a:effectLst/>
                <a:latin typeface="Times New Roman" panose="02020603050405020304" pitchFamily="18" charset="0"/>
                <a:ea typeface="等线" panose="02010600030101010101" charset="-122"/>
                <a:cs typeface="Times New Roman" panose="02020603050405020304" pitchFamily="18" charset="0"/>
                <a:sym typeface="+mn-ea"/>
              </a:rPr>
              <a:t>的归并排序叫二路归并排序，其他的叫多路归并排序。</a:t>
            </a:r>
            <a:endParaRPr lang="zh-CN" altLang="zh-CN" sz="1800" dirty="0">
              <a:solidFill>
                <a:srgbClr val="656565"/>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4" name="Group 1"/>
          <p:cNvGrpSpPr/>
          <p:nvPr/>
        </p:nvGrpSpPr>
        <p:grpSpPr>
          <a:xfrm>
            <a:off x="8370570" y="569595"/>
            <a:ext cx="3512185" cy="5231130"/>
            <a:chOff x="7785346" y="-336252"/>
            <a:chExt cx="2935287" cy="6223000"/>
          </a:xfrm>
        </p:grpSpPr>
        <p:sp>
          <p:nvSpPr>
            <p:cNvPr id="11" name="Freeform: Shape 2"/>
            <p:cNvSpPr/>
            <p:nvPr/>
          </p:nvSpPr>
          <p:spPr bwMode="auto">
            <a:xfrm rot="10800000">
              <a:off x="8223495" y="2781597"/>
              <a:ext cx="1174751" cy="1339851"/>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p>
              <a:pPr algn="ctr"/>
            </a:p>
          </p:txBody>
        </p:sp>
        <p:sp>
          <p:nvSpPr>
            <p:cNvPr id="13" name="Freeform: Shape 4"/>
            <p:cNvSpPr/>
            <p:nvPr/>
          </p:nvSpPr>
          <p:spPr bwMode="auto">
            <a:xfrm rot="10800000">
              <a:off x="9269658" y="2781599"/>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p>
              <a:pPr algn="ctr"/>
            </a:p>
          </p:txBody>
        </p:sp>
        <p:sp>
          <p:nvSpPr>
            <p:cNvPr id="34" name="Freeform: Shape 6"/>
            <p:cNvSpPr/>
            <p:nvPr/>
          </p:nvSpPr>
          <p:spPr bwMode="auto">
            <a:xfrm rot="10800000">
              <a:off x="8152058" y="3992862"/>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rgbClr val="98B7BB"/>
            </a:solidFill>
            <a:ln>
              <a:noFill/>
            </a:ln>
          </p:spPr>
          <p:txBody>
            <a:bodyPr anchor="ctr"/>
            <a:p>
              <a:pPr algn="ctr"/>
            </a:p>
          </p:txBody>
        </p:sp>
        <p:sp>
          <p:nvSpPr>
            <p:cNvPr id="36" name="Freeform: Shape 8"/>
            <p:cNvSpPr/>
            <p:nvPr/>
          </p:nvSpPr>
          <p:spPr bwMode="auto">
            <a:xfrm rot="10800000">
              <a:off x="9095033" y="4165897"/>
              <a:ext cx="1260475" cy="1354139"/>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p>
              <a:pPr algn="ctr"/>
            </a:p>
          </p:txBody>
        </p:sp>
        <p:grpSp>
          <p:nvGrpSpPr>
            <p:cNvPr id="38" name="Group 10"/>
            <p:cNvGrpSpPr/>
            <p:nvPr/>
          </p:nvGrpSpPr>
          <p:grpSpPr>
            <a:xfrm>
              <a:off x="7785346" y="-336252"/>
              <a:ext cx="2935287" cy="6223000"/>
              <a:chOff x="7785345" y="-336252"/>
              <a:chExt cx="2935287" cy="6223000"/>
            </a:xfrm>
          </p:grpSpPr>
          <p:grpSp>
            <p:nvGrpSpPr>
              <p:cNvPr id="39" name="Group 11"/>
              <p:cNvGrpSpPr/>
              <p:nvPr/>
            </p:nvGrpSpPr>
            <p:grpSpPr>
              <a:xfrm>
                <a:off x="7785345" y="1117898"/>
                <a:ext cx="2935287" cy="4768850"/>
                <a:chOff x="4649788" y="967712"/>
                <a:chExt cx="2935287" cy="4768850"/>
              </a:xfrm>
              <a:solidFill>
                <a:schemeClr val="tx2"/>
              </a:solidFill>
            </p:grpSpPr>
            <p:sp>
              <p:nvSpPr>
                <p:cNvPr id="40" name="Freeform: Shape 13"/>
                <p:cNvSpPr/>
                <p:nvPr/>
              </p:nvSpPr>
              <p:spPr bwMode="auto">
                <a:xfrm rot="10800000">
                  <a:off x="4649788" y="2266287"/>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noFill/>
                </a:ln>
              </p:spPr>
              <p:txBody>
                <a:bodyPr anchor="ctr"/>
                <a:p>
                  <a:pPr algn="ctr"/>
                </a:p>
              </p:txBody>
            </p:sp>
            <p:sp>
              <p:nvSpPr>
                <p:cNvPr id="41" name="Freeform: Shape 14"/>
                <p:cNvSpPr/>
                <p:nvPr/>
              </p:nvSpPr>
              <p:spPr bwMode="auto">
                <a:xfrm rot="10800000">
                  <a:off x="5346701" y="967712"/>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noFill/>
                </a:ln>
              </p:spPr>
              <p:txBody>
                <a:bodyPr anchor="ctr"/>
                <a:p>
                  <a:pPr algn="ctr"/>
                </a:p>
              </p:txBody>
            </p:sp>
          </p:grpSp>
          <p:cxnSp>
            <p:nvCxnSpPr>
              <p:cNvPr id="42" name="Straight Connector 12"/>
              <p:cNvCxnSpPr/>
              <p:nvPr/>
            </p:nvCxnSpPr>
            <p:spPr>
              <a:xfrm>
                <a:off x="9214889" y="-336252"/>
                <a:ext cx="0" cy="166621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a:t>谢谢观看</a:t>
            </a:r>
            <a:endParaRPr lang="zh-CN" altLang="en-US"/>
          </a:p>
        </p:txBody>
      </p:sp>
    </p:spTree>
  </p:cSld>
  <p:clrMapOvr>
    <a:masterClrMapping/>
  </p:clrMapOvr>
  <p:transition>
    <p:cover dir="d"/>
  </p:transition>
</p:sld>
</file>

<file path=ppt/tags/tag1.xml><?xml version="1.0" encoding="utf-8"?>
<p:tagLst xmlns:p="http://schemas.openxmlformats.org/presentationml/2006/main">
  <p:tag name="KSO_WM_UNIT_PLACING_PICTURE_USER_VIEWPORT" val="{&quot;height&quot;:5310,&quot;width&quot;:8320}"/>
</p:tagLst>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5558</Words>
  <Application>WPS 演示</Application>
  <PresentationFormat>宽屏</PresentationFormat>
  <Paragraphs>427</Paragraphs>
  <Slides>44</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44</vt:i4>
      </vt:variant>
    </vt:vector>
  </HeadingPairs>
  <TitlesOfParts>
    <vt:vector size="69" baseType="lpstr">
      <vt:lpstr>Arial</vt:lpstr>
      <vt:lpstr>宋体</vt:lpstr>
      <vt:lpstr>Wingdings</vt:lpstr>
      <vt:lpstr>微软雅黑</vt:lpstr>
      <vt:lpstr>黑体</vt:lpstr>
      <vt:lpstr>Times New Roman</vt:lpstr>
      <vt:lpstr>黑体（标题）</vt:lpstr>
      <vt:lpstr>等线</vt:lpstr>
      <vt:lpstr>Impact</vt:lpstr>
      <vt:lpstr>Arial Unicode MS</vt:lpstr>
      <vt:lpstr>Cambria Math</vt:lpstr>
      <vt:lpstr>Calibri</vt:lpstr>
      <vt:lpstr>Aller Light</vt:lpstr>
      <vt:lpstr>Adobe 黑体 Std R</vt:lpstr>
      <vt:lpstr>Segoe UI Semilight</vt:lpstr>
      <vt:lpstr>Dotum</vt:lpstr>
      <vt:lpstr>Malgun Gothic</vt:lpstr>
      <vt:lpstr>Lato Heavy</vt:lpstr>
      <vt:lpstr>Segoe Print</vt:lpstr>
      <vt:lpstr>MS PGothic</vt:lpstr>
      <vt:lpstr>Adobe 黑体 Std R</vt:lpstr>
      <vt:lpstr>Aller Light</vt:lpstr>
      <vt:lpstr>Dotum</vt:lpstr>
      <vt:lpstr>功能页</vt:lpstr>
      <vt:lpstr>内容样式</vt:lpstr>
      <vt:lpstr>第7章 排序</vt:lpstr>
      <vt:lpstr>目录</vt:lpstr>
      <vt:lpstr>PowerPoint 演示文稿</vt:lpstr>
      <vt:lpstr>什么是排序</vt:lpstr>
      <vt:lpstr>排序的分类</vt:lpstr>
      <vt:lpstr>排序算法的性能评价</vt:lpstr>
      <vt:lpstr>PowerPoint 演示文稿</vt:lpstr>
      <vt:lpstr>直接插入排序</vt:lpstr>
      <vt:lpstr>直接插入排序</vt:lpstr>
      <vt:lpstr>Python实现</vt:lpstr>
      <vt:lpstr>算法性能分析</vt:lpstr>
      <vt:lpstr>算法性能分析</vt:lpstr>
      <vt:lpstr>2.2 希尔排序</vt:lpstr>
      <vt:lpstr>2.2 希尔排序</vt:lpstr>
      <vt:lpstr>Python实现</vt:lpstr>
      <vt:lpstr>算法性能分析</vt:lpstr>
      <vt:lpstr>PowerPoint 演示文稿</vt:lpstr>
      <vt:lpstr>3.1 冒泡排序</vt:lpstr>
      <vt:lpstr>3.1 冒泡排序</vt:lpstr>
      <vt:lpstr>Python实现</vt:lpstr>
      <vt:lpstr>3.2 快速排序</vt:lpstr>
      <vt:lpstr>3.2 快速排序</vt:lpstr>
      <vt:lpstr>Python实现</vt:lpstr>
      <vt:lpstr>3.2 算法性能分析</vt:lpstr>
      <vt:lpstr>PowerPoint 演示文稿</vt:lpstr>
      <vt:lpstr>PowerPoint 演示文稿</vt:lpstr>
      <vt:lpstr>4.1 直接选择排序</vt:lpstr>
      <vt:lpstr>4.1 直接选择排序</vt:lpstr>
      <vt:lpstr>Python实现</vt:lpstr>
      <vt:lpstr>PowerPoint 演示文稿</vt:lpstr>
      <vt:lpstr>4.2 堆排序</vt:lpstr>
      <vt:lpstr>4.2 堆排序</vt:lpstr>
      <vt:lpstr>用筛选法调整堆</vt:lpstr>
      <vt:lpstr>4.2 堆排序</vt:lpstr>
      <vt:lpstr>4.2 算法性能分析</vt:lpstr>
      <vt:lpstr>PowerPoint 演示文稿</vt:lpstr>
      <vt:lpstr>5. 归并排序</vt:lpstr>
      <vt:lpstr>两个相邻有序序列归并</vt:lpstr>
      <vt:lpstr>5. 归并排序</vt:lpstr>
      <vt:lpstr>5 算法性能分析</vt:lpstr>
      <vt:lpstr>小结：排序方法比较</vt:lpstr>
      <vt:lpstr>小结</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王渌汀</dc:creator>
  <cp:lastModifiedBy>邝昊鹏</cp:lastModifiedBy>
  <cp:revision>105</cp:revision>
  <dcterms:created xsi:type="dcterms:W3CDTF">2021-03-21T07:29:00Z</dcterms:created>
  <dcterms:modified xsi:type="dcterms:W3CDTF">2025-12-10T13:59:03Z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F417F9C2F80C41A297216D934808EF91</vt:lpwstr>
  </property>
  <property fmtid="{D5CDD505-2E9C-101B-9397-08002B2CF9AE}" pid="3" name="KSOProductBuildVer">
    <vt:lpwstr>2052-12.1.0.24034</vt:lpwstr>
  </property>
</Properties>
</file>