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2" r:id="rId3"/>
  </p:sldMasterIdLst>
  <p:notesMasterIdLst>
    <p:notesMasterId r:id="rId5"/>
  </p:notesMasterIdLst>
  <p:handoutMasterIdLst>
    <p:handoutMasterId r:id="rId37"/>
  </p:handoutMasterIdLst>
  <p:sldIdLst>
    <p:sldId id="256" r:id="rId4"/>
    <p:sldId id="257" r:id="rId6"/>
    <p:sldId id="276" r:id="rId7"/>
    <p:sldId id="259" r:id="rId8"/>
    <p:sldId id="375" r:id="rId9"/>
    <p:sldId id="376" r:id="rId10"/>
    <p:sldId id="287" r:id="rId11"/>
    <p:sldId id="377" r:id="rId12"/>
    <p:sldId id="378" r:id="rId13"/>
    <p:sldId id="379" r:id="rId14"/>
    <p:sldId id="380" r:id="rId15"/>
    <p:sldId id="381" r:id="rId16"/>
    <p:sldId id="382" r:id="rId17"/>
    <p:sldId id="383" r:id="rId18"/>
    <p:sldId id="333" r:id="rId19"/>
    <p:sldId id="290" r:id="rId20"/>
    <p:sldId id="289" r:id="rId21"/>
    <p:sldId id="385" r:id="rId22"/>
    <p:sldId id="386" r:id="rId23"/>
    <p:sldId id="291" r:id="rId24"/>
    <p:sldId id="387" r:id="rId25"/>
    <p:sldId id="388" r:id="rId26"/>
    <p:sldId id="389" r:id="rId27"/>
    <p:sldId id="390" r:id="rId28"/>
    <p:sldId id="391" r:id="rId29"/>
    <p:sldId id="392" r:id="rId30"/>
    <p:sldId id="384" r:id="rId31"/>
    <p:sldId id="394" r:id="rId32"/>
    <p:sldId id="395" r:id="rId33"/>
    <p:sldId id="334" r:id="rId34"/>
    <p:sldId id="292" r:id="rId35"/>
    <p:sldId id="258" r:id="rId36"/>
  </p:sldIdLst>
  <p:sldSz cx="12192000" cy="6858000"/>
  <p:notesSz cx="6858000" cy="9144000"/>
  <p:custDataLst>
    <p:tags r:id="rId4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D5DCE9"/>
    <a:srgbClr val="2F637E"/>
    <a:srgbClr val="93C3D3"/>
    <a:srgbClr val="11373F"/>
    <a:srgbClr val="F88562"/>
    <a:srgbClr val="18A8BD"/>
    <a:srgbClr val="C2D8DC"/>
    <a:srgbClr val="FAAA6D"/>
    <a:srgbClr val="98B7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6" y="1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1" Type="http://schemas.openxmlformats.org/officeDocument/2006/relationships/tags" Target="tags/tag2.xml"/><Relationship Id="rId40" Type="http://schemas.openxmlformats.org/officeDocument/2006/relationships/tableStyles" Target="tableStyles.xml"/><Relationship Id="rId4" Type="http://schemas.openxmlformats.org/officeDocument/2006/relationships/slide" Target="slides/slide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A2CE56-FD20-4103-ADB9-B95BDA7852C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436526-45AC-413E-984C-CF37B41AA14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大家好，今天我们开启数据与数据结构课程的学习。第</a:t>
            </a:r>
            <a:r>
              <a:rPr lang="en-US" altLang="zh-CN"/>
              <a:t>1</a:t>
            </a:r>
            <a:r>
              <a:rPr lang="zh-CN" altLang="en-US"/>
              <a:t>章绪论是整门课程的开篇，它能帮我们初步了解课程的整体框架和重要性。后续我们将深入学习学习目的、基本概念、算法等内容，相信会有很多实用的知识等待我们去探索。</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本次课程主要聚焦于数据结构与算法领域，目录清晰地勾勒出了课程的核心内容与学习路径。学习目的是课程的指引，旨在让大家学会运用计算机解决实际问题，这不仅是理论知识的学习，更是实践能力的培养。</a:t>
            </a:r>
            <a:r>
              <a:rPr lang="en-US" altLang="zh-CN"/>
              <a:t>
</a:t>
            </a:r>
            <a:r>
              <a:rPr lang="zh-CN" altLang="en-US"/>
              <a:t>数据与数据结构是课程的基石，涵盖了数据、数据项、数据元素、数据对象等基本概念，以及数据的逻辑结构和存储结构。这些概念是理解后续内容的关键，它们相互关联，构成了数据结构的完整体系。</a:t>
            </a:r>
            <a:r>
              <a:rPr lang="en-US" altLang="zh-CN"/>
              <a:t>
</a:t>
            </a:r>
            <a:r>
              <a:rPr lang="zh-CN" altLang="en-US"/>
              <a:t>算法的概念是课程的重点之一，算法作为解决问题的步骤和方法，其优劣直接影响到程序的效率和性能。了解算法的设计和分析方法，能帮助我们优化程序，提高解决问题的能力。</a:t>
            </a:r>
            <a:r>
              <a:rPr lang="en-US" altLang="zh-CN"/>
              <a:t>
</a:t>
            </a:r>
            <a:r>
              <a:rPr lang="zh-CN" altLang="en-US"/>
              <a:t>课程内容丰富多样，数据类型与抽象数据类型让我们能够更好地组织和处理数据；算法描述和算法分析则是对算法的具体实现和评估。通过学习这些内容，我们将掌握数据结构与算法的核心知识，为今后的编程实践打下坚实的基础。</a:t>
            </a:r>
            <a:r>
              <a:rPr lang="en-US" altLang="zh-CN"/>
              <a:t>
</a:t>
            </a:r>
            <a:r>
              <a:rPr lang="zh-CN" altLang="en-US"/>
              <a:t>小结部分将对课程内容进行总结和回顾，帮助大家梳理知识体系，加深对重点和难点的理解。希望大家在学习过程中，能够紧跟课程目录，深入理解每个部分的内容，实现从理论到实践的跨越。</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已经了解了本次课程的学习目的，这为我们的学习指明了方向。接下来进入第一部分引言，引言是课程内容的开篇，它能帮我们初步了解课程的背景和意义。有了引言的铺垫，我们后续就能更顺利地深入学习数据与数据结构等核心内容。</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本课程的学习目的在于使学习者掌握运用计算机解决实际应用问题的能力，此过程包含三个关键步骤。</a:t>
            </a:r>
            <a:r>
              <a:rPr lang="en-US" altLang="zh-CN"/>
              <a:t>
</a:t>
            </a:r>
            <a:r>
              <a:rPr lang="zh-CN" altLang="en-US"/>
              <a:t>首先，从具体问题中抽象出适当的数学模型。这需要深入分析问题，精准提取操作对象，明确操作对象之间的逻辑关系，进而构建相应的数学模型。这一步骤是解决问题的基础，如同建造房屋的基石，只有构建出准确的数学模型，后续的工作才能顺利开展。</a:t>
            </a:r>
            <a:r>
              <a:rPr lang="en-US" altLang="zh-CN"/>
              <a:t>
</a:t>
            </a:r>
            <a:r>
              <a:rPr lang="zh-CN" altLang="en-US"/>
              <a:t>其次，设计解决该数学模型的算法。算法是解决问题的具体步骤和方法，是对数学模型的具体实现。一个好的算法不仅能够高效地解决问题，还能提高计算机的运行效率。</a:t>
            </a:r>
            <a:r>
              <a:rPr lang="en-US" altLang="zh-CN"/>
              <a:t>
</a:t>
            </a:r>
            <a:r>
              <a:rPr lang="zh-CN" altLang="en-US"/>
              <a:t>最后，进行编程、运行和调试，得出结果。编程是将算法转化为计算机能够理解和执行的代码，运行代码并进行调试是确保程序能够正常工作的关键环节。只有经过反复的调试和优化，才能得到准确可靠的结果。</a:t>
            </a:r>
            <a:r>
              <a:rPr lang="en-US" altLang="zh-CN"/>
              <a:t>
</a:t>
            </a:r>
            <a:r>
              <a:rPr lang="zh-CN" altLang="en-US"/>
              <a:t>通过这三个步骤的学习和实践，学习者能够系统地掌握使用计算机解决实际问题的方法，提高解决问题的能力和效率。</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本课程内容的过程涵盖着从理论认知到实践应用的完整路径。我们在学习过程中，首先要学会使用计算机解决实际的应用问题。这需要从具体问题中抽象出适当的数学模型，即对问题进行深入分析，提取操作的对象，找出操作对象之间的逻辑关系，进而给出相应的数学模型。这是整个过程的基础和起点，如同建造大厦需要坚实的地基。</a:t>
            </a:r>
            <a:r>
              <a:rPr lang="en-US" altLang="zh-CN"/>
              <a:t>
</a:t>
            </a:r>
            <a:r>
              <a:rPr lang="zh-CN" altLang="en-US"/>
              <a:t>接着，在得出数学模型后，我们要设计解决此数学模型的算法。算法是解决问题的具体步骤和方法，它将数学模型转化为可执行的程序。这一步骤需要我们运用所学的知识和技巧，进行严谨的逻辑推理和设计。</a:t>
            </a:r>
            <a:r>
              <a:rPr lang="en-US" altLang="zh-CN"/>
              <a:t>
</a:t>
            </a:r>
            <a:r>
              <a:rPr lang="zh-CN" altLang="en-US"/>
              <a:t>最后，我们要进行编程、运行和调试，得出最终的结果。这是将理论付诸实践的关键环节，通过实际的操作和调试，我们可以检验算法的正确性和有效性，同时也能提高我们的编程能力和解决实际问题的能力。总之，课程内容的过程是一个循序渐进、环环相扣的过程，每个环节都至关重要。</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现在进入第二部分</a:t>
            </a:r>
            <a:r>
              <a:rPr lang="en-US" altLang="zh-CN"/>
              <a:t>——</a:t>
            </a:r>
            <a:r>
              <a:rPr lang="zh-CN" altLang="en-US"/>
              <a:t>基本概念的学习。基本概念是构建整个知识体系的基石，对于我们深入理解后续内容至关重要。就像建造高楼大厦，坚实的地基决定了建筑的稳定性和高度。在数据与数据结构这一领域，基本概念能帮助我们清晰界定各种数据元素、数据对象以及它们之间的关系。</a:t>
            </a:r>
            <a:r>
              <a:rPr lang="en-US" altLang="zh-CN"/>
              <a:t>
</a:t>
            </a:r>
            <a:r>
              <a:rPr lang="zh-CN" altLang="en-US"/>
              <a:t>从前面的内容我们了解到，学习数据与数据结构是为了学会用计算机解决实际问题，而基本概念则是实现这一目标的关键一步。数据、数据项、数据元素等概念相互关联又各有特点，它们共同构成了数据结构的基础。</a:t>
            </a:r>
            <a:r>
              <a:rPr lang="en-US" altLang="zh-CN"/>
              <a:t>
</a:t>
            </a:r>
            <a:r>
              <a:rPr lang="zh-CN" altLang="en-US"/>
              <a:t>接下来我们将深入探讨数据的逻辑结构和存储结构等重要概念，这些内容将进一步丰富我们对基本概念的理解，为后续算法的学习和应用奠定坚实的基础。只有准确把握基本概念，我们才能在复杂的数据世界中精准定位、高效操作。</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数据与数据结构是计算机科学领域的重要概念，理解它们的基础定义有助于我们深入把握后续内容。数据是描述客观事物的数字等符号集合，能被计算机程序识别、存储、加工和处理。这意味着数据是计算机处理信息的源头，是对现实世界的数字化映射。</a:t>
            </a:r>
            <a:r>
              <a:rPr lang="en-US" altLang="zh-CN"/>
              <a:t>
</a:t>
            </a:r>
            <a:r>
              <a:rPr lang="zh-CN" altLang="en-US"/>
              <a:t>数据项是数据中具有独立含义且不可分割的最小标识单位，作为数据元素的组成部分，好比是构成复杂事物的基本零件。它是数据的微观层面，虽小却不可或缺，决定着数据元素的具体特征。</a:t>
            </a:r>
            <a:r>
              <a:rPr lang="en-US" altLang="zh-CN"/>
              <a:t>
</a:t>
            </a:r>
            <a:r>
              <a:rPr lang="zh-CN" altLang="en-US"/>
              <a:t>数据元素作为数据的基本单位，在数据整体中可被标识和访问，也被称为元素、结点、顶点和记录。它是数据的基本组成单元，是计算机操作的直接对象。数据元素组合在一起，形成了具有特定逻辑关系的数据结构，是构建整个数据体系的基石。</a:t>
            </a:r>
            <a:r>
              <a:rPr lang="en-US" altLang="zh-CN"/>
              <a:t>
</a:t>
            </a:r>
            <a:r>
              <a:rPr lang="zh-CN" altLang="en-US"/>
              <a:t>数据、数据项和数据元素相互关联，共同构成了数据与数据结构的基础框架。只有深入理解这些基本概念，我们才能更好地掌握数据的组织和处理方式。</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数据对象和数据结构是数据与数据结构领域的重要概念。数据对象是性质相同的数据元素的集合，也被称为数据元素类，它是数据的一个子集，而数据元素则是数据对象的一个实例。这意味着数据对象是对具有相同特征的数据元素的抽象和归类，方便我们对数据进行管理和操作。</a:t>
            </a:r>
            <a:r>
              <a:rPr lang="en-US" altLang="zh-CN"/>
              <a:t>
</a:t>
            </a:r>
            <a:r>
              <a:rPr lang="zh-CN" altLang="en-US"/>
              <a:t>数据结构是相互之间存在着一种或者多种关系的数据元素的集合。其概念包含三个关键方面，即数据的逻辑结构、存储结构和操作。只有当这三个方面的内容都相同时，才能称之为完全相同的数据结构。逻辑结构描述了数据元素之间的逻辑关系，存储结构关注如何在计算机中存储这些数据元素，而操作则定义了对数据元素进行的各种运算和处理。这三个方面相互关联、缺一不可，共同构成了数据结构的完整概念。理解数据对象和数据结构的概念，对于我们深入学习和应用数据与数据结构知识具有重要意义。</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数据的逻辑结构是数据元素间逻辑关系的体现，由数据元素集合和定义其上的关系集合构成。理解数据逻辑结构，对把握数据元素间的内在联系至关重要。</a:t>
            </a:r>
            <a:r>
              <a:rPr lang="en-US" altLang="zh-CN"/>
              <a:t>
</a:t>
            </a:r>
            <a:r>
              <a:rPr lang="zh-CN" altLang="en-US"/>
              <a:t>数据逻辑结构主要分为四类。集合结构中，元素关系极为松散，仅以</a:t>
            </a:r>
            <a:r>
              <a:rPr lang="en-US" altLang="zh-CN"/>
              <a:t>“</a:t>
            </a:r>
            <a:r>
              <a:rPr lang="zh-CN" altLang="en-US"/>
              <a:t>属于同一个集合</a:t>
            </a:r>
            <a:r>
              <a:rPr lang="en-US" altLang="zh-CN"/>
              <a:t>”</a:t>
            </a:r>
            <a:r>
              <a:rPr lang="zh-CN" altLang="en-US"/>
              <a:t>相关联，就像一群陌生人在广场上，彼此无紧密联系。线性结构的结点存在</a:t>
            </a:r>
            <a:r>
              <a:rPr lang="en-US" altLang="zh-CN"/>
              <a:t>“</a:t>
            </a:r>
            <a:r>
              <a:rPr lang="zh-CN" altLang="en-US"/>
              <a:t>一对一</a:t>
            </a:r>
            <a:r>
              <a:rPr lang="en-US" altLang="zh-CN"/>
              <a:t>”</a:t>
            </a:r>
            <a:r>
              <a:rPr lang="zh-CN" altLang="en-US"/>
              <a:t>关系，如同一条链条上的各个环节，环环相扣，具有明显的先后顺序，这种结构便于数据的顺序处理。</a:t>
            </a:r>
            <a:r>
              <a:rPr lang="en-US" altLang="zh-CN"/>
              <a:t>
</a:t>
            </a:r>
            <a:r>
              <a:rPr lang="zh-CN" altLang="en-US"/>
              <a:t>树形结构是一种非线性结构，结点呈现</a:t>
            </a:r>
            <a:r>
              <a:rPr lang="en-US" altLang="zh-CN"/>
              <a:t>“</a:t>
            </a:r>
            <a:r>
              <a:rPr lang="zh-CN" altLang="en-US"/>
              <a:t>一对多</a:t>
            </a:r>
            <a:r>
              <a:rPr lang="en-US" altLang="zh-CN"/>
              <a:t>”</a:t>
            </a:r>
            <a:r>
              <a:rPr lang="zh-CN" altLang="en-US"/>
              <a:t>关系，类似自然界中的树木，从树干延伸出众多树枝，有着清晰的层次关系，常用于表示具有层次划分的数据。图形结构同样是非线性的，结点间存在</a:t>
            </a:r>
            <a:r>
              <a:rPr lang="en-US" altLang="zh-CN"/>
              <a:t>“</a:t>
            </a:r>
            <a:r>
              <a:rPr lang="zh-CN" altLang="en-US"/>
              <a:t>多对多</a:t>
            </a:r>
            <a:r>
              <a:rPr lang="en-US" altLang="zh-CN"/>
              <a:t>”</a:t>
            </a:r>
            <a:r>
              <a:rPr lang="zh-CN" altLang="en-US"/>
              <a:t>关系，如同复杂的社交网络，每个人与多个其他人相互关联，能精确描述复杂的关系网络。</a:t>
            </a:r>
            <a:r>
              <a:rPr lang="en-US" altLang="zh-CN"/>
              <a:t>
</a:t>
            </a:r>
            <a:r>
              <a:rPr lang="zh-CN" altLang="en-US"/>
              <a:t>这四种数据逻辑结构各有特点和适用场景。在实际应用中，依据不同需求和场景选择合适的结构，能更高效地处理和管理数据。</a:t>
            </a:r>
            <a:endParaRPr lang="zh-CN" altLang="en-US"/>
          </a:p>
        </p:txBody>
      </p:sp>
      <p:sp>
        <p:nvSpPr>
          <p:cNvPr id="4" name="灯片编号占位符 3"/>
          <p:cNvSpPr>
            <a:spLocks noGrp="1"/>
          </p:cNvSpPr>
          <p:nvPr>
            <p:ph type="sldNum" sz="quarter" idx="10"/>
          </p:nvPr>
        </p:nvSpPr>
        <p:spPr/>
        <p:txBody>
          <a:bodyPr/>
          <a:lstStyle/>
          <a:p>
            <a:fld id="{7FEB85C5-1ADC-43AA-9DF2-BA30A261534E}"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数据的存储结构指逻辑结构在计算机中的存储表示与实现，也被称为物理结构。它与数据的逻辑结构存在显著差异，逻辑结构从逻辑关系角度观察数据，独立于计算机，与存储无关；而存储结构依赖计算机，是逻辑结构在计算机中的实现。</a:t>
            </a:r>
            <a:r>
              <a:rPr lang="en-US" altLang="zh-CN"/>
              <a:t>
</a:t>
            </a:r>
            <a:r>
              <a:rPr lang="zh-CN" altLang="en-US"/>
              <a:t>数据存储结构分为四类。顺序存储结构将数据元素存于连续存储单元，元素物理存储次序和逻辑次序一致，物理位置相邻的元素在逻辑上也相邻，其物理存储结构体现逻辑关系。链式存储结构使用地址分散的存储单元存放数据元素，逻辑上相邻元素的物理位置不一定相邻，元素间逻辑关系通常由附加指针表示，指针记录前后元素的存储地址。</a:t>
            </a:r>
            <a:r>
              <a:rPr lang="en-US" altLang="zh-CN"/>
              <a:t>
</a:t>
            </a:r>
            <a:r>
              <a:rPr lang="zh-CN" altLang="en-US"/>
              <a:t>索引存储结构在存储数据元素基础上增加索引表。散列存储结构，也叫哈希存储结构，数据元素具体存储地址根据关键字值通过散列函数直接计算得出。这四种存储结构各有特点和适用场景，在数据处理中发挥着不同作用。</a:t>
            </a:r>
            <a:endParaRPr lang="zh-CN" altLang="en-US"/>
          </a:p>
        </p:txBody>
      </p:sp>
      <p:sp>
        <p:nvSpPr>
          <p:cNvPr id="4" name="灯片编号占位符 3"/>
          <p:cNvSpPr>
            <a:spLocks noGrp="1"/>
          </p:cNvSpPr>
          <p:nvPr>
            <p:ph type="sldNum" sz="quarter" idx="10"/>
          </p:nvPr>
        </p:nvSpPr>
        <p:spPr/>
        <p:txBody>
          <a:bodyPr/>
          <a:lstStyle/>
          <a:p>
            <a:fld id="{7FEB85C5-1ADC-43AA-9DF2-BA30A261534E}"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数据操作在数据结构中扮演着关键角色，它是对数据结构里的数据元素进行的运算或处理。数据操作基于数据的逻辑结构来定义，每种逻辑结构都需要一组特定的操作，以实现不同的功能。比如，插入操作可增加数据元素，删除操作能移除不需要的数据元素，更新操作则可修改已有数据元素的信息。</a:t>
            </a:r>
            <a:r>
              <a:rPr lang="en-US" altLang="zh-CN"/>
              <a:t>
</a:t>
            </a:r>
            <a:r>
              <a:rPr lang="zh-CN" altLang="en-US"/>
              <a:t>值得注意的是，数据操作的实现依赖于数据的存储结构。不同的存储结构会影响操作的效率和实现方式。例如，顺序存储结构可能更适合某些查找操作，而链式存储结构在插入和删除操作上可能更具优势。</a:t>
            </a:r>
            <a:r>
              <a:rPr lang="en-US" altLang="zh-CN"/>
              <a:t>
</a:t>
            </a:r>
            <a:r>
              <a:rPr lang="zh-CN" altLang="en-US"/>
              <a:t>常用的数据操作有创建操作、插入操作、删除操作、查找操作、修改操作、遍历操作和销毁操作。创建操作用于初始化数据结构，为后续操作奠定基础；插入操作可在数据结构中添加新元素；删除操作可移除指定元素；查找操作能定位所需元素；修改操作可更新元素信息；遍历操作可访问数据结构中的每个元素；销毁操作则用于释放数据结构所占用的资源。这些操作相互配合，共同实现了对数据的有效管理和利用。</a:t>
            </a:r>
            <a:endParaRPr lang="zh-CN" altLang="en-US"/>
          </a:p>
        </p:txBody>
      </p:sp>
      <p:sp>
        <p:nvSpPr>
          <p:cNvPr id="4" name="灯片编号占位符 3"/>
          <p:cNvSpPr>
            <a:spLocks noGrp="1"/>
          </p:cNvSpPr>
          <p:nvPr>
            <p:ph type="sldNum" sz="quarter" idx="10"/>
          </p:nvPr>
        </p:nvSpPr>
        <p:spPr/>
        <p:txBody>
          <a:bodyPr/>
          <a:lstStyle/>
          <a:p>
            <a:fld id="{7FEB85C5-1ADC-43AA-9DF2-BA30A261534E}"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数据类型在高级程序语言编程中具有重要地位。它是一组性质相同的值的集合以及定义在该集合上的一组操作的统称。在使用高级程序语言编写程序时，明确每个变量和常量所属的数据类型是必不可少的步骤，这有助于程序的准确运行和调试。</a:t>
            </a:r>
            <a:r>
              <a:rPr lang="en-US" altLang="zh-CN"/>
              <a:t>
</a:t>
            </a:r>
            <a:r>
              <a:rPr lang="zh-CN" altLang="en-US"/>
              <a:t>高级程序设计语言通常会预定义基本数据类型和构造数据类型。基本数据类型具有不可分解的特性，只能作为一个整体进行处理。例如整数、浮点数、字符等，它们是程序中最基础的数据表示形式，是构建复杂数据结构的基石。</a:t>
            </a:r>
            <a:r>
              <a:rPr lang="en-US" altLang="zh-CN"/>
              <a:t>
</a:t>
            </a:r>
            <a:r>
              <a:rPr lang="zh-CN" altLang="en-US"/>
              <a:t>构造数据类型则是通过一定的语法规则，将已有的基本数据类型和已定义的构造数据类型组织起来形成的。这种类型的灵活性和扩展性更强，能够满足不同场景下对数据组织和处理的需求。比如数组、结构体、类等，它们可以将多个基本数据类型或其他构造数据类型组合在一起，形成更复杂的数据结构，从而更好地模拟现实世界中的各种对象和关系。</a:t>
            </a:r>
            <a:r>
              <a:rPr lang="en-US" altLang="zh-CN"/>
              <a:t>
</a:t>
            </a:r>
            <a:r>
              <a:rPr lang="zh-CN" altLang="en-US"/>
              <a:t>总之，理解和掌握数据类型的概念、分类及应用，对于编写高效、准确的程序至关重要。</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数据抽象是数据类型领域的一个重要概念，它的核心是</a:t>
            </a:r>
            <a:r>
              <a:rPr lang="en-US" altLang="zh-CN"/>
              <a:t>“</a:t>
            </a:r>
            <a:r>
              <a:rPr lang="zh-CN" altLang="en-US"/>
              <a:t>定义和实现相分离</a:t>
            </a:r>
            <a:r>
              <a:rPr lang="en-US" altLang="zh-CN"/>
              <a:t>”</a:t>
            </a:r>
            <a:r>
              <a:rPr lang="zh-CN" altLang="en-US"/>
              <a:t>。这意味着将某一类型数据及其操作的逻辑含义与具体实现剥离开来，专注于明确要执行的操作，而不过多纠结于操作的具体实现方式。</a:t>
            </a:r>
            <a:r>
              <a:rPr lang="en-US" altLang="zh-CN"/>
              <a:t>
</a:t>
            </a:r>
            <a:r>
              <a:rPr lang="zh-CN" altLang="en-US"/>
              <a:t>从本质上来说，数据抽象是一种信息隐蔽技术。在研究复杂对象时，借助数据抽象，我们能够忽略那些次要的因素和实现细节，从而抽象出对象的本质特征。这就好比我们在观察一座宏伟的建筑时，先把握其整体的设计理念和功能布局，而暂时不考虑每一块砖的材质和搭建方式。而且，抽象层次越高，意味着我们提取出的共性和本质特征越多，这样的抽象成果复用程度也就越高。例如，在软件开发中，一个高度抽象的模块可以在多个不同的项目中被重复使用。</a:t>
            </a:r>
            <a:r>
              <a:rPr lang="en-US" altLang="zh-CN"/>
              <a:t>
</a:t>
            </a:r>
            <a:r>
              <a:rPr lang="zh-CN" altLang="en-US"/>
              <a:t>数据抽象是通过抽象数据类型来实现的。抽象数据类型为我们提供了一种描述数据特性和操作语法规则的方式，同时隐藏了数据的存储结构和操作的实现细节，为软件设计带来了极大的便利。</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抽象数据类型从问题的数学模型中抽象出逻辑结构与操作，仅描述数据特性和操作的语法规则，隐藏了数据存储结构和操作实现细节。这一特性使其成为实现软件模块化设计思想的关键手段。</a:t>
            </a:r>
            <a:r>
              <a:rPr lang="en-US" altLang="zh-CN"/>
              <a:t>
</a:t>
            </a:r>
            <a:r>
              <a:rPr lang="zh-CN" altLang="en-US"/>
              <a:t>在软件开发中，抽象数据类型就像一块块基础积木。一个抽象数据类型是描述特定功能的基本模块，通过组合这些基本模块，可以构建出大型软件系统。这种模块化设计的优势在于，它将复杂系统分解为多个独立的小模块，便于开发、维护和扩展。</a:t>
            </a:r>
            <a:r>
              <a:rPr lang="en-US" altLang="zh-CN"/>
              <a:t>
</a:t>
            </a:r>
            <a:r>
              <a:rPr lang="zh-CN" altLang="en-US"/>
              <a:t>在一般的面向对象语言里，抽象数据类型通常采用抽象类或接口的方式描述。这种描述方式进一步增强了软件的可扩展性和可维护性。通过抽象类或接口，开发者可以定义统一的标准和规范，使得不同的实现者能够遵循相同的规则进行开发。</a:t>
            </a:r>
            <a:r>
              <a:rPr lang="en-US" altLang="zh-CN"/>
              <a:t>
</a:t>
            </a:r>
            <a:r>
              <a:rPr lang="zh-CN" altLang="en-US"/>
              <a:t>抽象数据类型的出现，为软件的大规模开发和高效管理提供了有力支持，是软件设计领域的重要进步。</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前面我们了解了数据与数据结构、数据类型、抽象数据类型等内容，这些都是基础铺垫。接下来，我们将进入一个新的重要领域</a:t>
            </a:r>
            <a:r>
              <a:rPr lang="en-US" altLang="zh-CN"/>
              <a:t>——</a:t>
            </a:r>
            <a:r>
              <a:rPr lang="zh-CN" altLang="en-US"/>
              <a:t>算法。算法是解决特定问题的指令序列，它有着独特的概念、特性和设计目标。让我们一起揭开算法的神秘面纱。</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算法是有穷规则的集合，这些规则确定了解决特定类型问题的指令序列，每条指令代表计算机的一个或多个操作。算法必须具备以下五个特性。</a:t>
            </a:r>
            <a:r>
              <a:rPr lang="en-US" altLang="zh-CN"/>
              <a:t>
</a:t>
            </a:r>
            <a:r>
              <a:rPr lang="zh-CN" altLang="en-US"/>
              <a:t>有穷性要求算法在处理任意合法输入时，能在有限步骤内结束，且每一步都在有限时间内完成。这是算法能够实际应用的基础，若一个算法无法在有限时间内完成，那它在实际中就没有意义。</a:t>
            </a:r>
            <a:r>
              <a:rPr lang="en-US" altLang="zh-CN"/>
              <a:t>
</a:t>
            </a:r>
            <a:r>
              <a:rPr lang="zh-CN" altLang="en-US"/>
              <a:t>确定性意味着算法对每个操作都有确切规定，执行者和阅读者都能明确其含义和执行方式，且在任何条件下都只有一条执行路径。这保证了算法的稳定性和可重复性，避免了因歧义而导致的错误。</a:t>
            </a:r>
            <a:r>
              <a:rPr lang="en-US" altLang="zh-CN"/>
              <a:t>
</a:t>
            </a:r>
            <a:r>
              <a:rPr lang="zh-CN" altLang="en-US"/>
              <a:t>可行性要求算法中的操作都能通过已实现的基本操作有限次运算实现，每条指令都符合语法规则并能被确切执行。只有这样，算法才能真正在计算机上运行。</a:t>
            </a:r>
            <a:r>
              <a:rPr lang="en-US" altLang="zh-CN"/>
              <a:t>
</a:t>
            </a:r>
            <a:r>
              <a:rPr lang="zh-CN" altLang="en-US"/>
              <a:t>有输入表明算法有零个或多个输入数据，这些数据既可以由算法指定，也能在执行过程中获取，它们是算法的处理对象。</a:t>
            </a:r>
            <a:r>
              <a:rPr lang="en-US" altLang="zh-CN"/>
              <a:t>
</a:t>
            </a:r>
            <a:r>
              <a:rPr lang="zh-CN" altLang="en-US"/>
              <a:t>有输出指算法对输入数据进行加工后会产生一个或多个输出数据，输出与输入有确定的对应关系，这体现了算法的功能。总之，只有同时满足这五个特性，算法才能有效地解决实际问题。</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算法设计具有四个基本目标，它们共同确保算法能有效、可靠且易于使用。其一为正确性，这是算法设计最为重要和基本的目标。算法需满足应用问题的需求，确保能精准解决特定问题，若算法不正确，后续的一切都将失去意义。</a:t>
            </a:r>
            <a:r>
              <a:rPr lang="en-US" altLang="zh-CN"/>
              <a:t>
</a:t>
            </a:r>
            <a:r>
              <a:rPr lang="zh-CN" altLang="en-US"/>
              <a:t>其二是健壮性，算法应具备良好的容错性。在实际应用中，输入数据可能出现各种情况，算法要能够检查错误是否出现，并对错误进行适当处理，避免因不合适的输入导致不可控的结果，保证算法在复杂环境下的稳定性。</a:t>
            </a:r>
            <a:r>
              <a:rPr lang="en-US" altLang="zh-CN"/>
              <a:t>
</a:t>
            </a:r>
            <a:r>
              <a:rPr lang="zh-CN" altLang="en-US"/>
              <a:t>其三是高效率，包含时间效率和空间效率。时间效率方面，算法的执行时间越短越好；空间效率上，算法执行时所占的存储空间越小越佳。然而，时间效率和空间效率往往难以兼得，用户在设计算法时，需根据实际情况权衡得失，以实现高效率的算法设计。</a:t>
            </a:r>
            <a:r>
              <a:rPr lang="en-US" altLang="zh-CN"/>
              <a:t>
</a:t>
            </a:r>
            <a:r>
              <a:rPr lang="zh-CN" altLang="en-US"/>
              <a:t>最后是可读性，算法的表达思路应清晰，层次分明，易于理解。这样便于后续对算法进行使用和修改，尤其是在大型项目中，可读性强的算法能提高团队协作效率，降低维护成本。</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算法与数据结构之间存在着紧密且不可分割的关系。算法建立在数据结构之上，这意味着数据结构是算法运行的基础。就如同建造高楼大厦需要坚实的地基一样，算法的有效执行依赖于合适的数据结构。</a:t>
            </a:r>
            <a:r>
              <a:rPr lang="en-US" altLang="zh-CN"/>
              <a:t>
</a:t>
            </a:r>
            <a:r>
              <a:rPr lang="zh-CN" altLang="en-US"/>
              <a:t>对数据结构的操作需要使用算法来描述。数据结构本身只是一种数据的组织形式，而算法则赋予了这些数据结构以生命力。例如，在一个数组这种数据结构中，要查找特定元素，就需要使用查找算法。不同的算法会对数据结构产生不同的操作效果，从而实现各种不同的功能。</a:t>
            </a:r>
            <a:r>
              <a:rPr lang="en-US" altLang="zh-CN"/>
              <a:t>
</a:t>
            </a:r>
            <a:r>
              <a:rPr lang="zh-CN" altLang="en-US"/>
              <a:t>算法设计依赖于数据的逻辑结构。逻辑结构描述了数据元素之间的逻辑关系，如线性关系、树形关系等。在设计算法时，需要根据数据的逻辑结构来确定合适的算法思路。比如，对于线性表这种逻辑结构，设计查找算法时可以根据其元素的有序性选择顺序查找或二分查找。</a:t>
            </a:r>
            <a:r>
              <a:rPr lang="en-US" altLang="zh-CN"/>
              <a:t>
</a:t>
            </a:r>
            <a:r>
              <a:rPr lang="zh-CN" altLang="en-US"/>
              <a:t>算法实现依赖于数据的存储结构。存储结构是数据在计算机中的实际存储方式，如顺序存储、链式存储等。不同的存储结构会影响算法的具体实现方式和效率。例如，在实现链表的插入和删除操作时，由于其链式存储的特点，操作相对简单；而在数组中进行同样的操作，可能需要移动大量元素，效率较低。</a:t>
            </a:r>
            <a:r>
              <a:rPr lang="en-US" altLang="zh-CN"/>
              <a:t>
</a:t>
            </a:r>
            <a:r>
              <a:rPr lang="zh-CN" altLang="en-US"/>
              <a:t>总之，算法与数据结构相互依存、相互影响，只有充分理解和把握它们之间的关系，才能设计出高效、优质的算法。</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算法描述有多种方式，各有其特点与适用场景。自然语言以中文或英文表达算法，简单易懂，能让非专业人士快速理解算法大致思路。然而，其缺乏严谨性，在实际应用中可能导致歧义，难以准确指导计算机执行操作。例如，在复杂的算法步骤中，自然语言可能无法精确描述每个细节，使得算法的实现存在困难。</a:t>
            </a:r>
            <a:r>
              <a:rPr lang="en-US" altLang="zh-CN"/>
              <a:t>
</a:t>
            </a:r>
            <a:r>
              <a:rPr lang="zh-CN" altLang="en-US"/>
              <a:t>程序设计语言使用具体的编程语言，如</a:t>
            </a:r>
            <a:r>
              <a:rPr lang="en-US" altLang="zh-CN"/>
              <a:t>Python</a:t>
            </a:r>
            <a:r>
              <a:rPr lang="zh-CN" altLang="en-US"/>
              <a:t>语言来描述算法。这种方式具有严谨性，算法可直接在计算机上执行，确保了算法的准确性和可运行性。但它存在算法复杂、不易理解的问题，需要大量外部注释辅助用户理解。对于初学者或不熟悉该编程语言的人来说，阅读和理解程序设计语言描述的算法可能会有很大挑战。</a:t>
            </a:r>
            <a:r>
              <a:rPr lang="en-US" altLang="zh-CN"/>
              <a:t>
</a:t>
            </a:r>
            <a:r>
              <a:rPr lang="zh-CN" altLang="en-US"/>
              <a:t>伪代码介于自然语言和程序设计语言之间，将程序设计语言的语法规则用自然语言表示，忽略严格语法规则和描述细节。这使得它更易被用户理解，同时也更容易转换成程序设计语言执行。伪代码既保留了程序设计语言的逻辑结构，又避免了复杂的语法，为算法的设计和交流提供了一种高效的方式。例如，在算法设计的初期阶段，使用伪代码可以快速记录和分享算法思路，待思路成熟后再转换为具体的程序设计语言实现。</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设计算法求两个整数的最大公约数，可采用质因数分解法、更相减损法和辗转相除法。质因数分解法是基于数学原理，将两个整数分解成若干质因数的乘积，从中选取最大公约数。然而，当面对大数时，分解质因数的过程极为困难，导致该方法在实际计算中缺乏可行性。</a:t>
            </a:r>
            <a:r>
              <a:rPr lang="en-US" altLang="zh-CN"/>
              <a:t>
</a:t>
            </a:r>
            <a:r>
              <a:rPr lang="zh-CN" altLang="en-US"/>
              <a:t>更相减损法源自中国古代数学经典《九章算术》，其核心思想是以小数减大数，反复相减直至两数相等，此相等之数即为最大公约数。这种方法体现了古人卓越的数学智慧，为解决最大公约数问题提供了独特的思路。</a:t>
            </a:r>
            <a:r>
              <a:rPr lang="en-US" altLang="zh-CN"/>
              <a:t>
</a:t>
            </a:r>
            <a:r>
              <a:rPr lang="zh-CN" altLang="en-US"/>
              <a:t>辗转相除法可视为更相减损法的现代版本，通过循环的方式实现。相较于更相减损法，辗转相除法在处理大数时效率更高，能更快速地得出结果。这三种方法各有优劣，在实际应用中，需根据具体情况进行合理选择。</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算法分析技术旨在通过特定方法探讨算法复杂度，以此评价算法效率，助力在实际问题解决中依据实际情况和算法优缺点进行算法取舍。算法的优劣主要通过复杂度衡量，复杂度高低直接反映所需计算机资源的多少。</a:t>
            </a:r>
            <a:r>
              <a:rPr lang="en-US" altLang="zh-CN"/>
              <a:t>
</a:t>
            </a:r>
            <a:r>
              <a:rPr lang="zh-CN" altLang="en-US"/>
              <a:t>计算机资源主要涵盖时间资源和空间资源两方面。时间资源涉及算法执行所需的时长，而空间资源则关乎算法执行过程中所占用的存储空间。鉴于此，算法复杂度通常以时间复杂度和空间复杂度来体现。</a:t>
            </a:r>
            <a:r>
              <a:rPr lang="en-US" altLang="zh-CN"/>
              <a:t>
</a:t>
            </a:r>
            <a:r>
              <a:rPr lang="zh-CN" altLang="en-US"/>
              <a:t>时间复杂度衡量算法执行时间随问题规模变化的趋势，反映算法执行时间的长短；空间复杂度则体现算法执行时所占用的额外存储空间量随问题规模的变化趋势。对算法复杂度进行分析，能够帮助我们更精准地了解算法性能，从而在不同场景下选择最合适的算法，提高解决问题的效率和质量。</a:t>
            </a: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算法分析中，算法的时间复杂度是一个关键概念。它指的是算法执行时间随问题规模变化而变化的趋势，本质上反映了算法执行时间的长短。可以说，时间复杂度衡量着算法在面对不同规模问题时的效率表现。</a:t>
            </a:r>
            <a:r>
              <a:rPr lang="en-US" altLang="zh-CN"/>
              <a:t>
</a:t>
            </a:r>
            <a:r>
              <a:rPr lang="zh-CN" altLang="en-US"/>
              <a:t>当问题规模用</a:t>
            </a:r>
            <a:r>
              <a:rPr lang="en-US" altLang="zh-CN"/>
              <a:t>n</a:t>
            </a:r>
            <a:r>
              <a:rPr lang="zh-CN" altLang="en-US"/>
              <a:t>表示时，</a:t>
            </a:r>
            <a:r>
              <a:rPr lang="en-US" altLang="zh-CN"/>
              <a:t>T(n)</a:t>
            </a:r>
            <a:r>
              <a:rPr lang="zh-CN" altLang="en-US"/>
              <a:t>代表此时算法的执行时间，也就是算法的时间复杂度。随着</a:t>
            </a:r>
            <a:r>
              <a:rPr lang="en-US" altLang="zh-CN"/>
              <a:t>n</a:t>
            </a:r>
            <a:r>
              <a:rPr lang="zh-CN" altLang="en-US"/>
              <a:t>的增大，</a:t>
            </a:r>
            <a:r>
              <a:rPr lang="en-US" altLang="zh-CN"/>
              <a:t>T(n)</a:t>
            </a:r>
            <a:r>
              <a:rPr lang="zh-CN" altLang="en-US"/>
              <a:t>通常也会相应增大。例如，在处理大规模数据时，算法的执行时间也会变长。</a:t>
            </a:r>
            <a:r>
              <a:rPr lang="en-US" altLang="zh-CN"/>
              <a:t>
</a:t>
            </a:r>
            <a:r>
              <a:rPr lang="zh-CN" altLang="en-US"/>
              <a:t>假设一个算法由</a:t>
            </a:r>
            <a:r>
              <a:rPr lang="en-US" altLang="zh-CN"/>
              <a:t>n</a:t>
            </a:r>
            <a:r>
              <a:rPr lang="zh-CN" altLang="en-US"/>
              <a:t>条指令序列构成，那么算法的执行时间就由每条指令序列的执行次数和执行时间共同决定。用公式表示为</a:t>
            </a:r>
            <a:r>
              <a:rPr lang="en-US" altLang="zh-CN"/>
              <a:t>T(n)</a:t>
            </a:r>
            <a:r>
              <a:rPr lang="zh-CN" altLang="en-US"/>
              <a:t>等于从</a:t>
            </a:r>
            <a:r>
              <a:rPr lang="en-US" altLang="zh-CN"/>
              <a:t>i=1</a:t>
            </a:r>
            <a:r>
              <a:rPr lang="zh-CN" altLang="en-US"/>
              <a:t>到</a:t>
            </a:r>
            <a:r>
              <a:rPr lang="en-US" altLang="zh-CN"/>
              <a:t>n</a:t>
            </a:r>
            <a:r>
              <a:rPr lang="zh-CN" altLang="en-US"/>
              <a:t>，指令序列</a:t>
            </a:r>
            <a:r>
              <a:rPr lang="en-US" altLang="zh-CN"/>
              <a:t>i</a:t>
            </a:r>
            <a:r>
              <a:rPr lang="zh-CN" altLang="en-US"/>
              <a:t>的执行次数乘以指令序列</a:t>
            </a:r>
            <a:r>
              <a:rPr lang="en-US" altLang="zh-CN"/>
              <a:t>i</a:t>
            </a:r>
            <a:r>
              <a:rPr lang="zh-CN" altLang="en-US"/>
              <a:t>的执行时间之和。这意味着，每条指令的执行情况都会影响整个算法的时间复杂度。所以，在设计算法时，需要仔细考虑每条指令的执行次数和执行时间，以优化算法的时间复杂度。</a:t>
            </a:r>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在算法分析里，衡量算法时间复杂度的渐进度量值通常采用大</a:t>
            </a:r>
            <a:r>
              <a:rPr lang="en-US" altLang="zh-CN"/>
              <a:t>O</a:t>
            </a:r>
            <a:r>
              <a:rPr lang="zh-CN" altLang="en-US"/>
              <a:t>表示法，也就是算法的渐进时间复杂度。大</a:t>
            </a:r>
            <a:r>
              <a:rPr lang="en-US" altLang="zh-CN"/>
              <a:t>O</a:t>
            </a:r>
            <a:r>
              <a:rPr lang="zh-CN" altLang="en-US"/>
              <a:t>表示法意义深远，它定义了算法执行时间增长率和函数</a:t>
            </a:r>
            <a:r>
              <a:rPr lang="en-US" altLang="zh-CN"/>
              <a:t>f(n)</a:t>
            </a:r>
            <a:r>
              <a:rPr lang="zh-CN" altLang="en-US"/>
              <a:t>增长率之间的关系。当存在正整数</a:t>
            </a:r>
            <a:r>
              <a:rPr lang="en-US" altLang="zh-CN"/>
              <a:t>c</a:t>
            </a:r>
            <a:r>
              <a:rPr lang="zh-CN" altLang="en-US"/>
              <a:t>和</a:t>
            </a:r>
            <a:r>
              <a:rPr lang="en-US" altLang="zh-CN"/>
              <a:t>n₀</a:t>
            </a:r>
            <a:r>
              <a:rPr lang="zh-CN" altLang="en-US"/>
              <a:t>，使</a:t>
            </a:r>
            <a:r>
              <a:rPr lang="en-US" altLang="zh-CN"/>
              <a:t>0≤T(n)≤cf(n)</a:t>
            </a:r>
            <a:r>
              <a:rPr lang="zh-CN" altLang="en-US"/>
              <a:t>对所有</a:t>
            </a:r>
            <a:r>
              <a:rPr lang="en-US" altLang="zh-CN"/>
              <a:t>n≥n₀</a:t>
            </a:r>
            <a:r>
              <a:rPr lang="zh-CN" altLang="en-US"/>
              <a:t>成立时，就可记为</a:t>
            </a:r>
            <a:r>
              <a:rPr lang="en-US" altLang="zh-CN"/>
              <a:t>T(n)=O(f(n))</a:t>
            </a:r>
            <a:r>
              <a:rPr lang="zh-CN" altLang="en-US"/>
              <a:t>。</a:t>
            </a:r>
            <a:r>
              <a:rPr lang="en-US" altLang="zh-CN"/>
              <a:t>
</a:t>
            </a:r>
            <a:r>
              <a:rPr lang="zh-CN" altLang="en-US"/>
              <a:t>在实际应用中，使用大</a:t>
            </a:r>
            <a:r>
              <a:rPr lang="en-US" altLang="zh-CN"/>
              <a:t>O</a:t>
            </a:r>
            <a:r>
              <a:rPr lang="zh-CN" altLang="en-US"/>
              <a:t>表示法时，只需保留关于数据元素个数</a:t>
            </a:r>
            <a:r>
              <a:rPr lang="en-US" altLang="zh-CN"/>
              <a:t>n</a:t>
            </a:r>
            <a:r>
              <a:rPr lang="zh-CN" altLang="en-US"/>
              <a:t>的多项式的最高次幂的项并去掉其系数。例如，若算法执行时间为常数级，不依赖数据量大小，时间复杂度为</a:t>
            </a:r>
            <a:r>
              <a:rPr lang="en-US" altLang="zh-CN"/>
              <a:t>O(1)</a:t>
            </a:r>
            <a:r>
              <a:rPr lang="zh-CN" altLang="en-US"/>
              <a:t>；若与数据量呈线性关系，则为</a:t>
            </a:r>
            <a:r>
              <a:rPr lang="en-US" altLang="zh-CN"/>
              <a:t>O(n)</a:t>
            </a:r>
            <a:r>
              <a:rPr lang="zh-CN" altLang="en-US"/>
              <a:t>。另外，对数级、平方级、立方级、指数级的时间复杂度分别为</a:t>
            </a:r>
            <a:r>
              <a:rPr lang="en-US" altLang="zh-CN"/>
              <a:t>O(log₂n)</a:t>
            </a:r>
            <a:r>
              <a:rPr lang="zh-CN" altLang="en-US"/>
              <a:t>、</a:t>
            </a:r>
            <a:r>
              <a:rPr lang="en-US" altLang="zh-CN"/>
              <a:t>O(n²)</a:t>
            </a:r>
            <a:r>
              <a:rPr lang="zh-CN" altLang="en-US"/>
              <a:t>、</a:t>
            </a:r>
            <a:r>
              <a:rPr lang="en-US" altLang="zh-CN"/>
              <a:t>O(n³)</a:t>
            </a:r>
            <a:r>
              <a:rPr lang="zh-CN" altLang="en-US"/>
              <a:t>、</a:t>
            </a:r>
            <a:r>
              <a:rPr lang="en-US" altLang="zh-CN"/>
              <a:t>O(2ⁿ)</a:t>
            </a:r>
            <a:r>
              <a:rPr lang="zh-CN" altLang="en-US"/>
              <a:t>。</a:t>
            </a:r>
            <a:r>
              <a:rPr lang="en-US" altLang="zh-CN"/>
              <a:t>
</a:t>
            </a:r>
            <a:r>
              <a:rPr lang="zh-CN" altLang="en-US"/>
              <a:t>这些不同数量级的时间复杂度存在一定的递增关系，即</a:t>
            </a:r>
            <a:r>
              <a:rPr lang="en-US" altLang="zh-CN"/>
              <a:t>O(1)&lt;O(log₂n)&lt;O(n)&lt;O(nlog₂n)&lt;O(n²)&lt;O(n³)&lt;O(2ⁿ)</a:t>
            </a:r>
            <a:r>
              <a:rPr lang="zh-CN" altLang="en-US"/>
              <a:t>。了解这种关系，有助于我们在设计和选择算法时，依据问题规模和复杂度，合理评估算法的执行效率，进而选出最优算法。</a:t>
            </a:r>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在算法分析中，循环语句的时间代价分析至关重要，一般可依据以下三条原则进行。</a:t>
            </a:r>
            <a:r>
              <a:rPr lang="en-US" altLang="zh-CN"/>
              <a:t>
</a:t>
            </a:r>
            <a:r>
              <a:rPr lang="zh-CN" altLang="en-US"/>
              <a:t>其一，一个循环的时间代价等于循环次数与每次执行的基本指令数目的乘积。这是最基础的分析方式，它体现了单一循环结构中，时间消耗与循环执行情况的直接关联。通过明确循环次数和每次执行的基本指令数目，就能较为准确地估算出该循环所耗费的时间，为进一步分析算法的时间复杂度提供了基础。</a:t>
            </a:r>
            <a:r>
              <a:rPr lang="en-US" altLang="zh-CN"/>
              <a:t>
</a:t>
            </a:r>
            <a:r>
              <a:rPr lang="zh-CN" altLang="en-US"/>
              <a:t>其二，多个并列的循环的时间代价等于每个循环的时间代价之和。在实际算法中，经常会出现多个并列的循环结构。由于这些循环是依次执行的，它们的时间代价相互独立，所以将每个循环的时间代价累加起来，就可以得到整个并列循环部分的总时间代价。这有助于我们从整体上把握算法中这一部分的时间消耗情况。</a:t>
            </a:r>
            <a:r>
              <a:rPr lang="en-US" altLang="zh-CN"/>
              <a:t>
</a:t>
            </a:r>
            <a:r>
              <a:rPr lang="zh-CN" altLang="en-US"/>
              <a:t>其三，多层嵌套循环的时间代价等于每层循环的时间代价之积。多层嵌套循环是算法中较为复杂的结构，每层循环的执行都会受到其他层循环的影响。当计算多层嵌套循环的时间代价时，需要考虑到每层循环的执行次数以及每次执行的基本指令数目，将每层循环的时间代价相乘，才能得到准确的结果。这一原则反映了多层嵌套循环中时间代价的指数级增长特性，对于分析复杂算法的时间复杂度具有重要意义。</a:t>
            </a:r>
            <a:r>
              <a:rPr lang="en-US" altLang="zh-CN"/>
              <a:t>
</a:t>
            </a:r>
            <a:r>
              <a:rPr lang="zh-CN" altLang="en-US"/>
              <a:t>掌握这三条原则，能够让我们更精准地分析循环语句的时间代价，从而更好地评估算法的效率。</a:t>
            </a:r>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算法分析里，空间复杂度是衡量算法性能的关键指标。算法的空间复杂度指的是，算法执行时所占用的额外存储空间量，随问题规模的变化而呈现出的变化趋势。这一概念能让我们清晰了解算法在运行过程中对存储空间的需求状况。</a:t>
            </a:r>
            <a:r>
              <a:rPr lang="en-US" altLang="zh-CN"/>
              <a:t>
</a:t>
            </a:r>
            <a:r>
              <a:rPr lang="zh-CN" altLang="en-US"/>
              <a:t>执行一个算法所需的存储空间主要由两部分构成。其一为固定空间部分，涵盖算法的程序指令、常量以及变量所占的空间。这部分空间与所处理问题的规模并无关联，无论问题规模是大是小，它所占用的空间都是相对固定的。就好比建造一座房子，房子的基本框架结构所占用的空间是固定的，不会因为房子里要住多少人而改变。</a:t>
            </a:r>
            <a:r>
              <a:rPr lang="en-US" altLang="zh-CN"/>
              <a:t>
</a:t>
            </a:r>
            <a:r>
              <a:rPr lang="zh-CN" altLang="en-US"/>
              <a:t>其二是可变空间部分，主要包括输入的数据元素占用的空间，以及程序运行过程中额外的存储空间。这部分空间与处理问题的规模密切相关，问题规模越大，所需的可变空间通常也就越大。例如，要存储的数据量越多，或者程序在运行中需要临时存储的中间结果越多，所占用的可变空间就会相应增加。</a:t>
            </a:r>
            <a:r>
              <a:rPr lang="en-US" altLang="zh-CN"/>
              <a:t>
</a:t>
            </a:r>
            <a:r>
              <a:rPr lang="zh-CN" altLang="en-US"/>
              <a:t>理解算法的空间复杂度及其构成部分，有助于我们在实际应用中，根据问题的规模和可用的存储空间，合理选择合适的算法。</a:t>
            </a:r>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在算法分析领域，算法的空间复杂度是一个关键概念。当问题规模为</a:t>
            </a:r>
            <a:r>
              <a:rPr lang="en-US" altLang="zh-CN"/>
              <a:t>n</a:t>
            </a:r>
            <a:r>
              <a:rPr lang="zh-CN" altLang="en-US"/>
              <a:t>时，</a:t>
            </a:r>
            <a:r>
              <a:rPr lang="en-US" altLang="zh-CN"/>
              <a:t>S(n)</a:t>
            </a:r>
            <a:r>
              <a:rPr lang="zh-CN" altLang="en-US"/>
              <a:t>代表此时算法占用的存储空间量，这就是算法的空间复杂度。并且，随着问题规模</a:t>
            </a:r>
            <a:r>
              <a:rPr lang="en-US" altLang="zh-CN"/>
              <a:t>n</a:t>
            </a:r>
            <a:r>
              <a:rPr lang="zh-CN" altLang="en-US"/>
              <a:t>的增大，</a:t>
            </a:r>
            <a:r>
              <a:rPr lang="en-US" altLang="zh-CN"/>
              <a:t>S(n)</a:t>
            </a:r>
            <a:r>
              <a:rPr lang="zh-CN" altLang="en-US"/>
              <a:t>也会相应增大。这体现了问题规模与算法所需存储空间之间的动态关系。</a:t>
            </a:r>
            <a:r>
              <a:rPr lang="en-US" altLang="zh-CN"/>
              <a:t>
</a:t>
            </a:r>
            <a:r>
              <a:rPr lang="zh-CN" altLang="en-US"/>
              <a:t>通常，我们采用算法渐进分析中的大</a:t>
            </a:r>
            <a:r>
              <a:rPr lang="en-US" altLang="zh-CN"/>
              <a:t>O</a:t>
            </a:r>
            <a:r>
              <a:rPr lang="zh-CN" altLang="en-US"/>
              <a:t>表示法来衡量算法的空间复杂度，即算法的渐进空间复杂度，记为</a:t>
            </a:r>
            <a:r>
              <a:rPr lang="en-US" altLang="zh-CN"/>
              <a:t>S(n)=O(f(n))</a:t>
            </a:r>
            <a:r>
              <a:rPr lang="zh-CN" altLang="en-US"/>
              <a:t>。这种表示法为我们提供了一种标准化的方式来评估算法的空间需求。而且，其分析方法与算法的渐进时间复杂度相同。这意味着我们在分析算法的时间和空间复杂度时，可以运用相似的思路和方法，这无疑为算法的评估和优化提供了便利。</a:t>
            </a:r>
            <a:r>
              <a:rPr lang="en-US" altLang="zh-CN"/>
              <a:t>
</a:t>
            </a:r>
            <a:r>
              <a:rPr lang="zh-CN" altLang="en-US"/>
              <a:t>理解算法的空间复杂度及其渐进表示法，有助于我们在设计和选择算法时，充分考虑算法对存储空间的需求，从而在不同的应用场景中做出更合理的决策。</a:t>
            </a:r>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现在我们来看一个关于算法描述的例题。这里给定一个正整数</a:t>
            </a:r>
            <a:r>
              <a:rPr lang="en-US" altLang="zh-CN"/>
              <a:t>n</a:t>
            </a:r>
            <a:r>
              <a:rPr lang="zh-CN" altLang="en-US"/>
              <a:t>，要求确定程序段中语句</a:t>
            </a:r>
            <a:r>
              <a:rPr lang="en-US" altLang="zh-CN"/>
              <a:t>“x += 1”</a:t>
            </a:r>
            <a:r>
              <a:rPr lang="zh-CN" altLang="en-US"/>
              <a:t>的频度。确定语句频度是算法分析中的重要环节，它有助于我们评估算法的时间复杂度。</a:t>
            </a:r>
            <a:r>
              <a:rPr lang="en-US" altLang="zh-CN"/>
              <a:t>
</a:t>
            </a:r>
            <a:r>
              <a:rPr lang="zh-CN" altLang="en-US"/>
              <a:t>在之前的讲解中，我们了解到算法分析主要包括时间复杂度和空间复杂度分析，通常用大</a:t>
            </a:r>
            <a:r>
              <a:rPr lang="en-US" altLang="zh-CN"/>
              <a:t>O</a:t>
            </a:r>
            <a:r>
              <a:rPr lang="zh-CN" altLang="en-US"/>
              <a:t>表示法来衡量。而语句频度的计算是分析时间复杂度的基础。对于这个例题，通过计算</a:t>
            </a:r>
            <a:r>
              <a:rPr lang="en-US" altLang="zh-CN"/>
              <a:t>“x += 1”</a:t>
            </a:r>
            <a:r>
              <a:rPr lang="zh-CN" altLang="en-US"/>
              <a:t>的执行次数，我们可以进一步分析该程序段的时间性能。</a:t>
            </a:r>
            <a:r>
              <a:rPr lang="en-US" altLang="zh-CN"/>
              <a:t>
</a:t>
            </a:r>
            <a:r>
              <a:rPr lang="zh-CN" altLang="en-US"/>
              <a:t>求解此类问题，需要我们仔细分析程序段的结构，根据循环条件、循环嵌套等情况来确定语句的执行次数。接下来，我们就具体分析这个例题，看看不同的程序段中</a:t>
            </a:r>
            <a:r>
              <a:rPr lang="en-US" altLang="zh-CN"/>
              <a:t>“x += 1”</a:t>
            </a:r>
            <a:r>
              <a:rPr lang="zh-CN" altLang="en-US"/>
              <a:t>的频度分别是多少，从而加深对算法时间复杂度分析的理解。</a:t>
            </a:r>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现在我们来看一个关于算法描述的例题。题目设定为设</a:t>
            </a:r>
            <a:r>
              <a:rPr lang="en-US" altLang="zh-CN"/>
              <a:t>n</a:t>
            </a:r>
            <a:r>
              <a:rPr lang="zh-CN" altLang="en-US"/>
              <a:t>为正整数，要确定程序段中语句</a:t>
            </a:r>
            <a:r>
              <a:rPr lang="en-US" altLang="zh-CN"/>
              <a:t>“x+=1”</a:t>
            </a:r>
            <a:r>
              <a:rPr lang="zh-CN" altLang="en-US"/>
              <a:t>的频度。这个例题意义重大，它是对我们之前所学算法分析知识的实际应用检验。</a:t>
            </a:r>
            <a:r>
              <a:rPr lang="en-US" altLang="zh-CN"/>
              <a:t>
</a:t>
            </a:r>
            <a:r>
              <a:rPr lang="zh-CN" altLang="en-US"/>
              <a:t>此前我们学习了算法的时间复杂度和空间复杂度，了解了大</a:t>
            </a:r>
            <a:r>
              <a:rPr lang="en-US" altLang="zh-CN"/>
              <a:t>O</a:t>
            </a:r>
            <a:r>
              <a:rPr lang="zh-CN" altLang="en-US"/>
              <a:t>表示法以及循环语句时间代价的分析原则。而确定语句</a:t>
            </a:r>
            <a:r>
              <a:rPr lang="en-US" altLang="zh-CN"/>
              <a:t>“x+=1”</a:t>
            </a:r>
            <a:r>
              <a:rPr lang="zh-CN" altLang="en-US"/>
              <a:t>的频度，本质上就是在分析程序执行该语句的次数，这与算法的时间复杂度紧密相关。通过分析这个频度，我们能更精准地评估程序执行的效率，判断算法在不同数据规模下的性能表现。</a:t>
            </a:r>
            <a:r>
              <a:rPr lang="en-US" altLang="zh-CN"/>
              <a:t>
</a:t>
            </a:r>
            <a:r>
              <a:rPr lang="zh-CN" altLang="en-US"/>
              <a:t>比如，若语句频度与数据量</a:t>
            </a:r>
            <a:r>
              <a:rPr lang="en-US" altLang="zh-CN"/>
              <a:t>n</a:t>
            </a:r>
            <a:r>
              <a:rPr lang="zh-CN" altLang="en-US"/>
              <a:t>呈线性关系，那时间复杂度可能就是</a:t>
            </a:r>
            <a:r>
              <a:rPr lang="en-US" altLang="zh-CN"/>
              <a:t>O(n)</a:t>
            </a:r>
            <a:r>
              <a:rPr lang="zh-CN" altLang="en-US"/>
              <a:t>；若频度是常数级，不依赖数据量大小，时间复杂度则为</a:t>
            </a:r>
            <a:r>
              <a:rPr lang="en-US" altLang="zh-CN"/>
              <a:t>O(1)</a:t>
            </a:r>
            <a:r>
              <a:rPr lang="zh-CN" altLang="en-US"/>
              <a:t>。在后续解题过程中，我们要依据程序段的具体结构，如是否有循环、循环的嵌套层数等，运用之前所学的原则来仔细分析和计算语句</a:t>
            </a:r>
            <a:r>
              <a:rPr lang="en-US" altLang="zh-CN"/>
              <a:t>“x+=1”</a:t>
            </a:r>
            <a:r>
              <a:rPr lang="zh-CN" altLang="en-US"/>
              <a:t>的频度。</a:t>
            </a:r>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本次为大家带来关于确定程序段中语句</a:t>
            </a:r>
            <a:r>
              <a:rPr lang="en-US" altLang="zh-CN"/>
              <a:t>“x += 1”</a:t>
            </a:r>
            <a:r>
              <a:rPr lang="zh-CN" altLang="en-US"/>
              <a:t>频度的例题解析。</a:t>
            </a:r>
            <a:r>
              <a:rPr lang="en-US" altLang="zh-CN"/>
              <a:t>
</a:t>
            </a:r>
            <a:r>
              <a:rPr lang="zh-CN" altLang="en-US"/>
              <a:t>第一题，当</a:t>
            </a:r>
            <a:r>
              <a:rPr lang="en-US" altLang="zh-CN"/>
              <a:t>i</a:t>
            </a:r>
            <a:r>
              <a:rPr lang="zh-CN" altLang="en-US"/>
              <a:t>为</a:t>
            </a:r>
            <a:r>
              <a:rPr lang="en-US" altLang="zh-CN"/>
              <a:t>1</a:t>
            </a:r>
            <a:r>
              <a:rPr lang="zh-CN" altLang="en-US"/>
              <a:t>时，</a:t>
            </a:r>
            <a:r>
              <a:rPr lang="en-US" altLang="zh-CN"/>
              <a:t>j</a:t>
            </a:r>
            <a:r>
              <a:rPr lang="zh-CN" altLang="en-US"/>
              <a:t>只能取</a:t>
            </a:r>
            <a:r>
              <a:rPr lang="en-US" altLang="zh-CN"/>
              <a:t>1</a:t>
            </a:r>
            <a:r>
              <a:rPr lang="zh-CN" altLang="en-US"/>
              <a:t>，语句执行一次；</a:t>
            </a:r>
            <a:r>
              <a:rPr lang="en-US" altLang="zh-CN"/>
              <a:t>i</a:t>
            </a:r>
            <a:r>
              <a:rPr lang="zh-CN" altLang="en-US"/>
              <a:t>为</a:t>
            </a:r>
            <a:r>
              <a:rPr lang="en-US" altLang="zh-CN"/>
              <a:t>2</a:t>
            </a:r>
            <a:r>
              <a:rPr lang="zh-CN" altLang="en-US"/>
              <a:t>时，</a:t>
            </a:r>
            <a:r>
              <a:rPr lang="en-US" altLang="zh-CN"/>
              <a:t>j</a:t>
            </a:r>
            <a:r>
              <a:rPr lang="zh-CN" altLang="en-US"/>
              <a:t>可取</a:t>
            </a:r>
            <a:r>
              <a:rPr lang="en-US" altLang="zh-CN"/>
              <a:t>1</a:t>
            </a:r>
            <a:r>
              <a:rPr lang="zh-CN" altLang="en-US"/>
              <a:t>或</a:t>
            </a:r>
            <a:r>
              <a:rPr lang="en-US" altLang="zh-CN"/>
              <a:t>2</a:t>
            </a:r>
            <a:r>
              <a:rPr lang="zh-CN" altLang="en-US"/>
              <a:t>，语句执行两次；依此类推，当</a:t>
            </a:r>
            <a:r>
              <a:rPr lang="en-US" altLang="zh-CN"/>
              <a:t>i</a:t>
            </a:r>
            <a:r>
              <a:rPr lang="zh-CN" altLang="en-US"/>
              <a:t>为</a:t>
            </a:r>
            <a:r>
              <a:rPr lang="en-US" altLang="zh-CN"/>
              <a:t>n</a:t>
            </a:r>
            <a:r>
              <a:rPr lang="zh-CN" altLang="en-US"/>
              <a:t>时，</a:t>
            </a:r>
            <a:r>
              <a:rPr lang="en-US" altLang="zh-CN"/>
              <a:t>j</a:t>
            </a:r>
            <a:r>
              <a:rPr lang="zh-CN" altLang="en-US"/>
              <a:t>可取</a:t>
            </a:r>
            <a:r>
              <a:rPr lang="en-US" altLang="zh-CN"/>
              <a:t>1</a:t>
            </a:r>
            <a:r>
              <a:rPr lang="zh-CN" altLang="en-US"/>
              <a:t>到</a:t>
            </a:r>
            <a:r>
              <a:rPr lang="en-US" altLang="zh-CN"/>
              <a:t>n</a:t>
            </a:r>
            <a:r>
              <a:rPr lang="zh-CN" altLang="en-US"/>
              <a:t>，语句执行</a:t>
            </a:r>
            <a:r>
              <a:rPr lang="en-US" altLang="zh-CN"/>
              <a:t>n</a:t>
            </a:r>
            <a:r>
              <a:rPr lang="zh-CN" altLang="en-US"/>
              <a:t>次。通过累加可得语句频度为</a:t>
            </a:r>
            <a:r>
              <a:rPr lang="en-US" altLang="zh-CN"/>
              <a:t>1 + 2 + … + n</a:t>
            </a:r>
            <a:r>
              <a:rPr lang="zh-CN" altLang="en-US"/>
              <a:t>，根据等差数列求和公式，得出结果为</a:t>
            </a:r>
            <a:r>
              <a:rPr lang="en-US" altLang="zh-CN"/>
              <a:t>n(n + 1)/2</a:t>
            </a:r>
            <a:r>
              <a:rPr lang="zh-CN" altLang="en-US"/>
              <a:t>。</a:t>
            </a:r>
            <a:r>
              <a:rPr lang="en-US" altLang="zh-CN"/>
              <a:t>
</a:t>
            </a:r>
            <a:r>
              <a:rPr lang="zh-CN" altLang="en-US"/>
              <a:t>第二题，当</a:t>
            </a:r>
            <a:r>
              <a:rPr lang="en-US" altLang="zh-CN"/>
              <a:t>i</a:t>
            </a:r>
            <a:r>
              <a:rPr lang="zh-CN" altLang="en-US"/>
              <a:t>为</a:t>
            </a:r>
            <a:r>
              <a:rPr lang="en-US" altLang="zh-CN"/>
              <a:t>1</a:t>
            </a:r>
            <a:r>
              <a:rPr lang="zh-CN" altLang="en-US"/>
              <a:t>时，</a:t>
            </a:r>
            <a:r>
              <a:rPr lang="en-US" altLang="zh-CN"/>
              <a:t>j</a:t>
            </a:r>
            <a:r>
              <a:rPr lang="zh-CN" altLang="en-US"/>
              <a:t>只能取</a:t>
            </a:r>
            <a:r>
              <a:rPr lang="en-US" altLang="zh-CN"/>
              <a:t>1</a:t>
            </a:r>
            <a:r>
              <a:rPr lang="zh-CN" altLang="en-US"/>
              <a:t>，</a:t>
            </a:r>
            <a:r>
              <a:rPr lang="en-US" altLang="zh-CN"/>
              <a:t>k</a:t>
            </a:r>
            <a:r>
              <a:rPr lang="zh-CN" altLang="en-US"/>
              <a:t>可取</a:t>
            </a:r>
            <a:r>
              <a:rPr lang="en-US" altLang="zh-CN"/>
              <a:t>1</a:t>
            </a:r>
            <a:r>
              <a:rPr lang="zh-CN" altLang="en-US"/>
              <a:t>到</a:t>
            </a:r>
            <a:r>
              <a:rPr lang="en-US" altLang="zh-CN"/>
              <a:t>n</a:t>
            </a:r>
            <a:r>
              <a:rPr lang="zh-CN" altLang="en-US"/>
              <a:t>，语句执行</a:t>
            </a:r>
            <a:r>
              <a:rPr lang="en-US" altLang="zh-CN"/>
              <a:t>n</a:t>
            </a:r>
            <a:r>
              <a:rPr lang="zh-CN" altLang="en-US"/>
              <a:t>次；</a:t>
            </a:r>
            <a:r>
              <a:rPr lang="en-US" altLang="zh-CN"/>
              <a:t>i</a:t>
            </a:r>
            <a:r>
              <a:rPr lang="zh-CN" altLang="en-US"/>
              <a:t>为</a:t>
            </a:r>
            <a:r>
              <a:rPr lang="en-US" altLang="zh-CN"/>
              <a:t>2</a:t>
            </a:r>
            <a:r>
              <a:rPr lang="zh-CN" altLang="en-US"/>
              <a:t>时，</a:t>
            </a:r>
            <a:r>
              <a:rPr lang="en-US" altLang="zh-CN"/>
              <a:t>j</a:t>
            </a:r>
            <a:r>
              <a:rPr lang="zh-CN" altLang="en-US"/>
              <a:t>可取</a:t>
            </a:r>
            <a:r>
              <a:rPr lang="en-US" altLang="zh-CN"/>
              <a:t>1</a:t>
            </a:r>
            <a:r>
              <a:rPr lang="zh-CN" altLang="en-US"/>
              <a:t>或</a:t>
            </a:r>
            <a:r>
              <a:rPr lang="en-US" altLang="zh-CN"/>
              <a:t>2</a:t>
            </a:r>
            <a:r>
              <a:rPr lang="zh-CN" altLang="en-US"/>
              <a:t>，</a:t>
            </a:r>
            <a:r>
              <a:rPr lang="en-US" altLang="zh-CN"/>
              <a:t>k</a:t>
            </a:r>
            <a:r>
              <a:rPr lang="zh-CN" altLang="en-US"/>
              <a:t>仍可取</a:t>
            </a:r>
            <a:r>
              <a:rPr lang="en-US" altLang="zh-CN"/>
              <a:t>1</a:t>
            </a:r>
            <a:r>
              <a:rPr lang="zh-CN" altLang="en-US"/>
              <a:t>到</a:t>
            </a:r>
            <a:r>
              <a:rPr lang="en-US" altLang="zh-CN"/>
              <a:t>n</a:t>
            </a:r>
            <a:r>
              <a:rPr lang="zh-CN" altLang="en-US"/>
              <a:t>，语句执行</a:t>
            </a:r>
            <a:r>
              <a:rPr lang="en-US" altLang="zh-CN"/>
              <a:t>2n</a:t>
            </a:r>
            <a:r>
              <a:rPr lang="zh-CN" altLang="en-US"/>
              <a:t>次；当</a:t>
            </a:r>
            <a:r>
              <a:rPr lang="en-US" altLang="zh-CN"/>
              <a:t>i</a:t>
            </a:r>
            <a:r>
              <a:rPr lang="zh-CN" altLang="en-US"/>
              <a:t>为</a:t>
            </a:r>
            <a:r>
              <a:rPr lang="en-US" altLang="zh-CN"/>
              <a:t>n</a:t>
            </a:r>
            <a:r>
              <a:rPr lang="zh-CN" altLang="en-US"/>
              <a:t>时，</a:t>
            </a:r>
            <a:r>
              <a:rPr lang="en-US" altLang="zh-CN"/>
              <a:t>j</a:t>
            </a:r>
            <a:r>
              <a:rPr lang="zh-CN" altLang="en-US"/>
              <a:t>可取</a:t>
            </a:r>
            <a:r>
              <a:rPr lang="en-US" altLang="zh-CN"/>
              <a:t>1</a:t>
            </a:r>
            <a:r>
              <a:rPr lang="zh-CN" altLang="en-US"/>
              <a:t>到</a:t>
            </a:r>
            <a:r>
              <a:rPr lang="en-US" altLang="zh-CN"/>
              <a:t>n</a:t>
            </a:r>
            <a:r>
              <a:rPr lang="zh-CN" altLang="en-US"/>
              <a:t>，语句执行</a:t>
            </a:r>
            <a:r>
              <a:rPr lang="en-US" altLang="zh-CN"/>
              <a:t>n</a:t>
            </a:r>
            <a:r>
              <a:rPr lang="zh-CN" altLang="en-US"/>
              <a:t>×</a:t>
            </a:r>
            <a:r>
              <a:rPr lang="en-US" altLang="zh-CN"/>
              <a:t>n</a:t>
            </a:r>
            <a:r>
              <a:rPr lang="zh-CN" altLang="en-US"/>
              <a:t>次。经过计算，语句频度为</a:t>
            </a:r>
            <a:r>
              <a:rPr lang="en-US" altLang="zh-CN"/>
              <a:t>n²(n + 1)/2</a:t>
            </a:r>
            <a:r>
              <a:rPr lang="zh-CN" altLang="en-US"/>
              <a:t>。</a:t>
            </a:r>
            <a:r>
              <a:rPr lang="en-US" altLang="zh-CN"/>
              <a:t>
</a:t>
            </a:r>
            <a:r>
              <a:rPr lang="zh-CN" altLang="en-US"/>
              <a:t>第三题，</a:t>
            </a:r>
            <a:r>
              <a:rPr lang="en-US" altLang="zh-CN"/>
              <a:t>i</a:t>
            </a:r>
            <a:r>
              <a:rPr lang="zh-CN" altLang="en-US"/>
              <a:t>与</a:t>
            </a:r>
            <a:r>
              <a:rPr lang="en-US" altLang="zh-CN"/>
              <a:t>j</a:t>
            </a:r>
            <a:r>
              <a:rPr lang="zh-CN" altLang="en-US"/>
              <a:t>初始和为</a:t>
            </a:r>
            <a:r>
              <a:rPr lang="en-US" altLang="zh-CN"/>
              <a:t>1</a:t>
            </a:r>
            <a:r>
              <a:rPr lang="zh-CN" altLang="en-US"/>
              <a:t>，每次循环</a:t>
            </a:r>
            <a:r>
              <a:rPr lang="en-US" altLang="zh-CN"/>
              <a:t>i</a:t>
            </a:r>
            <a:r>
              <a:rPr lang="zh-CN" altLang="en-US"/>
              <a:t>和</a:t>
            </a:r>
            <a:r>
              <a:rPr lang="en-US" altLang="zh-CN"/>
              <a:t>j</a:t>
            </a:r>
            <a:r>
              <a:rPr lang="zh-CN" altLang="en-US"/>
              <a:t>中有且仅有一个值增</a:t>
            </a:r>
            <a:r>
              <a:rPr lang="en-US" altLang="zh-CN"/>
              <a:t>1</a:t>
            </a:r>
            <a:r>
              <a:rPr lang="zh-CN" altLang="en-US"/>
              <a:t>，即</a:t>
            </a:r>
            <a:r>
              <a:rPr lang="en-US" altLang="zh-CN"/>
              <a:t>i</a:t>
            </a:r>
            <a:r>
              <a:rPr lang="zh-CN" altLang="en-US"/>
              <a:t>与</a:t>
            </a:r>
            <a:r>
              <a:rPr lang="en-US" altLang="zh-CN"/>
              <a:t>j</a:t>
            </a:r>
            <a:r>
              <a:rPr lang="zh-CN" altLang="en-US"/>
              <a:t>的和增</a:t>
            </a:r>
            <a:r>
              <a:rPr lang="en-US" altLang="zh-CN"/>
              <a:t>1</a:t>
            </a:r>
            <a:r>
              <a:rPr lang="zh-CN" altLang="en-US"/>
              <a:t>。由于循环条件为</a:t>
            </a:r>
            <a:r>
              <a:rPr lang="en-US" altLang="zh-CN"/>
              <a:t>i + j &lt;= n</a:t>
            </a:r>
            <a:r>
              <a:rPr lang="zh-CN" altLang="en-US"/>
              <a:t>，所以循环共执行</a:t>
            </a:r>
            <a:r>
              <a:rPr lang="en-US" altLang="zh-CN"/>
              <a:t>n</a:t>
            </a:r>
            <a:r>
              <a:rPr lang="zh-CN" altLang="en-US"/>
              <a:t>次，语句频度为</a:t>
            </a:r>
            <a:r>
              <a:rPr lang="en-US" altLang="zh-CN"/>
              <a:t>n</a:t>
            </a:r>
            <a:r>
              <a:rPr lang="zh-CN" altLang="en-US"/>
              <a:t>。</a:t>
            </a:r>
            <a:r>
              <a:rPr lang="en-US" altLang="zh-CN"/>
              <a:t>
</a:t>
            </a:r>
            <a:r>
              <a:rPr lang="zh-CN" altLang="en-US"/>
              <a:t>第四题，分析</a:t>
            </a:r>
            <a:r>
              <a:rPr lang="en-US" altLang="zh-CN"/>
              <a:t>y</a:t>
            </a:r>
            <a:r>
              <a:rPr lang="zh-CN" altLang="en-US"/>
              <a:t>初始值为</a:t>
            </a:r>
            <a:r>
              <a:rPr lang="en-US" altLang="zh-CN"/>
              <a:t>100</a:t>
            </a:r>
            <a:r>
              <a:rPr lang="zh-CN" altLang="en-US"/>
              <a:t>，当</a:t>
            </a:r>
            <a:r>
              <a:rPr lang="en-US" altLang="zh-CN"/>
              <a:t>y ≤ 0</a:t>
            </a:r>
            <a:r>
              <a:rPr lang="zh-CN" altLang="en-US"/>
              <a:t>时循环结束，</a:t>
            </a:r>
            <a:r>
              <a:rPr lang="en-US" altLang="zh-CN"/>
              <a:t>x++</a:t>
            </a:r>
            <a:r>
              <a:rPr lang="zh-CN" altLang="en-US"/>
              <a:t>每执行</a:t>
            </a:r>
            <a:r>
              <a:rPr lang="en-US" altLang="zh-CN"/>
              <a:t>10</a:t>
            </a:r>
            <a:r>
              <a:rPr lang="zh-CN" altLang="en-US"/>
              <a:t>次</a:t>
            </a:r>
            <a:r>
              <a:rPr lang="en-US" altLang="zh-CN"/>
              <a:t>y</a:t>
            </a:r>
            <a:r>
              <a:rPr lang="zh-CN" altLang="en-US"/>
              <a:t>减小</a:t>
            </a:r>
            <a:r>
              <a:rPr lang="en-US" altLang="zh-CN"/>
              <a:t>1</a:t>
            </a:r>
            <a:r>
              <a:rPr lang="zh-CN" altLang="en-US"/>
              <a:t>。由此可算出</a:t>
            </a:r>
            <a:r>
              <a:rPr lang="en-US" altLang="zh-CN"/>
              <a:t>x += 1</a:t>
            </a:r>
            <a:r>
              <a:rPr lang="zh-CN" altLang="en-US"/>
              <a:t>的语句频度为</a:t>
            </a:r>
            <a:r>
              <a:rPr lang="en-US" altLang="zh-CN"/>
              <a:t>1000</a:t>
            </a:r>
            <a:r>
              <a:rPr lang="zh-CN" altLang="en-US"/>
              <a:t>。这些例题能帮助我们更好地理解和掌握程序语句频度的计算方法。</a:t>
            </a:r>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前面我们详细探讨了算法的时间复杂度、空间复杂度以及相关例题。这些内容是理解算法分析的核心要点。现在来到了小结环节，它能帮我们系统梳理所学知识，把握关键内容。通过小结，我们将清晰回顾算法分析和数据结构等知识的重点。</a:t>
            </a:r>
            <a:r>
              <a:rPr lang="en-US" altLang="zh-CN"/>
              <a:t> </a:t>
            </a:r>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数据结构涵盖逻辑结构和存储结构两个维度。逻辑结构分为集合、线性结构、树形结构和图形结构</a:t>
            </a:r>
            <a:r>
              <a:rPr lang="en-US" altLang="zh-CN"/>
              <a:t>4</a:t>
            </a:r>
            <a:r>
              <a:rPr lang="zh-CN" altLang="en-US"/>
              <a:t>种类型。集合的数据元素相互独立；线性结构的数据元素呈</a:t>
            </a:r>
            <a:r>
              <a:rPr lang="en-US" altLang="zh-CN"/>
              <a:t>“</a:t>
            </a:r>
            <a:r>
              <a:rPr lang="zh-CN" altLang="en-US"/>
              <a:t>一对一</a:t>
            </a:r>
            <a:r>
              <a:rPr lang="en-US" altLang="zh-CN"/>
              <a:t>”</a:t>
            </a:r>
            <a:r>
              <a:rPr lang="zh-CN" altLang="en-US"/>
              <a:t>关系；树形结构的数据元素为</a:t>
            </a:r>
            <a:r>
              <a:rPr lang="en-US" altLang="zh-CN"/>
              <a:t>“</a:t>
            </a:r>
            <a:r>
              <a:rPr lang="zh-CN" altLang="en-US"/>
              <a:t>一对多</a:t>
            </a:r>
            <a:r>
              <a:rPr lang="en-US" altLang="zh-CN"/>
              <a:t>”</a:t>
            </a:r>
            <a:r>
              <a:rPr lang="zh-CN" altLang="en-US"/>
              <a:t>关系；图形结构的数据元素是</a:t>
            </a:r>
            <a:r>
              <a:rPr lang="en-US" altLang="zh-CN"/>
              <a:t>“</a:t>
            </a:r>
            <a:r>
              <a:rPr lang="zh-CN" altLang="en-US"/>
              <a:t>多对多</a:t>
            </a:r>
            <a:r>
              <a:rPr lang="en-US" altLang="zh-CN"/>
              <a:t>”</a:t>
            </a:r>
            <a:r>
              <a:rPr lang="zh-CN" altLang="en-US"/>
              <a:t>关系。存储结构则包含顺序存储结构、链式存储结构、索引存储结构和散列存储结构</a:t>
            </a:r>
            <a:r>
              <a:rPr lang="en-US" altLang="zh-CN"/>
              <a:t>4</a:t>
            </a:r>
            <a:r>
              <a:rPr lang="zh-CN" altLang="en-US"/>
              <a:t>种方式。</a:t>
            </a:r>
            <a:r>
              <a:rPr lang="en-US" altLang="zh-CN"/>
              <a:t>
</a:t>
            </a:r>
            <a:r>
              <a:rPr lang="zh-CN" altLang="en-US"/>
              <a:t>抽象数据类型描述数据特性与操作语法规则，同时隐藏数据存储结构和操作实现细节。在</a:t>
            </a:r>
            <a:r>
              <a:rPr lang="en-US" altLang="zh-CN"/>
              <a:t>Python</a:t>
            </a:r>
            <a:r>
              <a:rPr lang="zh-CN" altLang="en-US"/>
              <a:t>语言里，抽象数据类型通过抽象类定义实现。</a:t>
            </a:r>
            <a:r>
              <a:rPr lang="en-US" altLang="zh-CN"/>
              <a:t>
</a:t>
            </a:r>
            <a:r>
              <a:rPr lang="zh-CN" altLang="en-US"/>
              <a:t>算法设计需达成正确性、健壮性、高效率和可读性</a:t>
            </a:r>
            <a:r>
              <a:rPr lang="en-US" altLang="zh-CN"/>
              <a:t>4</a:t>
            </a:r>
            <a:r>
              <a:rPr lang="zh-CN" altLang="en-US"/>
              <a:t>个目标。算法分析主要聚焦于时间复杂度和空间复杂度，通常采用大</a:t>
            </a:r>
            <a:r>
              <a:rPr lang="en-US" altLang="zh-CN"/>
              <a:t>O</a:t>
            </a:r>
            <a:r>
              <a:rPr lang="zh-CN" altLang="en-US"/>
              <a:t>表示法进行度量。时间复杂度描述算法执行时间随问题规模的增长趋势，空间复杂度则衡量算法执行时占用的额外存储空间随问题规模的变化趋势。</a:t>
            </a:r>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尊敬的各位听众，本次关于数据结构与算法的讲解即将结束。我们深入探讨了数据结构的逻辑与存储结构，以及算法设计的目标和复杂度分析等核心内容。算法分析中，时间复杂度和空间复杂度的大</a:t>
            </a:r>
            <a:r>
              <a:rPr lang="en-US" altLang="zh-CN"/>
              <a:t>O</a:t>
            </a:r>
            <a:r>
              <a:rPr lang="zh-CN" altLang="en-US"/>
              <a:t>表示法为我们评估算法效率提供了关键依据，让我们能更科学地选择和优化算法。</a:t>
            </a:r>
            <a:r>
              <a:rPr lang="en-US" altLang="zh-CN"/>
              <a:t>
</a:t>
            </a:r>
            <a:r>
              <a:rPr lang="zh-CN" altLang="en-US"/>
              <a:t>数据结构和算法作为计算机科学的基石，它们的重要性不言而喻。它们不仅是解决实际问题的有力工具，更是推动科技进步和创新的核心力量。希望大家通过本次的学习，能够在未来的学习和工作中，熟练运用这些知识，解决遇到的各种难题。</a:t>
            </a:r>
            <a:r>
              <a:rPr lang="en-US" altLang="zh-CN"/>
              <a:t>
</a:t>
            </a:r>
            <a:r>
              <a:rPr lang="zh-CN" altLang="en-US"/>
              <a:t>最后，感谢大家的认真聆听和积极参与。让我们带着对知识的渴望和追求，不断探索计算机科学的未知领域，共同迎接科技发展带来的挑战和机遇。谢谢观看！</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13" name="矩形 12"/>
          <p:cNvSpPr/>
          <p:nvPr userDrawn="1"/>
        </p:nvSpPr>
        <p:spPr>
          <a:xfrm>
            <a:off x="9884476" y="0"/>
            <a:ext cx="230752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12" name="图片 11"/>
          <p:cNvPicPr>
            <a:picLocks noChangeAspect="1"/>
          </p:cNvPicPr>
          <p:nvPr userDrawn="1"/>
        </p:nvPicPr>
        <p:blipFill rotWithShape="1">
          <a:blip r:embed="rId2">
            <a:extLst>
              <a:ext uri="{28A0092B-C50C-407E-A947-70E740481C1C}">
                <a14:useLocalDpi xmlns:a14="http://schemas.microsoft.com/office/drawing/2010/main" val="0"/>
              </a:ext>
            </a:extLst>
          </a:blip>
          <a:srcRect l="9954"/>
          <a:stretch>
            <a:fillRect/>
          </a:stretch>
        </p:blipFill>
        <p:spPr>
          <a:xfrm>
            <a:off x="3876" y="0"/>
            <a:ext cx="9880600" cy="6858000"/>
          </a:xfrm>
          <a:prstGeom prst="rect">
            <a:avLst/>
          </a:prstGeom>
        </p:spPr>
      </p:pic>
      <p:sp>
        <p:nvSpPr>
          <p:cNvPr id="2" name="标题 1"/>
          <p:cNvSpPr>
            <a:spLocks noGrp="1"/>
          </p:cNvSpPr>
          <p:nvPr>
            <p:ph type="title" hasCustomPrompt="1"/>
          </p:nvPr>
        </p:nvSpPr>
        <p:spPr>
          <a:xfrm>
            <a:off x="5626100" y="682176"/>
            <a:ext cx="6159500" cy="840230"/>
          </a:xfrm>
          <a:prstGeom prst="rect">
            <a:avLst/>
          </a:prstGeom>
        </p:spPr>
        <p:txBody>
          <a:bodyPr wrap="square">
            <a:spAutoFit/>
          </a:bodyPr>
          <a:lstStyle>
            <a:lvl1pPr algn="r">
              <a:defRPr sz="5400" b="1">
                <a:solidFill>
                  <a:schemeClr val="bg1"/>
                </a:solidFill>
              </a:defRPr>
            </a:lvl1pPr>
          </a:lstStyle>
          <a:p>
            <a:r>
              <a:rPr lang="zh-CN" altLang="en-US" dirty="0"/>
              <a:t>单击此处编辑标题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任意多边形 45"/>
          <p:cNvSpPr/>
          <p:nvPr/>
        </p:nvSpPr>
        <p:spPr bwMode="auto">
          <a:xfrm>
            <a:off x="0" y="3257866"/>
            <a:ext cx="4873175" cy="171134"/>
          </a:xfrm>
          <a:custGeom>
            <a:avLst/>
            <a:gdLst>
              <a:gd name="T0" fmla="*/ 0 w 1307927"/>
              <a:gd name="T1" fmla="*/ 0 h 101600"/>
              <a:gd name="T2" fmla="*/ 1223454 w 1307927"/>
              <a:gd name="T3" fmla="*/ 0 h 101600"/>
              <a:gd name="T4" fmla="*/ 1307927 w 1307927"/>
              <a:gd name="T5" fmla="*/ 101600 h 101600"/>
              <a:gd name="T6" fmla="*/ 0 w 1307927"/>
              <a:gd name="T7" fmla="*/ 101600 h 101600"/>
              <a:gd name="T8" fmla="*/ 0 w 1307927"/>
              <a:gd name="T9" fmla="*/ 0 h 101600"/>
              <a:gd name="T10" fmla="*/ 0 60000 65536"/>
              <a:gd name="T11" fmla="*/ 0 60000 65536"/>
              <a:gd name="T12" fmla="*/ 0 60000 65536"/>
              <a:gd name="T13" fmla="*/ 0 60000 65536"/>
              <a:gd name="T14" fmla="*/ 0 60000 65536"/>
              <a:gd name="T15" fmla="*/ 0 w 1307927"/>
              <a:gd name="T16" fmla="*/ 0 h 101600"/>
              <a:gd name="T17" fmla="*/ 1307927 w 1307927"/>
              <a:gd name="T18" fmla="*/ 101600 h 101600"/>
            </a:gdLst>
            <a:ahLst/>
            <a:cxnLst>
              <a:cxn ang="T10">
                <a:pos x="T0" y="T1"/>
              </a:cxn>
              <a:cxn ang="T11">
                <a:pos x="T2" y="T3"/>
              </a:cxn>
              <a:cxn ang="T12">
                <a:pos x="T4" y="T5"/>
              </a:cxn>
              <a:cxn ang="T13">
                <a:pos x="T6" y="T7"/>
              </a:cxn>
              <a:cxn ang="T14">
                <a:pos x="T8" y="T9"/>
              </a:cxn>
            </a:cxnLst>
            <a:rect l="T15" t="T16" r="T17" b="T18"/>
            <a:pathLst>
              <a:path w="1307927" h="101600">
                <a:moveTo>
                  <a:pt x="0" y="0"/>
                </a:moveTo>
                <a:lnTo>
                  <a:pt x="1223454" y="0"/>
                </a:lnTo>
                <a:lnTo>
                  <a:pt x="1307927" y="101600"/>
                </a:lnTo>
                <a:lnTo>
                  <a:pt x="0" y="101600"/>
                </a:lnTo>
                <a:lnTo>
                  <a:pt x="0" y="0"/>
                </a:lnTo>
                <a:close/>
              </a:path>
            </a:pathLst>
          </a:custGeom>
          <a:solidFill>
            <a:srgbClr val="FED1A9"/>
          </a:solidFill>
          <a:ln>
            <a:noFill/>
          </a:ln>
        </p:spPr>
        <p:txBody>
          <a:bodyPr anchor="ctr"/>
          <a:lstStyle/>
          <a:p>
            <a:endParaRPr lang="zh-CN" altLang="en-US"/>
          </a:p>
        </p:txBody>
      </p:sp>
      <p:sp>
        <p:nvSpPr>
          <p:cNvPr id="5" name="任意多边形 126"/>
          <p:cNvSpPr/>
          <p:nvPr/>
        </p:nvSpPr>
        <p:spPr bwMode="auto">
          <a:xfrm>
            <a:off x="4873175" y="3257866"/>
            <a:ext cx="7318825"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endParaRPr lang="zh-CN" altLang="en-US"/>
          </a:p>
        </p:txBody>
      </p:sp>
      <p:sp>
        <p:nvSpPr>
          <p:cNvPr id="15" name="文本占位符 14"/>
          <p:cNvSpPr>
            <a:spLocks noGrp="1"/>
          </p:cNvSpPr>
          <p:nvPr>
            <p:ph type="body" sz="quarter" idx="10" hasCustomPrompt="1"/>
          </p:nvPr>
        </p:nvSpPr>
        <p:spPr>
          <a:xfrm>
            <a:off x="2019301" y="2533966"/>
            <a:ext cx="2853874" cy="723900"/>
          </a:xfrm>
          <a:prstGeom prst="rect">
            <a:avLst/>
          </a:prstGeom>
        </p:spPr>
        <p:txBody>
          <a:bodyPr/>
          <a:lstStyle>
            <a:lvl1pPr marL="0" indent="0" algn="ctr">
              <a:buNone/>
              <a:defRPr sz="4400" b="1">
                <a:solidFill>
                  <a:srgbClr val="F88562"/>
                </a:solidFill>
                <a:latin typeface="+mj-ea"/>
                <a:ea typeface="+mj-ea"/>
              </a:defRPr>
            </a:lvl1pPr>
          </a:lstStyle>
          <a:p>
            <a:pPr lvl="0"/>
            <a:r>
              <a:rPr lang="zh-CN" altLang="en-US" dirty="0"/>
              <a:t>第一节</a:t>
            </a:r>
            <a:endParaRPr lang="zh-CN" altLang="en-US" dirty="0"/>
          </a:p>
        </p:txBody>
      </p:sp>
      <p:sp>
        <p:nvSpPr>
          <p:cNvPr id="16" name="文本占位符 14"/>
          <p:cNvSpPr>
            <a:spLocks noGrp="1"/>
          </p:cNvSpPr>
          <p:nvPr>
            <p:ph type="body" sz="quarter" idx="11" hasCustomPrompt="1"/>
          </p:nvPr>
        </p:nvSpPr>
        <p:spPr>
          <a:xfrm>
            <a:off x="4873175" y="2533966"/>
            <a:ext cx="4870897" cy="723900"/>
          </a:xfrm>
          <a:prstGeom prst="rect">
            <a:avLst/>
          </a:prstGeom>
        </p:spPr>
        <p:txBody>
          <a:bodyPr/>
          <a:lstStyle>
            <a:lvl1pPr marL="0" indent="0" algn="ctr">
              <a:buNone/>
              <a:defRPr sz="4400" b="1">
                <a:solidFill>
                  <a:srgbClr val="11373F"/>
                </a:solidFill>
                <a:latin typeface="+mj-ea"/>
                <a:ea typeface="+mj-ea"/>
              </a:defRPr>
            </a:lvl1pPr>
          </a:lstStyle>
          <a:p>
            <a:pPr lvl="0"/>
            <a:r>
              <a:rPr lang="zh-CN" altLang="en-US" dirty="0"/>
              <a:t>节标题</a:t>
            </a:r>
            <a:endParaRPr lang="zh-CN" altLang="en-US" dirty="0"/>
          </a:p>
        </p:txBody>
      </p:sp>
      <p:sp>
        <p:nvSpPr>
          <p:cNvPr id="18" name="文本占位符 17"/>
          <p:cNvSpPr>
            <a:spLocks noGrp="1"/>
          </p:cNvSpPr>
          <p:nvPr>
            <p:ph type="body" sz="quarter" idx="12" hasCustomPrompt="1"/>
          </p:nvPr>
        </p:nvSpPr>
        <p:spPr>
          <a:xfrm>
            <a:off x="5308600" y="3606800"/>
            <a:ext cx="4435472" cy="1854200"/>
          </a:xfrm>
          <a:prstGeom prst="rect">
            <a:avLst/>
          </a:prstGeom>
        </p:spPr>
        <p:txBody>
          <a:bodyPr/>
          <a:lstStyle>
            <a:lvl1pPr>
              <a:defRPr>
                <a:solidFill>
                  <a:srgbClr val="000000"/>
                </a:solidFill>
              </a:defRPr>
            </a:lvl1pPr>
          </a:lstStyle>
          <a:p>
            <a:pPr lvl="0"/>
            <a:r>
              <a:rPr lang="zh-CN" altLang="en-US" dirty="0"/>
              <a:t>第一条</a:t>
            </a:r>
            <a:endParaRPr lang="en-US" altLang="zh-CN" dirty="0"/>
          </a:p>
          <a:p>
            <a:pPr lvl="0"/>
            <a:r>
              <a:rPr lang="zh-CN" altLang="en-US" dirty="0"/>
              <a:t>第二条</a:t>
            </a:r>
            <a:endParaRPr lang="en-US" altLang="zh-CN" dirty="0"/>
          </a:p>
          <a:p>
            <a:pPr lvl="0"/>
            <a:r>
              <a:rPr lang="zh-CN" altLang="en-US" dirty="0"/>
              <a:t>第三条</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色盘">
    <p:spTree>
      <p:nvGrpSpPr>
        <p:cNvPr id="1" name=""/>
        <p:cNvGrpSpPr/>
        <p:nvPr/>
      </p:nvGrpSpPr>
      <p:grpSpPr>
        <a:xfrm>
          <a:off x="0" y="0"/>
          <a:ext cx="0" cy="0"/>
          <a:chOff x="0" y="0"/>
          <a:chExt cx="0" cy="0"/>
        </a:xfrm>
      </p:grpSpPr>
      <p:pic>
        <p:nvPicPr>
          <p:cNvPr id="3" name="Picture 2" descr="Procreate Color Palettes • Bardot Brush"/>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14846" y="1650206"/>
            <a:ext cx="5962308" cy="35575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58398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241118"/>
            <a:ext cx="58398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右侧内容">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7973400" cy="701731"/>
          </a:xfr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79734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8356600" y="360000"/>
            <a:ext cx="3655400" cy="581696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上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11832000" cy="294829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178800" y="4368800"/>
            <a:ext cx="11833200" cy="180816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11833200" cy="701731"/>
          </a:xfrm>
        </p:spPr>
        <p:txBody>
          <a:bodyPr wrap="square">
            <a:spAutoFit/>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178800" y="1228417"/>
            <a:ext cx="5817187" cy="424732"/>
          </a:xfrm>
        </p:spPr>
        <p:txBody>
          <a:bodyPr wrap="square" anchor="b">
            <a:spAutoFit/>
          </a:bodyPr>
          <a:lstStyle>
            <a:lvl1pPr marL="0" indent="0">
              <a:buNone/>
              <a:defRPr sz="2400" b="1">
                <a:solidFill>
                  <a:srgbClr val="F8856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endParaRPr lang="zh-CN" altLang="en-US" dirty="0"/>
          </a:p>
        </p:txBody>
      </p:sp>
      <p:sp>
        <p:nvSpPr>
          <p:cNvPr id="4" name="内容占位符 3"/>
          <p:cNvSpPr>
            <a:spLocks noGrp="1"/>
          </p:cNvSpPr>
          <p:nvPr>
            <p:ph sz="half" idx="2" hasCustomPrompt="1"/>
          </p:nvPr>
        </p:nvSpPr>
        <p:spPr>
          <a:xfrm>
            <a:off x="178800" y="1653149"/>
            <a:ext cx="5818776" cy="4536514"/>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0612" y="1228417"/>
            <a:ext cx="5842588" cy="424732"/>
          </a:xfrm>
        </p:spPr>
        <p:txBody>
          <a:bodyPr wrap="square" anchor="b">
            <a:spAutoFit/>
          </a:bodyPr>
          <a:lstStyle>
            <a:lvl1pPr marL="0" indent="0">
              <a:buNone/>
              <a:defRPr sz="2400" b="1">
                <a:solidFill>
                  <a:srgbClr val="F8856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1653149"/>
            <a:ext cx="5841000" cy="4536514"/>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4592025" cy="702000"/>
          </a:xfrm>
        </p:spPr>
        <p:txBody>
          <a:bodyPr wrap="square" anchor="b">
            <a:noAutofit/>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4965700" y="360000"/>
            <a:ext cx="7046300" cy="5862999"/>
          </a:xfrm>
        </p:spPr>
        <p:txBody>
          <a:bodyPr/>
          <a:lstStyle>
            <a:lvl1pPr>
              <a:defRPr sz="3200">
                <a:solidFill>
                  <a:srgbClr val="000000"/>
                </a:solidFill>
              </a:defRPr>
            </a:lvl1pPr>
            <a:lvl2pPr>
              <a:defRPr sz="2800">
                <a:solidFill>
                  <a:srgbClr val="000000"/>
                </a:solidFill>
              </a:defRPr>
            </a:lvl2pPr>
            <a:lvl3pPr>
              <a:defRPr sz="2400">
                <a:solidFill>
                  <a:srgbClr val="000000"/>
                </a:solidFill>
              </a:defRPr>
            </a:lvl3pPr>
            <a:lvl4pPr>
              <a:defRPr sz="2000">
                <a:solidFill>
                  <a:srgbClr val="000000"/>
                </a:solidFill>
              </a:defRPr>
            </a:lvl4pPr>
            <a:lvl5pPr>
              <a:defRPr sz="2000">
                <a:solidFill>
                  <a:srgbClr val="000000"/>
                </a:solidFill>
              </a:defRPr>
            </a:lvl5pPr>
            <a:lvl6pPr>
              <a:defRPr sz="2000"/>
            </a:lvl6pPr>
            <a:lvl7pPr>
              <a:defRPr sz="2000"/>
            </a:lvl7pPr>
            <a:lvl8pPr>
              <a:defRPr sz="2000"/>
            </a:lvl8pPr>
            <a:lvl9pPr>
              <a:defRPr sz="2000"/>
            </a:lvl9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文本占位符 3"/>
          <p:cNvSpPr>
            <a:spLocks noGrp="1"/>
          </p:cNvSpPr>
          <p:nvPr>
            <p:ph type="body" sz="half" idx="2" hasCustomPrompt="1"/>
          </p:nvPr>
        </p:nvSpPr>
        <p:spPr>
          <a:xfrm>
            <a:off x="180000" y="1193800"/>
            <a:ext cx="4592025" cy="502919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Tree>
  </p:cSld>
  <p:clrMapOvr>
    <a:masterClrMapping/>
  </p:clrMapOvr>
  <p:transition spd="med">
    <p:push dir="u"/>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0_Custom Layout">
    <p:spTree>
      <p:nvGrpSpPr>
        <p:cNvPr id="1" name=""/>
        <p:cNvGrpSpPr/>
        <p:nvPr/>
      </p:nvGrpSpPr>
      <p:grpSpPr>
        <a:xfrm>
          <a:off x="0" y="0"/>
          <a:ext cx="0" cy="0"/>
          <a:chOff x="0" y="0"/>
          <a:chExt cx="0" cy="0"/>
        </a:xfrm>
      </p:grpSpPr>
      <p:sp>
        <p:nvSpPr>
          <p:cNvPr id="7" name="Freeform: Shape 6"/>
          <p:cNvSpPr/>
          <p:nvPr userDrawn="1"/>
        </p:nvSpPr>
        <p:spPr>
          <a:xfrm>
            <a:off x="4914901" y="1"/>
            <a:ext cx="7277100" cy="4379547"/>
          </a:xfrm>
          <a:custGeom>
            <a:avLst/>
            <a:gdLst>
              <a:gd name="connsiteX0" fmla="*/ 0 w 7208506"/>
              <a:gd name="connsiteY0" fmla="*/ 0 h 4338265"/>
              <a:gd name="connsiteX1" fmla="*/ 7208506 w 7208506"/>
              <a:gd name="connsiteY1" fmla="*/ 0 h 4338265"/>
              <a:gd name="connsiteX2" fmla="*/ 7208506 w 7208506"/>
              <a:gd name="connsiteY2" fmla="*/ 3736930 h 4338265"/>
              <a:gd name="connsiteX3" fmla="*/ 7182826 w 7208506"/>
              <a:gd name="connsiteY3" fmla="*/ 3751567 h 4338265"/>
              <a:gd name="connsiteX4" fmla="*/ 4858361 w 7208506"/>
              <a:gd name="connsiteY4" fmla="*/ 4338265 h 4338265"/>
              <a:gd name="connsiteX5" fmla="*/ 24497 w 7208506"/>
              <a:gd name="connsiteY5" fmla="*/ 192786 h 4338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08506" h="4338265">
                <a:moveTo>
                  <a:pt x="0" y="0"/>
                </a:moveTo>
                <a:lnTo>
                  <a:pt x="7208506" y="0"/>
                </a:lnTo>
                <a:lnTo>
                  <a:pt x="7208506" y="3736930"/>
                </a:lnTo>
                <a:lnTo>
                  <a:pt x="7182826" y="3751567"/>
                </a:lnTo>
                <a:cubicBezTo>
                  <a:pt x="6491452" y="4125789"/>
                  <a:pt x="5699720" y="4338265"/>
                  <a:pt x="4858361" y="4338265"/>
                </a:cubicBezTo>
                <a:cubicBezTo>
                  <a:pt x="2410772" y="4338265"/>
                  <a:pt x="383162" y="2540117"/>
                  <a:pt x="24497" y="192786"/>
                </a:cubicBezTo>
                <a:close/>
              </a:path>
            </a:pathLst>
          </a:custGeom>
          <a:gradFill>
            <a:gsLst>
              <a:gs pos="100000">
                <a:srgbClr val="21273E"/>
              </a:gs>
              <a:gs pos="0">
                <a:srgbClr val="2C344B"/>
              </a:gs>
            </a:gsLst>
            <a:lin ang="5400000" scaled="0"/>
          </a:gradFill>
          <a:ln>
            <a:noFill/>
          </a:ln>
          <a:effectLst>
            <a:outerShdw blurRad="1270000" dist="444500" dir="8100000" sx="95000" sy="95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2400"/>
          </a:p>
        </p:txBody>
      </p:sp>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6849786" y="831273"/>
            <a:ext cx="4621832" cy="5846618"/>
          </a:xfrm>
          <a:prstGeom prst="rect">
            <a:avLst/>
          </a:prstGeom>
        </p:spPr>
      </p:pic>
      <p:sp>
        <p:nvSpPr>
          <p:cNvPr id="5" name="Picture Placeholder 6"/>
          <p:cNvSpPr>
            <a:spLocks noGrp="1"/>
          </p:cNvSpPr>
          <p:nvPr>
            <p:ph type="pic" sz="quarter" idx="12"/>
          </p:nvPr>
        </p:nvSpPr>
        <p:spPr>
          <a:xfrm rot="549907">
            <a:off x="7001708" y="1715323"/>
            <a:ext cx="2082759" cy="2035229"/>
          </a:xfrm>
          <a:custGeom>
            <a:avLst/>
            <a:gdLst>
              <a:gd name="connsiteX0" fmla="*/ 0 w 1235810"/>
              <a:gd name="connsiteY0" fmla="*/ 0 h 2171712"/>
              <a:gd name="connsiteX1" fmla="*/ 1235810 w 1235810"/>
              <a:gd name="connsiteY1" fmla="*/ 0 h 2171712"/>
              <a:gd name="connsiteX2" fmla="*/ 1235810 w 1235810"/>
              <a:gd name="connsiteY2" fmla="*/ 2171712 h 2171712"/>
              <a:gd name="connsiteX3" fmla="*/ 0 w 1235810"/>
              <a:gd name="connsiteY3" fmla="*/ 2171712 h 2171712"/>
              <a:gd name="connsiteX4" fmla="*/ 0 w 1235810"/>
              <a:gd name="connsiteY4" fmla="*/ 0 h 2171712"/>
              <a:gd name="connsiteX0-1" fmla="*/ 0 w 1253859"/>
              <a:gd name="connsiteY0-2" fmla="*/ 7736 h 2179448"/>
              <a:gd name="connsiteX1-3" fmla="*/ 1253859 w 1253859"/>
              <a:gd name="connsiteY1-4" fmla="*/ 0 h 2179448"/>
              <a:gd name="connsiteX2-5" fmla="*/ 1235810 w 1253859"/>
              <a:gd name="connsiteY2-6" fmla="*/ 2179448 h 2179448"/>
              <a:gd name="connsiteX3-7" fmla="*/ 0 w 1253859"/>
              <a:gd name="connsiteY3-8" fmla="*/ 2179448 h 2179448"/>
              <a:gd name="connsiteX4-9" fmla="*/ 0 w 1253859"/>
              <a:gd name="connsiteY4-10" fmla="*/ 7736 h 2179448"/>
              <a:gd name="connsiteX0-11" fmla="*/ 0 w 1263262"/>
              <a:gd name="connsiteY0-12" fmla="*/ 9253 h 2180965"/>
              <a:gd name="connsiteX1-13" fmla="*/ 1263262 w 1263262"/>
              <a:gd name="connsiteY1-14" fmla="*/ 0 h 2180965"/>
              <a:gd name="connsiteX2-15" fmla="*/ 1235810 w 1263262"/>
              <a:gd name="connsiteY2-16" fmla="*/ 2180965 h 2180965"/>
              <a:gd name="connsiteX3-17" fmla="*/ 0 w 1263262"/>
              <a:gd name="connsiteY3-18" fmla="*/ 2180965 h 2180965"/>
              <a:gd name="connsiteX4-19" fmla="*/ 0 w 1263262"/>
              <a:gd name="connsiteY4-20" fmla="*/ 9253 h 2180965"/>
              <a:gd name="connsiteX0-21" fmla="*/ 0 w 1277368"/>
              <a:gd name="connsiteY0-22" fmla="*/ 11528 h 2183240"/>
              <a:gd name="connsiteX1-23" fmla="*/ 1277368 w 1277368"/>
              <a:gd name="connsiteY1-24" fmla="*/ 0 h 2183240"/>
              <a:gd name="connsiteX2-25" fmla="*/ 1235810 w 1277368"/>
              <a:gd name="connsiteY2-26" fmla="*/ 2183240 h 2183240"/>
              <a:gd name="connsiteX3-27" fmla="*/ 0 w 1277368"/>
              <a:gd name="connsiteY3-28" fmla="*/ 2183240 h 2183240"/>
              <a:gd name="connsiteX4-29" fmla="*/ 0 w 1277368"/>
              <a:gd name="connsiteY4-30" fmla="*/ 11528 h 2183240"/>
              <a:gd name="connsiteX0-31" fmla="*/ 0 w 1298150"/>
              <a:gd name="connsiteY0-32" fmla="*/ 11528 h 2240720"/>
              <a:gd name="connsiteX1-33" fmla="*/ 1277368 w 1298150"/>
              <a:gd name="connsiteY1-34" fmla="*/ 0 h 2240720"/>
              <a:gd name="connsiteX2-35" fmla="*/ 1298150 w 1298150"/>
              <a:gd name="connsiteY2-36" fmla="*/ 2240720 h 2240720"/>
              <a:gd name="connsiteX3-37" fmla="*/ 0 w 1298150"/>
              <a:gd name="connsiteY3-38" fmla="*/ 2183240 h 2240720"/>
              <a:gd name="connsiteX4-39" fmla="*/ 0 w 1298150"/>
              <a:gd name="connsiteY4-40" fmla="*/ 11528 h 2240720"/>
              <a:gd name="connsiteX0-41" fmla="*/ 0 w 1306495"/>
              <a:gd name="connsiteY0-42" fmla="*/ 11528 h 2292439"/>
              <a:gd name="connsiteX1-43" fmla="*/ 1277368 w 1306495"/>
              <a:gd name="connsiteY1-44" fmla="*/ 0 h 2292439"/>
              <a:gd name="connsiteX2-45" fmla="*/ 1306495 w 1306495"/>
              <a:gd name="connsiteY2-46" fmla="*/ 2292439 h 2292439"/>
              <a:gd name="connsiteX3-47" fmla="*/ 0 w 1306495"/>
              <a:gd name="connsiteY3-48" fmla="*/ 2183240 h 2292439"/>
              <a:gd name="connsiteX4-49" fmla="*/ 0 w 1306495"/>
              <a:gd name="connsiteY4-50" fmla="*/ 11528 h 2292439"/>
              <a:gd name="connsiteX0-51" fmla="*/ 12438 w 1318933"/>
              <a:gd name="connsiteY0-52" fmla="*/ 11528 h 2292439"/>
              <a:gd name="connsiteX1-53" fmla="*/ 1289806 w 1318933"/>
              <a:gd name="connsiteY1-54" fmla="*/ 0 h 2292439"/>
              <a:gd name="connsiteX2-55" fmla="*/ 1318933 w 1318933"/>
              <a:gd name="connsiteY2-56" fmla="*/ 2292439 h 2292439"/>
              <a:gd name="connsiteX3-57" fmla="*/ 0 w 1318933"/>
              <a:gd name="connsiteY3-58" fmla="*/ 2165951 h 2292439"/>
              <a:gd name="connsiteX4-59" fmla="*/ 12438 w 1318933"/>
              <a:gd name="connsiteY4-60" fmla="*/ 11528 h 2292439"/>
              <a:gd name="connsiteX0-61" fmla="*/ 24426 w 1318933"/>
              <a:gd name="connsiteY0-62" fmla="*/ 115724 h 2292439"/>
              <a:gd name="connsiteX1-63" fmla="*/ 1289806 w 1318933"/>
              <a:gd name="connsiteY1-64" fmla="*/ 0 h 2292439"/>
              <a:gd name="connsiteX2-65" fmla="*/ 1318933 w 1318933"/>
              <a:gd name="connsiteY2-66" fmla="*/ 2292439 h 2292439"/>
              <a:gd name="connsiteX3-67" fmla="*/ 0 w 1318933"/>
              <a:gd name="connsiteY3-68" fmla="*/ 2165951 h 2292439"/>
              <a:gd name="connsiteX4-69" fmla="*/ 24426 w 1318933"/>
              <a:gd name="connsiteY4-70" fmla="*/ 115724 h 2292439"/>
              <a:gd name="connsiteX0-71" fmla="*/ 27911 w 1318933"/>
              <a:gd name="connsiteY0-72" fmla="*/ 47624 h 2292439"/>
              <a:gd name="connsiteX1-73" fmla="*/ 1289806 w 1318933"/>
              <a:gd name="connsiteY1-74" fmla="*/ 0 h 2292439"/>
              <a:gd name="connsiteX2-75" fmla="*/ 1318933 w 1318933"/>
              <a:gd name="connsiteY2-76" fmla="*/ 2292439 h 2292439"/>
              <a:gd name="connsiteX3-77" fmla="*/ 0 w 1318933"/>
              <a:gd name="connsiteY3-78" fmla="*/ 2165951 h 2292439"/>
              <a:gd name="connsiteX4-79" fmla="*/ 27911 w 1318933"/>
              <a:gd name="connsiteY4-80" fmla="*/ 47624 h 2292439"/>
              <a:gd name="connsiteX0-81" fmla="*/ 24877 w 1318933"/>
              <a:gd name="connsiteY0-82" fmla="*/ 28817 h 2292439"/>
              <a:gd name="connsiteX1-83" fmla="*/ 1289806 w 1318933"/>
              <a:gd name="connsiteY1-84" fmla="*/ 0 h 2292439"/>
              <a:gd name="connsiteX2-85" fmla="*/ 1318933 w 1318933"/>
              <a:gd name="connsiteY2-86" fmla="*/ 2292439 h 2292439"/>
              <a:gd name="connsiteX3-87" fmla="*/ 0 w 1318933"/>
              <a:gd name="connsiteY3-88" fmla="*/ 2165951 h 2292439"/>
              <a:gd name="connsiteX4-89" fmla="*/ 24877 w 1318933"/>
              <a:gd name="connsiteY4-90" fmla="*/ 28817 h 2292439"/>
              <a:gd name="connsiteX0-91" fmla="*/ 0 w 1321208"/>
              <a:gd name="connsiteY0-92" fmla="*/ 0 h 2312307"/>
              <a:gd name="connsiteX1-93" fmla="*/ 1292081 w 1321208"/>
              <a:gd name="connsiteY1-94" fmla="*/ 19868 h 2312307"/>
              <a:gd name="connsiteX2-95" fmla="*/ 1321208 w 1321208"/>
              <a:gd name="connsiteY2-96" fmla="*/ 2312307 h 2312307"/>
              <a:gd name="connsiteX3-97" fmla="*/ 2275 w 1321208"/>
              <a:gd name="connsiteY3-98" fmla="*/ 2185819 h 2312307"/>
              <a:gd name="connsiteX4-99" fmla="*/ 0 w 1321208"/>
              <a:gd name="connsiteY4-100" fmla="*/ 0 h 2312307"/>
              <a:gd name="connsiteX0-101" fmla="*/ 439249 w 1318934"/>
              <a:gd name="connsiteY0-102" fmla="*/ 0 h 2521663"/>
              <a:gd name="connsiteX1-103" fmla="*/ 1289807 w 1318934"/>
              <a:gd name="connsiteY1-104" fmla="*/ 229224 h 2521663"/>
              <a:gd name="connsiteX2-105" fmla="*/ 1318934 w 1318934"/>
              <a:gd name="connsiteY2-106" fmla="*/ 2521663 h 2521663"/>
              <a:gd name="connsiteX3-107" fmla="*/ 1 w 1318934"/>
              <a:gd name="connsiteY3-108" fmla="*/ 2395175 h 2521663"/>
              <a:gd name="connsiteX4-109" fmla="*/ 439249 w 1318934"/>
              <a:gd name="connsiteY4-110" fmla="*/ 0 h 2521663"/>
              <a:gd name="connsiteX0-111" fmla="*/ 439249 w 1896861"/>
              <a:gd name="connsiteY0-112" fmla="*/ 0 h 2521663"/>
              <a:gd name="connsiteX1-113" fmla="*/ 1896861 w 1896861"/>
              <a:gd name="connsiteY1-114" fmla="*/ 139406 h 2521663"/>
              <a:gd name="connsiteX2-115" fmla="*/ 1318934 w 1896861"/>
              <a:gd name="connsiteY2-116" fmla="*/ 2521663 h 2521663"/>
              <a:gd name="connsiteX3-117" fmla="*/ 1 w 1896861"/>
              <a:gd name="connsiteY3-118" fmla="*/ 2395175 h 2521663"/>
              <a:gd name="connsiteX4-119" fmla="*/ 439249 w 1896861"/>
              <a:gd name="connsiteY4-120" fmla="*/ 0 h 2521663"/>
              <a:gd name="connsiteX0-121" fmla="*/ 450018 w 1907630"/>
              <a:gd name="connsiteY0-122" fmla="*/ 0 h 2521663"/>
              <a:gd name="connsiteX1-123" fmla="*/ 1907630 w 1907630"/>
              <a:gd name="connsiteY1-124" fmla="*/ 139406 h 2521663"/>
              <a:gd name="connsiteX2-125" fmla="*/ 1329703 w 1907630"/>
              <a:gd name="connsiteY2-126" fmla="*/ 2521663 h 2521663"/>
              <a:gd name="connsiteX3-127" fmla="*/ 0 w 1907630"/>
              <a:gd name="connsiteY3-128" fmla="*/ 1547873 h 2521663"/>
              <a:gd name="connsiteX4-129" fmla="*/ 450018 w 1907630"/>
              <a:gd name="connsiteY4-130" fmla="*/ 0 h 2521663"/>
              <a:gd name="connsiteX0-131" fmla="*/ 450018 w 1907630"/>
              <a:gd name="connsiteY0-132" fmla="*/ 0 h 1851265"/>
              <a:gd name="connsiteX1-133" fmla="*/ 1907630 w 1907630"/>
              <a:gd name="connsiteY1-134" fmla="*/ 139406 h 1851265"/>
              <a:gd name="connsiteX2-135" fmla="*/ 1103732 w 1907630"/>
              <a:gd name="connsiteY2-136" fmla="*/ 1851265 h 1851265"/>
              <a:gd name="connsiteX3-137" fmla="*/ 0 w 1907630"/>
              <a:gd name="connsiteY3-138" fmla="*/ 1547873 h 1851265"/>
              <a:gd name="connsiteX4-139" fmla="*/ 450018 w 1907630"/>
              <a:gd name="connsiteY4-140" fmla="*/ 0 h 1851265"/>
              <a:gd name="connsiteX0-141" fmla="*/ 450018 w 1907630"/>
              <a:gd name="connsiteY0-142" fmla="*/ 0 h 1931216"/>
              <a:gd name="connsiteX1-143" fmla="*/ 1907630 w 1907630"/>
              <a:gd name="connsiteY1-144" fmla="*/ 139406 h 1931216"/>
              <a:gd name="connsiteX2-145" fmla="*/ 1136943 w 1907630"/>
              <a:gd name="connsiteY2-146" fmla="*/ 1931216 h 1931216"/>
              <a:gd name="connsiteX3-147" fmla="*/ 0 w 1907630"/>
              <a:gd name="connsiteY3-148" fmla="*/ 1547873 h 1931216"/>
              <a:gd name="connsiteX4-149" fmla="*/ 450018 w 1907630"/>
              <a:gd name="connsiteY4-150" fmla="*/ 0 h 1931216"/>
              <a:gd name="connsiteX0-151" fmla="*/ 450018 w 1907630"/>
              <a:gd name="connsiteY0-152" fmla="*/ 0 h 1935175"/>
              <a:gd name="connsiteX1-153" fmla="*/ 1907630 w 1907630"/>
              <a:gd name="connsiteY1-154" fmla="*/ 139406 h 1935175"/>
              <a:gd name="connsiteX2-155" fmla="*/ 1137582 w 1907630"/>
              <a:gd name="connsiteY2-156" fmla="*/ 1935175 h 1935175"/>
              <a:gd name="connsiteX3-157" fmla="*/ 0 w 1907630"/>
              <a:gd name="connsiteY3-158" fmla="*/ 1547873 h 1935175"/>
              <a:gd name="connsiteX4-159" fmla="*/ 450018 w 1907630"/>
              <a:gd name="connsiteY4-160" fmla="*/ 0 h 1935175"/>
              <a:gd name="connsiteX0-161" fmla="*/ 450018 w 1975071"/>
              <a:gd name="connsiteY0-162" fmla="*/ 0 h 1935175"/>
              <a:gd name="connsiteX1-163" fmla="*/ 1975071 w 1975071"/>
              <a:gd name="connsiteY1-164" fmla="*/ 230086 h 1935175"/>
              <a:gd name="connsiteX2-165" fmla="*/ 1137582 w 1975071"/>
              <a:gd name="connsiteY2-166" fmla="*/ 1935175 h 1935175"/>
              <a:gd name="connsiteX3-167" fmla="*/ 0 w 1975071"/>
              <a:gd name="connsiteY3-168" fmla="*/ 1547873 h 1935175"/>
              <a:gd name="connsiteX4-169" fmla="*/ 450018 w 1975071"/>
              <a:gd name="connsiteY4-170" fmla="*/ 0 h 1935175"/>
              <a:gd name="connsiteX0-171" fmla="*/ 450018 w 2029482"/>
              <a:gd name="connsiteY0-172" fmla="*/ 0 h 1935175"/>
              <a:gd name="connsiteX1-173" fmla="*/ 2029482 w 2029482"/>
              <a:gd name="connsiteY1-174" fmla="*/ 290368 h 1935175"/>
              <a:gd name="connsiteX2-175" fmla="*/ 1137582 w 2029482"/>
              <a:gd name="connsiteY2-176" fmla="*/ 1935175 h 1935175"/>
              <a:gd name="connsiteX3-177" fmla="*/ 0 w 2029482"/>
              <a:gd name="connsiteY3-178" fmla="*/ 1547873 h 1935175"/>
              <a:gd name="connsiteX4-179" fmla="*/ 450018 w 2029482"/>
              <a:gd name="connsiteY4-180" fmla="*/ 0 h 1935175"/>
              <a:gd name="connsiteX0-181" fmla="*/ 450018 w 2057451"/>
              <a:gd name="connsiteY0-182" fmla="*/ 0 h 1935175"/>
              <a:gd name="connsiteX1-183" fmla="*/ 2057451 w 2057451"/>
              <a:gd name="connsiteY1-184" fmla="*/ 237108 h 1935175"/>
              <a:gd name="connsiteX2-185" fmla="*/ 1137582 w 2057451"/>
              <a:gd name="connsiteY2-186" fmla="*/ 1935175 h 1935175"/>
              <a:gd name="connsiteX3-187" fmla="*/ 0 w 2057451"/>
              <a:gd name="connsiteY3-188" fmla="*/ 1547873 h 1935175"/>
              <a:gd name="connsiteX4-189" fmla="*/ 450018 w 2057451"/>
              <a:gd name="connsiteY4-190" fmla="*/ 0 h 1935175"/>
              <a:gd name="connsiteX0-191" fmla="*/ 453465 w 2057451"/>
              <a:gd name="connsiteY0-192" fmla="*/ 0 h 1964168"/>
              <a:gd name="connsiteX1-193" fmla="*/ 2057451 w 2057451"/>
              <a:gd name="connsiteY1-194" fmla="*/ 266101 h 1964168"/>
              <a:gd name="connsiteX2-195" fmla="*/ 1137582 w 2057451"/>
              <a:gd name="connsiteY2-196" fmla="*/ 1964168 h 1964168"/>
              <a:gd name="connsiteX3-197" fmla="*/ 0 w 2057451"/>
              <a:gd name="connsiteY3-198" fmla="*/ 1576866 h 1964168"/>
              <a:gd name="connsiteX4-199" fmla="*/ 453465 w 2057451"/>
              <a:gd name="connsiteY4-200" fmla="*/ 0 h 1964168"/>
              <a:gd name="connsiteX0-201" fmla="*/ 453467 w 2057453"/>
              <a:gd name="connsiteY0-202" fmla="*/ 0 h 1964168"/>
              <a:gd name="connsiteX1-203" fmla="*/ 2057453 w 2057453"/>
              <a:gd name="connsiteY1-204" fmla="*/ 266101 h 1964168"/>
              <a:gd name="connsiteX2-205" fmla="*/ 1137584 w 2057453"/>
              <a:gd name="connsiteY2-206" fmla="*/ 1964168 h 1964168"/>
              <a:gd name="connsiteX3-207" fmla="*/ 2 w 2057453"/>
              <a:gd name="connsiteY3-208" fmla="*/ 1576866 h 1964168"/>
              <a:gd name="connsiteX4-209" fmla="*/ 453467 w 2057453"/>
              <a:gd name="connsiteY4-210" fmla="*/ 0 h 1964168"/>
              <a:gd name="connsiteX0-211" fmla="*/ 412596 w 2016582"/>
              <a:gd name="connsiteY0-212" fmla="*/ 0 h 1964168"/>
              <a:gd name="connsiteX1-213" fmla="*/ 2016582 w 2016582"/>
              <a:gd name="connsiteY1-214" fmla="*/ 266101 h 1964168"/>
              <a:gd name="connsiteX2-215" fmla="*/ 1096713 w 2016582"/>
              <a:gd name="connsiteY2-216" fmla="*/ 1964168 h 1964168"/>
              <a:gd name="connsiteX3-217" fmla="*/ 3 w 2016582"/>
              <a:gd name="connsiteY3-218" fmla="*/ 1578396 h 1964168"/>
              <a:gd name="connsiteX4-219" fmla="*/ 412596 w 2016582"/>
              <a:gd name="connsiteY4-220" fmla="*/ 0 h 1964168"/>
              <a:gd name="connsiteX0-221" fmla="*/ 418230 w 2022216"/>
              <a:gd name="connsiteY0-222" fmla="*/ 0 h 1964168"/>
              <a:gd name="connsiteX1-223" fmla="*/ 2022216 w 2022216"/>
              <a:gd name="connsiteY1-224" fmla="*/ 266101 h 1964168"/>
              <a:gd name="connsiteX2-225" fmla="*/ 1102347 w 2022216"/>
              <a:gd name="connsiteY2-226" fmla="*/ 1964168 h 1964168"/>
              <a:gd name="connsiteX3-227" fmla="*/ 5637 w 2022216"/>
              <a:gd name="connsiteY3-228" fmla="*/ 1578396 h 1964168"/>
              <a:gd name="connsiteX4-229" fmla="*/ 418230 w 2022216"/>
              <a:gd name="connsiteY4-230" fmla="*/ 0 h 1964168"/>
              <a:gd name="connsiteX0-231" fmla="*/ 418230 w 2022216"/>
              <a:gd name="connsiteY0-232" fmla="*/ 0 h 1964168"/>
              <a:gd name="connsiteX1-233" fmla="*/ 2022216 w 2022216"/>
              <a:gd name="connsiteY1-234" fmla="*/ 266101 h 1964168"/>
              <a:gd name="connsiteX2-235" fmla="*/ 1102347 w 2022216"/>
              <a:gd name="connsiteY2-236" fmla="*/ 1964168 h 1964168"/>
              <a:gd name="connsiteX3-237" fmla="*/ 5637 w 2022216"/>
              <a:gd name="connsiteY3-238" fmla="*/ 1578396 h 1964168"/>
              <a:gd name="connsiteX4-239" fmla="*/ 418230 w 2022216"/>
              <a:gd name="connsiteY4-240" fmla="*/ 0 h 1964168"/>
              <a:gd name="connsiteX0-241" fmla="*/ 511627 w 2115613"/>
              <a:gd name="connsiteY0-242" fmla="*/ 0 h 1964168"/>
              <a:gd name="connsiteX1-243" fmla="*/ 2115613 w 2115613"/>
              <a:gd name="connsiteY1-244" fmla="*/ 266101 h 1964168"/>
              <a:gd name="connsiteX2-245" fmla="*/ 1195744 w 2115613"/>
              <a:gd name="connsiteY2-246" fmla="*/ 1964168 h 1964168"/>
              <a:gd name="connsiteX3-247" fmla="*/ 4004 w 2115613"/>
              <a:gd name="connsiteY3-248" fmla="*/ 1467795 h 1964168"/>
              <a:gd name="connsiteX4-249" fmla="*/ 511627 w 2115613"/>
              <a:gd name="connsiteY4-250" fmla="*/ 0 h 1964168"/>
              <a:gd name="connsiteX0-251" fmla="*/ 461527 w 2116352"/>
              <a:gd name="connsiteY0-252" fmla="*/ 0 h 2077837"/>
              <a:gd name="connsiteX1-253" fmla="*/ 2116352 w 2116352"/>
              <a:gd name="connsiteY1-254" fmla="*/ 379770 h 2077837"/>
              <a:gd name="connsiteX2-255" fmla="*/ 1196483 w 2116352"/>
              <a:gd name="connsiteY2-256" fmla="*/ 2077837 h 2077837"/>
              <a:gd name="connsiteX3-257" fmla="*/ 4743 w 2116352"/>
              <a:gd name="connsiteY3-258" fmla="*/ 1581464 h 2077837"/>
              <a:gd name="connsiteX4-259" fmla="*/ 461527 w 2116352"/>
              <a:gd name="connsiteY4-260" fmla="*/ 0 h 2077837"/>
              <a:gd name="connsiteX0-261" fmla="*/ 482016 w 2116020"/>
              <a:gd name="connsiteY0-262" fmla="*/ 0 h 2024323"/>
              <a:gd name="connsiteX1-263" fmla="*/ 2116020 w 2116020"/>
              <a:gd name="connsiteY1-264" fmla="*/ 326256 h 2024323"/>
              <a:gd name="connsiteX2-265" fmla="*/ 1196151 w 2116020"/>
              <a:gd name="connsiteY2-266" fmla="*/ 2024323 h 2024323"/>
              <a:gd name="connsiteX3-267" fmla="*/ 4411 w 2116020"/>
              <a:gd name="connsiteY3-268" fmla="*/ 1527950 h 2024323"/>
              <a:gd name="connsiteX4-269" fmla="*/ 482016 w 2116020"/>
              <a:gd name="connsiteY4-270" fmla="*/ 0 h 2024323"/>
              <a:gd name="connsiteX0-271" fmla="*/ 451743 w 2116529"/>
              <a:gd name="connsiteY0-272" fmla="*/ 0 h 2064043"/>
              <a:gd name="connsiteX1-273" fmla="*/ 2116529 w 2116529"/>
              <a:gd name="connsiteY1-274" fmla="*/ 365976 h 2064043"/>
              <a:gd name="connsiteX2-275" fmla="*/ 1196660 w 2116529"/>
              <a:gd name="connsiteY2-276" fmla="*/ 2064043 h 2064043"/>
              <a:gd name="connsiteX3-277" fmla="*/ 4920 w 2116529"/>
              <a:gd name="connsiteY3-278" fmla="*/ 1567670 h 2064043"/>
              <a:gd name="connsiteX4-279" fmla="*/ 451743 w 2116529"/>
              <a:gd name="connsiteY4-280" fmla="*/ 0 h 2064043"/>
              <a:gd name="connsiteX0-281" fmla="*/ 453624 w 2118410"/>
              <a:gd name="connsiteY0-282" fmla="*/ 0 h 2064043"/>
              <a:gd name="connsiteX1-283" fmla="*/ 2118410 w 2118410"/>
              <a:gd name="connsiteY1-284" fmla="*/ 365976 h 2064043"/>
              <a:gd name="connsiteX2-285" fmla="*/ 1198541 w 2118410"/>
              <a:gd name="connsiteY2-286" fmla="*/ 2064043 h 2064043"/>
              <a:gd name="connsiteX3-287" fmla="*/ 4885 w 2118410"/>
              <a:gd name="connsiteY3-288" fmla="*/ 1555791 h 2064043"/>
              <a:gd name="connsiteX4-289" fmla="*/ 453624 w 2118410"/>
              <a:gd name="connsiteY4-290" fmla="*/ 0 h 2064043"/>
              <a:gd name="connsiteX0-291" fmla="*/ 481903 w 2146689"/>
              <a:gd name="connsiteY0-292" fmla="*/ 0 h 2064043"/>
              <a:gd name="connsiteX1-293" fmla="*/ 2146689 w 2146689"/>
              <a:gd name="connsiteY1-294" fmla="*/ 365976 h 2064043"/>
              <a:gd name="connsiteX2-295" fmla="*/ 1226820 w 2146689"/>
              <a:gd name="connsiteY2-296" fmla="*/ 2064043 h 2064043"/>
              <a:gd name="connsiteX3-297" fmla="*/ 33164 w 2146689"/>
              <a:gd name="connsiteY3-298" fmla="*/ 1555791 h 2064043"/>
              <a:gd name="connsiteX4-299" fmla="*/ 481903 w 2146689"/>
              <a:gd name="connsiteY4-300" fmla="*/ 0 h 2064043"/>
              <a:gd name="connsiteX0-301" fmla="*/ 485074 w 2149860"/>
              <a:gd name="connsiteY0-302" fmla="*/ 0 h 2064043"/>
              <a:gd name="connsiteX1-303" fmla="*/ 2149860 w 2149860"/>
              <a:gd name="connsiteY1-304" fmla="*/ 365976 h 2064043"/>
              <a:gd name="connsiteX2-305" fmla="*/ 1229991 w 2149860"/>
              <a:gd name="connsiteY2-306" fmla="*/ 2064043 h 2064043"/>
              <a:gd name="connsiteX3-307" fmla="*/ 36335 w 2149860"/>
              <a:gd name="connsiteY3-308" fmla="*/ 1555791 h 2064043"/>
              <a:gd name="connsiteX4-309" fmla="*/ 485074 w 2149860"/>
              <a:gd name="connsiteY4-310" fmla="*/ 0 h 2064043"/>
              <a:gd name="connsiteX0-311" fmla="*/ 485074 w 2149860"/>
              <a:gd name="connsiteY0-312" fmla="*/ 0 h 2064043"/>
              <a:gd name="connsiteX1-313" fmla="*/ 2149860 w 2149860"/>
              <a:gd name="connsiteY1-314" fmla="*/ 365976 h 2064043"/>
              <a:gd name="connsiteX2-315" fmla="*/ 1229991 w 2149860"/>
              <a:gd name="connsiteY2-316" fmla="*/ 2064043 h 2064043"/>
              <a:gd name="connsiteX3-317" fmla="*/ 36335 w 2149860"/>
              <a:gd name="connsiteY3-318" fmla="*/ 1555791 h 2064043"/>
              <a:gd name="connsiteX4-319" fmla="*/ 485074 w 2149860"/>
              <a:gd name="connsiteY4-320" fmla="*/ 0 h 2064043"/>
              <a:gd name="connsiteX0-321" fmla="*/ 485074 w 2149860"/>
              <a:gd name="connsiteY0-322" fmla="*/ 0 h 2064043"/>
              <a:gd name="connsiteX1-323" fmla="*/ 2149860 w 2149860"/>
              <a:gd name="connsiteY1-324" fmla="*/ 365976 h 2064043"/>
              <a:gd name="connsiteX2-325" fmla="*/ 1229991 w 2149860"/>
              <a:gd name="connsiteY2-326" fmla="*/ 2064043 h 2064043"/>
              <a:gd name="connsiteX3-327" fmla="*/ 36335 w 2149860"/>
              <a:gd name="connsiteY3-328" fmla="*/ 1555791 h 2064043"/>
              <a:gd name="connsiteX4-329" fmla="*/ 485074 w 2149860"/>
              <a:gd name="connsiteY4-330" fmla="*/ 0 h 2064043"/>
              <a:gd name="connsiteX0-331" fmla="*/ 485074 w 2149860"/>
              <a:gd name="connsiteY0-332" fmla="*/ 0 h 2064043"/>
              <a:gd name="connsiteX1-333" fmla="*/ 2149860 w 2149860"/>
              <a:gd name="connsiteY1-334" fmla="*/ 365976 h 2064043"/>
              <a:gd name="connsiteX2-335" fmla="*/ 1229991 w 2149860"/>
              <a:gd name="connsiteY2-336" fmla="*/ 2064043 h 2064043"/>
              <a:gd name="connsiteX3-337" fmla="*/ 36335 w 2149860"/>
              <a:gd name="connsiteY3-338" fmla="*/ 1555791 h 2064043"/>
              <a:gd name="connsiteX4-339" fmla="*/ 485074 w 2149860"/>
              <a:gd name="connsiteY4-340" fmla="*/ 0 h 2064043"/>
              <a:gd name="connsiteX0-341" fmla="*/ 472393 w 2137179"/>
              <a:gd name="connsiteY0-342" fmla="*/ 0 h 2064043"/>
              <a:gd name="connsiteX1-343" fmla="*/ 2137179 w 2137179"/>
              <a:gd name="connsiteY1-344" fmla="*/ 365976 h 2064043"/>
              <a:gd name="connsiteX2-345" fmla="*/ 1217310 w 2137179"/>
              <a:gd name="connsiteY2-346" fmla="*/ 2064043 h 2064043"/>
              <a:gd name="connsiteX3-347" fmla="*/ 23654 w 2137179"/>
              <a:gd name="connsiteY3-348" fmla="*/ 1555791 h 2064043"/>
              <a:gd name="connsiteX4-349" fmla="*/ 472393 w 2137179"/>
              <a:gd name="connsiteY4-350" fmla="*/ 0 h 2064043"/>
              <a:gd name="connsiteX0-351" fmla="*/ 472393 w 2113935"/>
              <a:gd name="connsiteY0-352" fmla="*/ 0 h 2064043"/>
              <a:gd name="connsiteX1-353" fmla="*/ 2113935 w 2113935"/>
              <a:gd name="connsiteY1-354" fmla="*/ 398164 h 2064043"/>
              <a:gd name="connsiteX2-355" fmla="*/ 1217310 w 2113935"/>
              <a:gd name="connsiteY2-356" fmla="*/ 2064043 h 2064043"/>
              <a:gd name="connsiteX3-357" fmla="*/ 23654 w 2113935"/>
              <a:gd name="connsiteY3-358" fmla="*/ 1555791 h 2064043"/>
              <a:gd name="connsiteX4-359" fmla="*/ 472393 w 2113935"/>
              <a:gd name="connsiteY4-360" fmla="*/ 0 h 2064043"/>
              <a:gd name="connsiteX0-361" fmla="*/ 472393 w 2144845"/>
              <a:gd name="connsiteY0-362" fmla="*/ 0 h 2064043"/>
              <a:gd name="connsiteX1-363" fmla="*/ 2144845 w 2144845"/>
              <a:gd name="connsiteY1-364" fmla="*/ 413490 h 2064043"/>
              <a:gd name="connsiteX2-365" fmla="*/ 1217310 w 2144845"/>
              <a:gd name="connsiteY2-366" fmla="*/ 2064043 h 2064043"/>
              <a:gd name="connsiteX3-367" fmla="*/ 23654 w 2144845"/>
              <a:gd name="connsiteY3-368" fmla="*/ 1555791 h 2064043"/>
              <a:gd name="connsiteX4-369" fmla="*/ 472393 w 2144845"/>
              <a:gd name="connsiteY4-370" fmla="*/ 0 h 2064043"/>
              <a:gd name="connsiteX0-371" fmla="*/ 472393 w 2135010"/>
              <a:gd name="connsiteY0-372" fmla="*/ 0 h 2064043"/>
              <a:gd name="connsiteX1-373" fmla="*/ 2135010 w 2135010"/>
              <a:gd name="connsiteY1-374" fmla="*/ 402890 h 2064043"/>
              <a:gd name="connsiteX2-375" fmla="*/ 1217310 w 2135010"/>
              <a:gd name="connsiteY2-376" fmla="*/ 2064043 h 2064043"/>
              <a:gd name="connsiteX3-377" fmla="*/ 23654 w 2135010"/>
              <a:gd name="connsiteY3-378" fmla="*/ 1555791 h 2064043"/>
              <a:gd name="connsiteX4-379" fmla="*/ 472393 w 2135010"/>
              <a:gd name="connsiteY4-380" fmla="*/ 0 h 2064043"/>
              <a:gd name="connsiteX0-381" fmla="*/ 472393 w 2117894"/>
              <a:gd name="connsiteY0-382" fmla="*/ 0 h 2064043"/>
              <a:gd name="connsiteX1-383" fmla="*/ 2117894 w 2117894"/>
              <a:gd name="connsiteY1-384" fmla="*/ 397525 h 2064043"/>
              <a:gd name="connsiteX2-385" fmla="*/ 1217310 w 2117894"/>
              <a:gd name="connsiteY2-386" fmla="*/ 2064043 h 2064043"/>
              <a:gd name="connsiteX3-387" fmla="*/ 23654 w 2117894"/>
              <a:gd name="connsiteY3-388" fmla="*/ 1555791 h 2064043"/>
              <a:gd name="connsiteX4-389" fmla="*/ 472393 w 2117894"/>
              <a:gd name="connsiteY4-390" fmla="*/ 0 h 2064043"/>
              <a:gd name="connsiteX0-391" fmla="*/ 472393 w 2100779"/>
              <a:gd name="connsiteY0-392" fmla="*/ 0 h 2064043"/>
              <a:gd name="connsiteX1-393" fmla="*/ 2100779 w 2100779"/>
              <a:gd name="connsiteY1-394" fmla="*/ 392162 h 2064043"/>
              <a:gd name="connsiteX2-395" fmla="*/ 1217310 w 2100779"/>
              <a:gd name="connsiteY2-396" fmla="*/ 2064043 h 2064043"/>
              <a:gd name="connsiteX3-397" fmla="*/ 23654 w 2100779"/>
              <a:gd name="connsiteY3-398" fmla="*/ 1555791 h 2064043"/>
              <a:gd name="connsiteX4-399" fmla="*/ 472393 w 2100779"/>
              <a:gd name="connsiteY4-400" fmla="*/ 0 h 2064043"/>
              <a:gd name="connsiteX0-401" fmla="*/ 472393 w 2100779"/>
              <a:gd name="connsiteY0-402" fmla="*/ 0 h 2064043"/>
              <a:gd name="connsiteX1-403" fmla="*/ 2100779 w 2100779"/>
              <a:gd name="connsiteY1-404" fmla="*/ 392162 h 2064043"/>
              <a:gd name="connsiteX2-405" fmla="*/ 1217310 w 2100779"/>
              <a:gd name="connsiteY2-406" fmla="*/ 2064043 h 2064043"/>
              <a:gd name="connsiteX3-407" fmla="*/ 23654 w 2100779"/>
              <a:gd name="connsiteY3-408" fmla="*/ 1555791 h 2064043"/>
              <a:gd name="connsiteX4-409" fmla="*/ 472393 w 2100779"/>
              <a:gd name="connsiteY4-410" fmla="*/ 0 h 2064043"/>
              <a:gd name="connsiteX0-411" fmla="*/ 472393 w 2100779"/>
              <a:gd name="connsiteY0-412" fmla="*/ 0 h 2064043"/>
              <a:gd name="connsiteX1-413" fmla="*/ 2100779 w 2100779"/>
              <a:gd name="connsiteY1-414" fmla="*/ 392162 h 2064043"/>
              <a:gd name="connsiteX2-415" fmla="*/ 1217310 w 2100779"/>
              <a:gd name="connsiteY2-416" fmla="*/ 2064043 h 2064043"/>
              <a:gd name="connsiteX3-417" fmla="*/ 23654 w 2100779"/>
              <a:gd name="connsiteY3-418" fmla="*/ 1555791 h 2064043"/>
              <a:gd name="connsiteX4-419" fmla="*/ 472393 w 2100779"/>
              <a:gd name="connsiteY4-420" fmla="*/ 0 h 2064043"/>
              <a:gd name="connsiteX0-421" fmla="*/ 472393 w 2100779"/>
              <a:gd name="connsiteY0-422" fmla="*/ 0 h 2064043"/>
              <a:gd name="connsiteX1-423" fmla="*/ 2100779 w 2100779"/>
              <a:gd name="connsiteY1-424" fmla="*/ 392162 h 2064043"/>
              <a:gd name="connsiteX2-425" fmla="*/ 1217310 w 2100779"/>
              <a:gd name="connsiteY2-426" fmla="*/ 2064043 h 2064043"/>
              <a:gd name="connsiteX3-427" fmla="*/ 23654 w 2100779"/>
              <a:gd name="connsiteY3-428" fmla="*/ 1555791 h 2064043"/>
              <a:gd name="connsiteX4-429" fmla="*/ 472393 w 2100779"/>
              <a:gd name="connsiteY4-430" fmla="*/ 0 h 2064043"/>
              <a:gd name="connsiteX0-431" fmla="*/ 472393 w 2100779"/>
              <a:gd name="connsiteY0-432" fmla="*/ 0 h 2064043"/>
              <a:gd name="connsiteX1-433" fmla="*/ 2100779 w 2100779"/>
              <a:gd name="connsiteY1-434" fmla="*/ 392162 h 2064043"/>
              <a:gd name="connsiteX2-435" fmla="*/ 1217310 w 2100779"/>
              <a:gd name="connsiteY2-436" fmla="*/ 2064043 h 2064043"/>
              <a:gd name="connsiteX3-437" fmla="*/ 23654 w 2100779"/>
              <a:gd name="connsiteY3-438" fmla="*/ 1555791 h 2064043"/>
              <a:gd name="connsiteX4-439" fmla="*/ 472393 w 2100779"/>
              <a:gd name="connsiteY4-440" fmla="*/ 0 h 2064043"/>
              <a:gd name="connsiteX0-441" fmla="*/ 472393 w 2100779"/>
              <a:gd name="connsiteY0-442" fmla="*/ 0 h 2064043"/>
              <a:gd name="connsiteX1-443" fmla="*/ 2100779 w 2100779"/>
              <a:gd name="connsiteY1-444" fmla="*/ 392162 h 2064043"/>
              <a:gd name="connsiteX2-445" fmla="*/ 1217310 w 2100779"/>
              <a:gd name="connsiteY2-446" fmla="*/ 2064043 h 2064043"/>
              <a:gd name="connsiteX3-447" fmla="*/ 23654 w 2100779"/>
              <a:gd name="connsiteY3-448" fmla="*/ 1555791 h 2064043"/>
              <a:gd name="connsiteX4-449" fmla="*/ 472393 w 2100779"/>
              <a:gd name="connsiteY4-450" fmla="*/ 0 h 2064043"/>
              <a:gd name="connsiteX0-451" fmla="*/ 472393 w 2100779"/>
              <a:gd name="connsiteY0-452" fmla="*/ 0 h 2036708"/>
              <a:gd name="connsiteX1-453" fmla="*/ 2100779 w 2100779"/>
              <a:gd name="connsiteY1-454" fmla="*/ 392162 h 2036708"/>
              <a:gd name="connsiteX2-455" fmla="*/ 1286023 w 2100779"/>
              <a:gd name="connsiteY2-456" fmla="*/ 2036708 h 2036708"/>
              <a:gd name="connsiteX3-457" fmla="*/ 23654 w 2100779"/>
              <a:gd name="connsiteY3-458" fmla="*/ 1555791 h 2036708"/>
              <a:gd name="connsiteX4-459" fmla="*/ 472393 w 2100779"/>
              <a:gd name="connsiteY4-460" fmla="*/ 0 h 2036708"/>
              <a:gd name="connsiteX0-461" fmla="*/ 472393 w 2100779"/>
              <a:gd name="connsiteY0-462" fmla="*/ 0 h 2051268"/>
              <a:gd name="connsiteX1-463" fmla="*/ 2100779 w 2100779"/>
              <a:gd name="connsiteY1-464" fmla="*/ 392162 h 2051268"/>
              <a:gd name="connsiteX2-465" fmla="*/ 1296497 w 2100779"/>
              <a:gd name="connsiteY2-466" fmla="*/ 2051268 h 2051268"/>
              <a:gd name="connsiteX3-467" fmla="*/ 23654 w 2100779"/>
              <a:gd name="connsiteY3-468" fmla="*/ 1555791 h 2051268"/>
              <a:gd name="connsiteX4-469" fmla="*/ 472393 w 2100779"/>
              <a:gd name="connsiteY4-470" fmla="*/ 0 h 2051268"/>
              <a:gd name="connsiteX0-471" fmla="*/ 472393 w 2100779"/>
              <a:gd name="connsiteY0-472" fmla="*/ 0 h 2051268"/>
              <a:gd name="connsiteX1-473" fmla="*/ 2100779 w 2100779"/>
              <a:gd name="connsiteY1-474" fmla="*/ 392162 h 2051268"/>
              <a:gd name="connsiteX2-475" fmla="*/ 1296497 w 2100779"/>
              <a:gd name="connsiteY2-476" fmla="*/ 2051268 h 2051268"/>
              <a:gd name="connsiteX3-477" fmla="*/ 23654 w 2100779"/>
              <a:gd name="connsiteY3-478" fmla="*/ 1555791 h 2051268"/>
              <a:gd name="connsiteX4-479" fmla="*/ 472393 w 2100779"/>
              <a:gd name="connsiteY4-480" fmla="*/ 0 h 2051268"/>
              <a:gd name="connsiteX0-481" fmla="*/ 472393 w 2100779"/>
              <a:gd name="connsiteY0-482" fmla="*/ 0 h 2051906"/>
              <a:gd name="connsiteX1-483" fmla="*/ 2100779 w 2100779"/>
              <a:gd name="connsiteY1-484" fmla="*/ 392162 h 2051906"/>
              <a:gd name="connsiteX2-485" fmla="*/ 1292538 w 2100779"/>
              <a:gd name="connsiteY2-486" fmla="*/ 2051906 h 2051906"/>
              <a:gd name="connsiteX3-487" fmla="*/ 23654 w 2100779"/>
              <a:gd name="connsiteY3-488" fmla="*/ 1555791 h 2051906"/>
              <a:gd name="connsiteX4-489" fmla="*/ 472393 w 2100779"/>
              <a:gd name="connsiteY4-490" fmla="*/ 0 h 2051906"/>
              <a:gd name="connsiteX0-491" fmla="*/ 472393 w 2100779"/>
              <a:gd name="connsiteY0-492" fmla="*/ 0 h 2056222"/>
              <a:gd name="connsiteX1-493" fmla="*/ 2100779 w 2100779"/>
              <a:gd name="connsiteY1-494" fmla="*/ 392162 h 2056222"/>
              <a:gd name="connsiteX2-495" fmla="*/ 1292538 w 2100779"/>
              <a:gd name="connsiteY2-496" fmla="*/ 2051906 h 2056222"/>
              <a:gd name="connsiteX3-497" fmla="*/ 23654 w 2100779"/>
              <a:gd name="connsiteY3-498" fmla="*/ 1555791 h 2056222"/>
              <a:gd name="connsiteX4-499" fmla="*/ 472393 w 2100779"/>
              <a:gd name="connsiteY4-500" fmla="*/ 0 h 2056222"/>
              <a:gd name="connsiteX0-501" fmla="*/ 472393 w 2100779"/>
              <a:gd name="connsiteY0-502" fmla="*/ 0 h 2052500"/>
              <a:gd name="connsiteX1-503" fmla="*/ 2100779 w 2100779"/>
              <a:gd name="connsiteY1-504" fmla="*/ 392162 h 2052500"/>
              <a:gd name="connsiteX2-505" fmla="*/ 1292538 w 2100779"/>
              <a:gd name="connsiteY2-506" fmla="*/ 2051906 h 2052500"/>
              <a:gd name="connsiteX3-507" fmla="*/ 23654 w 2100779"/>
              <a:gd name="connsiteY3-508" fmla="*/ 1555791 h 2052500"/>
              <a:gd name="connsiteX4-509" fmla="*/ 472393 w 2100779"/>
              <a:gd name="connsiteY4-510" fmla="*/ 0 h 2052500"/>
              <a:gd name="connsiteX0-511" fmla="*/ 496457 w 2124843"/>
              <a:gd name="connsiteY0-512" fmla="*/ 0 h 2052470"/>
              <a:gd name="connsiteX1-513" fmla="*/ 2124843 w 2124843"/>
              <a:gd name="connsiteY1-514" fmla="*/ 392162 h 2052470"/>
              <a:gd name="connsiteX2-515" fmla="*/ 1316602 w 2124843"/>
              <a:gd name="connsiteY2-516" fmla="*/ 2051906 h 2052470"/>
              <a:gd name="connsiteX3-517" fmla="*/ 22046 w 2124843"/>
              <a:gd name="connsiteY3-518" fmla="*/ 1547745 h 2052470"/>
              <a:gd name="connsiteX4-519" fmla="*/ 496457 w 2124843"/>
              <a:gd name="connsiteY4-520" fmla="*/ 0 h 2052470"/>
              <a:gd name="connsiteX0-521" fmla="*/ 486906 w 2115292"/>
              <a:gd name="connsiteY0-522" fmla="*/ 0 h 2052470"/>
              <a:gd name="connsiteX1-523" fmla="*/ 2115292 w 2115292"/>
              <a:gd name="connsiteY1-524" fmla="*/ 392162 h 2052470"/>
              <a:gd name="connsiteX2-525" fmla="*/ 1307051 w 2115292"/>
              <a:gd name="connsiteY2-526" fmla="*/ 2051906 h 2052470"/>
              <a:gd name="connsiteX3-527" fmla="*/ 12495 w 2115292"/>
              <a:gd name="connsiteY3-528" fmla="*/ 1547745 h 2052470"/>
              <a:gd name="connsiteX4-529" fmla="*/ 486906 w 2115292"/>
              <a:gd name="connsiteY4-530" fmla="*/ 0 h 2052470"/>
              <a:gd name="connsiteX0-531" fmla="*/ 483725 w 2112111"/>
              <a:gd name="connsiteY0-532" fmla="*/ 0 h 2052470"/>
              <a:gd name="connsiteX1-533" fmla="*/ 2112111 w 2112111"/>
              <a:gd name="connsiteY1-534" fmla="*/ 392162 h 2052470"/>
              <a:gd name="connsiteX2-535" fmla="*/ 1303870 w 2112111"/>
              <a:gd name="connsiteY2-536" fmla="*/ 2051906 h 2052470"/>
              <a:gd name="connsiteX3-537" fmla="*/ 9314 w 2112111"/>
              <a:gd name="connsiteY3-538" fmla="*/ 1547745 h 2052470"/>
              <a:gd name="connsiteX4-539" fmla="*/ 483725 w 2112111"/>
              <a:gd name="connsiteY4-540" fmla="*/ 0 h 2052470"/>
              <a:gd name="connsiteX0-541" fmla="*/ 477592 w 2105978"/>
              <a:gd name="connsiteY0-542" fmla="*/ 0 h 2052470"/>
              <a:gd name="connsiteX1-543" fmla="*/ 2105978 w 2105978"/>
              <a:gd name="connsiteY1-544" fmla="*/ 392162 h 2052470"/>
              <a:gd name="connsiteX2-545" fmla="*/ 1297737 w 2105978"/>
              <a:gd name="connsiteY2-546" fmla="*/ 2051906 h 2052470"/>
              <a:gd name="connsiteX3-547" fmla="*/ 3181 w 2105978"/>
              <a:gd name="connsiteY3-548" fmla="*/ 1547745 h 2052470"/>
              <a:gd name="connsiteX4-549" fmla="*/ 477592 w 2105978"/>
              <a:gd name="connsiteY4-550" fmla="*/ 0 h 2052470"/>
              <a:gd name="connsiteX0-551" fmla="*/ 477592 w 2082861"/>
              <a:gd name="connsiteY0-552" fmla="*/ 0 h 2052470"/>
              <a:gd name="connsiteX1-553" fmla="*/ 2082861 w 2082861"/>
              <a:gd name="connsiteY1-554" fmla="*/ 399953 h 2052470"/>
              <a:gd name="connsiteX2-555" fmla="*/ 1297737 w 2082861"/>
              <a:gd name="connsiteY2-556" fmla="*/ 2051906 h 2052470"/>
              <a:gd name="connsiteX3-557" fmla="*/ 3181 w 2082861"/>
              <a:gd name="connsiteY3-558" fmla="*/ 1547745 h 2052470"/>
              <a:gd name="connsiteX4-559" fmla="*/ 477592 w 2082861"/>
              <a:gd name="connsiteY4-560" fmla="*/ 0 h 2052470"/>
              <a:gd name="connsiteX0-561" fmla="*/ 477592 w 2082861"/>
              <a:gd name="connsiteY0-562" fmla="*/ 0 h 2052470"/>
              <a:gd name="connsiteX1-563" fmla="*/ 2082861 w 2082861"/>
              <a:gd name="connsiteY1-564" fmla="*/ 399953 h 2052470"/>
              <a:gd name="connsiteX2-565" fmla="*/ 1297737 w 2082861"/>
              <a:gd name="connsiteY2-566" fmla="*/ 2051906 h 2052470"/>
              <a:gd name="connsiteX3-567" fmla="*/ 3181 w 2082861"/>
              <a:gd name="connsiteY3-568" fmla="*/ 1547745 h 2052470"/>
              <a:gd name="connsiteX4-569" fmla="*/ 477592 w 2082861"/>
              <a:gd name="connsiteY4-570" fmla="*/ 0 h 2052470"/>
              <a:gd name="connsiteX0-571" fmla="*/ 477592 w 2082861"/>
              <a:gd name="connsiteY0-572" fmla="*/ 0 h 2052470"/>
              <a:gd name="connsiteX1-573" fmla="*/ 2082861 w 2082861"/>
              <a:gd name="connsiteY1-574" fmla="*/ 399953 h 2052470"/>
              <a:gd name="connsiteX2-575" fmla="*/ 1297737 w 2082861"/>
              <a:gd name="connsiteY2-576" fmla="*/ 2051906 h 2052470"/>
              <a:gd name="connsiteX3-577" fmla="*/ 3181 w 2082861"/>
              <a:gd name="connsiteY3-578" fmla="*/ 1547745 h 2052470"/>
              <a:gd name="connsiteX4-579" fmla="*/ 477592 w 2082861"/>
              <a:gd name="connsiteY4-580" fmla="*/ 0 h 2052470"/>
              <a:gd name="connsiteX0-581" fmla="*/ 477592 w 2082861"/>
              <a:gd name="connsiteY0-582" fmla="*/ 0 h 2052470"/>
              <a:gd name="connsiteX1-583" fmla="*/ 2082861 w 2082861"/>
              <a:gd name="connsiteY1-584" fmla="*/ 399953 h 2052470"/>
              <a:gd name="connsiteX2-585" fmla="*/ 1297737 w 2082861"/>
              <a:gd name="connsiteY2-586" fmla="*/ 2051906 h 2052470"/>
              <a:gd name="connsiteX3-587" fmla="*/ 3181 w 2082861"/>
              <a:gd name="connsiteY3-588" fmla="*/ 1547745 h 2052470"/>
              <a:gd name="connsiteX4-589" fmla="*/ 477592 w 2082861"/>
              <a:gd name="connsiteY4-590" fmla="*/ 0 h 2052470"/>
              <a:gd name="connsiteX0-591" fmla="*/ 496384 w 2082622"/>
              <a:gd name="connsiteY0-592" fmla="*/ 0 h 2035229"/>
              <a:gd name="connsiteX1-593" fmla="*/ 2082622 w 2082622"/>
              <a:gd name="connsiteY1-594" fmla="*/ 382712 h 2035229"/>
              <a:gd name="connsiteX2-595" fmla="*/ 1297498 w 2082622"/>
              <a:gd name="connsiteY2-596" fmla="*/ 2034665 h 2035229"/>
              <a:gd name="connsiteX3-597" fmla="*/ 2942 w 2082622"/>
              <a:gd name="connsiteY3-598" fmla="*/ 1530504 h 2035229"/>
              <a:gd name="connsiteX4-599" fmla="*/ 496384 w 2082622"/>
              <a:gd name="connsiteY4-600" fmla="*/ 0 h 2035229"/>
              <a:gd name="connsiteX0-601" fmla="*/ 496546 w 2082784"/>
              <a:gd name="connsiteY0-602" fmla="*/ 0 h 2035229"/>
              <a:gd name="connsiteX1-603" fmla="*/ 2082784 w 2082784"/>
              <a:gd name="connsiteY1-604" fmla="*/ 382712 h 2035229"/>
              <a:gd name="connsiteX2-605" fmla="*/ 1297660 w 2082784"/>
              <a:gd name="connsiteY2-606" fmla="*/ 2034665 h 2035229"/>
              <a:gd name="connsiteX3-607" fmla="*/ 3104 w 2082784"/>
              <a:gd name="connsiteY3-608" fmla="*/ 1530504 h 2035229"/>
              <a:gd name="connsiteX4-609" fmla="*/ 496546 w 2082784"/>
              <a:gd name="connsiteY4-610" fmla="*/ 0 h 2035229"/>
              <a:gd name="connsiteX0-611" fmla="*/ 496521 w 2082759"/>
              <a:gd name="connsiteY0-612" fmla="*/ 0 h 2035229"/>
              <a:gd name="connsiteX1-613" fmla="*/ 2082759 w 2082759"/>
              <a:gd name="connsiteY1-614" fmla="*/ 382712 h 2035229"/>
              <a:gd name="connsiteX2-615" fmla="*/ 1297635 w 2082759"/>
              <a:gd name="connsiteY2-616" fmla="*/ 2034665 h 2035229"/>
              <a:gd name="connsiteX3-617" fmla="*/ 3079 w 2082759"/>
              <a:gd name="connsiteY3-618" fmla="*/ 1530504 h 2035229"/>
              <a:gd name="connsiteX4-619" fmla="*/ 496521 w 2082759"/>
              <a:gd name="connsiteY4-620" fmla="*/ 0 h 203522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082759" h="2035229">
                <a:moveTo>
                  <a:pt x="496521" y="0"/>
                </a:moveTo>
                <a:lnTo>
                  <a:pt x="2082759" y="382712"/>
                </a:lnTo>
                <a:cubicBezTo>
                  <a:pt x="1768600" y="918806"/>
                  <a:pt x="1547691" y="1781093"/>
                  <a:pt x="1297635" y="2034665"/>
                </a:cubicBezTo>
                <a:cubicBezTo>
                  <a:pt x="722991" y="2045428"/>
                  <a:pt x="241450" y="1903047"/>
                  <a:pt x="3079" y="1530504"/>
                </a:cubicBezTo>
                <a:cubicBezTo>
                  <a:pt x="-27940" y="916465"/>
                  <a:pt x="178219" y="463217"/>
                  <a:pt x="496521" y="0"/>
                </a:cubicBezTo>
                <a:close/>
              </a:path>
            </a:pathLst>
          </a:custGeom>
          <a:pattFill prst="dkUpDiag">
            <a:fgClr>
              <a:schemeClr val="bg1">
                <a:lumMod val="85000"/>
              </a:schemeClr>
            </a:fgClr>
            <a:bgClr>
              <a:schemeClr val="bg1"/>
            </a:bgClr>
          </a:pattFill>
          <a:scene3d>
            <a:camera prst="isometricOffAxis1Right"/>
            <a:lightRig rig="threePt" dir="t"/>
          </a:scene3d>
        </p:spPr>
        <p:txBody>
          <a:bodyPr/>
          <a:lstStyle>
            <a:lvl1pPr marL="0" indent="0" algn="ctr">
              <a:buNone/>
              <a:defRPr sz="1200"/>
            </a:lvl1pPr>
          </a:lstStyle>
          <a:p>
            <a:endParaRPr lang="id-ID"/>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slideLayout" Target="../slideLayouts/slideLayout11.xml"/><Relationship Id="rId7" Type="http://schemas.openxmlformats.org/officeDocument/2006/relationships/slideLayout" Target="../slideLayouts/slideLayout10.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 Id="rId3" Type="http://schemas.openxmlformats.org/officeDocument/2006/relationships/slideLayout" Target="../slideLayouts/slideLayout6.xml"/><Relationship Id="rId2" Type="http://schemas.openxmlformats.org/officeDocument/2006/relationships/slideLayout" Target="../slideLayouts/slideLayout5.xml"/><Relationship Id="rId11" Type="http://schemas.openxmlformats.org/officeDocument/2006/relationships/theme" Target="../theme/theme2.xml"/><Relationship Id="rId10" Type="http://schemas.openxmlformats.org/officeDocument/2006/relationships/slideLayout" Target="../slideLayouts/slideLayout13.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80000" y="360000"/>
            <a:ext cx="11833200" cy="701731"/>
          </a:xfrm>
          <a:prstGeom prst="rect">
            <a:avLst/>
          </a:prstGeom>
        </p:spPr>
        <p:txBody>
          <a:bodyPr vert="horz" wrap="square" lIns="91440" tIns="45720" rIns="91440" bIns="45720" rtlCol="0" anchor="ctr">
            <a:sp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180000" y="1244600"/>
            <a:ext cx="11833200" cy="4932363"/>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270000" y="635634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6DE7E8-BD74-40B2-922D-194240FC5D5C}" type="slidenum">
              <a:rPr lang="zh-CN" altLang="en-US" smtClean="0"/>
            </a:fld>
            <a:endParaRPr lang="zh-CN" altLang="en-US"/>
          </a:p>
        </p:txBody>
      </p:sp>
      <p:sp>
        <p:nvSpPr>
          <p:cNvPr id="7" name="矩形 6"/>
          <p:cNvSpPr/>
          <p:nvPr userDrawn="1"/>
        </p:nvSpPr>
        <p:spPr>
          <a:xfrm>
            <a:off x="0" y="365126"/>
            <a:ext cx="180000" cy="696606"/>
          </a:xfrm>
          <a:prstGeom prst="rect">
            <a:avLst/>
          </a:prstGeom>
          <a:solidFill>
            <a:srgbClr val="F885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Lst>
  <p:hf hdr="0" ftr="0" dt="0"/>
  <p:txStyles>
    <p:title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000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000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000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9.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6.xml"/><Relationship Id="rId2" Type="http://schemas.openxmlformats.org/officeDocument/2006/relationships/image" Target="../media/image7.jpeg"/><Relationship Id="rId1" Type="http://schemas.openxmlformats.org/officeDocument/2006/relationships/image" Target="../media/image6.emf"/></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6.xml"/><Relationship Id="rId2" Type="http://schemas.openxmlformats.org/officeDocument/2006/relationships/image" Target="../media/image7.jpeg"/><Relationship Id="rId1" Type="http://schemas.openxmlformats.org/officeDocument/2006/relationships/image" Target="../media/image6.e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image" Target="../media/image9.jpe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4.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image" Target="../media/image14.e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4.xml"/><Relationship Id="rId2" Type="http://schemas.openxmlformats.org/officeDocument/2006/relationships/image" Target="../media/image8.png"/><Relationship Id="rId1"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6.xml"/><Relationship Id="rId2" Type="http://schemas.openxmlformats.org/officeDocument/2006/relationships/image" Target="../media/image17.emf"/><Relationship Id="rId1" Type="http://schemas.openxmlformats.org/officeDocument/2006/relationships/image" Target="../media/image16.emf"/></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6.xml"/><Relationship Id="rId2" Type="http://schemas.openxmlformats.org/officeDocument/2006/relationships/image" Target="../media/image19.emf"/><Relationship Id="rId1" Type="http://schemas.openxmlformats.org/officeDocument/2006/relationships/image" Target="../media/image18.e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图片占位符 1"/>
          <p:cNvSpPr>
            <a:spLocks noGrp="1"/>
          </p:cNvSpPr>
          <p:nvPr>
            <p:ph type="pic" sz="quarter" idx="4294967295"/>
          </p:nvPr>
        </p:nvSpPr>
        <p:spPr>
          <a:xfrm>
            <a:off x="0" y="0"/>
            <a:ext cx="12192000" cy="6858000"/>
          </a:xfrm>
          <a:prstGeom prst="rect">
            <a:avLst/>
          </a:prstGeom>
        </p:spPr>
      </p:sp>
      <p:sp>
        <p:nvSpPr>
          <p:cNvPr id="3" name="标题 2"/>
          <p:cNvSpPr>
            <a:spLocks noGrp="1"/>
          </p:cNvSpPr>
          <p:nvPr>
            <p:ph type="title"/>
          </p:nvPr>
        </p:nvSpPr>
        <p:spPr>
          <a:xfrm>
            <a:off x="5626100" y="682176"/>
            <a:ext cx="6159500" cy="1586230"/>
          </a:xfrm>
        </p:spPr>
        <p:txBody>
          <a:bodyPr/>
          <a:lstStyle/>
          <a:p>
            <a:r>
              <a:rPr b="0" dirty="0">
                <a:sym typeface="+mn-ea"/>
              </a:rPr>
              <a:t>第1章 绪论</a:t>
            </a:r>
            <a:br>
              <a:rPr lang="zh-CN" altLang="en-US" b="0" dirty="0"/>
            </a:br>
            <a:endParaRPr lang="zh-CN" altLang="en-US" b="0" dirty="0"/>
          </a:p>
        </p:txBody>
      </p:sp>
    </p:spTree>
  </p:cSld>
  <p:clrMapOvr>
    <a:masterClrMapping/>
  </p:clrMapOvr>
  <p:transition>
    <p:cover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80000" y="349840"/>
            <a:ext cx="11833200" cy="701731"/>
          </a:xfrm>
        </p:spPr>
        <p:txBody>
          <a:bodyPr/>
          <a:lstStyle/>
          <a:p>
            <a:r>
              <a:rPr lang="zh-CN" altLang="en-US" dirty="0"/>
              <a:t>目录</a:t>
            </a:r>
            <a:endParaRPr lang="zh-CN" altLang="en-US" dirty="0"/>
          </a:p>
        </p:txBody>
      </p:sp>
      <p:grpSp>
        <p:nvGrpSpPr>
          <p:cNvPr id="10" name="组合 9"/>
          <p:cNvGrpSpPr/>
          <p:nvPr/>
        </p:nvGrpSpPr>
        <p:grpSpPr>
          <a:xfrm>
            <a:off x="6400165" y="268182"/>
            <a:ext cx="4871085" cy="724323"/>
            <a:chOff x="4873175" y="2704438"/>
            <a:chExt cx="4870897" cy="724562"/>
          </a:xfrm>
        </p:grpSpPr>
        <p:sp>
          <p:nvSpPr>
            <p:cNvPr id="7"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11373F"/>
            </a:solidFill>
            <a:ln>
              <a:noFill/>
            </a:ln>
          </p:spPr>
          <p:txBody>
            <a:bodyPr anchor="ctr"/>
            <a:lstStyle/>
            <a:p>
              <a:endParaRPr lang="zh-CN" altLang="en-US" sz="1200"/>
            </a:p>
          </p:txBody>
        </p:sp>
        <p:sp>
          <p:nvSpPr>
            <p:cNvPr id="9" name="文本占位符 14"/>
            <p:cNvSpPr txBox="1"/>
            <p:nvPr/>
          </p:nvSpPr>
          <p:spPr>
            <a:xfrm>
              <a:off x="4873175" y="2704438"/>
              <a:ext cx="4870897" cy="460527"/>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sym typeface="+mn-ea"/>
                </a:rPr>
                <a:t>学习目的</a:t>
              </a:r>
              <a:endParaRPr lang="zh-CN" altLang="en-US" sz="2400" dirty="0">
                <a:sym typeface="+mn-ea"/>
              </a:endParaRPr>
            </a:p>
          </p:txBody>
        </p:sp>
      </p:grpSp>
      <p:grpSp>
        <p:nvGrpSpPr>
          <p:cNvPr id="11" name="组合 10"/>
          <p:cNvGrpSpPr/>
          <p:nvPr/>
        </p:nvGrpSpPr>
        <p:grpSpPr>
          <a:xfrm>
            <a:off x="6339205" y="1863301"/>
            <a:ext cx="4932045" cy="723689"/>
            <a:chOff x="4812215" y="2705072"/>
            <a:chExt cx="4931857" cy="723928"/>
          </a:xfrm>
        </p:grpSpPr>
        <p:sp>
          <p:nvSpPr>
            <p:cNvPr id="12"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2F637E"/>
            </a:solidFill>
            <a:ln>
              <a:noFill/>
            </a:ln>
          </p:spPr>
          <p:txBody>
            <a:bodyPr anchor="ctr"/>
            <a:lstStyle/>
            <a:p>
              <a:endParaRPr lang="zh-CN" altLang="en-US" sz="1200"/>
            </a:p>
          </p:txBody>
        </p:sp>
        <p:sp>
          <p:nvSpPr>
            <p:cNvPr id="13" name="文本占位符 14"/>
            <p:cNvSpPr txBox="1"/>
            <p:nvPr/>
          </p:nvSpPr>
          <p:spPr>
            <a:xfrm>
              <a:off x="4812215" y="2705072"/>
              <a:ext cx="4870897" cy="460527"/>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sym typeface="+mn-ea"/>
                </a:rPr>
                <a:t>数据与数据结构</a:t>
              </a:r>
              <a:endParaRPr lang="zh-CN" altLang="en-US" sz="2400" dirty="0">
                <a:sym typeface="+mn-ea"/>
              </a:endParaRPr>
            </a:p>
          </p:txBody>
        </p:sp>
      </p:grpSp>
      <p:grpSp>
        <p:nvGrpSpPr>
          <p:cNvPr id="14" name="组合 13"/>
          <p:cNvGrpSpPr/>
          <p:nvPr/>
        </p:nvGrpSpPr>
        <p:grpSpPr>
          <a:xfrm>
            <a:off x="6400165" y="3455882"/>
            <a:ext cx="4871085" cy="724323"/>
            <a:chOff x="4873175" y="2704438"/>
            <a:chExt cx="4870897" cy="724562"/>
          </a:xfrm>
        </p:grpSpPr>
        <p:sp>
          <p:nvSpPr>
            <p:cNvPr id="15"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endParaRPr lang="zh-CN" altLang="en-US" sz="1200"/>
            </a:p>
          </p:txBody>
        </p:sp>
        <p:sp>
          <p:nvSpPr>
            <p:cNvPr id="16" name="文本占位符 14"/>
            <p:cNvSpPr txBox="1"/>
            <p:nvPr/>
          </p:nvSpPr>
          <p:spPr>
            <a:xfrm>
              <a:off x="4873175" y="2704438"/>
              <a:ext cx="4870897" cy="460527"/>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sym typeface="+mn-ea"/>
                </a:rPr>
                <a:t>算法的概念</a:t>
              </a:r>
              <a:endParaRPr lang="zh-CN" altLang="en-US" sz="2400" dirty="0">
                <a:sym typeface="+mn-ea"/>
              </a:endParaRPr>
            </a:p>
          </p:txBody>
        </p:sp>
      </p:grpSp>
      <p:grpSp>
        <p:nvGrpSpPr>
          <p:cNvPr id="19" name="组合 18"/>
          <p:cNvGrpSpPr/>
          <p:nvPr/>
        </p:nvGrpSpPr>
        <p:grpSpPr>
          <a:xfrm>
            <a:off x="6400165" y="5848987"/>
            <a:ext cx="4871085" cy="724485"/>
            <a:chOff x="4873175" y="2704515"/>
            <a:chExt cx="4870897" cy="724485"/>
          </a:xfrm>
        </p:grpSpPr>
        <p:sp>
          <p:nvSpPr>
            <p:cNvPr id="20"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endParaRPr lang="zh-CN" altLang="en-US" sz="1200" dirty="0"/>
            </a:p>
          </p:txBody>
        </p:sp>
        <p:sp>
          <p:nvSpPr>
            <p:cNvPr id="21" name="文本占位符 14"/>
            <p:cNvSpPr txBox="1"/>
            <p:nvPr/>
          </p:nvSpPr>
          <p:spPr>
            <a:xfrm>
              <a:off x="4873175" y="2704515"/>
              <a:ext cx="4870897" cy="460375"/>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sym typeface="+mn-ea"/>
                </a:rPr>
                <a:t>小结</a:t>
              </a:r>
              <a:endParaRPr lang="zh-CN" altLang="en-US" sz="2400" dirty="0">
                <a:sym typeface="+mn-ea"/>
              </a:endParaRPr>
            </a:p>
          </p:txBody>
        </p:sp>
      </p:grpSp>
      <p:pic>
        <p:nvPicPr>
          <p:cNvPr id="8" name="Picture 4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4015" y="1754505"/>
            <a:ext cx="2590800" cy="363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8" name="组合 17"/>
          <p:cNvGrpSpPr/>
          <p:nvPr/>
        </p:nvGrpSpPr>
        <p:grpSpPr>
          <a:xfrm>
            <a:off x="3693160" y="268251"/>
            <a:ext cx="2267585" cy="724254"/>
            <a:chOff x="4873175" y="2704405"/>
            <a:chExt cx="4870897" cy="724595"/>
          </a:xfrm>
        </p:grpSpPr>
        <p:sp>
          <p:nvSpPr>
            <p:cNvPr id="25"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11373F"/>
            </a:solidFill>
            <a:ln>
              <a:noFill/>
            </a:ln>
          </p:spPr>
          <p:txBody>
            <a:bodyPr anchor="ctr"/>
            <a:lstStyle/>
            <a:p>
              <a:endParaRPr lang="zh-CN" altLang="en-US" sz="1200"/>
            </a:p>
          </p:txBody>
        </p:sp>
        <p:sp>
          <p:nvSpPr>
            <p:cNvPr id="26" name="文本占位符 14"/>
            <p:cNvSpPr txBox="1"/>
            <p:nvPr/>
          </p:nvSpPr>
          <p:spPr>
            <a:xfrm>
              <a:off x="4873175" y="2704405"/>
              <a:ext cx="4870897" cy="460591"/>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sym typeface="+mn-ea"/>
                </a:rPr>
                <a:t>第一节</a:t>
              </a:r>
              <a:r>
                <a:rPr lang="en-US" altLang="zh-CN" sz="2400" dirty="0">
                  <a:sym typeface="+mn-ea"/>
                </a:rPr>
                <a:t> </a:t>
              </a:r>
              <a:r>
                <a:rPr lang="zh-CN" altLang="en-US" sz="2400" dirty="0">
                  <a:sym typeface="+mn-ea"/>
                </a:rPr>
                <a:t>引言</a:t>
              </a:r>
              <a:endParaRPr lang="zh-CN" altLang="en-US" sz="2400" dirty="0">
                <a:sym typeface="+mn-ea"/>
              </a:endParaRPr>
            </a:p>
          </p:txBody>
        </p:sp>
      </p:grpSp>
      <p:grpSp>
        <p:nvGrpSpPr>
          <p:cNvPr id="27" name="组合 26"/>
          <p:cNvGrpSpPr/>
          <p:nvPr/>
        </p:nvGrpSpPr>
        <p:grpSpPr>
          <a:xfrm>
            <a:off x="3225800" y="1863371"/>
            <a:ext cx="3081020" cy="723619"/>
            <a:chOff x="4000695" y="2705040"/>
            <a:chExt cx="6617636" cy="723960"/>
          </a:xfrm>
        </p:grpSpPr>
        <p:sp>
          <p:nvSpPr>
            <p:cNvPr id="29"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2F637E"/>
            </a:solidFill>
            <a:ln>
              <a:noFill/>
            </a:ln>
          </p:spPr>
          <p:txBody>
            <a:bodyPr anchor="ctr"/>
            <a:lstStyle/>
            <a:p>
              <a:endParaRPr lang="zh-CN" altLang="en-US" sz="1200"/>
            </a:p>
          </p:txBody>
        </p:sp>
        <p:sp>
          <p:nvSpPr>
            <p:cNvPr id="30" name="文本占位符 14"/>
            <p:cNvSpPr txBox="1"/>
            <p:nvPr/>
          </p:nvSpPr>
          <p:spPr>
            <a:xfrm>
              <a:off x="4000695" y="2705040"/>
              <a:ext cx="6617636" cy="460592"/>
            </a:xfrm>
            <a:prstGeom prst="rect">
              <a:avLst/>
            </a:prstGeom>
          </p:spPr>
          <p:txBody>
            <a:bodyPr vert="horz" wrap="square"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sym typeface="+mn-ea"/>
                </a:rPr>
                <a:t>第二节</a:t>
              </a:r>
              <a:r>
                <a:rPr lang="en-US" altLang="zh-CN" sz="2400" dirty="0">
                  <a:sym typeface="+mn-ea"/>
                </a:rPr>
                <a:t> </a:t>
              </a:r>
              <a:r>
                <a:rPr lang="zh-CN" altLang="en-US" sz="2400" dirty="0">
                  <a:sym typeface="+mn-ea"/>
                </a:rPr>
                <a:t>基本概念</a:t>
              </a:r>
              <a:endParaRPr lang="zh-CN" altLang="en-US" sz="2400" dirty="0">
                <a:sym typeface="+mn-ea"/>
              </a:endParaRPr>
            </a:p>
          </p:txBody>
        </p:sp>
      </p:grpSp>
      <p:grpSp>
        <p:nvGrpSpPr>
          <p:cNvPr id="31" name="组合 30"/>
          <p:cNvGrpSpPr/>
          <p:nvPr/>
        </p:nvGrpSpPr>
        <p:grpSpPr>
          <a:xfrm>
            <a:off x="3693160" y="3455951"/>
            <a:ext cx="2267585" cy="724254"/>
            <a:chOff x="4873175" y="2704405"/>
            <a:chExt cx="4870897" cy="724595"/>
          </a:xfrm>
        </p:grpSpPr>
        <p:sp>
          <p:nvSpPr>
            <p:cNvPr id="32"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endParaRPr lang="zh-CN" altLang="en-US" sz="1200"/>
            </a:p>
          </p:txBody>
        </p:sp>
        <p:sp>
          <p:nvSpPr>
            <p:cNvPr id="33" name="文本占位符 14"/>
            <p:cNvSpPr txBox="1"/>
            <p:nvPr/>
          </p:nvSpPr>
          <p:spPr>
            <a:xfrm>
              <a:off x="4873175" y="2704405"/>
              <a:ext cx="4870897" cy="460591"/>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sym typeface="+mn-ea"/>
                </a:rPr>
                <a:t>第三节</a:t>
              </a:r>
              <a:r>
                <a:rPr lang="en-US" altLang="zh-CN" sz="2400" dirty="0">
                  <a:sym typeface="+mn-ea"/>
                </a:rPr>
                <a:t> </a:t>
              </a:r>
              <a:r>
                <a:rPr lang="zh-CN" altLang="en-US" sz="2400" dirty="0">
                  <a:sym typeface="+mn-ea"/>
                </a:rPr>
                <a:t>算法</a:t>
              </a:r>
              <a:endParaRPr lang="zh-CN" altLang="en-US" sz="2400" dirty="0">
                <a:sym typeface="+mn-ea"/>
              </a:endParaRPr>
            </a:p>
          </p:txBody>
        </p:sp>
      </p:grpSp>
      <p:sp>
        <p:nvSpPr>
          <p:cNvPr id="35" name="任意多边形 126"/>
          <p:cNvSpPr/>
          <p:nvPr/>
        </p:nvSpPr>
        <p:spPr bwMode="auto">
          <a:xfrm>
            <a:off x="3693160" y="6402070"/>
            <a:ext cx="2267585" cy="171450"/>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endParaRPr lang="zh-CN" altLang="en-US" sz="1200" dirty="0"/>
          </a:p>
        </p:txBody>
      </p:sp>
      <p:sp>
        <p:nvSpPr>
          <p:cNvPr id="36" name="文本占位符 14"/>
          <p:cNvSpPr txBox="1"/>
          <p:nvPr/>
        </p:nvSpPr>
        <p:spPr>
          <a:xfrm>
            <a:off x="3693160" y="5480050"/>
            <a:ext cx="2267585" cy="1198880"/>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zh-CN" sz="2400" dirty="0"/>
          </a:p>
          <a:p>
            <a:r>
              <a:rPr lang="zh-CN" altLang="en-US" sz="2400" dirty="0">
                <a:sym typeface="+mn-ea"/>
              </a:rPr>
              <a:t>第四节</a:t>
            </a:r>
            <a:endParaRPr lang="zh-CN" altLang="en-US" sz="2400" dirty="0">
              <a:sym typeface="+mn-ea"/>
            </a:endParaRPr>
          </a:p>
          <a:p>
            <a:endParaRPr lang="zh-CN" altLang="en-US" sz="2400" dirty="0">
              <a:sym typeface="+mn-ea"/>
            </a:endParaRPr>
          </a:p>
        </p:txBody>
      </p:sp>
      <p:grpSp>
        <p:nvGrpSpPr>
          <p:cNvPr id="44" name="组合 43"/>
          <p:cNvGrpSpPr/>
          <p:nvPr/>
        </p:nvGrpSpPr>
        <p:grpSpPr>
          <a:xfrm>
            <a:off x="6400165" y="1066377"/>
            <a:ext cx="4871085" cy="724323"/>
            <a:chOff x="4873175" y="2704438"/>
            <a:chExt cx="4870897" cy="724562"/>
          </a:xfrm>
        </p:grpSpPr>
        <p:sp>
          <p:nvSpPr>
            <p:cNvPr id="45"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11373F"/>
            </a:solidFill>
            <a:ln>
              <a:noFill/>
            </a:ln>
          </p:spPr>
          <p:txBody>
            <a:bodyPr anchor="ctr"/>
            <a:lstStyle/>
            <a:p>
              <a:endParaRPr lang="zh-CN" altLang="en-US" sz="1200"/>
            </a:p>
          </p:txBody>
        </p:sp>
        <p:sp>
          <p:nvSpPr>
            <p:cNvPr id="46" name="文本占位符 14"/>
            <p:cNvSpPr txBox="1"/>
            <p:nvPr/>
          </p:nvSpPr>
          <p:spPr>
            <a:xfrm>
              <a:off x="4873175" y="2704438"/>
              <a:ext cx="4870897" cy="460527"/>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sym typeface="+mn-ea"/>
                </a:rPr>
                <a:t>课程内容</a:t>
              </a:r>
              <a:endParaRPr lang="zh-CN" altLang="en-US" sz="2400" dirty="0">
                <a:sym typeface="+mn-ea"/>
              </a:endParaRPr>
            </a:p>
          </p:txBody>
        </p:sp>
      </p:grpSp>
      <p:grpSp>
        <p:nvGrpSpPr>
          <p:cNvPr id="47" name="组合 46"/>
          <p:cNvGrpSpPr/>
          <p:nvPr/>
        </p:nvGrpSpPr>
        <p:grpSpPr>
          <a:xfrm>
            <a:off x="6339205" y="2655781"/>
            <a:ext cx="4932045" cy="723689"/>
            <a:chOff x="4812215" y="2705072"/>
            <a:chExt cx="4931857" cy="723928"/>
          </a:xfrm>
        </p:grpSpPr>
        <p:sp>
          <p:nvSpPr>
            <p:cNvPr id="48"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2F637E"/>
            </a:solidFill>
            <a:ln>
              <a:noFill/>
            </a:ln>
          </p:spPr>
          <p:txBody>
            <a:bodyPr anchor="ctr"/>
            <a:lstStyle/>
            <a:p>
              <a:endParaRPr lang="zh-CN" altLang="en-US" sz="1200"/>
            </a:p>
          </p:txBody>
        </p:sp>
        <p:sp>
          <p:nvSpPr>
            <p:cNvPr id="49" name="文本占位符 14"/>
            <p:cNvSpPr txBox="1"/>
            <p:nvPr/>
          </p:nvSpPr>
          <p:spPr>
            <a:xfrm>
              <a:off x="4812215" y="2705072"/>
              <a:ext cx="4870897" cy="460527"/>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sym typeface="+mn-ea"/>
                </a:rPr>
                <a:t>数据类型与抽象数据类型</a:t>
              </a:r>
              <a:endParaRPr lang="zh-CN" altLang="en-US" sz="2400" dirty="0">
                <a:sym typeface="+mn-ea"/>
              </a:endParaRPr>
            </a:p>
          </p:txBody>
        </p:sp>
      </p:grpSp>
      <p:grpSp>
        <p:nvGrpSpPr>
          <p:cNvPr id="50" name="组合 49"/>
          <p:cNvGrpSpPr/>
          <p:nvPr/>
        </p:nvGrpSpPr>
        <p:grpSpPr>
          <a:xfrm>
            <a:off x="6400165" y="4260427"/>
            <a:ext cx="4871085" cy="724323"/>
            <a:chOff x="4873175" y="2704438"/>
            <a:chExt cx="4870897" cy="724562"/>
          </a:xfrm>
        </p:grpSpPr>
        <p:sp>
          <p:nvSpPr>
            <p:cNvPr id="51"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endParaRPr lang="zh-CN" altLang="en-US" sz="1200"/>
            </a:p>
          </p:txBody>
        </p:sp>
        <p:sp>
          <p:nvSpPr>
            <p:cNvPr id="52" name="文本占位符 14"/>
            <p:cNvSpPr txBox="1"/>
            <p:nvPr/>
          </p:nvSpPr>
          <p:spPr>
            <a:xfrm>
              <a:off x="4873175" y="2704438"/>
              <a:ext cx="4870897" cy="460527"/>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sym typeface="+mn-ea"/>
                </a:rPr>
                <a:t>算法描述</a:t>
              </a:r>
              <a:endParaRPr lang="zh-CN" altLang="en-US" sz="2400" dirty="0">
                <a:sym typeface="+mn-ea"/>
              </a:endParaRPr>
            </a:p>
          </p:txBody>
        </p:sp>
      </p:grpSp>
      <p:grpSp>
        <p:nvGrpSpPr>
          <p:cNvPr id="53" name="组合 52"/>
          <p:cNvGrpSpPr/>
          <p:nvPr/>
        </p:nvGrpSpPr>
        <p:grpSpPr>
          <a:xfrm>
            <a:off x="6400165" y="5052272"/>
            <a:ext cx="4871085" cy="724323"/>
            <a:chOff x="4873175" y="2704438"/>
            <a:chExt cx="4870897" cy="724562"/>
          </a:xfrm>
        </p:grpSpPr>
        <p:sp>
          <p:nvSpPr>
            <p:cNvPr id="54"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endParaRPr lang="zh-CN" altLang="en-US" sz="1200"/>
            </a:p>
          </p:txBody>
        </p:sp>
        <p:sp>
          <p:nvSpPr>
            <p:cNvPr id="55" name="文本占位符 14"/>
            <p:cNvSpPr txBox="1"/>
            <p:nvPr/>
          </p:nvSpPr>
          <p:spPr>
            <a:xfrm>
              <a:off x="4873175" y="2704438"/>
              <a:ext cx="4870897" cy="460527"/>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sym typeface="+mn-ea"/>
                </a:rPr>
                <a:t>算法分析</a:t>
              </a:r>
              <a:endParaRPr lang="zh-CN" altLang="en-US" sz="2400" dirty="0">
                <a:sym typeface="+mn-ea"/>
              </a:endParaRPr>
            </a:p>
          </p:txBody>
        </p:sp>
      </p:grpSp>
    </p:spTree>
  </p:cSld>
  <p:clrMapOvr>
    <a:masterClrMapping/>
  </p:clrMapOvr>
  <p:transition>
    <p:cover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t>第一部分</a:t>
            </a:r>
            <a:endParaRPr lang="zh-CN" altLang="en-US"/>
          </a:p>
        </p:txBody>
      </p:sp>
      <p:sp>
        <p:nvSpPr>
          <p:cNvPr id="3" name="文本占位符 2"/>
          <p:cNvSpPr>
            <a:spLocks noGrp="1"/>
          </p:cNvSpPr>
          <p:nvPr>
            <p:ph type="body" sz="quarter" idx="11"/>
          </p:nvPr>
        </p:nvSpPr>
        <p:spPr>
          <a:xfrm>
            <a:off x="4873175" y="2533966"/>
            <a:ext cx="4870897" cy="723900"/>
          </a:xfrm>
        </p:spPr>
        <p:txBody>
          <a:bodyPr/>
          <a:lstStyle/>
          <a:p>
            <a:r>
              <a:rPr lang="zh-CN" altLang="en-US"/>
              <a:t>引言</a:t>
            </a:r>
            <a:endParaRPr lang="zh-CN" altLang="en-US"/>
          </a:p>
        </p:txBody>
      </p:sp>
    </p:spTree>
  </p:cSld>
  <p:clrMapOvr>
    <a:masterClrMapping/>
  </p:clrMapOvr>
  <p:transition>
    <p:cover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a:t>学习目的</a:t>
            </a:r>
            <a:endParaRPr lang="zh-CN" altLang="en-US"/>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19" name="弧形 18"/>
          <p:cNvSpPr/>
          <p:nvPr/>
        </p:nvSpPr>
        <p:spPr>
          <a:xfrm>
            <a:off x="1226185" y="2149475"/>
            <a:ext cx="2905125" cy="2948305"/>
          </a:xfrm>
          <a:prstGeom prst="arc">
            <a:avLst>
              <a:gd name="adj1" fmla="val 21244691"/>
              <a:gd name="adj2" fmla="val 15268458"/>
            </a:avLst>
          </a:prstGeom>
          <a:ln w="73025" cap="rnd">
            <a:solidFill>
              <a:schemeClr val="accent1">
                <a:shade val="50000"/>
                <a:alpha val="20000"/>
              </a:schemeClr>
            </a:solidFill>
            <a:round/>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0" name="椭圆 19"/>
          <p:cNvSpPr/>
          <p:nvPr/>
        </p:nvSpPr>
        <p:spPr>
          <a:xfrm>
            <a:off x="1814830" y="2746375"/>
            <a:ext cx="1728470" cy="1754505"/>
          </a:xfrm>
          <a:prstGeom prst="ellipse">
            <a:avLst/>
          </a:prstGeom>
          <a:blipFill>
            <a:blip r:embed="rId1"/>
            <a:stretch>
              <a:fillRect/>
            </a:stretch>
          </a:blip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21" name="弧形 20"/>
          <p:cNvSpPr/>
          <p:nvPr/>
        </p:nvSpPr>
        <p:spPr>
          <a:xfrm>
            <a:off x="842010" y="1758950"/>
            <a:ext cx="3674110" cy="3728720"/>
          </a:xfrm>
          <a:prstGeom prst="arc">
            <a:avLst>
              <a:gd name="adj1" fmla="val 11926710"/>
              <a:gd name="adj2" fmla="val 1730256"/>
            </a:avLst>
          </a:prstGeom>
          <a:ln w="73025" cap="rnd">
            <a:solidFill>
              <a:schemeClr val="accent1">
                <a:shade val="50000"/>
                <a:alpha val="20000"/>
              </a:schemeClr>
            </a:solidFill>
            <a:round/>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2" name="椭圆 21"/>
          <p:cNvSpPr/>
          <p:nvPr/>
        </p:nvSpPr>
        <p:spPr>
          <a:xfrm>
            <a:off x="3686810" y="2082165"/>
            <a:ext cx="581025" cy="589915"/>
          </a:xfrm>
          <a:prstGeom prst="ellipse">
            <a:avLst/>
          </a:prstGeom>
          <a:solidFill>
            <a:schemeClr val="bg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cs typeface="+mn-ea"/>
              <a:sym typeface="+mn-lt"/>
            </a:endParaRPr>
          </a:p>
        </p:txBody>
      </p:sp>
      <p:sp>
        <p:nvSpPr>
          <p:cNvPr id="23" name="任意多边形: 形状 36"/>
          <p:cNvSpPr/>
          <p:nvPr/>
        </p:nvSpPr>
        <p:spPr bwMode="auto">
          <a:xfrm>
            <a:off x="3870325" y="2263775"/>
            <a:ext cx="213360" cy="216535"/>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algn="ctr"/>
            <a:endParaRPr>
              <a:cs typeface="+mn-ea"/>
              <a:sym typeface="+mn-lt"/>
            </a:endParaRPr>
          </a:p>
        </p:txBody>
      </p:sp>
      <p:sp>
        <p:nvSpPr>
          <p:cNvPr id="25" name="椭圆 24"/>
          <p:cNvSpPr/>
          <p:nvPr/>
        </p:nvSpPr>
        <p:spPr>
          <a:xfrm>
            <a:off x="1258570" y="4289425"/>
            <a:ext cx="581025" cy="589915"/>
          </a:xfrm>
          <a:prstGeom prst="ellipse">
            <a:avLst/>
          </a:prstGeom>
          <a:solidFill>
            <a:schemeClr val="bg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cs typeface="+mn-ea"/>
              <a:sym typeface="+mn-lt"/>
            </a:endParaRPr>
          </a:p>
        </p:txBody>
      </p:sp>
      <p:sp>
        <p:nvSpPr>
          <p:cNvPr id="26" name="任意多边形: 形状 38"/>
          <p:cNvSpPr/>
          <p:nvPr/>
        </p:nvSpPr>
        <p:spPr bwMode="auto">
          <a:xfrm>
            <a:off x="1442720" y="4471035"/>
            <a:ext cx="213360" cy="216535"/>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algn="ctr"/>
            <a:endParaRPr>
              <a:cs typeface="+mn-ea"/>
              <a:sym typeface="+mn-lt"/>
            </a:endParaRPr>
          </a:p>
        </p:txBody>
      </p:sp>
      <p:sp>
        <p:nvSpPr>
          <p:cNvPr id="27" name="弧形 26"/>
          <p:cNvSpPr/>
          <p:nvPr/>
        </p:nvSpPr>
        <p:spPr>
          <a:xfrm rot="5400000">
            <a:off x="283845" y="1263015"/>
            <a:ext cx="4790440" cy="4719955"/>
          </a:xfrm>
          <a:prstGeom prst="arc">
            <a:avLst>
              <a:gd name="adj1" fmla="val 11926710"/>
              <a:gd name="adj2" fmla="val 1730256"/>
            </a:avLst>
          </a:prstGeom>
          <a:ln w="73025" cap="rnd">
            <a:solidFill>
              <a:schemeClr val="accent1">
                <a:shade val="50000"/>
                <a:alpha val="20000"/>
              </a:schemeClr>
            </a:solidFill>
            <a:round/>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8" name="椭圆 27"/>
          <p:cNvSpPr/>
          <p:nvPr/>
        </p:nvSpPr>
        <p:spPr>
          <a:xfrm>
            <a:off x="4552950" y="3328670"/>
            <a:ext cx="581025" cy="589915"/>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cs typeface="+mn-ea"/>
              <a:sym typeface="+mn-lt"/>
            </a:endParaRPr>
          </a:p>
        </p:txBody>
      </p:sp>
      <p:sp>
        <p:nvSpPr>
          <p:cNvPr id="29" name="任意多边形: 形状 41"/>
          <p:cNvSpPr/>
          <p:nvPr/>
        </p:nvSpPr>
        <p:spPr bwMode="auto">
          <a:xfrm>
            <a:off x="4737100" y="3514725"/>
            <a:ext cx="213360" cy="216535"/>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algn="ctr"/>
            <a:endParaRPr>
              <a:cs typeface="+mn-ea"/>
              <a:sym typeface="+mn-lt"/>
            </a:endParaRPr>
          </a:p>
        </p:txBody>
      </p:sp>
      <p:sp>
        <p:nvSpPr>
          <p:cNvPr id="34" name="文本框 16"/>
          <p:cNvSpPr txBox="1"/>
          <p:nvPr/>
        </p:nvSpPr>
        <p:spPr>
          <a:xfrm>
            <a:off x="4950460" y="930275"/>
            <a:ext cx="6282690" cy="828675"/>
          </a:xfrm>
          <a:prstGeom prst="rect">
            <a:avLst/>
          </a:prstGeom>
          <a:noFill/>
        </p:spPr>
        <p:txBody>
          <a:bodyPr wrap="square"/>
          <a:lstStyle/>
          <a:p>
            <a:pPr defTabSz="914400">
              <a:lnSpc>
                <a:spcPct val="120000"/>
              </a:lnSpc>
              <a:spcBef>
                <a:spcPct val="0"/>
              </a:spcBef>
              <a:defRPr/>
            </a:pPr>
            <a:r>
              <a:rPr lang="zh-CN" sz="2800" dirty="0">
                <a:latin typeface="微软雅黑" panose="020B0503020204020204" charset="-122"/>
                <a:ea typeface="微软雅黑" panose="020B0503020204020204" charset="-122"/>
                <a:sym typeface="+mn-ea"/>
              </a:rPr>
              <a:t>学会使用计算机解决实际的应用问题</a:t>
            </a:r>
            <a:endParaRPr lang="zh-CN" sz="2800" dirty="0">
              <a:latin typeface="微软雅黑" panose="020B0503020204020204" charset="-122"/>
              <a:ea typeface="微软雅黑" panose="020B0503020204020204" charset="-122"/>
              <a:sym typeface="+mn-ea"/>
            </a:endParaRPr>
          </a:p>
          <a:p>
            <a:pPr defTabSz="914400">
              <a:lnSpc>
                <a:spcPct val="120000"/>
              </a:lnSpc>
              <a:spcBef>
                <a:spcPct val="0"/>
              </a:spcBef>
              <a:defRPr/>
            </a:pPr>
            <a:endParaRPr lang="zh-CN" altLang="zh-CN" sz="2800" dirty="0">
              <a:latin typeface="微软雅黑" panose="020B0503020204020204" charset="-122"/>
              <a:ea typeface="微软雅黑" panose="020B0503020204020204" charset="-122"/>
              <a:cs typeface="+mn-ea"/>
              <a:sym typeface="+mn-ea"/>
            </a:endParaRPr>
          </a:p>
        </p:txBody>
      </p:sp>
      <p:sp>
        <p:nvSpPr>
          <p:cNvPr id="36" name="椭圆 35"/>
          <p:cNvSpPr/>
          <p:nvPr/>
        </p:nvSpPr>
        <p:spPr>
          <a:xfrm>
            <a:off x="2894965" y="5361305"/>
            <a:ext cx="581025" cy="589915"/>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cs typeface="+mn-ea"/>
              <a:sym typeface="+mn-lt"/>
            </a:endParaRPr>
          </a:p>
        </p:txBody>
      </p:sp>
      <p:sp>
        <p:nvSpPr>
          <p:cNvPr id="37" name="任意多边形: 形状 41"/>
          <p:cNvSpPr/>
          <p:nvPr/>
        </p:nvSpPr>
        <p:spPr bwMode="auto">
          <a:xfrm>
            <a:off x="3078480" y="5547995"/>
            <a:ext cx="213360" cy="216535"/>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algn="ctr"/>
            <a:endParaRPr>
              <a:cs typeface="+mn-ea"/>
              <a:sym typeface="+mn-lt"/>
            </a:endParaRPr>
          </a:p>
        </p:txBody>
      </p:sp>
      <p:sp>
        <p:nvSpPr>
          <p:cNvPr id="12" name="任意多边形 126"/>
          <p:cNvSpPr/>
          <p:nvPr/>
        </p:nvSpPr>
        <p:spPr bwMode="auto">
          <a:xfrm>
            <a:off x="4950460" y="1758950"/>
            <a:ext cx="7062470" cy="154940"/>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solidFill>
              <a:srgbClr val="93C3D3"/>
            </a:solidFill>
          </a:ln>
        </p:spPr>
        <p:txBody>
          <a:bodyPr anchor="ctr"/>
          <a:lstStyle/>
          <a:p>
            <a:endParaRPr lang="zh-CN" altLang="en-US" sz="1400"/>
          </a:p>
        </p:txBody>
      </p:sp>
      <p:sp>
        <p:nvSpPr>
          <p:cNvPr id="3" name="任意多边形 126"/>
          <p:cNvSpPr/>
          <p:nvPr/>
        </p:nvSpPr>
        <p:spPr bwMode="auto">
          <a:xfrm flipV="1">
            <a:off x="7618095" y="3729990"/>
            <a:ext cx="4594860"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D5DCE9"/>
          </a:solidFill>
          <a:ln>
            <a:solidFill>
              <a:srgbClr val="D5DCE9"/>
            </a:solidFill>
          </a:ln>
        </p:spPr>
        <p:txBody>
          <a:bodyPr anchor="ctr"/>
          <a:lstStyle/>
          <a:p>
            <a:endParaRPr lang="zh-CN" altLang="en-US" sz="1400"/>
          </a:p>
        </p:txBody>
      </p:sp>
      <p:sp>
        <p:nvSpPr>
          <p:cNvPr id="5" name="文本框 16"/>
          <p:cNvSpPr txBox="1"/>
          <p:nvPr/>
        </p:nvSpPr>
        <p:spPr>
          <a:xfrm>
            <a:off x="5610225" y="1945005"/>
            <a:ext cx="6282690" cy="828675"/>
          </a:xfrm>
          <a:prstGeom prst="rect">
            <a:avLst/>
          </a:prstGeom>
          <a:noFill/>
        </p:spPr>
        <p:txBody>
          <a:bodyPr wrap="square"/>
          <a:p>
            <a:pPr algn="just" defTabSz="914400">
              <a:lnSpc>
                <a:spcPct val="120000"/>
              </a:lnSpc>
              <a:spcBef>
                <a:spcPct val="0"/>
              </a:spcBef>
              <a:defRPr/>
            </a:pPr>
            <a:r>
              <a:rPr lang="zh-CN" sz="2400" dirty="0">
                <a:latin typeface="微软雅黑" panose="020B0503020204020204" charset="-122"/>
                <a:ea typeface="微软雅黑" panose="020B0503020204020204" charset="-122"/>
                <a:sym typeface="+mn-ea"/>
              </a:rPr>
              <a:t>从具体问题中抽象出适当的数学模型： 分析问题，提取操作的对象，找出操作对象之间的逻辑关系，给出相应的数学模型。</a:t>
            </a:r>
            <a:endParaRPr lang="zh-CN" sz="2400" dirty="0">
              <a:latin typeface="微软雅黑" panose="020B0503020204020204" charset="-122"/>
              <a:ea typeface="微软雅黑" panose="020B0503020204020204" charset="-122"/>
              <a:sym typeface="+mn-ea"/>
            </a:endParaRPr>
          </a:p>
        </p:txBody>
      </p:sp>
      <p:sp>
        <p:nvSpPr>
          <p:cNvPr id="6" name="文本框 16"/>
          <p:cNvSpPr txBox="1"/>
          <p:nvPr/>
        </p:nvSpPr>
        <p:spPr>
          <a:xfrm>
            <a:off x="5802630" y="4050030"/>
            <a:ext cx="6282690" cy="828675"/>
          </a:xfrm>
          <a:prstGeom prst="rect">
            <a:avLst/>
          </a:prstGeom>
          <a:noFill/>
        </p:spPr>
        <p:txBody>
          <a:bodyPr wrap="square"/>
          <a:p>
            <a:pPr algn="r" defTabSz="914400">
              <a:lnSpc>
                <a:spcPct val="120000"/>
              </a:lnSpc>
              <a:spcBef>
                <a:spcPct val="0"/>
              </a:spcBef>
              <a:defRPr/>
            </a:pPr>
            <a:r>
              <a:rPr lang="zh-CN" sz="2400" dirty="0">
                <a:latin typeface="微软雅黑" panose="020B0503020204020204" charset="-122"/>
                <a:ea typeface="微软雅黑" panose="020B0503020204020204" charset="-122"/>
                <a:sym typeface="+mn-ea"/>
              </a:rPr>
              <a:t>设计解决此数学模型的算法。</a:t>
            </a:r>
            <a:endParaRPr lang="zh-CN" sz="2400" dirty="0">
              <a:latin typeface="微软雅黑" panose="020B0503020204020204" charset="-122"/>
              <a:ea typeface="微软雅黑" panose="020B0503020204020204" charset="-122"/>
              <a:sym typeface="+mn-ea"/>
            </a:endParaRPr>
          </a:p>
        </p:txBody>
      </p:sp>
      <p:sp>
        <p:nvSpPr>
          <p:cNvPr id="7" name="任意多边形 126"/>
          <p:cNvSpPr/>
          <p:nvPr/>
        </p:nvSpPr>
        <p:spPr bwMode="auto">
          <a:xfrm flipV="1">
            <a:off x="8796020" y="4874895"/>
            <a:ext cx="3395980" cy="171450"/>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chemeClr val="accent5">
              <a:lumMod val="20000"/>
              <a:lumOff val="80000"/>
            </a:schemeClr>
          </a:solidFill>
          <a:ln>
            <a:solidFill>
              <a:srgbClr val="D5DCE9"/>
            </a:solidFill>
          </a:ln>
        </p:spPr>
        <p:txBody>
          <a:bodyPr anchor="ctr"/>
          <a:p>
            <a:endParaRPr lang="zh-CN" altLang="en-US" sz="1400"/>
          </a:p>
        </p:txBody>
      </p:sp>
      <p:sp>
        <p:nvSpPr>
          <p:cNvPr id="8" name="文本框 16"/>
          <p:cNvSpPr txBox="1"/>
          <p:nvPr/>
        </p:nvSpPr>
        <p:spPr>
          <a:xfrm>
            <a:off x="5802630" y="5241925"/>
            <a:ext cx="6282690" cy="828675"/>
          </a:xfrm>
          <a:prstGeom prst="rect">
            <a:avLst/>
          </a:prstGeom>
          <a:noFill/>
        </p:spPr>
        <p:txBody>
          <a:bodyPr wrap="square"/>
          <a:p>
            <a:pPr algn="r" defTabSz="914400">
              <a:lnSpc>
                <a:spcPct val="120000"/>
              </a:lnSpc>
              <a:spcBef>
                <a:spcPct val="0"/>
              </a:spcBef>
              <a:defRPr/>
            </a:pPr>
            <a:r>
              <a:rPr lang="zh-CN" sz="2400" dirty="0">
                <a:latin typeface="微软雅黑" panose="020B0503020204020204" charset="-122"/>
                <a:ea typeface="微软雅黑" panose="020B0503020204020204" charset="-122"/>
                <a:sym typeface="+mn-ea"/>
              </a:rPr>
              <a:t>编程、运行、调试，得出结果。</a:t>
            </a:r>
            <a:endParaRPr lang="zh-CN" sz="2400" dirty="0">
              <a:latin typeface="微软雅黑" panose="020B0503020204020204" charset="-122"/>
              <a:ea typeface="微软雅黑" panose="020B0503020204020204" charset="-122"/>
              <a:sym typeface="+mn-ea"/>
            </a:endParaRPr>
          </a:p>
        </p:txBody>
      </p:sp>
    </p:spTree>
  </p:cSld>
  <p:clrMapOvr>
    <a:masterClrMapping/>
  </p:clrMapOvr>
  <p:transition>
    <p:cover dir="d"/>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a:t>课程内容</a:t>
            </a:r>
            <a:endParaRPr lang="zh-CN" altLang="en-US"/>
          </a:p>
        </p:txBody>
      </p:sp>
      <p:graphicFrame>
        <p:nvGraphicFramePr>
          <p:cNvPr id="13" name="表格 12"/>
          <p:cNvGraphicFramePr/>
          <p:nvPr>
            <p:custDataLst>
              <p:tags r:id="rId1"/>
            </p:custDataLst>
          </p:nvPr>
        </p:nvGraphicFramePr>
        <p:xfrm>
          <a:off x="1964690" y="1419225"/>
          <a:ext cx="8261985" cy="4803775"/>
        </p:xfrm>
        <a:graphic>
          <a:graphicData uri="http://schemas.openxmlformats.org/drawingml/2006/table">
            <a:tbl>
              <a:tblPr firstRow="1" bandRow="1">
                <a:tableStyleId>{5C22544A-7EE6-4342-B048-85BDC9FD1C3A}</a:tableStyleId>
              </a:tblPr>
              <a:tblGrid>
                <a:gridCol w="1430655"/>
                <a:gridCol w="2907665"/>
                <a:gridCol w="3923665"/>
              </a:tblGrid>
              <a:tr h="734695">
                <a:tc rowSpan="2">
                  <a:txBody>
                    <a:bodyPr/>
                    <a:p>
                      <a:pPr algn="ctr">
                        <a:buNone/>
                      </a:pPr>
                      <a:r>
                        <a:rPr lang="zh-CN" altLang="en-US" sz="2400" b="0">
                          <a:solidFill>
                            <a:schemeClr val="tx1"/>
                          </a:solidFill>
                        </a:rPr>
                        <a:t>过程</a:t>
                      </a:r>
                      <a:endParaRPr lang="zh-CN" altLang="en-US" sz="2400" b="0">
                        <a:solidFill>
                          <a:schemeClr val="tx1"/>
                        </a:solidFill>
                      </a:endParaRPr>
                    </a:p>
                  </a:txBody>
                  <a:tcPr anchor="ctr" anchorCtr="0">
                    <a:solidFill>
                      <a:schemeClr val="bg1">
                        <a:lumMod val="65000"/>
                      </a:schemeClr>
                    </a:solidFill>
                  </a:tcPr>
                </a:tc>
                <a:tc gridSpan="2">
                  <a:txBody>
                    <a:bodyPr/>
                    <a:p>
                      <a:pPr algn="ctr">
                        <a:buNone/>
                      </a:pPr>
                      <a:r>
                        <a:rPr lang="zh-CN" altLang="en-US" sz="2400" b="0">
                          <a:solidFill>
                            <a:schemeClr val="tx1"/>
                          </a:solidFill>
                        </a:rPr>
                        <a:t>方面</a:t>
                      </a:r>
                      <a:endParaRPr lang="zh-CN" altLang="en-US" sz="2400" b="0">
                        <a:solidFill>
                          <a:schemeClr val="tx1"/>
                        </a:solidFill>
                      </a:endParaRPr>
                    </a:p>
                  </a:txBody>
                  <a:tcPr anchor="ctr" anchorCtr="0">
                    <a:solidFill>
                      <a:schemeClr val="bg1">
                        <a:lumMod val="65000"/>
                      </a:schemeClr>
                    </a:solidFill>
                  </a:tcPr>
                </a:tc>
                <a:tc hMerge="1">
                  <a:tcPr anchor="ctr" anchorCtr="0">
                    <a:solidFill>
                      <a:schemeClr val="bg1">
                        <a:lumMod val="65000"/>
                      </a:schemeClr>
                    </a:solidFill>
                  </a:tcPr>
                </a:tc>
              </a:tr>
              <a:tr h="892810">
                <a:tc vMerge="1">
                  <a:tcPr anchor="ctr" anchorCtr="0">
                    <a:solidFill>
                      <a:schemeClr val="bg1">
                        <a:lumMod val="65000"/>
                      </a:schemeClr>
                    </a:solidFill>
                  </a:tcPr>
                </a:tc>
                <a:tc>
                  <a:txBody>
                    <a:bodyPr/>
                    <a:p>
                      <a:pPr algn="ctr">
                        <a:buNone/>
                      </a:pPr>
                      <a:r>
                        <a:rPr lang="zh-CN" altLang="en-US" sz="2400"/>
                        <a:t>数据表示</a:t>
                      </a:r>
                      <a:endParaRPr lang="zh-CN" altLang="en-US" sz="2400"/>
                    </a:p>
                  </a:txBody>
                  <a:tcPr anchor="ctr" anchorCtr="0">
                    <a:solidFill>
                      <a:schemeClr val="bg1">
                        <a:lumMod val="65000"/>
                      </a:schemeClr>
                    </a:solidFill>
                  </a:tcPr>
                </a:tc>
                <a:tc>
                  <a:txBody>
                    <a:bodyPr/>
                    <a:p>
                      <a:pPr algn="ctr">
                        <a:buNone/>
                      </a:pPr>
                      <a:r>
                        <a:rPr lang="zh-CN" altLang="en-US" sz="2400"/>
                        <a:t>数据处理</a:t>
                      </a:r>
                      <a:endParaRPr lang="zh-CN" altLang="en-US" sz="2400"/>
                    </a:p>
                  </a:txBody>
                  <a:tcPr anchor="ctr" anchorCtr="0">
                    <a:solidFill>
                      <a:schemeClr val="bg1">
                        <a:lumMod val="65000"/>
                      </a:schemeClr>
                    </a:solidFill>
                  </a:tcPr>
                </a:tc>
              </a:tr>
              <a:tr h="1249680">
                <a:tc>
                  <a:txBody>
                    <a:bodyPr/>
                    <a:p>
                      <a:pPr algn="ctr">
                        <a:buNone/>
                      </a:pPr>
                      <a:r>
                        <a:rPr lang="zh-CN" altLang="en-US" sz="2400"/>
                        <a:t>抽象</a:t>
                      </a:r>
                      <a:endParaRPr lang="zh-CN" altLang="en-US" sz="2400"/>
                    </a:p>
                  </a:txBody>
                  <a:tcPr anchor="ctr" anchorCtr="0">
                    <a:solidFill>
                      <a:schemeClr val="bg1">
                        <a:lumMod val="85000"/>
                      </a:schemeClr>
                    </a:solidFill>
                  </a:tcPr>
                </a:tc>
                <a:tc>
                  <a:txBody>
                    <a:bodyPr/>
                    <a:p>
                      <a:pPr algn="ctr">
                        <a:buNone/>
                      </a:pPr>
                      <a:r>
                        <a:rPr lang="zh-CN" altLang="en-US" sz="2400"/>
                        <a:t>逻辑结构</a:t>
                      </a:r>
                      <a:endParaRPr lang="zh-CN" altLang="en-US" sz="2400"/>
                    </a:p>
                  </a:txBody>
                  <a:tcPr anchor="ctr" anchorCtr="0">
                    <a:solidFill>
                      <a:schemeClr val="bg1">
                        <a:lumMod val="85000"/>
                      </a:schemeClr>
                    </a:solidFill>
                  </a:tcPr>
                </a:tc>
                <a:tc>
                  <a:txBody>
                    <a:bodyPr/>
                    <a:p>
                      <a:pPr algn="ctr">
                        <a:buNone/>
                      </a:pPr>
                      <a:r>
                        <a:rPr lang="zh-CN" altLang="en-US" sz="2400"/>
                        <a:t>基本运算</a:t>
                      </a:r>
                      <a:endParaRPr lang="zh-CN" altLang="en-US" sz="2400"/>
                    </a:p>
                  </a:txBody>
                  <a:tcPr anchor="ctr" anchorCtr="0">
                    <a:solidFill>
                      <a:schemeClr val="bg1">
                        <a:lumMod val="85000"/>
                      </a:schemeClr>
                    </a:solidFill>
                  </a:tcPr>
                </a:tc>
              </a:tr>
              <a:tr h="1249045">
                <a:tc>
                  <a:txBody>
                    <a:bodyPr/>
                    <a:p>
                      <a:pPr algn="ctr">
                        <a:buNone/>
                      </a:pPr>
                      <a:r>
                        <a:rPr lang="zh-CN" altLang="en-US" sz="2400"/>
                        <a:t>实现</a:t>
                      </a:r>
                      <a:endParaRPr lang="zh-CN" altLang="en-US" sz="2400"/>
                    </a:p>
                  </a:txBody>
                  <a:tcPr anchor="ctr" anchorCtr="0">
                    <a:solidFill>
                      <a:schemeClr val="bg1">
                        <a:lumMod val="75000"/>
                      </a:schemeClr>
                    </a:solidFill>
                  </a:tcPr>
                </a:tc>
                <a:tc>
                  <a:txBody>
                    <a:bodyPr/>
                    <a:p>
                      <a:pPr algn="ctr">
                        <a:buNone/>
                      </a:pPr>
                      <a:r>
                        <a:rPr lang="zh-CN" altLang="en-US" sz="2400"/>
                        <a:t>储存结构</a:t>
                      </a:r>
                      <a:endParaRPr lang="zh-CN" altLang="en-US" sz="2400"/>
                    </a:p>
                  </a:txBody>
                  <a:tcPr anchor="ctr" anchorCtr="0">
                    <a:solidFill>
                      <a:schemeClr val="bg1">
                        <a:lumMod val="75000"/>
                      </a:schemeClr>
                    </a:solidFill>
                  </a:tcPr>
                </a:tc>
                <a:tc>
                  <a:txBody>
                    <a:bodyPr/>
                    <a:p>
                      <a:pPr algn="ctr">
                        <a:buNone/>
                      </a:pPr>
                      <a:r>
                        <a:rPr lang="zh-CN" altLang="en-US" sz="2400"/>
                        <a:t>算法</a:t>
                      </a:r>
                      <a:endParaRPr lang="zh-CN" altLang="en-US" sz="2400"/>
                    </a:p>
                  </a:txBody>
                  <a:tcPr anchor="ctr" anchorCtr="0">
                    <a:solidFill>
                      <a:schemeClr val="bg1">
                        <a:lumMod val="75000"/>
                      </a:schemeClr>
                    </a:solidFill>
                  </a:tcPr>
                </a:tc>
              </a:tr>
              <a:tr h="677545">
                <a:tc>
                  <a:txBody>
                    <a:bodyPr/>
                    <a:p>
                      <a:pPr algn="ctr">
                        <a:buNone/>
                      </a:pPr>
                      <a:r>
                        <a:rPr lang="zh-CN" altLang="en-US" sz="2400"/>
                        <a:t>评价</a:t>
                      </a:r>
                      <a:endParaRPr lang="zh-CN" altLang="en-US" sz="2400"/>
                    </a:p>
                  </a:txBody>
                  <a:tcPr anchor="ctr" anchorCtr="0">
                    <a:solidFill>
                      <a:schemeClr val="bg1">
                        <a:lumMod val="85000"/>
                      </a:schemeClr>
                    </a:solidFill>
                  </a:tcPr>
                </a:tc>
                <a:tc gridSpan="2">
                  <a:txBody>
                    <a:bodyPr/>
                    <a:p>
                      <a:pPr algn="ctr">
                        <a:buNone/>
                      </a:pPr>
                      <a:r>
                        <a:rPr lang="zh-CN" altLang="en-US" sz="2400"/>
                        <a:t>不同数据结构比较和算法性能分析</a:t>
                      </a:r>
                      <a:endParaRPr lang="zh-CN" altLang="en-US" sz="2400"/>
                    </a:p>
                  </a:txBody>
                  <a:tcPr anchor="ctr" anchorCtr="0">
                    <a:solidFill>
                      <a:schemeClr val="bg1">
                        <a:lumMod val="85000"/>
                      </a:schemeClr>
                    </a:solidFill>
                  </a:tcPr>
                </a:tc>
                <a:tc hMerge="1">
                  <a:tcPr anchor="ctr" anchorCtr="0">
                    <a:solidFill>
                      <a:schemeClr val="bg1">
                        <a:lumMod val="85000"/>
                      </a:schemeClr>
                    </a:solidFill>
                  </a:tcPr>
                </a:tc>
              </a:tr>
            </a:tbl>
          </a:graphicData>
        </a:graphic>
      </p:graphicFrame>
    </p:spTree>
  </p:cSld>
  <p:clrMapOvr>
    <a:masterClrMapping/>
  </p:clrMapOvr>
  <p:transition>
    <p:cover di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t>第</a:t>
            </a:r>
            <a:r>
              <a:rPr lang="zh-CN" altLang="en-US"/>
              <a:t>二部分</a:t>
            </a:r>
            <a:endParaRPr lang="zh-CN" altLang="en-US"/>
          </a:p>
        </p:txBody>
      </p:sp>
      <p:sp>
        <p:nvSpPr>
          <p:cNvPr id="3" name="文本占位符 2"/>
          <p:cNvSpPr>
            <a:spLocks noGrp="1"/>
          </p:cNvSpPr>
          <p:nvPr>
            <p:ph type="body" sz="quarter" idx="11"/>
          </p:nvPr>
        </p:nvSpPr>
        <p:spPr>
          <a:xfrm>
            <a:off x="4873175" y="2533966"/>
            <a:ext cx="4870897" cy="723900"/>
          </a:xfrm>
        </p:spPr>
        <p:txBody>
          <a:bodyPr/>
          <a:lstStyle/>
          <a:p>
            <a:r>
              <a:rPr lang="zh-CN" altLang="en-US"/>
              <a:t>基本概念</a:t>
            </a:r>
            <a:endParaRPr lang="zh-CN" altLang="en-US"/>
          </a:p>
        </p:txBody>
      </p:sp>
    </p:spTree>
  </p:cSld>
  <p:clrMapOvr>
    <a:masterClrMapping/>
  </p:clrMapOvr>
  <p:transition>
    <p:cover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365" y="422258"/>
            <a:ext cx="7973400" cy="700405"/>
          </a:xfrm>
        </p:spPr>
        <p:txBody>
          <a:bodyPr/>
          <a:lstStyle/>
          <a:p>
            <a:r>
              <a:rPr lang="zh-CN" altLang="en-US"/>
              <a:t>数据与数据结构</a:t>
            </a:r>
            <a:endParaRPr lang="zh-CN" altLang="en-US"/>
          </a:p>
        </p:txBody>
      </p:sp>
      <p:sp>
        <p:nvSpPr>
          <p:cNvPr id="30" name="FLYING IMPRESSION FID FEIZHAO    qq:1964271550"/>
          <p:cNvSpPr/>
          <p:nvPr/>
        </p:nvSpPr>
        <p:spPr>
          <a:xfrm>
            <a:off x="721995" y="1723390"/>
            <a:ext cx="932180" cy="897255"/>
          </a:xfrm>
          <a:prstGeom prst="roundRect">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2">
                  <a:lumMod val="25000"/>
                </a:schemeClr>
              </a:solidFill>
              <a:cs typeface="+mn-ea"/>
              <a:sym typeface="+mn-lt"/>
            </a:endParaRPr>
          </a:p>
        </p:txBody>
      </p:sp>
      <p:grpSp>
        <p:nvGrpSpPr>
          <p:cNvPr id="31" name="FLYING IMPRESSION FID FEIZHAO    qq:1964271550"/>
          <p:cNvGrpSpPr/>
          <p:nvPr/>
        </p:nvGrpSpPr>
        <p:grpSpPr>
          <a:xfrm>
            <a:off x="993140" y="1929765"/>
            <a:ext cx="473075" cy="456565"/>
            <a:chOff x="7287419" y="3505994"/>
            <a:chExt cx="464344" cy="465138"/>
          </a:xfrm>
          <a:solidFill>
            <a:schemeClr val="bg1"/>
          </a:solidFill>
        </p:grpSpPr>
        <p:sp>
          <p:nvSpPr>
            <p:cNvPr id="33" name="FLYING IMPRESSION FID FEIZHAO    qq:1964271550"/>
            <p:cNvSpPr/>
            <p:nvPr/>
          </p:nvSpPr>
          <p:spPr bwMode="auto">
            <a:xfrm>
              <a:off x="7287419" y="3549650"/>
              <a:ext cx="423069" cy="421482"/>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a:solidFill>
                  <a:schemeClr val="bg2">
                    <a:lumMod val="25000"/>
                  </a:schemeClr>
                </a:solidFill>
                <a:latin typeface="+mn-lt"/>
                <a:cs typeface="+mn-ea"/>
                <a:sym typeface="+mn-lt"/>
              </a:endParaRPr>
            </a:p>
          </p:txBody>
        </p:sp>
        <p:sp>
          <p:nvSpPr>
            <p:cNvPr id="41" name="FLYING IMPRESSION FID FEIZHAO    qq:1964271550"/>
            <p:cNvSpPr/>
            <p:nvPr/>
          </p:nvSpPr>
          <p:spPr bwMode="auto">
            <a:xfrm>
              <a:off x="7490619" y="3738563"/>
              <a:ext cx="72231" cy="730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a:solidFill>
                  <a:schemeClr val="bg2">
                    <a:lumMod val="25000"/>
                  </a:schemeClr>
                </a:solidFill>
                <a:latin typeface="+mn-lt"/>
                <a:cs typeface="+mn-ea"/>
                <a:sym typeface="+mn-lt"/>
              </a:endParaRPr>
            </a:p>
          </p:txBody>
        </p:sp>
        <p:sp>
          <p:nvSpPr>
            <p:cNvPr id="42" name="FLYING IMPRESSION FID FEIZHAO    qq:1964271550"/>
            <p:cNvSpPr/>
            <p:nvPr/>
          </p:nvSpPr>
          <p:spPr bwMode="auto">
            <a:xfrm>
              <a:off x="7679532" y="3505994"/>
              <a:ext cx="72231" cy="730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a:solidFill>
                  <a:schemeClr val="bg2">
                    <a:lumMod val="25000"/>
                  </a:schemeClr>
                </a:solidFill>
                <a:latin typeface="+mn-lt"/>
                <a:cs typeface="+mn-ea"/>
                <a:sym typeface="+mn-lt"/>
              </a:endParaRPr>
            </a:p>
          </p:txBody>
        </p:sp>
        <p:sp>
          <p:nvSpPr>
            <p:cNvPr id="43" name="FLYING IMPRESSION FID FEIZHAO    qq:1964271550"/>
            <p:cNvSpPr/>
            <p:nvPr/>
          </p:nvSpPr>
          <p:spPr bwMode="auto">
            <a:xfrm>
              <a:off x="7403307" y="3724275"/>
              <a:ext cx="57944" cy="579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a:solidFill>
                  <a:schemeClr val="bg2">
                    <a:lumMod val="25000"/>
                  </a:schemeClr>
                </a:solidFill>
                <a:latin typeface="+mn-lt"/>
                <a:cs typeface="+mn-ea"/>
                <a:sym typeface="+mn-lt"/>
              </a:endParaRPr>
            </a:p>
          </p:txBody>
        </p:sp>
        <p:sp>
          <p:nvSpPr>
            <p:cNvPr id="44" name="FLYING IMPRESSION FID FEIZHAO    qq:1964271550"/>
            <p:cNvSpPr/>
            <p:nvPr/>
          </p:nvSpPr>
          <p:spPr bwMode="auto">
            <a:xfrm>
              <a:off x="7461250" y="3825875"/>
              <a:ext cx="29369" cy="285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a:solidFill>
                  <a:schemeClr val="bg2">
                    <a:lumMod val="25000"/>
                  </a:schemeClr>
                </a:solidFill>
                <a:latin typeface="+mn-lt"/>
                <a:cs typeface="+mn-ea"/>
                <a:sym typeface="+mn-lt"/>
              </a:endParaRPr>
            </a:p>
          </p:txBody>
        </p:sp>
        <p:sp>
          <p:nvSpPr>
            <p:cNvPr id="45" name="FLYING IMPRESSION FID FEIZHAO    qq:1964271550"/>
            <p:cNvSpPr/>
            <p:nvPr/>
          </p:nvSpPr>
          <p:spPr bwMode="auto">
            <a:xfrm>
              <a:off x="7693819" y="3607594"/>
              <a:ext cx="28575" cy="293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a:solidFill>
                  <a:schemeClr val="bg2">
                    <a:lumMod val="25000"/>
                  </a:schemeClr>
                </a:solidFill>
                <a:latin typeface="+mn-lt"/>
                <a:cs typeface="+mn-ea"/>
                <a:sym typeface="+mn-lt"/>
              </a:endParaRPr>
            </a:p>
          </p:txBody>
        </p:sp>
      </p:grpSp>
      <p:grpSp>
        <p:nvGrpSpPr>
          <p:cNvPr id="4" name="组合 3"/>
          <p:cNvGrpSpPr/>
          <p:nvPr/>
        </p:nvGrpSpPr>
        <p:grpSpPr>
          <a:xfrm>
            <a:off x="721995" y="3257550"/>
            <a:ext cx="932180" cy="896620"/>
            <a:chOff x="1632" y="4633"/>
            <a:chExt cx="1468" cy="1412"/>
          </a:xfrm>
        </p:grpSpPr>
        <p:sp>
          <p:nvSpPr>
            <p:cNvPr id="46" name="FLYING IMPRESSION FID FEIZHAO    qq:1964271550"/>
            <p:cNvSpPr/>
            <p:nvPr/>
          </p:nvSpPr>
          <p:spPr>
            <a:xfrm>
              <a:off x="1632" y="4633"/>
              <a:ext cx="1468" cy="1413"/>
            </a:xfrm>
            <a:prstGeom prst="roundRect">
              <a:avLst/>
            </a:prstGeom>
            <a:solidFill>
              <a:schemeClr val="dk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2">
                    <a:lumMod val="25000"/>
                  </a:schemeClr>
                </a:solidFill>
                <a:cs typeface="+mn-ea"/>
                <a:sym typeface="+mn-lt"/>
              </a:endParaRPr>
            </a:p>
          </p:txBody>
        </p:sp>
        <p:grpSp>
          <p:nvGrpSpPr>
            <p:cNvPr id="47" name="FLYING IMPRESSION FID FEIZHAO    qq:1964271550"/>
            <p:cNvGrpSpPr/>
            <p:nvPr/>
          </p:nvGrpSpPr>
          <p:grpSpPr>
            <a:xfrm>
              <a:off x="1989" y="4981"/>
              <a:ext cx="745" cy="717"/>
              <a:chOff x="7287419" y="2577307"/>
              <a:chExt cx="464344" cy="464344"/>
            </a:xfrm>
            <a:solidFill>
              <a:schemeClr val="bg1"/>
            </a:solidFill>
          </p:grpSpPr>
          <p:sp>
            <p:nvSpPr>
              <p:cNvPr id="48" name="FLYING IMPRESSION FID FEIZHAO    qq:1964271550"/>
              <p:cNvSpPr/>
              <p:nvPr/>
            </p:nvSpPr>
            <p:spPr bwMode="auto">
              <a:xfrm>
                <a:off x="7287419" y="2577307"/>
                <a:ext cx="145256"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sz="1050">
                  <a:solidFill>
                    <a:schemeClr val="bg2">
                      <a:lumMod val="25000"/>
                    </a:schemeClr>
                  </a:solidFill>
                  <a:effectLst>
                    <a:outerShdw blurRad="38100" dist="38100" dir="2700000" algn="tl">
                      <a:srgbClr val="000000"/>
                    </a:outerShdw>
                  </a:effectLst>
                  <a:latin typeface="+mn-lt"/>
                  <a:cs typeface="+mn-ea"/>
                  <a:sym typeface="+mn-lt"/>
                </a:endParaRPr>
              </a:p>
            </p:txBody>
          </p:sp>
          <p:sp>
            <p:nvSpPr>
              <p:cNvPr id="49" name="FLYING IMPRESSION FID FEIZHAO    qq:1964271550"/>
              <p:cNvSpPr/>
              <p:nvPr/>
            </p:nvSpPr>
            <p:spPr bwMode="auto">
              <a:xfrm>
                <a:off x="7606507" y="2577307"/>
                <a:ext cx="145256"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sz="1050">
                  <a:solidFill>
                    <a:schemeClr val="bg2">
                      <a:lumMod val="25000"/>
                    </a:schemeClr>
                  </a:solidFill>
                  <a:effectLst>
                    <a:outerShdw blurRad="38100" dist="38100" dir="2700000" algn="tl">
                      <a:srgbClr val="000000"/>
                    </a:outerShdw>
                  </a:effectLst>
                  <a:latin typeface="+mn-lt"/>
                  <a:cs typeface="+mn-ea"/>
                  <a:sym typeface="+mn-lt"/>
                </a:endParaRPr>
              </a:p>
            </p:txBody>
          </p:sp>
          <p:sp>
            <p:nvSpPr>
              <p:cNvPr id="50" name="FLYING IMPRESSION FID FEIZHAO    qq:1964271550"/>
              <p:cNvSpPr/>
              <p:nvPr/>
            </p:nvSpPr>
            <p:spPr bwMode="auto">
              <a:xfrm>
                <a:off x="7446963" y="2577307"/>
                <a:ext cx="145257"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15416"/>
                    </a:moveTo>
                    <a:cubicBezTo>
                      <a:pt x="16954" y="15452"/>
                      <a:pt x="16923" y="15487"/>
                      <a:pt x="16883" y="15523"/>
                    </a:cubicBezTo>
                    <a:cubicBezTo>
                      <a:pt x="16677" y="15701"/>
                      <a:pt x="16414" y="15870"/>
                      <a:pt x="16066" y="16020"/>
                    </a:cubicBezTo>
                    <a:cubicBezTo>
                      <a:pt x="16057" y="16024"/>
                      <a:pt x="16044" y="16027"/>
                      <a:pt x="16038" y="16031"/>
                    </a:cubicBezTo>
                    <a:cubicBezTo>
                      <a:pt x="15662" y="16192"/>
                      <a:pt x="15214" y="16334"/>
                      <a:pt x="14705" y="16454"/>
                    </a:cubicBezTo>
                    <a:cubicBezTo>
                      <a:pt x="14697" y="16457"/>
                      <a:pt x="14692" y="16458"/>
                      <a:pt x="14686" y="16459"/>
                    </a:cubicBezTo>
                    <a:cubicBezTo>
                      <a:pt x="14163" y="16582"/>
                      <a:pt x="13584" y="16681"/>
                      <a:pt x="12960" y="16749"/>
                    </a:cubicBezTo>
                    <a:cubicBezTo>
                      <a:pt x="12279" y="16826"/>
                      <a:pt x="11560" y="16875"/>
                      <a:pt x="10800" y="16875"/>
                    </a:cubicBezTo>
                    <a:cubicBezTo>
                      <a:pt x="10037" y="16875"/>
                      <a:pt x="9318" y="16826"/>
                      <a:pt x="8640" y="16749"/>
                    </a:cubicBezTo>
                    <a:cubicBezTo>
                      <a:pt x="8016" y="16681"/>
                      <a:pt x="7435" y="16582"/>
                      <a:pt x="6914" y="16459"/>
                    </a:cubicBezTo>
                    <a:cubicBezTo>
                      <a:pt x="6908" y="16458"/>
                      <a:pt x="6901" y="16457"/>
                      <a:pt x="6893" y="16454"/>
                    </a:cubicBezTo>
                    <a:cubicBezTo>
                      <a:pt x="6385" y="16334"/>
                      <a:pt x="5937" y="16192"/>
                      <a:pt x="5562" y="16031"/>
                    </a:cubicBezTo>
                    <a:cubicBezTo>
                      <a:pt x="5553" y="16027"/>
                      <a:pt x="5541" y="16024"/>
                      <a:pt x="5531" y="16020"/>
                    </a:cubicBezTo>
                    <a:cubicBezTo>
                      <a:pt x="5184" y="15870"/>
                      <a:pt x="4921" y="15701"/>
                      <a:pt x="4715" y="15523"/>
                    </a:cubicBezTo>
                    <a:cubicBezTo>
                      <a:pt x="4676" y="15487"/>
                      <a:pt x="4644" y="15452"/>
                      <a:pt x="4612" y="15416"/>
                    </a:cubicBezTo>
                    <a:cubicBezTo>
                      <a:pt x="4437" y="15236"/>
                      <a:pt x="4320" y="15047"/>
                      <a:pt x="4320" y="14850"/>
                    </a:cubicBezTo>
                    <a:cubicBezTo>
                      <a:pt x="4320" y="14650"/>
                      <a:pt x="4437" y="14462"/>
                      <a:pt x="4612" y="14281"/>
                    </a:cubicBezTo>
                    <a:cubicBezTo>
                      <a:pt x="4644" y="14246"/>
                      <a:pt x="4676" y="14210"/>
                      <a:pt x="4715" y="14176"/>
                    </a:cubicBezTo>
                    <a:cubicBezTo>
                      <a:pt x="4921" y="13998"/>
                      <a:pt x="5184" y="13829"/>
                      <a:pt x="5531" y="13677"/>
                    </a:cubicBezTo>
                    <a:cubicBezTo>
                      <a:pt x="5541" y="13674"/>
                      <a:pt x="5553" y="13671"/>
                      <a:pt x="5562" y="13667"/>
                    </a:cubicBezTo>
                    <a:cubicBezTo>
                      <a:pt x="5937" y="13507"/>
                      <a:pt x="6385" y="13364"/>
                      <a:pt x="6893" y="13244"/>
                    </a:cubicBezTo>
                    <a:cubicBezTo>
                      <a:pt x="6901" y="13242"/>
                      <a:pt x="6908" y="13240"/>
                      <a:pt x="6914" y="13238"/>
                    </a:cubicBezTo>
                    <a:cubicBezTo>
                      <a:pt x="7435" y="13117"/>
                      <a:pt x="8016" y="13018"/>
                      <a:pt x="8640" y="12948"/>
                    </a:cubicBezTo>
                    <a:cubicBezTo>
                      <a:pt x="9318" y="12873"/>
                      <a:pt x="10037" y="12825"/>
                      <a:pt x="10800" y="12825"/>
                    </a:cubicBezTo>
                    <a:cubicBezTo>
                      <a:pt x="11560" y="12825"/>
                      <a:pt x="12279" y="12873"/>
                      <a:pt x="12960" y="12948"/>
                    </a:cubicBezTo>
                    <a:cubicBezTo>
                      <a:pt x="13584" y="13018"/>
                      <a:pt x="14163" y="13117"/>
                      <a:pt x="14686" y="13238"/>
                    </a:cubicBezTo>
                    <a:cubicBezTo>
                      <a:pt x="14692" y="13240"/>
                      <a:pt x="14697" y="13242"/>
                      <a:pt x="14705" y="13244"/>
                    </a:cubicBezTo>
                    <a:cubicBezTo>
                      <a:pt x="15214" y="13364"/>
                      <a:pt x="15662" y="13507"/>
                      <a:pt x="16038" y="13667"/>
                    </a:cubicBezTo>
                    <a:cubicBezTo>
                      <a:pt x="16044" y="13671"/>
                      <a:pt x="16057" y="13674"/>
                      <a:pt x="16066" y="13677"/>
                    </a:cubicBezTo>
                    <a:cubicBezTo>
                      <a:pt x="16414" y="13829"/>
                      <a:pt x="16677" y="13998"/>
                      <a:pt x="16883" y="14176"/>
                    </a:cubicBezTo>
                    <a:cubicBezTo>
                      <a:pt x="16923" y="14210"/>
                      <a:pt x="16954" y="14246"/>
                      <a:pt x="16988" y="14281"/>
                    </a:cubicBezTo>
                    <a:cubicBezTo>
                      <a:pt x="17161" y="14462"/>
                      <a:pt x="17280" y="14650"/>
                      <a:pt x="17280" y="14850"/>
                    </a:cubicBezTo>
                    <a:cubicBezTo>
                      <a:pt x="17280" y="15047"/>
                      <a:pt x="17161" y="15236"/>
                      <a:pt x="16988" y="15416"/>
                    </a:cubicBezTo>
                    <a:moveTo>
                      <a:pt x="12960" y="19575"/>
                    </a:moveTo>
                    <a:cubicBezTo>
                      <a:pt x="12960" y="19948"/>
                      <a:pt x="11992" y="20249"/>
                      <a:pt x="10800" y="20249"/>
                    </a:cubicBezTo>
                    <a:cubicBezTo>
                      <a:pt x="9606" y="20249"/>
                      <a:pt x="8640" y="19948"/>
                      <a:pt x="8640" y="19575"/>
                    </a:cubicBezTo>
                    <a:lnTo>
                      <a:pt x="8640" y="18156"/>
                    </a:lnTo>
                    <a:cubicBezTo>
                      <a:pt x="9338" y="18201"/>
                      <a:pt x="10059" y="18225"/>
                      <a:pt x="10800" y="18225"/>
                    </a:cubicBezTo>
                    <a:cubicBezTo>
                      <a:pt x="11541" y="18225"/>
                      <a:pt x="12262" y="18201"/>
                      <a:pt x="12960" y="18156"/>
                    </a:cubicBezTo>
                    <a:cubicBezTo>
                      <a:pt x="12960" y="18156"/>
                      <a:pt x="12960" y="19575"/>
                      <a:pt x="12960" y="19575"/>
                    </a:cubicBezTo>
                    <a:close/>
                    <a:moveTo>
                      <a:pt x="8640" y="2025"/>
                    </a:moveTo>
                    <a:cubicBezTo>
                      <a:pt x="8640" y="1651"/>
                      <a:pt x="9606" y="1350"/>
                      <a:pt x="10800" y="1350"/>
                    </a:cubicBezTo>
                    <a:cubicBezTo>
                      <a:pt x="11992" y="1350"/>
                      <a:pt x="12960" y="1651"/>
                      <a:pt x="12960" y="2025"/>
                    </a:cubicBezTo>
                    <a:lnTo>
                      <a:pt x="12960" y="11542"/>
                    </a:lnTo>
                    <a:cubicBezTo>
                      <a:pt x="12262" y="11498"/>
                      <a:pt x="11541" y="11475"/>
                      <a:pt x="10800" y="11475"/>
                    </a:cubicBezTo>
                    <a:cubicBezTo>
                      <a:pt x="10059" y="11475"/>
                      <a:pt x="9338" y="11498"/>
                      <a:pt x="8640" y="11542"/>
                    </a:cubicBezTo>
                    <a:cubicBezTo>
                      <a:pt x="8640" y="11542"/>
                      <a:pt x="8640" y="2025"/>
                      <a:pt x="8640" y="2025"/>
                    </a:cubicBezTo>
                    <a:close/>
                    <a:moveTo>
                      <a:pt x="17280" y="12164"/>
                    </a:moveTo>
                    <a:lnTo>
                      <a:pt x="17280" y="2025"/>
                    </a:lnTo>
                    <a:cubicBezTo>
                      <a:pt x="17280" y="908"/>
                      <a:pt x="14373" y="0"/>
                      <a:pt x="10800" y="0"/>
                    </a:cubicBezTo>
                    <a:cubicBezTo>
                      <a:pt x="7225" y="0"/>
                      <a:pt x="4320" y="908"/>
                      <a:pt x="4320" y="2025"/>
                    </a:cubicBezTo>
                    <a:lnTo>
                      <a:pt x="4320" y="12164"/>
                    </a:lnTo>
                    <a:cubicBezTo>
                      <a:pt x="1710" y="12781"/>
                      <a:pt x="0" y="13749"/>
                      <a:pt x="0" y="14850"/>
                    </a:cubicBezTo>
                    <a:cubicBezTo>
                      <a:pt x="0" y="15950"/>
                      <a:pt x="1710" y="16918"/>
                      <a:pt x="4320" y="17534"/>
                    </a:cubicBezTo>
                    <a:lnTo>
                      <a:pt x="4320" y="19575"/>
                    </a:lnTo>
                    <a:cubicBezTo>
                      <a:pt x="4320" y="20691"/>
                      <a:pt x="7225" y="21599"/>
                      <a:pt x="10800" y="21599"/>
                    </a:cubicBezTo>
                    <a:cubicBezTo>
                      <a:pt x="14373" y="21599"/>
                      <a:pt x="17280" y="20691"/>
                      <a:pt x="17280" y="19575"/>
                    </a:cubicBezTo>
                    <a:lnTo>
                      <a:pt x="17280" y="17534"/>
                    </a:lnTo>
                    <a:cubicBezTo>
                      <a:pt x="19889" y="16918"/>
                      <a:pt x="21600" y="15950"/>
                      <a:pt x="21600" y="14850"/>
                    </a:cubicBezTo>
                    <a:cubicBezTo>
                      <a:pt x="21600" y="13749"/>
                      <a:pt x="19889" y="12781"/>
                      <a:pt x="17280" y="12164"/>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sz="1050">
                  <a:solidFill>
                    <a:schemeClr val="bg2">
                      <a:lumMod val="25000"/>
                    </a:schemeClr>
                  </a:solidFill>
                  <a:effectLst>
                    <a:outerShdw blurRad="38100" dist="38100" dir="2700000" algn="tl">
                      <a:srgbClr val="000000"/>
                    </a:outerShdw>
                  </a:effectLst>
                  <a:latin typeface="+mn-lt"/>
                  <a:cs typeface="+mn-ea"/>
                  <a:sym typeface="+mn-lt"/>
                </a:endParaRPr>
              </a:p>
            </p:txBody>
          </p:sp>
        </p:grpSp>
      </p:grpSp>
      <p:sp>
        <p:nvSpPr>
          <p:cNvPr id="64" name="TextBox 20"/>
          <p:cNvSpPr txBox="1"/>
          <p:nvPr/>
        </p:nvSpPr>
        <p:spPr>
          <a:xfrm>
            <a:off x="1654175" y="1686560"/>
            <a:ext cx="6291580" cy="1014730"/>
          </a:xfrm>
          <a:prstGeom prst="rect">
            <a:avLst/>
          </a:prstGeom>
          <a:noFill/>
        </p:spPr>
        <p:txBody>
          <a:bodyPr wrap="square" rtlCol="0">
            <a:spAutoFit/>
          </a:bodyPr>
          <a:lstStyle/>
          <a:p>
            <a:pPr algn="ctr" defTabSz="914400">
              <a:lnSpc>
                <a:spcPct val="150000"/>
              </a:lnSpc>
              <a:spcBef>
                <a:spcPct val="20000"/>
              </a:spcBef>
              <a:defRPr/>
            </a:pPr>
            <a:r>
              <a:rPr lang="zh-CN" sz="2000" b="1">
                <a:solidFill>
                  <a:srgbClr val="11373F"/>
                </a:solidFill>
              </a:rPr>
              <a:t>数据：数据(Data)是能够被计算机程序识别、存储、加工和处理的描述客观事物的数字等符号集合的总称。</a:t>
            </a:r>
            <a:endParaRPr lang="zh-CN" sz="2000" b="1">
              <a:solidFill>
                <a:srgbClr val="11373F"/>
              </a:solidFill>
            </a:endParaRPr>
          </a:p>
        </p:txBody>
      </p:sp>
      <p:sp>
        <p:nvSpPr>
          <p:cNvPr id="66" name="TextBox 20"/>
          <p:cNvSpPr txBox="1"/>
          <p:nvPr/>
        </p:nvSpPr>
        <p:spPr>
          <a:xfrm>
            <a:off x="1653540" y="3122930"/>
            <a:ext cx="6292215" cy="1476375"/>
          </a:xfrm>
          <a:prstGeom prst="rect">
            <a:avLst/>
          </a:prstGeom>
          <a:noFill/>
        </p:spPr>
        <p:txBody>
          <a:bodyPr wrap="square" rtlCol="0">
            <a:spAutoFit/>
          </a:bodyPr>
          <a:lstStyle/>
          <a:p>
            <a:pPr algn="l" defTabSz="914400">
              <a:lnSpc>
                <a:spcPct val="150000"/>
              </a:lnSpc>
              <a:spcBef>
                <a:spcPct val="20000"/>
              </a:spcBef>
              <a:buClrTx/>
              <a:buSzTx/>
              <a:buFontTx/>
              <a:defRPr/>
            </a:pPr>
            <a:r>
              <a:rPr lang="zh-CN" sz="2000" b="1">
                <a:solidFill>
                  <a:srgbClr val="11373F"/>
                </a:solidFill>
                <a:sym typeface="+mn-ea"/>
              </a:rPr>
              <a:t>数据项：</a:t>
            </a:r>
            <a:r>
              <a:rPr lang="zh-CN" sz="2000" b="1">
                <a:solidFill>
                  <a:srgbClr val="11373F"/>
                </a:solidFill>
                <a:latin typeface="+mn-lt"/>
                <a:sym typeface="+mn-ea"/>
              </a:rPr>
              <a:t>数据项(Data Item)是具有独立含义的、数据不可分割的最小标识单位，是数据元素的组成部分，也可称为字段和域。</a:t>
            </a:r>
            <a:endParaRPr lang="zh-CN" sz="2000" b="1">
              <a:solidFill>
                <a:srgbClr val="11373F"/>
              </a:solidFill>
              <a:latin typeface="+mn-lt"/>
              <a:sym typeface="+mn-ea"/>
            </a:endParaRPr>
          </a:p>
        </p:txBody>
      </p:sp>
      <p:grpSp>
        <p:nvGrpSpPr>
          <p:cNvPr id="3" name="组合 2"/>
          <p:cNvGrpSpPr/>
          <p:nvPr/>
        </p:nvGrpSpPr>
        <p:grpSpPr>
          <a:xfrm>
            <a:off x="8482965" y="1678940"/>
            <a:ext cx="3073400" cy="2948940"/>
            <a:chOff x="11582" y="2419"/>
            <a:chExt cx="7112" cy="5962"/>
          </a:xfrm>
        </p:grpSpPr>
        <p:grpSp>
          <p:nvGrpSpPr>
            <p:cNvPr id="17" name="组合 16"/>
            <p:cNvGrpSpPr/>
            <p:nvPr/>
          </p:nvGrpSpPr>
          <p:grpSpPr>
            <a:xfrm>
              <a:off x="11582" y="2419"/>
              <a:ext cx="7112" cy="5962"/>
              <a:chOff x="3552668" y="726551"/>
              <a:chExt cx="5148000" cy="4487791"/>
            </a:xfrm>
          </p:grpSpPr>
          <p:sp>
            <p:nvSpPr>
              <p:cNvPr id="18" name="FLYING IMPRESSION FID FEIZHAO    qq:1964271550"/>
              <p:cNvSpPr/>
              <p:nvPr/>
            </p:nvSpPr>
            <p:spPr>
              <a:xfrm>
                <a:off x="3726648" y="4871204"/>
                <a:ext cx="4800040" cy="343138"/>
              </a:xfrm>
              <a:prstGeom prst="ellipse">
                <a:avLst/>
              </a:prstGeom>
              <a:gradFill flip="none" rotWithShape="1">
                <a:gsLst>
                  <a:gs pos="0">
                    <a:schemeClr val="tx1">
                      <a:alpha val="60000"/>
                      <a:lumMod val="85000"/>
                      <a:lumOff val="15000"/>
                    </a:schemeClr>
                  </a:gs>
                  <a:gs pos="100000">
                    <a:srgbClr val="0D0D0D">
                      <a:alpha val="0"/>
                      <a:lumMod val="85000"/>
                      <a:lumOff val="15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9" name="FLYING IMPRESSION FID FEIZHAO    qq:1964271550"/>
              <p:cNvSpPr/>
              <p:nvPr/>
            </p:nvSpPr>
            <p:spPr>
              <a:xfrm>
                <a:off x="3552668" y="726551"/>
                <a:ext cx="5148000" cy="3132000"/>
              </a:xfrm>
              <a:custGeom>
                <a:avLst/>
                <a:gdLst>
                  <a:gd name="connsiteX0" fmla="*/ 216000 w 5148000"/>
                  <a:gd name="connsiteY0" fmla="*/ 216000 h 3132000"/>
                  <a:gd name="connsiteX1" fmla="*/ 216000 w 5148000"/>
                  <a:gd name="connsiteY1" fmla="*/ 2916000 h 3132000"/>
                  <a:gd name="connsiteX2" fmla="*/ 4932000 w 5148000"/>
                  <a:gd name="connsiteY2" fmla="*/ 2916000 h 3132000"/>
                  <a:gd name="connsiteX3" fmla="*/ 4932000 w 5148000"/>
                  <a:gd name="connsiteY3" fmla="*/ 216000 h 3132000"/>
                  <a:gd name="connsiteX4" fmla="*/ 181341 w 5148000"/>
                  <a:gd name="connsiteY4" fmla="*/ 0 h 3132000"/>
                  <a:gd name="connsiteX5" fmla="*/ 4966659 w 5148000"/>
                  <a:gd name="connsiteY5" fmla="*/ 0 h 3132000"/>
                  <a:gd name="connsiteX6" fmla="*/ 5148000 w 5148000"/>
                  <a:gd name="connsiteY6" fmla="*/ 181341 h 3132000"/>
                  <a:gd name="connsiteX7" fmla="*/ 5148000 w 5148000"/>
                  <a:gd name="connsiteY7" fmla="*/ 3132000 h 3132000"/>
                  <a:gd name="connsiteX8" fmla="*/ 0 w 5148000"/>
                  <a:gd name="connsiteY8" fmla="*/ 3132000 h 3132000"/>
                  <a:gd name="connsiteX9" fmla="*/ 0 w 5148000"/>
                  <a:gd name="connsiteY9" fmla="*/ 181341 h 3132000"/>
                  <a:gd name="connsiteX10" fmla="*/ 181341 w 5148000"/>
                  <a:gd name="connsiteY10" fmla="*/ 0 h 31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48000" h="3132000">
                    <a:moveTo>
                      <a:pt x="216000" y="216000"/>
                    </a:moveTo>
                    <a:lnTo>
                      <a:pt x="216000" y="2916000"/>
                    </a:lnTo>
                    <a:lnTo>
                      <a:pt x="4932000" y="2916000"/>
                    </a:lnTo>
                    <a:lnTo>
                      <a:pt x="4932000" y="216000"/>
                    </a:lnTo>
                    <a:close/>
                    <a:moveTo>
                      <a:pt x="181341" y="0"/>
                    </a:moveTo>
                    <a:lnTo>
                      <a:pt x="4966659" y="0"/>
                    </a:lnTo>
                    <a:cubicBezTo>
                      <a:pt x="5066811" y="0"/>
                      <a:pt x="5148000" y="81189"/>
                      <a:pt x="5148000" y="181341"/>
                    </a:cubicBezTo>
                    <a:lnTo>
                      <a:pt x="5148000" y="3132000"/>
                    </a:lnTo>
                    <a:lnTo>
                      <a:pt x="0" y="3132000"/>
                    </a:lnTo>
                    <a:lnTo>
                      <a:pt x="0" y="181341"/>
                    </a:lnTo>
                    <a:cubicBezTo>
                      <a:pt x="0" y="81189"/>
                      <a:pt x="81189" y="0"/>
                      <a:pt x="18134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cs typeface="+mn-ea"/>
                  <a:sym typeface="+mn-lt"/>
                </a:endParaRPr>
              </a:p>
            </p:txBody>
          </p:sp>
          <p:sp>
            <p:nvSpPr>
              <p:cNvPr id="25" name="FLYING IMPRESSION FID FEIZHAO    qq:1964271550"/>
              <p:cNvSpPr/>
              <p:nvPr/>
            </p:nvSpPr>
            <p:spPr>
              <a:xfrm>
                <a:off x="3552668" y="3858551"/>
                <a:ext cx="5148000" cy="509665"/>
              </a:xfrm>
              <a:custGeom>
                <a:avLst/>
                <a:gdLst>
                  <a:gd name="connsiteX0" fmla="*/ 0 w 5148000"/>
                  <a:gd name="connsiteY0" fmla="*/ 0 h 509665"/>
                  <a:gd name="connsiteX1" fmla="*/ 5148000 w 5148000"/>
                  <a:gd name="connsiteY1" fmla="*/ 0 h 509665"/>
                  <a:gd name="connsiteX2" fmla="*/ 5148000 w 5148000"/>
                  <a:gd name="connsiteY2" fmla="*/ 328324 h 509665"/>
                  <a:gd name="connsiteX3" fmla="*/ 4966659 w 5148000"/>
                  <a:gd name="connsiteY3" fmla="*/ 509665 h 509665"/>
                  <a:gd name="connsiteX4" fmla="*/ 181341 w 5148000"/>
                  <a:gd name="connsiteY4" fmla="*/ 509665 h 509665"/>
                  <a:gd name="connsiteX5" fmla="*/ 0 w 5148000"/>
                  <a:gd name="connsiteY5" fmla="*/ 328324 h 509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48000" h="509665">
                    <a:moveTo>
                      <a:pt x="0" y="0"/>
                    </a:moveTo>
                    <a:lnTo>
                      <a:pt x="5148000" y="0"/>
                    </a:lnTo>
                    <a:lnTo>
                      <a:pt x="5148000" y="328324"/>
                    </a:lnTo>
                    <a:cubicBezTo>
                      <a:pt x="5148000" y="428476"/>
                      <a:pt x="5066811" y="509665"/>
                      <a:pt x="4966659" y="509665"/>
                    </a:cubicBezTo>
                    <a:lnTo>
                      <a:pt x="181341" y="509665"/>
                    </a:lnTo>
                    <a:cubicBezTo>
                      <a:pt x="81189" y="509665"/>
                      <a:pt x="0" y="428476"/>
                      <a:pt x="0" y="328324"/>
                    </a:cubicBezTo>
                    <a:close/>
                  </a:path>
                </a:pathLst>
              </a:custGeom>
              <a:gradFill>
                <a:gsLst>
                  <a:gs pos="0">
                    <a:srgbClr val="929398"/>
                  </a:gs>
                  <a:gs pos="100000">
                    <a:srgbClr val="D0D2D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6" name="FLYING IMPRESSION FID FEIZHAO    qq:1964271550"/>
              <p:cNvSpPr/>
              <p:nvPr/>
            </p:nvSpPr>
            <p:spPr>
              <a:xfrm>
                <a:off x="5126730" y="4368216"/>
                <a:ext cx="1999876" cy="674557"/>
              </a:xfrm>
              <a:custGeom>
                <a:avLst/>
                <a:gdLst>
                  <a:gd name="connsiteX0" fmla="*/ 485189 w 2612038"/>
                  <a:gd name="connsiteY0" fmla="*/ 0 h 1054155"/>
                  <a:gd name="connsiteX1" fmla="*/ 2126847 w 2612038"/>
                  <a:gd name="connsiteY1" fmla="*/ 0 h 1054155"/>
                  <a:gd name="connsiteX2" fmla="*/ 2346146 w 2612038"/>
                  <a:gd name="connsiteY2" fmla="*/ 776937 h 1054155"/>
                  <a:gd name="connsiteX3" fmla="*/ 2612036 w 2612038"/>
                  <a:gd name="connsiteY3" fmla="*/ 974364 h 1054155"/>
                  <a:gd name="connsiteX4" fmla="*/ 2564864 w 2612038"/>
                  <a:gd name="connsiteY4" fmla="*/ 974364 h 1054155"/>
                  <a:gd name="connsiteX5" fmla="*/ 2585504 w 2612038"/>
                  <a:gd name="connsiteY5" fmla="*/ 977608 h 1054155"/>
                  <a:gd name="connsiteX6" fmla="*/ 2612038 w 2612038"/>
                  <a:gd name="connsiteY6" fmla="*/ 990447 h 1054155"/>
                  <a:gd name="connsiteX7" fmla="*/ 1306019 w 2612038"/>
                  <a:gd name="connsiteY7" fmla="*/ 1054155 h 1054155"/>
                  <a:gd name="connsiteX8" fmla="*/ 0 w 2612038"/>
                  <a:gd name="connsiteY8" fmla="*/ 990447 h 1054155"/>
                  <a:gd name="connsiteX9" fmla="*/ 26534 w 2612038"/>
                  <a:gd name="connsiteY9" fmla="*/ 977608 h 1054155"/>
                  <a:gd name="connsiteX10" fmla="*/ 47175 w 2612038"/>
                  <a:gd name="connsiteY10" fmla="*/ 974364 h 1054155"/>
                  <a:gd name="connsiteX11" fmla="*/ 0 w 2612038"/>
                  <a:gd name="connsiteY11" fmla="*/ 974364 h 1054155"/>
                  <a:gd name="connsiteX12" fmla="*/ 265890 w 2612038"/>
                  <a:gd name="connsiteY12" fmla="*/ 776937 h 1054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12038" h="1054155">
                    <a:moveTo>
                      <a:pt x="485189" y="0"/>
                    </a:moveTo>
                    <a:lnTo>
                      <a:pt x="2126847" y="0"/>
                    </a:lnTo>
                    <a:lnTo>
                      <a:pt x="2346146" y="776937"/>
                    </a:lnTo>
                    <a:lnTo>
                      <a:pt x="2612036" y="974364"/>
                    </a:lnTo>
                    <a:lnTo>
                      <a:pt x="2564864" y="974364"/>
                    </a:lnTo>
                    <a:lnTo>
                      <a:pt x="2585504" y="977608"/>
                    </a:lnTo>
                    <a:cubicBezTo>
                      <a:pt x="2602902" y="981755"/>
                      <a:pt x="2612038" y="986049"/>
                      <a:pt x="2612038" y="990447"/>
                    </a:cubicBezTo>
                    <a:cubicBezTo>
                      <a:pt x="2612038" y="1025632"/>
                      <a:pt x="2027313" y="1054155"/>
                      <a:pt x="1306019" y="1054155"/>
                    </a:cubicBezTo>
                    <a:cubicBezTo>
                      <a:pt x="584725" y="1054155"/>
                      <a:pt x="0" y="1025632"/>
                      <a:pt x="0" y="990447"/>
                    </a:cubicBezTo>
                    <a:cubicBezTo>
                      <a:pt x="0" y="986049"/>
                      <a:pt x="9136" y="981755"/>
                      <a:pt x="26534" y="977608"/>
                    </a:cubicBezTo>
                    <a:lnTo>
                      <a:pt x="47175" y="974364"/>
                    </a:lnTo>
                    <a:lnTo>
                      <a:pt x="0" y="974364"/>
                    </a:lnTo>
                    <a:lnTo>
                      <a:pt x="265890" y="776937"/>
                    </a:lnTo>
                    <a:close/>
                  </a:path>
                </a:pathLst>
              </a:custGeom>
              <a:gradFill>
                <a:gsLst>
                  <a:gs pos="31000">
                    <a:srgbClr val="F2F2F2"/>
                  </a:gs>
                  <a:gs pos="13000">
                    <a:srgbClr val="929398"/>
                  </a:gs>
                  <a:gs pos="67000">
                    <a:srgbClr val="CCCCCE"/>
                  </a:gs>
                  <a:gs pos="100000">
                    <a:srgbClr val="929398"/>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7" name="FLYING IMPRESSION FID FEIZHAO    qq:1964271550"/>
              <p:cNvSpPr/>
              <p:nvPr/>
            </p:nvSpPr>
            <p:spPr>
              <a:xfrm>
                <a:off x="5126730" y="5006773"/>
                <a:ext cx="1999876" cy="36000"/>
              </a:xfrm>
              <a:prstGeom prst="rect">
                <a:avLst/>
              </a:prstGeom>
              <a:gradFill>
                <a:gsLst>
                  <a:gs pos="0">
                    <a:srgbClr val="262626"/>
                  </a:gs>
                  <a:gs pos="50000">
                    <a:srgbClr val="404040"/>
                  </a:gs>
                  <a:gs pos="100000">
                    <a:srgbClr val="262626"/>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8" name="FLYING IMPRESSION FID FEIZHAO    qq:1964271550"/>
              <p:cNvSpPr/>
              <p:nvPr/>
            </p:nvSpPr>
            <p:spPr>
              <a:xfrm>
                <a:off x="6424414" y="726551"/>
                <a:ext cx="2276254" cy="3132000"/>
              </a:xfrm>
              <a:custGeom>
                <a:avLst/>
                <a:gdLst>
                  <a:gd name="connsiteX0" fmla="*/ 0 w 2276254"/>
                  <a:gd name="connsiteY0" fmla="*/ 0 h 3132000"/>
                  <a:gd name="connsiteX1" fmla="*/ 777237 w 2276254"/>
                  <a:gd name="connsiteY1" fmla="*/ 0 h 3132000"/>
                  <a:gd name="connsiteX2" fmla="*/ 1768840 w 2276254"/>
                  <a:gd name="connsiteY2" fmla="*/ 0 h 3132000"/>
                  <a:gd name="connsiteX3" fmla="*/ 2054039 w 2276254"/>
                  <a:gd name="connsiteY3" fmla="*/ 0 h 3132000"/>
                  <a:gd name="connsiteX4" fmla="*/ 2276254 w 2276254"/>
                  <a:gd name="connsiteY4" fmla="*/ 222215 h 3132000"/>
                  <a:gd name="connsiteX5" fmla="*/ 2276254 w 2276254"/>
                  <a:gd name="connsiteY5" fmla="*/ 2909785 h 3132000"/>
                  <a:gd name="connsiteX6" fmla="*/ 2054039 w 2276254"/>
                  <a:gd name="connsiteY6" fmla="*/ 3132000 h 3132000"/>
                  <a:gd name="connsiteX7" fmla="*/ 1326630 w 2276254"/>
                  <a:gd name="connsiteY7" fmla="*/ 3132000 h 3132000"/>
                  <a:gd name="connsiteX8" fmla="*/ 777237 w 2276254"/>
                  <a:gd name="connsiteY8" fmla="*/ 3132000 h 3132000"/>
                  <a:gd name="connsiteX9" fmla="*/ 442210 w 2276254"/>
                  <a:gd name="connsiteY9" fmla="*/ 3132000 h 31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76254" h="3132000">
                    <a:moveTo>
                      <a:pt x="0" y="0"/>
                    </a:moveTo>
                    <a:lnTo>
                      <a:pt x="777237" y="0"/>
                    </a:lnTo>
                    <a:lnTo>
                      <a:pt x="1768840" y="0"/>
                    </a:lnTo>
                    <a:lnTo>
                      <a:pt x="2054039" y="0"/>
                    </a:lnTo>
                    <a:cubicBezTo>
                      <a:pt x="2176765" y="0"/>
                      <a:pt x="2276254" y="99489"/>
                      <a:pt x="2276254" y="222215"/>
                    </a:cubicBezTo>
                    <a:lnTo>
                      <a:pt x="2276254" y="2909785"/>
                    </a:lnTo>
                    <a:cubicBezTo>
                      <a:pt x="2276254" y="3032511"/>
                      <a:pt x="2176765" y="3132000"/>
                      <a:pt x="2054039" y="3132000"/>
                    </a:cubicBezTo>
                    <a:lnTo>
                      <a:pt x="1326630" y="3132000"/>
                    </a:lnTo>
                    <a:lnTo>
                      <a:pt x="777237" y="3132000"/>
                    </a:lnTo>
                    <a:lnTo>
                      <a:pt x="442210" y="3132000"/>
                    </a:lnTo>
                    <a:close/>
                  </a:path>
                </a:pathLst>
              </a:custGeom>
              <a:gradFill>
                <a:gsLst>
                  <a:gs pos="0">
                    <a:srgbClr val="FFFFFF">
                      <a:alpha val="60000"/>
                    </a:srgbClr>
                  </a:gs>
                  <a:gs pos="67000">
                    <a:srgbClr val="FFFFFF">
                      <a:alpha val="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29" name="FLYING IMPRESSION FID FEIZHAO    qq:1964271550"/>
              <p:cNvPicPr>
                <a:picLocks noChangeAspect="1"/>
              </p:cNvPicPr>
              <p:nvPr/>
            </p:nvPicPr>
            <p:blipFill>
              <a:blip r:embed="rId1" cstate="email"/>
              <a:stretch>
                <a:fillRect/>
              </a:stretch>
            </p:blipFill>
            <p:spPr>
              <a:xfrm>
                <a:off x="6003655" y="3959266"/>
                <a:ext cx="246025" cy="299843"/>
              </a:xfrm>
              <a:prstGeom prst="rect">
                <a:avLst/>
              </a:prstGeom>
            </p:spPr>
          </p:pic>
        </p:gr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rcRect t="10543" b="21086"/>
            <a:stretch>
              <a:fillRect/>
            </a:stretch>
          </p:blipFill>
          <p:spPr>
            <a:xfrm>
              <a:off x="11822" y="2607"/>
              <a:ext cx="6632" cy="3786"/>
            </a:xfrm>
            <a:prstGeom prst="rect">
              <a:avLst/>
            </a:prstGeom>
          </p:spPr>
        </p:pic>
      </p:grpSp>
      <p:grpSp>
        <p:nvGrpSpPr>
          <p:cNvPr id="11" name="Group 67"/>
          <p:cNvGrpSpPr/>
          <p:nvPr/>
        </p:nvGrpSpPr>
        <p:grpSpPr>
          <a:xfrm rot="16200000">
            <a:off x="6424961" y="391604"/>
            <a:ext cx="307004" cy="2356562"/>
            <a:chOff x="6480429" y="3713225"/>
            <a:chExt cx="409339" cy="3142082"/>
          </a:xfrm>
        </p:grpSpPr>
        <p:sp>
          <p:nvSpPr>
            <p:cNvPr id="110" name="Freeform: Shape 68"/>
            <p:cNvSpPr/>
            <p:nvPr/>
          </p:nvSpPr>
          <p:spPr bwMode="auto">
            <a:xfrm>
              <a:off x="6491874" y="3722651"/>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Freeform: Shape 69"/>
            <p:cNvSpPr/>
            <p:nvPr/>
          </p:nvSpPr>
          <p:spPr bwMode="auto">
            <a:xfrm>
              <a:off x="6491874" y="3722651"/>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Freeform: Shape 70"/>
            <p:cNvSpPr/>
            <p:nvPr/>
          </p:nvSpPr>
          <p:spPr bwMode="auto">
            <a:xfrm>
              <a:off x="6579397" y="4144108"/>
              <a:ext cx="125899" cy="2711199"/>
            </a:xfrm>
            <a:custGeom>
              <a:avLst/>
              <a:gdLst>
                <a:gd name="T0" fmla="*/ 79 w 79"/>
                <a:gd name="T1" fmla="*/ 1703 h 1703"/>
                <a:gd name="T2" fmla="*/ 0 w 79"/>
                <a:gd name="T3" fmla="*/ 1703 h 1703"/>
                <a:gd name="T4" fmla="*/ 0 w 79"/>
                <a:gd name="T5" fmla="*/ 33 h 1703"/>
                <a:gd name="T6" fmla="*/ 38 w 79"/>
                <a:gd name="T7" fmla="*/ 1 h 1703"/>
                <a:gd name="T8" fmla="*/ 79 w 79"/>
                <a:gd name="T9" fmla="*/ 33 h 1703"/>
                <a:gd name="T10" fmla="*/ 79 w 79"/>
                <a:gd name="T11" fmla="*/ 1703 h 1703"/>
              </a:gdLst>
              <a:ahLst/>
              <a:cxnLst>
                <a:cxn ang="0">
                  <a:pos x="T0" y="T1"/>
                </a:cxn>
                <a:cxn ang="0">
                  <a:pos x="T2" y="T3"/>
                </a:cxn>
                <a:cxn ang="0">
                  <a:pos x="T4" y="T5"/>
                </a:cxn>
                <a:cxn ang="0">
                  <a:pos x="T6" y="T7"/>
                </a:cxn>
                <a:cxn ang="0">
                  <a:pos x="T8" y="T9"/>
                </a:cxn>
                <a:cxn ang="0">
                  <a:pos x="T10" y="T11"/>
                </a:cxn>
              </a:cxnLst>
              <a:rect l="0" t="0" r="r" b="b"/>
              <a:pathLst>
                <a:path w="79" h="1703">
                  <a:moveTo>
                    <a:pt x="79" y="1703"/>
                  </a:moveTo>
                  <a:cubicBezTo>
                    <a:pt x="0" y="1703"/>
                    <a:pt x="0" y="1703"/>
                    <a:pt x="0" y="1703"/>
                  </a:cubicBezTo>
                  <a:cubicBezTo>
                    <a:pt x="0" y="33"/>
                    <a:pt x="0" y="33"/>
                    <a:pt x="0" y="33"/>
                  </a:cubicBezTo>
                  <a:cubicBezTo>
                    <a:pt x="0" y="33"/>
                    <a:pt x="5" y="2"/>
                    <a:pt x="38" y="1"/>
                  </a:cubicBezTo>
                  <a:cubicBezTo>
                    <a:pt x="72" y="0"/>
                    <a:pt x="79" y="33"/>
                    <a:pt x="79" y="33"/>
                  </a:cubicBezTo>
                  <a:cubicBezTo>
                    <a:pt x="79" y="1703"/>
                    <a:pt x="79" y="1703"/>
                    <a:pt x="79" y="1703"/>
                  </a:cubicBezTo>
                </a:path>
              </a:pathLst>
            </a:custGeom>
            <a:solidFill>
              <a:schemeClr val="accent4">
                <a:lumMod val="60000"/>
                <a:lumOff val="40000"/>
              </a:schemeClr>
            </a:solidFill>
            <a:ln>
              <a:noFill/>
            </a:ln>
          </p:spPr>
          <p:txBody>
            <a:bodyPr anchor="ctr"/>
            <a:lstStyle/>
            <a:p>
              <a:pPr algn="ctr"/>
            </a:p>
          </p:txBody>
        </p:sp>
        <p:sp>
          <p:nvSpPr>
            <p:cNvPr id="113" name="Freeform: Shape 71"/>
            <p:cNvSpPr/>
            <p:nvPr/>
          </p:nvSpPr>
          <p:spPr bwMode="auto">
            <a:xfrm>
              <a:off x="6701930" y="4141415"/>
              <a:ext cx="100315" cy="2711872"/>
            </a:xfrm>
            <a:custGeom>
              <a:avLst/>
              <a:gdLst>
                <a:gd name="T0" fmla="*/ 63 w 63"/>
                <a:gd name="T1" fmla="*/ 1704 h 1704"/>
                <a:gd name="T2" fmla="*/ 0 w 63"/>
                <a:gd name="T3" fmla="*/ 1704 h 1704"/>
                <a:gd name="T4" fmla="*/ 0 w 63"/>
                <a:gd name="T5" fmla="*/ 33 h 1704"/>
                <a:gd name="T6" fmla="*/ 31 w 63"/>
                <a:gd name="T7" fmla="*/ 1 h 1704"/>
                <a:gd name="T8" fmla="*/ 63 w 63"/>
                <a:gd name="T9" fmla="*/ 33 h 1704"/>
                <a:gd name="T10" fmla="*/ 63 w 63"/>
                <a:gd name="T11" fmla="*/ 1704 h 1704"/>
              </a:gdLst>
              <a:ahLst/>
              <a:cxnLst>
                <a:cxn ang="0">
                  <a:pos x="T0" y="T1"/>
                </a:cxn>
                <a:cxn ang="0">
                  <a:pos x="T2" y="T3"/>
                </a:cxn>
                <a:cxn ang="0">
                  <a:pos x="T4" y="T5"/>
                </a:cxn>
                <a:cxn ang="0">
                  <a:pos x="T6" y="T7"/>
                </a:cxn>
                <a:cxn ang="0">
                  <a:pos x="T8" y="T9"/>
                </a:cxn>
                <a:cxn ang="0">
                  <a:pos x="T10" y="T11"/>
                </a:cxn>
              </a:cxnLst>
              <a:rect l="0" t="0" r="r" b="b"/>
              <a:pathLst>
                <a:path w="63" h="1704">
                  <a:moveTo>
                    <a:pt x="63" y="1704"/>
                  </a:moveTo>
                  <a:cubicBezTo>
                    <a:pt x="0" y="1704"/>
                    <a:pt x="0" y="1704"/>
                    <a:pt x="0" y="1704"/>
                  </a:cubicBezTo>
                  <a:cubicBezTo>
                    <a:pt x="0" y="33"/>
                    <a:pt x="0" y="33"/>
                    <a:pt x="0" y="33"/>
                  </a:cubicBezTo>
                  <a:cubicBezTo>
                    <a:pt x="0" y="33"/>
                    <a:pt x="4" y="1"/>
                    <a:pt x="31" y="1"/>
                  </a:cubicBezTo>
                  <a:cubicBezTo>
                    <a:pt x="58" y="0"/>
                    <a:pt x="63" y="33"/>
                    <a:pt x="63" y="33"/>
                  </a:cubicBezTo>
                  <a:cubicBezTo>
                    <a:pt x="63" y="1704"/>
                    <a:pt x="63" y="1704"/>
                    <a:pt x="63" y="1704"/>
                  </a:cubicBezTo>
                </a:path>
              </a:pathLst>
            </a:custGeom>
            <a:solidFill>
              <a:srgbClr val="3DCEB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Freeform: Shape 72"/>
            <p:cNvSpPr/>
            <p:nvPr/>
          </p:nvSpPr>
          <p:spPr bwMode="auto">
            <a:xfrm>
              <a:off x="6480429" y="4141415"/>
              <a:ext cx="100315" cy="2711872"/>
            </a:xfrm>
            <a:custGeom>
              <a:avLst/>
              <a:gdLst>
                <a:gd name="T0" fmla="*/ 63 w 63"/>
                <a:gd name="T1" fmla="*/ 1704 h 1704"/>
                <a:gd name="T2" fmla="*/ 0 w 63"/>
                <a:gd name="T3" fmla="*/ 1704 h 1704"/>
                <a:gd name="T4" fmla="*/ 0 w 63"/>
                <a:gd name="T5" fmla="*/ 33 h 1704"/>
                <a:gd name="T6" fmla="*/ 31 w 63"/>
                <a:gd name="T7" fmla="*/ 1 h 1704"/>
                <a:gd name="T8" fmla="*/ 63 w 63"/>
                <a:gd name="T9" fmla="*/ 33 h 1704"/>
                <a:gd name="T10" fmla="*/ 63 w 63"/>
                <a:gd name="T11" fmla="*/ 1704 h 1704"/>
              </a:gdLst>
              <a:ahLst/>
              <a:cxnLst>
                <a:cxn ang="0">
                  <a:pos x="T0" y="T1"/>
                </a:cxn>
                <a:cxn ang="0">
                  <a:pos x="T2" y="T3"/>
                </a:cxn>
                <a:cxn ang="0">
                  <a:pos x="T4" y="T5"/>
                </a:cxn>
                <a:cxn ang="0">
                  <a:pos x="T6" y="T7"/>
                </a:cxn>
                <a:cxn ang="0">
                  <a:pos x="T8" y="T9"/>
                </a:cxn>
                <a:cxn ang="0">
                  <a:pos x="T10" y="T11"/>
                </a:cxn>
              </a:cxnLst>
              <a:rect l="0" t="0" r="r" b="b"/>
              <a:pathLst>
                <a:path w="63" h="1704">
                  <a:moveTo>
                    <a:pt x="63" y="1704"/>
                  </a:moveTo>
                  <a:cubicBezTo>
                    <a:pt x="0" y="1704"/>
                    <a:pt x="0" y="1704"/>
                    <a:pt x="0" y="1704"/>
                  </a:cubicBezTo>
                  <a:cubicBezTo>
                    <a:pt x="0" y="33"/>
                    <a:pt x="0" y="33"/>
                    <a:pt x="0" y="33"/>
                  </a:cubicBezTo>
                  <a:cubicBezTo>
                    <a:pt x="0" y="33"/>
                    <a:pt x="4" y="1"/>
                    <a:pt x="31" y="1"/>
                  </a:cubicBezTo>
                  <a:cubicBezTo>
                    <a:pt x="58" y="0"/>
                    <a:pt x="63" y="33"/>
                    <a:pt x="63" y="33"/>
                  </a:cubicBezTo>
                  <a:lnTo>
                    <a:pt x="63" y="1704"/>
                  </a:lnTo>
                  <a:close/>
                </a:path>
              </a:pathLst>
            </a:custGeom>
            <a:solidFill>
              <a:schemeClr val="accent4">
                <a:lumMod val="60000"/>
                <a:lumOff val="40000"/>
              </a:schemeClr>
            </a:solidFill>
            <a:ln>
              <a:noFill/>
            </a:ln>
          </p:spPr>
          <p:txBody>
            <a:bodyPr anchor="ctr"/>
            <a:lstStyle/>
            <a:p>
              <a:pPr algn="ctr"/>
            </a:p>
          </p:txBody>
        </p:sp>
        <p:sp>
          <p:nvSpPr>
            <p:cNvPr id="115" name="Freeform: Shape 73"/>
            <p:cNvSpPr/>
            <p:nvPr/>
          </p:nvSpPr>
          <p:spPr bwMode="auto">
            <a:xfrm>
              <a:off x="6576031" y="3714572"/>
              <a:ext cx="131958" cy="191204"/>
            </a:xfrm>
            <a:custGeom>
              <a:avLst/>
              <a:gdLst>
                <a:gd name="T0" fmla="*/ 0 w 83"/>
                <a:gd name="T1" fmla="*/ 111 h 120"/>
                <a:gd name="T2" fmla="*/ 83 w 83"/>
                <a:gd name="T3" fmla="*/ 113 h 120"/>
                <a:gd name="T4" fmla="*/ 50 w 83"/>
                <a:gd name="T5" fmla="*/ 0 h 120"/>
                <a:gd name="T6" fmla="*/ 29 w 83"/>
                <a:gd name="T7" fmla="*/ 0 h 120"/>
                <a:gd name="T8" fmla="*/ 0 w 83"/>
                <a:gd name="T9" fmla="*/ 111 h 120"/>
              </a:gdLst>
              <a:ahLst/>
              <a:cxnLst>
                <a:cxn ang="0">
                  <a:pos x="T0" y="T1"/>
                </a:cxn>
                <a:cxn ang="0">
                  <a:pos x="T2" y="T3"/>
                </a:cxn>
                <a:cxn ang="0">
                  <a:pos x="T4" y="T5"/>
                </a:cxn>
                <a:cxn ang="0">
                  <a:pos x="T6" y="T7"/>
                </a:cxn>
                <a:cxn ang="0">
                  <a:pos x="T8" y="T9"/>
                </a:cxn>
              </a:cxnLst>
              <a:rect l="0" t="0" r="r" b="b"/>
              <a:pathLst>
                <a:path w="83" h="120">
                  <a:moveTo>
                    <a:pt x="0" y="111"/>
                  </a:moveTo>
                  <a:cubicBezTo>
                    <a:pt x="0" y="111"/>
                    <a:pt x="40" y="120"/>
                    <a:pt x="83" y="113"/>
                  </a:cubicBezTo>
                  <a:cubicBezTo>
                    <a:pt x="50" y="0"/>
                    <a:pt x="50" y="0"/>
                    <a:pt x="50" y="0"/>
                  </a:cubicBezTo>
                  <a:cubicBezTo>
                    <a:pt x="29" y="0"/>
                    <a:pt x="29" y="0"/>
                    <a:pt x="29" y="0"/>
                  </a:cubicBezTo>
                  <a:cubicBezTo>
                    <a:pt x="0" y="111"/>
                    <a:pt x="0" y="111"/>
                    <a:pt x="0" y="111"/>
                  </a:cubicBezTo>
                </a:path>
              </a:pathLst>
            </a:custGeom>
            <a:solidFill>
              <a:schemeClr val="accent4">
                <a:lumMod val="60000"/>
                <a:lumOff val="40000"/>
              </a:schemeClr>
            </a:solidFill>
            <a:ln>
              <a:noFill/>
            </a:ln>
          </p:spPr>
          <p:txBody>
            <a:bodyPr anchor="ctr"/>
            <a:lstStyle/>
            <a:p>
              <a:pPr algn="ctr"/>
            </a:p>
          </p:txBody>
        </p:sp>
        <p:sp>
          <p:nvSpPr>
            <p:cNvPr id="116" name="Freeform: Shape 74"/>
            <p:cNvSpPr/>
            <p:nvPr/>
          </p:nvSpPr>
          <p:spPr bwMode="auto">
            <a:xfrm>
              <a:off x="6655475" y="3713225"/>
              <a:ext cx="234293" cy="3142082"/>
            </a:xfrm>
            <a:custGeom>
              <a:avLst/>
              <a:gdLst>
                <a:gd name="T0" fmla="*/ 24 w 147"/>
                <a:gd name="T1" fmla="*/ 0 h 1974"/>
                <a:gd name="T2" fmla="*/ 0 w 147"/>
                <a:gd name="T3" fmla="*/ 1 h 1974"/>
                <a:gd name="T4" fmla="*/ 33 w 147"/>
                <a:gd name="T5" fmla="*/ 114 h 1974"/>
                <a:gd name="T6" fmla="*/ 33 w 147"/>
                <a:gd name="T7" fmla="*/ 114 h 1974"/>
                <a:gd name="T8" fmla="*/ 87 w 147"/>
                <a:gd name="T9" fmla="*/ 284 h 1974"/>
                <a:gd name="T10" fmla="*/ 86 w 147"/>
                <a:gd name="T11" fmla="*/ 286 h 1974"/>
                <a:gd name="T12" fmla="*/ 92 w 147"/>
                <a:gd name="T13" fmla="*/ 302 h 1974"/>
                <a:gd name="T14" fmla="*/ 92 w 147"/>
                <a:gd name="T15" fmla="*/ 1973 h 1974"/>
                <a:gd name="T16" fmla="*/ 31 w 147"/>
                <a:gd name="T17" fmla="*/ 1973 h 1974"/>
                <a:gd name="T18" fmla="*/ 31 w 147"/>
                <a:gd name="T19" fmla="*/ 1974 h 1974"/>
                <a:gd name="T20" fmla="*/ 147 w 147"/>
                <a:gd name="T21" fmla="*/ 1974 h 1974"/>
                <a:gd name="T22" fmla="*/ 132 w 147"/>
                <a:gd name="T23" fmla="*/ 290 h 1974"/>
                <a:gd name="T24" fmla="*/ 24 w 147"/>
                <a:gd name="T25" fmla="*/ 0 h 1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7" h="1974">
                  <a:moveTo>
                    <a:pt x="24" y="0"/>
                  </a:moveTo>
                  <a:cubicBezTo>
                    <a:pt x="0" y="1"/>
                    <a:pt x="0" y="1"/>
                    <a:pt x="0" y="1"/>
                  </a:cubicBezTo>
                  <a:cubicBezTo>
                    <a:pt x="33" y="114"/>
                    <a:pt x="33" y="114"/>
                    <a:pt x="33" y="114"/>
                  </a:cubicBezTo>
                  <a:cubicBezTo>
                    <a:pt x="33" y="114"/>
                    <a:pt x="33" y="114"/>
                    <a:pt x="33" y="114"/>
                  </a:cubicBezTo>
                  <a:cubicBezTo>
                    <a:pt x="87" y="284"/>
                    <a:pt x="87" y="284"/>
                    <a:pt x="87" y="284"/>
                  </a:cubicBezTo>
                  <a:cubicBezTo>
                    <a:pt x="86" y="286"/>
                    <a:pt x="86" y="286"/>
                    <a:pt x="86" y="286"/>
                  </a:cubicBezTo>
                  <a:cubicBezTo>
                    <a:pt x="91" y="294"/>
                    <a:pt x="92" y="302"/>
                    <a:pt x="92" y="302"/>
                  </a:cubicBezTo>
                  <a:cubicBezTo>
                    <a:pt x="92" y="1973"/>
                    <a:pt x="92" y="1973"/>
                    <a:pt x="92" y="1973"/>
                  </a:cubicBezTo>
                  <a:cubicBezTo>
                    <a:pt x="31" y="1973"/>
                    <a:pt x="31" y="1973"/>
                    <a:pt x="31" y="1973"/>
                  </a:cubicBezTo>
                  <a:cubicBezTo>
                    <a:pt x="31" y="1974"/>
                    <a:pt x="31" y="1974"/>
                    <a:pt x="31" y="1974"/>
                  </a:cubicBezTo>
                  <a:cubicBezTo>
                    <a:pt x="147" y="1974"/>
                    <a:pt x="147" y="1974"/>
                    <a:pt x="147" y="1974"/>
                  </a:cubicBezTo>
                  <a:cubicBezTo>
                    <a:pt x="132" y="290"/>
                    <a:pt x="132" y="290"/>
                    <a:pt x="132" y="290"/>
                  </a:cubicBezTo>
                  <a:cubicBezTo>
                    <a:pt x="24" y="0"/>
                    <a:pt x="24" y="0"/>
                    <a:pt x="2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Freeform: Shape 75"/>
            <p:cNvSpPr/>
            <p:nvPr/>
          </p:nvSpPr>
          <p:spPr bwMode="auto">
            <a:xfrm>
              <a:off x="6639990" y="3894331"/>
              <a:ext cx="154175" cy="294886"/>
            </a:xfrm>
            <a:custGeom>
              <a:avLst/>
              <a:gdLst>
                <a:gd name="T0" fmla="*/ 43 w 97"/>
                <a:gd name="T1" fmla="*/ 0 h 185"/>
                <a:gd name="T2" fmla="*/ 8 w 97"/>
                <a:gd name="T3" fmla="*/ 3 h 185"/>
                <a:gd name="T4" fmla="*/ 0 w 97"/>
                <a:gd name="T5" fmla="*/ 3 h 185"/>
                <a:gd name="T6" fmla="*/ 0 w 97"/>
                <a:gd name="T7" fmla="*/ 158 h 185"/>
                <a:gd name="T8" fmla="*/ 0 w 97"/>
                <a:gd name="T9" fmla="*/ 158 h 185"/>
                <a:gd name="T10" fmla="*/ 1 w 97"/>
                <a:gd name="T11" fmla="*/ 158 h 185"/>
                <a:gd name="T12" fmla="*/ 39 w 97"/>
                <a:gd name="T13" fmla="*/ 185 h 185"/>
                <a:gd name="T14" fmla="*/ 70 w 97"/>
                <a:gd name="T15" fmla="*/ 156 h 185"/>
                <a:gd name="T16" fmla="*/ 71 w 97"/>
                <a:gd name="T17" fmla="*/ 156 h 185"/>
                <a:gd name="T18" fmla="*/ 96 w 97"/>
                <a:gd name="T19" fmla="*/ 172 h 185"/>
                <a:gd name="T20" fmla="*/ 97 w 97"/>
                <a:gd name="T21" fmla="*/ 170 h 185"/>
                <a:gd name="T22" fmla="*/ 43 w 97"/>
                <a:gd name="T23"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185">
                  <a:moveTo>
                    <a:pt x="43" y="0"/>
                  </a:moveTo>
                  <a:cubicBezTo>
                    <a:pt x="31" y="2"/>
                    <a:pt x="19" y="3"/>
                    <a:pt x="8" y="3"/>
                  </a:cubicBezTo>
                  <a:cubicBezTo>
                    <a:pt x="5" y="3"/>
                    <a:pt x="3" y="3"/>
                    <a:pt x="0" y="3"/>
                  </a:cubicBezTo>
                  <a:cubicBezTo>
                    <a:pt x="0" y="158"/>
                    <a:pt x="0" y="158"/>
                    <a:pt x="0" y="158"/>
                  </a:cubicBezTo>
                  <a:cubicBezTo>
                    <a:pt x="0" y="158"/>
                    <a:pt x="0" y="158"/>
                    <a:pt x="0" y="158"/>
                  </a:cubicBezTo>
                  <a:cubicBezTo>
                    <a:pt x="1" y="158"/>
                    <a:pt x="1" y="158"/>
                    <a:pt x="1" y="158"/>
                  </a:cubicBezTo>
                  <a:cubicBezTo>
                    <a:pt x="26" y="158"/>
                    <a:pt x="36" y="176"/>
                    <a:pt x="39" y="185"/>
                  </a:cubicBezTo>
                  <a:cubicBezTo>
                    <a:pt x="41" y="178"/>
                    <a:pt x="47" y="156"/>
                    <a:pt x="70" y="156"/>
                  </a:cubicBezTo>
                  <a:cubicBezTo>
                    <a:pt x="70" y="156"/>
                    <a:pt x="70" y="156"/>
                    <a:pt x="71" y="156"/>
                  </a:cubicBezTo>
                  <a:cubicBezTo>
                    <a:pt x="84" y="156"/>
                    <a:pt x="92" y="164"/>
                    <a:pt x="96" y="172"/>
                  </a:cubicBezTo>
                  <a:cubicBezTo>
                    <a:pt x="97" y="170"/>
                    <a:pt x="97" y="170"/>
                    <a:pt x="97" y="170"/>
                  </a:cubicBezTo>
                  <a:cubicBezTo>
                    <a:pt x="43" y="0"/>
                    <a:pt x="43" y="0"/>
                    <a:pt x="43"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Freeform: Shape 76"/>
            <p:cNvSpPr/>
            <p:nvPr/>
          </p:nvSpPr>
          <p:spPr bwMode="auto">
            <a:xfrm>
              <a:off x="6639990" y="4146128"/>
              <a:ext cx="65306" cy="2709179"/>
            </a:xfrm>
            <a:custGeom>
              <a:avLst/>
              <a:gdLst>
                <a:gd name="T0" fmla="*/ 1 w 41"/>
                <a:gd name="T1" fmla="*/ 0 h 1702"/>
                <a:gd name="T2" fmla="*/ 0 w 41"/>
                <a:gd name="T3" fmla="*/ 0 h 1702"/>
                <a:gd name="T4" fmla="*/ 0 w 41"/>
                <a:gd name="T5" fmla="*/ 0 h 1702"/>
                <a:gd name="T6" fmla="*/ 0 w 41"/>
                <a:gd name="T7" fmla="*/ 1702 h 1702"/>
                <a:gd name="T8" fmla="*/ 41 w 41"/>
                <a:gd name="T9" fmla="*/ 1702 h 1702"/>
                <a:gd name="T10" fmla="*/ 41 w 41"/>
                <a:gd name="T11" fmla="*/ 1701 h 1702"/>
                <a:gd name="T12" fmla="*/ 39 w 41"/>
                <a:gd name="T13" fmla="*/ 1701 h 1702"/>
                <a:gd name="T14" fmla="*/ 39 w 41"/>
                <a:gd name="T15" fmla="*/ 30 h 1702"/>
                <a:gd name="T16" fmla="*/ 39 w 41"/>
                <a:gd name="T17" fmla="*/ 27 h 1702"/>
                <a:gd name="T18" fmla="*/ 1 w 41"/>
                <a:gd name="T19" fmla="*/ 0 h 1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1702">
                  <a:moveTo>
                    <a:pt x="1" y="0"/>
                  </a:moveTo>
                  <a:cubicBezTo>
                    <a:pt x="1" y="0"/>
                    <a:pt x="1" y="0"/>
                    <a:pt x="0" y="0"/>
                  </a:cubicBezTo>
                  <a:cubicBezTo>
                    <a:pt x="0" y="0"/>
                    <a:pt x="0" y="0"/>
                    <a:pt x="0" y="0"/>
                  </a:cubicBezTo>
                  <a:cubicBezTo>
                    <a:pt x="0" y="1702"/>
                    <a:pt x="0" y="1702"/>
                    <a:pt x="0" y="1702"/>
                  </a:cubicBezTo>
                  <a:cubicBezTo>
                    <a:pt x="41" y="1702"/>
                    <a:pt x="41" y="1702"/>
                    <a:pt x="41" y="1702"/>
                  </a:cubicBezTo>
                  <a:cubicBezTo>
                    <a:pt x="41" y="1701"/>
                    <a:pt x="41" y="1701"/>
                    <a:pt x="41" y="1701"/>
                  </a:cubicBezTo>
                  <a:cubicBezTo>
                    <a:pt x="39" y="1701"/>
                    <a:pt x="39" y="1701"/>
                    <a:pt x="39" y="1701"/>
                  </a:cubicBezTo>
                  <a:cubicBezTo>
                    <a:pt x="39" y="30"/>
                    <a:pt x="39" y="30"/>
                    <a:pt x="39" y="30"/>
                  </a:cubicBezTo>
                  <a:cubicBezTo>
                    <a:pt x="39" y="30"/>
                    <a:pt x="39" y="29"/>
                    <a:pt x="39" y="27"/>
                  </a:cubicBezTo>
                  <a:cubicBezTo>
                    <a:pt x="36" y="18"/>
                    <a:pt x="26" y="0"/>
                    <a:pt x="1" y="0"/>
                  </a:cubicBezTo>
                </a:path>
              </a:pathLst>
            </a:custGeom>
            <a:solidFill>
              <a:schemeClr val="accent4"/>
            </a:solidFill>
            <a:ln>
              <a:noFill/>
            </a:ln>
          </p:spPr>
          <p:txBody>
            <a:bodyPr anchor="ctr"/>
            <a:lstStyle/>
            <a:p>
              <a:pPr algn="ctr"/>
            </a:p>
          </p:txBody>
        </p:sp>
        <p:sp>
          <p:nvSpPr>
            <p:cNvPr id="119" name="Freeform: Shape 77"/>
            <p:cNvSpPr/>
            <p:nvPr/>
          </p:nvSpPr>
          <p:spPr bwMode="auto">
            <a:xfrm>
              <a:off x="6701930" y="4142762"/>
              <a:ext cx="100315" cy="2710525"/>
            </a:xfrm>
            <a:custGeom>
              <a:avLst/>
              <a:gdLst>
                <a:gd name="T0" fmla="*/ 32 w 63"/>
                <a:gd name="T1" fmla="*/ 0 h 1703"/>
                <a:gd name="T2" fmla="*/ 31 w 63"/>
                <a:gd name="T3" fmla="*/ 0 h 1703"/>
                <a:gd name="T4" fmla="*/ 0 w 63"/>
                <a:gd name="T5" fmla="*/ 29 h 1703"/>
                <a:gd name="T6" fmla="*/ 0 w 63"/>
                <a:gd name="T7" fmla="*/ 32 h 1703"/>
                <a:gd name="T8" fmla="*/ 0 w 63"/>
                <a:gd name="T9" fmla="*/ 1703 h 1703"/>
                <a:gd name="T10" fmla="*/ 2 w 63"/>
                <a:gd name="T11" fmla="*/ 1703 h 1703"/>
                <a:gd name="T12" fmla="*/ 63 w 63"/>
                <a:gd name="T13" fmla="*/ 1703 h 1703"/>
                <a:gd name="T14" fmla="*/ 63 w 63"/>
                <a:gd name="T15" fmla="*/ 32 h 1703"/>
                <a:gd name="T16" fmla="*/ 57 w 63"/>
                <a:gd name="T17" fmla="*/ 16 h 1703"/>
                <a:gd name="T18" fmla="*/ 32 w 63"/>
                <a:gd name="T19" fmla="*/ 0 h 1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703">
                  <a:moveTo>
                    <a:pt x="32" y="0"/>
                  </a:moveTo>
                  <a:cubicBezTo>
                    <a:pt x="31" y="0"/>
                    <a:pt x="31" y="0"/>
                    <a:pt x="31" y="0"/>
                  </a:cubicBezTo>
                  <a:cubicBezTo>
                    <a:pt x="8" y="0"/>
                    <a:pt x="2" y="22"/>
                    <a:pt x="0" y="29"/>
                  </a:cubicBezTo>
                  <a:cubicBezTo>
                    <a:pt x="0" y="31"/>
                    <a:pt x="0" y="32"/>
                    <a:pt x="0" y="32"/>
                  </a:cubicBezTo>
                  <a:cubicBezTo>
                    <a:pt x="0" y="1703"/>
                    <a:pt x="0" y="1703"/>
                    <a:pt x="0" y="1703"/>
                  </a:cubicBezTo>
                  <a:cubicBezTo>
                    <a:pt x="2" y="1703"/>
                    <a:pt x="2" y="1703"/>
                    <a:pt x="2" y="1703"/>
                  </a:cubicBezTo>
                  <a:cubicBezTo>
                    <a:pt x="63" y="1703"/>
                    <a:pt x="63" y="1703"/>
                    <a:pt x="63" y="1703"/>
                  </a:cubicBezTo>
                  <a:cubicBezTo>
                    <a:pt x="63" y="32"/>
                    <a:pt x="63" y="32"/>
                    <a:pt x="63" y="32"/>
                  </a:cubicBezTo>
                  <a:cubicBezTo>
                    <a:pt x="63" y="32"/>
                    <a:pt x="62" y="24"/>
                    <a:pt x="57" y="16"/>
                  </a:cubicBezTo>
                  <a:cubicBezTo>
                    <a:pt x="53" y="8"/>
                    <a:pt x="45" y="0"/>
                    <a:pt x="32" y="0"/>
                  </a:cubicBezTo>
                </a:path>
              </a:pathLst>
            </a:custGeom>
            <a:solidFill>
              <a:schemeClr val="accent4"/>
            </a:solidFill>
            <a:ln>
              <a:noFill/>
            </a:ln>
          </p:spPr>
          <p:txBody>
            <a:bodyPr anchor="ctr"/>
            <a:lstStyle/>
            <a:p>
              <a:pPr algn="ctr"/>
            </a:p>
          </p:txBody>
        </p:sp>
        <p:sp>
          <p:nvSpPr>
            <p:cNvPr id="120" name="Freeform: Shape 78"/>
            <p:cNvSpPr/>
            <p:nvPr/>
          </p:nvSpPr>
          <p:spPr bwMode="auto">
            <a:xfrm>
              <a:off x="6639990" y="3714572"/>
              <a:ext cx="67999" cy="184472"/>
            </a:xfrm>
            <a:custGeom>
              <a:avLst/>
              <a:gdLst>
                <a:gd name="T0" fmla="*/ 10 w 43"/>
                <a:gd name="T1" fmla="*/ 0 h 116"/>
                <a:gd name="T2" fmla="*/ 0 w 43"/>
                <a:gd name="T3" fmla="*/ 0 h 116"/>
                <a:gd name="T4" fmla="*/ 0 w 43"/>
                <a:gd name="T5" fmla="*/ 116 h 116"/>
                <a:gd name="T6" fmla="*/ 8 w 43"/>
                <a:gd name="T7" fmla="*/ 116 h 116"/>
                <a:gd name="T8" fmla="*/ 43 w 43"/>
                <a:gd name="T9" fmla="*/ 113 h 116"/>
                <a:gd name="T10" fmla="*/ 43 w 43"/>
                <a:gd name="T11" fmla="*/ 113 h 116"/>
                <a:gd name="T12" fmla="*/ 10 w 43"/>
                <a:gd name="T13" fmla="*/ 0 h 116"/>
              </a:gdLst>
              <a:ahLst/>
              <a:cxnLst>
                <a:cxn ang="0">
                  <a:pos x="T0" y="T1"/>
                </a:cxn>
                <a:cxn ang="0">
                  <a:pos x="T2" y="T3"/>
                </a:cxn>
                <a:cxn ang="0">
                  <a:pos x="T4" y="T5"/>
                </a:cxn>
                <a:cxn ang="0">
                  <a:pos x="T6" y="T7"/>
                </a:cxn>
                <a:cxn ang="0">
                  <a:pos x="T8" y="T9"/>
                </a:cxn>
                <a:cxn ang="0">
                  <a:pos x="T10" y="T11"/>
                </a:cxn>
                <a:cxn ang="0">
                  <a:pos x="T12" y="T13"/>
                </a:cxn>
              </a:cxnLst>
              <a:rect l="0" t="0" r="r" b="b"/>
              <a:pathLst>
                <a:path w="43" h="116">
                  <a:moveTo>
                    <a:pt x="10" y="0"/>
                  </a:moveTo>
                  <a:cubicBezTo>
                    <a:pt x="0" y="0"/>
                    <a:pt x="0" y="0"/>
                    <a:pt x="0" y="0"/>
                  </a:cubicBezTo>
                  <a:cubicBezTo>
                    <a:pt x="0" y="116"/>
                    <a:pt x="0" y="116"/>
                    <a:pt x="0" y="116"/>
                  </a:cubicBezTo>
                  <a:cubicBezTo>
                    <a:pt x="3" y="116"/>
                    <a:pt x="5" y="116"/>
                    <a:pt x="8" y="116"/>
                  </a:cubicBezTo>
                  <a:cubicBezTo>
                    <a:pt x="19" y="116"/>
                    <a:pt x="31" y="115"/>
                    <a:pt x="43" y="113"/>
                  </a:cubicBezTo>
                  <a:cubicBezTo>
                    <a:pt x="43" y="113"/>
                    <a:pt x="43" y="113"/>
                    <a:pt x="43" y="113"/>
                  </a:cubicBezTo>
                  <a:cubicBezTo>
                    <a:pt x="10" y="0"/>
                    <a:pt x="10" y="0"/>
                    <a:pt x="10" y="0"/>
                  </a:cubicBezTo>
                </a:path>
              </a:pathLst>
            </a:custGeom>
            <a:solidFill>
              <a:schemeClr val="accent4"/>
            </a:solidFill>
            <a:ln>
              <a:noFill/>
            </a:ln>
          </p:spPr>
          <p:txBody>
            <a:bodyPr anchor="ctr"/>
            <a:lstStyle/>
            <a:p>
              <a:pPr algn="ctr"/>
            </a:p>
          </p:txBody>
        </p:sp>
      </p:grpSp>
      <p:grpSp>
        <p:nvGrpSpPr>
          <p:cNvPr id="10" name="Group 55"/>
          <p:cNvGrpSpPr/>
          <p:nvPr/>
        </p:nvGrpSpPr>
        <p:grpSpPr>
          <a:xfrm rot="16200000" flipH="1">
            <a:off x="5325110" y="570865"/>
            <a:ext cx="302895" cy="4800600"/>
            <a:chOff x="6007804" y="4266641"/>
            <a:chExt cx="403952" cy="2588666"/>
          </a:xfrm>
        </p:grpSpPr>
        <p:sp>
          <p:nvSpPr>
            <p:cNvPr id="121" name="Freeform: Shape 56"/>
            <p:cNvSpPr/>
            <p:nvPr/>
          </p:nvSpPr>
          <p:spPr bwMode="auto">
            <a:xfrm>
              <a:off x="6018576" y="4273373"/>
              <a:ext cx="300945" cy="490130"/>
            </a:xfrm>
            <a:custGeom>
              <a:avLst/>
              <a:gdLst>
                <a:gd name="T0" fmla="*/ 447 w 447"/>
                <a:gd name="T1" fmla="*/ 657 h 728"/>
                <a:gd name="T2" fmla="*/ 242 w 447"/>
                <a:gd name="T3" fmla="*/ 0 h 728"/>
                <a:gd name="T4" fmla="*/ 197 w 447"/>
                <a:gd name="T5" fmla="*/ 0 h 728"/>
                <a:gd name="T6" fmla="*/ 0 w 447"/>
                <a:gd name="T7" fmla="*/ 681 h 728"/>
                <a:gd name="T8" fmla="*/ 12 w 447"/>
                <a:gd name="T9" fmla="*/ 728 h 728"/>
                <a:gd name="T10" fmla="*/ 424 w 447"/>
                <a:gd name="T11" fmla="*/ 726 h 728"/>
                <a:gd name="T12" fmla="*/ 447 w 447"/>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7"/>
                  </a:moveTo>
                  <a:lnTo>
                    <a:pt x="242" y="0"/>
                  </a:lnTo>
                  <a:lnTo>
                    <a:pt x="197" y="0"/>
                  </a:lnTo>
                  <a:lnTo>
                    <a:pt x="0" y="681"/>
                  </a:lnTo>
                  <a:lnTo>
                    <a:pt x="12" y="728"/>
                  </a:lnTo>
                  <a:lnTo>
                    <a:pt x="424" y="726"/>
                  </a:lnTo>
                  <a:lnTo>
                    <a:pt x="447"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Freeform: Shape 57"/>
            <p:cNvSpPr/>
            <p:nvPr/>
          </p:nvSpPr>
          <p:spPr bwMode="auto">
            <a:xfrm>
              <a:off x="6018576" y="4273373"/>
              <a:ext cx="300945" cy="490130"/>
            </a:xfrm>
            <a:custGeom>
              <a:avLst/>
              <a:gdLst>
                <a:gd name="T0" fmla="*/ 447 w 447"/>
                <a:gd name="T1" fmla="*/ 657 h 728"/>
                <a:gd name="T2" fmla="*/ 242 w 447"/>
                <a:gd name="T3" fmla="*/ 0 h 728"/>
                <a:gd name="T4" fmla="*/ 197 w 447"/>
                <a:gd name="T5" fmla="*/ 0 h 728"/>
                <a:gd name="T6" fmla="*/ 0 w 447"/>
                <a:gd name="T7" fmla="*/ 681 h 728"/>
                <a:gd name="T8" fmla="*/ 12 w 447"/>
                <a:gd name="T9" fmla="*/ 728 h 728"/>
                <a:gd name="T10" fmla="*/ 424 w 447"/>
                <a:gd name="T11" fmla="*/ 726 h 728"/>
                <a:gd name="T12" fmla="*/ 447 w 447"/>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7"/>
                  </a:moveTo>
                  <a:lnTo>
                    <a:pt x="242" y="0"/>
                  </a:lnTo>
                  <a:lnTo>
                    <a:pt x="197" y="0"/>
                  </a:lnTo>
                  <a:lnTo>
                    <a:pt x="0" y="681"/>
                  </a:lnTo>
                  <a:lnTo>
                    <a:pt x="12" y="728"/>
                  </a:lnTo>
                  <a:lnTo>
                    <a:pt x="424" y="726"/>
                  </a:lnTo>
                  <a:lnTo>
                    <a:pt x="447"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Freeform: Shape 58"/>
            <p:cNvSpPr/>
            <p:nvPr/>
          </p:nvSpPr>
          <p:spPr bwMode="auto">
            <a:xfrm>
              <a:off x="6104752" y="4694831"/>
              <a:ext cx="125899" cy="2160476"/>
            </a:xfrm>
            <a:custGeom>
              <a:avLst/>
              <a:gdLst>
                <a:gd name="T0" fmla="*/ 79 w 79"/>
                <a:gd name="T1" fmla="*/ 1357 h 1357"/>
                <a:gd name="T2" fmla="*/ 0 w 79"/>
                <a:gd name="T3" fmla="*/ 1357 h 1357"/>
                <a:gd name="T4" fmla="*/ 0 w 79"/>
                <a:gd name="T5" fmla="*/ 32 h 1357"/>
                <a:gd name="T6" fmla="*/ 39 w 79"/>
                <a:gd name="T7" fmla="*/ 1 h 1357"/>
                <a:gd name="T8" fmla="*/ 79 w 79"/>
                <a:gd name="T9" fmla="*/ 32 h 1357"/>
                <a:gd name="T10" fmla="*/ 79 w 79"/>
                <a:gd name="T11" fmla="*/ 1357 h 1357"/>
              </a:gdLst>
              <a:ahLst/>
              <a:cxnLst>
                <a:cxn ang="0">
                  <a:pos x="T0" y="T1"/>
                </a:cxn>
                <a:cxn ang="0">
                  <a:pos x="T2" y="T3"/>
                </a:cxn>
                <a:cxn ang="0">
                  <a:pos x="T4" y="T5"/>
                </a:cxn>
                <a:cxn ang="0">
                  <a:pos x="T6" y="T7"/>
                </a:cxn>
                <a:cxn ang="0">
                  <a:pos x="T8" y="T9"/>
                </a:cxn>
                <a:cxn ang="0">
                  <a:pos x="T10" y="T11"/>
                </a:cxn>
              </a:cxnLst>
              <a:rect l="0" t="0" r="r" b="b"/>
              <a:pathLst>
                <a:path w="79" h="1357">
                  <a:moveTo>
                    <a:pt x="79" y="1357"/>
                  </a:moveTo>
                  <a:cubicBezTo>
                    <a:pt x="0" y="1357"/>
                    <a:pt x="0" y="1357"/>
                    <a:pt x="0" y="1357"/>
                  </a:cubicBezTo>
                  <a:cubicBezTo>
                    <a:pt x="0" y="32"/>
                    <a:pt x="0" y="32"/>
                    <a:pt x="0" y="32"/>
                  </a:cubicBezTo>
                  <a:cubicBezTo>
                    <a:pt x="0" y="32"/>
                    <a:pt x="5" y="1"/>
                    <a:pt x="39" y="1"/>
                  </a:cubicBezTo>
                  <a:cubicBezTo>
                    <a:pt x="73" y="0"/>
                    <a:pt x="79" y="32"/>
                    <a:pt x="79" y="32"/>
                  </a:cubicBezTo>
                  <a:cubicBezTo>
                    <a:pt x="79" y="1357"/>
                    <a:pt x="79" y="1357"/>
                    <a:pt x="79" y="1357"/>
                  </a:cubicBezTo>
                </a:path>
              </a:pathLst>
            </a:custGeom>
            <a:solidFill>
              <a:schemeClr val="accent3">
                <a:lumMod val="60000"/>
                <a:lumOff val="40000"/>
              </a:schemeClr>
            </a:solidFill>
            <a:ln>
              <a:noFill/>
            </a:ln>
          </p:spPr>
          <p:txBody>
            <a:bodyPr anchor="ctr"/>
            <a:lstStyle/>
            <a:p>
              <a:pPr algn="ctr"/>
            </a:p>
          </p:txBody>
        </p:sp>
        <p:sp>
          <p:nvSpPr>
            <p:cNvPr id="124" name="Freeform: Shape 59"/>
            <p:cNvSpPr/>
            <p:nvPr/>
          </p:nvSpPr>
          <p:spPr bwMode="auto">
            <a:xfrm>
              <a:off x="6228631" y="4692138"/>
              <a:ext cx="100315" cy="2161149"/>
            </a:xfrm>
            <a:custGeom>
              <a:avLst/>
              <a:gdLst>
                <a:gd name="T0" fmla="*/ 63 w 63"/>
                <a:gd name="T1" fmla="*/ 1358 h 1358"/>
                <a:gd name="T2" fmla="*/ 0 w 63"/>
                <a:gd name="T3" fmla="*/ 1358 h 1358"/>
                <a:gd name="T4" fmla="*/ 0 w 63"/>
                <a:gd name="T5" fmla="*/ 32 h 1358"/>
                <a:gd name="T6" fmla="*/ 30 w 63"/>
                <a:gd name="T7" fmla="*/ 0 h 1358"/>
                <a:gd name="T8" fmla="*/ 63 w 63"/>
                <a:gd name="T9" fmla="*/ 32 h 1358"/>
                <a:gd name="T10" fmla="*/ 63 w 63"/>
                <a:gd name="T11" fmla="*/ 1358 h 1358"/>
              </a:gdLst>
              <a:ahLst/>
              <a:cxnLst>
                <a:cxn ang="0">
                  <a:pos x="T0" y="T1"/>
                </a:cxn>
                <a:cxn ang="0">
                  <a:pos x="T2" y="T3"/>
                </a:cxn>
                <a:cxn ang="0">
                  <a:pos x="T4" y="T5"/>
                </a:cxn>
                <a:cxn ang="0">
                  <a:pos x="T6" y="T7"/>
                </a:cxn>
                <a:cxn ang="0">
                  <a:pos x="T8" y="T9"/>
                </a:cxn>
                <a:cxn ang="0">
                  <a:pos x="T10" y="T11"/>
                </a:cxn>
              </a:cxnLst>
              <a:rect l="0" t="0" r="r" b="b"/>
              <a:pathLst>
                <a:path w="63" h="1358">
                  <a:moveTo>
                    <a:pt x="63" y="1358"/>
                  </a:moveTo>
                  <a:cubicBezTo>
                    <a:pt x="0" y="1358"/>
                    <a:pt x="0" y="1358"/>
                    <a:pt x="0" y="1358"/>
                  </a:cubicBezTo>
                  <a:cubicBezTo>
                    <a:pt x="0" y="32"/>
                    <a:pt x="0" y="32"/>
                    <a:pt x="0" y="32"/>
                  </a:cubicBezTo>
                  <a:cubicBezTo>
                    <a:pt x="0" y="32"/>
                    <a:pt x="4" y="1"/>
                    <a:pt x="30" y="0"/>
                  </a:cubicBezTo>
                  <a:cubicBezTo>
                    <a:pt x="57" y="0"/>
                    <a:pt x="63" y="32"/>
                    <a:pt x="63" y="32"/>
                  </a:cubicBezTo>
                  <a:cubicBezTo>
                    <a:pt x="63" y="1358"/>
                    <a:pt x="63" y="1358"/>
                    <a:pt x="63" y="1358"/>
                  </a:cubicBezTo>
                </a:path>
              </a:pathLst>
            </a:custGeom>
            <a:solidFill>
              <a:srgbClr val="FFB14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Freeform: Shape 60"/>
            <p:cNvSpPr/>
            <p:nvPr/>
          </p:nvSpPr>
          <p:spPr bwMode="auto">
            <a:xfrm>
              <a:off x="6007804" y="4692138"/>
              <a:ext cx="100315" cy="2161149"/>
            </a:xfrm>
            <a:custGeom>
              <a:avLst/>
              <a:gdLst>
                <a:gd name="T0" fmla="*/ 63 w 63"/>
                <a:gd name="T1" fmla="*/ 1358 h 1358"/>
                <a:gd name="T2" fmla="*/ 0 w 63"/>
                <a:gd name="T3" fmla="*/ 1358 h 1358"/>
                <a:gd name="T4" fmla="*/ 0 w 63"/>
                <a:gd name="T5" fmla="*/ 32 h 1358"/>
                <a:gd name="T6" fmla="*/ 31 w 63"/>
                <a:gd name="T7" fmla="*/ 0 h 1358"/>
                <a:gd name="T8" fmla="*/ 63 w 63"/>
                <a:gd name="T9" fmla="*/ 32 h 1358"/>
                <a:gd name="T10" fmla="*/ 63 w 63"/>
                <a:gd name="T11" fmla="*/ 1358 h 1358"/>
              </a:gdLst>
              <a:ahLst/>
              <a:cxnLst>
                <a:cxn ang="0">
                  <a:pos x="T0" y="T1"/>
                </a:cxn>
                <a:cxn ang="0">
                  <a:pos x="T2" y="T3"/>
                </a:cxn>
                <a:cxn ang="0">
                  <a:pos x="T4" y="T5"/>
                </a:cxn>
                <a:cxn ang="0">
                  <a:pos x="T6" y="T7"/>
                </a:cxn>
                <a:cxn ang="0">
                  <a:pos x="T8" y="T9"/>
                </a:cxn>
                <a:cxn ang="0">
                  <a:pos x="T10" y="T11"/>
                </a:cxn>
              </a:cxnLst>
              <a:rect l="0" t="0" r="r" b="b"/>
              <a:pathLst>
                <a:path w="63" h="1358">
                  <a:moveTo>
                    <a:pt x="63" y="1358"/>
                  </a:moveTo>
                  <a:cubicBezTo>
                    <a:pt x="0" y="1358"/>
                    <a:pt x="0" y="1358"/>
                    <a:pt x="0" y="1358"/>
                  </a:cubicBezTo>
                  <a:cubicBezTo>
                    <a:pt x="0" y="32"/>
                    <a:pt x="0" y="32"/>
                    <a:pt x="0" y="32"/>
                  </a:cubicBezTo>
                  <a:cubicBezTo>
                    <a:pt x="0" y="32"/>
                    <a:pt x="4" y="1"/>
                    <a:pt x="31" y="0"/>
                  </a:cubicBezTo>
                  <a:cubicBezTo>
                    <a:pt x="58" y="0"/>
                    <a:pt x="63" y="32"/>
                    <a:pt x="63" y="32"/>
                  </a:cubicBezTo>
                  <a:lnTo>
                    <a:pt x="63" y="1358"/>
                  </a:lnTo>
                  <a:close/>
                </a:path>
              </a:pathLst>
            </a:custGeom>
            <a:solidFill>
              <a:schemeClr val="accent3">
                <a:lumMod val="60000"/>
                <a:lumOff val="40000"/>
              </a:schemeClr>
            </a:solidFill>
            <a:ln>
              <a:noFill/>
            </a:ln>
          </p:spPr>
          <p:txBody>
            <a:bodyPr anchor="ctr"/>
            <a:lstStyle/>
            <a:p>
              <a:pPr algn="ctr"/>
            </a:p>
          </p:txBody>
        </p:sp>
        <p:sp>
          <p:nvSpPr>
            <p:cNvPr id="126" name="Freeform: Shape 61"/>
            <p:cNvSpPr/>
            <p:nvPr/>
          </p:nvSpPr>
          <p:spPr bwMode="auto">
            <a:xfrm>
              <a:off x="6104752" y="4268661"/>
              <a:ext cx="129265" cy="185818"/>
            </a:xfrm>
            <a:custGeom>
              <a:avLst/>
              <a:gdLst>
                <a:gd name="T0" fmla="*/ 0 w 81"/>
                <a:gd name="T1" fmla="*/ 107 h 117"/>
                <a:gd name="T2" fmla="*/ 81 w 81"/>
                <a:gd name="T3" fmla="*/ 109 h 117"/>
                <a:gd name="T4" fmla="*/ 48 w 81"/>
                <a:gd name="T5" fmla="*/ 0 h 117"/>
                <a:gd name="T6" fmla="*/ 28 w 81"/>
                <a:gd name="T7" fmla="*/ 0 h 117"/>
                <a:gd name="T8" fmla="*/ 0 w 81"/>
                <a:gd name="T9" fmla="*/ 107 h 117"/>
              </a:gdLst>
              <a:ahLst/>
              <a:cxnLst>
                <a:cxn ang="0">
                  <a:pos x="T0" y="T1"/>
                </a:cxn>
                <a:cxn ang="0">
                  <a:pos x="T2" y="T3"/>
                </a:cxn>
                <a:cxn ang="0">
                  <a:pos x="T4" y="T5"/>
                </a:cxn>
                <a:cxn ang="0">
                  <a:pos x="T6" y="T7"/>
                </a:cxn>
                <a:cxn ang="0">
                  <a:pos x="T8" y="T9"/>
                </a:cxn>
              </a:cxnLst>
              <a:rect l="0" t="0" r="r" b="b"/>
              <a:pathLst>
                <a:path w="81" h="117">
                  <a:moveTo>
                    <a:pt x="0" y="107"/>
                  </a:moveTo>
                  <a:cubicBezTo>
                    <a:pt x="0" y="107"/>
                    <a:pt x="39" y="117"/>
                    <a:pt x="81" y="109"/>
                  </a:cubicBezTo>
                  <a:cubicBezTo>
                    <a:pt x="48" y="0"/>
                    <a:pt x="48" y="0"/>
                    <a:pt x="48" y="0"/>
                  </a:cubicBezTo>
                  <a:cubicBezTo>
                    <a:pt x="28" y="0"/>
                    <a:pt x="28" y="0"/>
                    <a:pt x="28" y="0"/>
                  </a:cubicBezTo>
                  <a:cubicBezTo>
                    <a:pt x="0" y="107"/>
                    <a:pt x="0" y="107"/>
                    <a:pt x="0" y="107"/>
                  </a:cubicBezTo>
                </a:path>
              </a:pathLst>
            </a:custGeom>
            <a:solidFill>
              <a:schemeClr val="accent3">
                <a:lumMod val="60000"/>
                <a:lumOff val="40000"/>
              </a:schemeClr>
            </a:solidFill>
            <a:ln>
              <a:noFill/>
            </a:ln>
          </p:spPr>
          <p:txBody>
            <a:bodyPr anchor="ctr"/>
            <a:lstStyle/>
            <a:p>
              <a:pPr algn="ctr"/>
            </a:p>
          </p:txBody>
        </p:sp>
        <p:sp>
          <p:nvSpPr>
            <p:cNvPr id="127" name="Freeform: Shape 62"/>
            <p:cNvSpPr/>
            <p:nvPr/>
          </p:nvSpPr>
          <p:spPr bwMode="auto">
            <a:xfrm>
              <a:off x="6173424" y="4266641"/>
              <a:ext cx="238332" cy="2588666"/>
            </a:xfrm>
            <a:custGeom>
              <a:avLst/>
              <a:gdLst>
                <a:gd name="T0" fmla="*/ 27 w 150"/>
                <a:gd name="T1" fmla="*/ 0 h 1626"/>
                <a:gd name="T2" fmla="*/ 0 w 150"/>
                <a:gd name="T3" fmla="*/ 1 h 1626"/>
                <a:gd name="T4" fmla="*/ 5 w 150"/>
                <a:gd name="T5" fmla="*/ 1 h 1626"/>
                <a:gd name="T6" fmla="*/ 38 w 150"/>
                <a:gd name="T7" fmla="*/ 110 h 1626"/>
                <a:gd name="T8" fmla="*/ 92 w 150"/>
                <a:gd name="T9" fmla="*/ 282 h 1626"/>
                <a:gd name="T10" fmla="*/ 92 w 150"/>
                <a:gd name="T11" fmla="*/ 284 h 1626"/>
                <a:gd name="T12" fmla="*/ 98 w 150"/>
                <a:gd name="T13" fmla="*/ 299 h 1626"/>
                <a:gd name="T14" fmla="*/ 98 w 150"/>
                <a:gd name="T15" fmla="*/ 1625 h 1626"/>
                <a:gd name="T16" fmla="*/ 36 w 150"/>
                <a:gd name="T17" fmla="*/ 1625 h 1626"/>
                <a:gd name="T18" fmla="*/ 36 w 150"/>
                <a:gd name="T19" fmla="*/ 1626 h 1626"/>
                <a:gd name="T20" fmla="*/ 150 w 150"/>
                <a:gd name="T21" fmla="*/ 1626 h 1626"/>
                <a:gd name="T22" fmla="*/ 135 w 150"/>
                <a:gd name="T23" fmla="*/ 290 h 1626"/>
                <a:gd name="T24" fmla="*/ 27 w 150"/>
                <a:gd name="T25" fmla="*/ 0 h 1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0" h="1626">
                  <a:moveTo>
                    <a:pt x="27" y="0"/>
                  </a:moveTo>
                  <a:cubicBezTo>
                    <a:pt x="0" y="1"/>
                    <a:pt x="0" y="1"/>
                    <a:pt x="0" y="1"/>
                  </a:cubicBezTo>
                  <a:cubicBezTo>
                    <a:pt x="5" y="1"/>
                    <a:pt x="5" y="1"/>
                    <a:pt x="5" y="1"/>
                  </a:cubicBezTo>
                  <a:cubicBezTo>
                    <a:pt x="38" y="110"/>
                    <a:pt x="38" y="110"/>
                    <a:pt x="38" y="110"/>
                  </a:cubicBezTo>
                  <a:cubicBezTo>
                    <a:pt x="92" y="282"/>
                    <a:pt x="92" y="282"/>
                    <a:pt x="92" y="282"/>
                  </a:cubicBezTo>
                  <a:cubicBezTo>
                    <a:pt x="92" y="284"/>
                    <a:pt x="92" y="284"/>
                    <a:pt x="92" y="284"/>
                  </a:cubicBezTo>
                  <a:cubicBezTo>
                    <a:pt x="96" y="291"/>
                    <a:pt x="98" y="299"/>
                    <a:pt x="98" y="299"/>
                  </a:cubicBezTo>
                  <a:cubicBezTo>
                    <a:pt x="98" y="1625"/>
                    <a:pt x="98" y="1625"/>
                    <a:pt x="98" y="1625"/>
                  </a:cubicBezTo>
                  <a:cubicBezTo>
                    <a:pt x="36" y="1625"/>
                    <a:pt x="36" y="1625"/>
                    <a:pt x="36" y="1625"/>
                  </a:cubicBezTo>
                  <a:cubicBezTo>
                    <a:pt x="36" y="1626"/>
                    <a:pt x="36" y="1626"/>
                    <a:pt x="36" y="1626"/>
                  </a:cubicBezTo>
                  <a:cubicBezTo>
                    <a:pt x="150" y="1626"/>
                    <a:pt x="150" y="1626"/>
                    <a:pt x="150" y="1626"/>
                  </a:cubicBezTo>
                  <a:cubicBezTo>
                    <a:pt x="135" y="290"/>
                    <a:pt x="135" y="290"/>
                    <a:pt x="135" y="290"/>
                  </a:cubicBezTo>
                  <a:cubicBezTo>
                    <a:pt x="27" y="0"/>
                    <a:pt x="27" y="0"/>
                    <a:pt x="27"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Freeform: Shape 63"/>
            <p:cNvSpPr/>
            <p:nvPr/>
          </p:nvSpPr>
          <p:spPr bwMode="auto">
            <a:xfrm>
              <a:off x="6161979" y="4441687"/>
              <a:ext cx="157542" cy="298252"/>
            </a:xfrm>
            <a:custGeom>
              <a:avLst/>
              <a:gdLst>
                <a:gd name="T0" fmla="*/ 45 w 99"/>
                <a:gd name="T1" fmla="*/ 0 h 187"/>
                <a:gd name="T2" fmla="*/ 45 w 99"/>
                <a:gd name="T3" fmla="*/ 0 h 187"/>
                <a:gd name="T4" fmla="*/ 11 w 99"/>
                <a:gd name="T5" fmla="*/ 3 h 187"/>
                <a:gd name="T6" fmla="*/ 0 w 99"/>
                <a:gd name="T7" fmla="*/ 3 h 187"/>
                <a:gd name="T8" fmla="*/ 0 w 99"/>
                <a:gd name="T9" fmla="*/ 160 h 187"/>
                <a:gd name="T10" fmla="*/ 3 w 99"/>
                <a:gd name="T11" fmla="*/ 160 h 187"/>
                <a:gd name="T12" fmla="*/ 4 w 99"/>
                <a:gd name="T13" fmla="*/ 160 h 187"/>
                <a:gd name="T14" fmla="*/ 42 w 99"/>
                <a:gd name="T15" fmla="*/ 187 h 187"/>
                <a:gd name="T16" fmla="*/ 72 w 99"/>
                <a:gd name="T17" fmla="*/ 157 h 187"/>
                <a:gd name="T18" fmla="*/ 73 w 99"/>
                <a:gd name="T19" fmla="*/ 157 h 187"/>
                <a:gd name="T20" fmla="*/ 99 w 99"/>
                <a:gd name="T21" fmla="*/ 174 h 187"/>
                <a:gd name="T22" fmla="*/ 99 w 99"/>
                <a:gd name="T23" fmla="*/ 172 h 187"/>
                <a:gd name="T24" fmla="*/ 45 w 99"/>
                <a:gd name="T25" fmla="*/ 0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9" h="187">
                  <a:moveTo>
                    <a:pt x="45" y="0"/>
                  </a:moveTo>
                  <a:cubicBezTo>
                    <a:pt x="45" y="0"/>
                    <a:pt x="45" y="0"/>
                    <a:pt x="45" y="0"/>
                  </a:cubicBezTo>
                  <a:cubicBezTo>
                    <a:pt x="33" y="2"/>
                    <a:pt x="21" y="3"/>
                    <a:pt x="11" y="3"/>
                  </a:cubicBezTo>
                  <a:cubicBezTo>
                    <a:pt x="7" y="3"/>
                    <a:pt x="3" y="3"/>
                    <a:pt x="0" y="3"/>
                  </a:cubicBezTo>
                  <a:cubicBezTo>
                    <a:pt x="0" y="160"/>
                    <a:pt x="0" y="160"/>
                    <a:pt x="0" y="160"/>
                  </a:cubicBezTo>
                  <a:cubicBezTo>
                    <a:pt x="1" y="160"/>
                    <a:pt x="2" y="160"/>
                    <a:pt x="3" y="160"/>
                  </a:cubicBezTo>
                  <a:cubicBezTo>
                    <a:pt x="3" y="160"/>
                    <a:pt x="4" y="160"/>
                    <a:pt x="4" y="160"/>
                  </a:cubicBezTo>
                  <a:cubicBezTo>
                    <a:pt x="29" y="160"/>
                    <a:pt x="39" y="178"/>
                    <a:pt x="42" y="187"/>
                  </a:cubicBezTo>
                  <a:cubicBezTo>
                    <a:pt x="44" y="179"/>
                    <a:pt x="50" y="158"/>
                    <a:pt x="72" y="157"/>
                  </a:cubicBezTo>
                  <a:cubicBezTo>
                    <a:pt x="73" y="157"/>
                    <a:pt x="73" y="157"/>
                    <a:pt x="73" y="157"/>
                  </a:cubicBezTo>
                  <a:cubicBezTo>
                    <a:pt x="87" y="157"/>
                    <a:pt x="94" y="166"/>
                    <a:pt x="99" y="174"/>
                  </a:cubicBezTo>
                  <a:cubicBezTo>
                    <a:pt x="99" y="172"/>
                    <a:pt x="99" y="172"/>
                    <a:pt x="99" y="172"/>
                  </a:cubicBezTo>
                  <a:cubicBezTo>
                    <a:pt x="45" y="0"/>
                    <a:pt x="45" y="0"/>
                    <a:pt x="45"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Freeform: Shape 64"/>
            <p:cNvSpPr/>
            <p:nvPr/>
          </p:nvSpPr>
          <p:spPr bwMode="auto">
            <a:xfrm>
              <a:off x="6161979" y="4696851"/>
              <a:ext cx="68672" cy="2158456"/>
            </a:xfrm>
            <a:custGeom>
              <a:avLst/>
              <a:gdLst>
                <a:gd name="T0" fmla="*/ 4 w 43"/>
                <a:gd name="T1" fmla="*/ 0 h 1356"/>
                <a:gd name="T2" fmla="*/ 3 w 43"/>
                <a:gd name="T3" fmla="*/ 0 h 1356"/>
                <a:gd name="T4" fmla="*/ 0 w 43"/>
                <a:gd name="T5" fmla="*/ 0 h 1356"/>
                <a:gd name="T6" fmla="*/ 0 w 43"/>
                <a:gd name="T7" fmla="*/ 1356 h 1356"/>
                <a:gd name="T8" fmla="*/ 43 w 43"/>
                <a:gd name="T9" fmla="*/ 1356 h 1356"/>
                <a:gd name="T10" fmla="*/ 43 w 43"/>
                <a:gd name="T11" fmla="*/ 1355 h 1356"/>
                <a:gd name="T12" fmla="*/ 42 w 43"/>
                <a:gd name="T13" fmla="*/ 1355 h 1356"/>
                <a:gd name="T14" fmla="*/ 42 w 43"/>
                <a:gd name="T15" fmla="*/ 29 h 1356"/>
                <a:gd name="T16" fmla="*/ 42 w 43"/>
                <a:gd name="T17" fmla="*/ 27 h 1356"/>
                <a:gd name="T18" fmla="*/ 4 w 43"/>
                <a:gd name="T19" fmla="*/ 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1356">
                  <a:moveTo>
                    <a:pt x="4" y="0"/>
                  </a:moveTo>
                  <a:cubicBezTo>
                    <a:pt x="4" y="0"/>
                    <a:pt x="3" y="0"/>
                    <a:pt x="3" y="0"/>
                  </a:cubicBezTo>
                  <a:cubicBezTo>
                    <a:pt x="2" y="0"/>
                    <a:pt x="1" y="0"/>
                    <a:pt x="0" y="0"/>
                  </a:cubicBezTo>
                  <a:cubicBezTo>
                    <a:pt x="0" y="1356"/>
                    <a:pt x="0" y="1356"/>
                    <a:pt x="0" y="1356"/>
                  </a:cubicBezTo>
                  <a:cubicBezTo>
                    <a:pt x="43" y="1356"/>
                    <a:pt x="43" y="1356"/>
                    <a:pt x="43" y="1356"/>
                  </a:cubicBezTo>
                  <a:cubicBezTo>
                    <a:pt x="43" y="1355"/>
                    <a:pt x="43" y="1355"/>
                    <a:pt x="43" y="1355"/>
                  </a:cubicBezTo>
                  <a:cubicBezTo>
                    <a:pt x="42" y="1355"/>
                    <a:pt x="42" y="1355"/>
                    <a:pt x="42" y="1355"/>
                  </a:cubicBezTo>
                  <a:cubicBezTo>
                    <a:pt x="42" y="29"/>
                    <a:pt x="42" y="29"/>
                    <a:pt x="42" y="29"/>
                  </a:cubicBezTo>
                  <a:cubicBezTo>
                    <a:pt x="42" y="29"/>
                    <a:pt x="42" y="28"/>
                    <a:pt x="42" y="27"/>
                  </a:cubicBezTo>
                  <a:cubicBezTo>
                    <a:pt x="39" y="18"/>
                    <a:pt x="29" y="0"/>
                    <a:pt x="4" y="0"/>
                  </a:cubicBezTo>
                </a:path>
              </a:pathLst>
            </a:custGeom>
            <a:solidFill>
              <a:schemeClr val="accent3"/>
            </a:solidFill>
            <a:ln>
              <a:noFill/>
            </a:ln>
          </p:spPr>
          <p:txBody>
            <a:bodyPr anchor="ctr"/>
            <a:lstStyle/>
            <a:p>
              <a:pPr algn="ctr"/>
            </a:p>
          </p:txBody>
        </p:sp>
        <p:sp>
          <p:nvSpPr>
            <p:cNvPr id="130" name="Freeform: Shape 65"/>
            <p:cNvSpPr/>
            <p:nvPr/>
          </p:nvSpPr>
          <p:spPr bwMode="auto">
            <a:xfrm>
              <a:off x="6228631" y="4692138"/>
              <a:ext cx="100315" cy="2161149"/>
            </a:xfrm>
            <a:custGeom>
              <a:avLst/>
              <a:gdLst>
                <a:gd name="T0" fmla="*/ 31 w 63"/>
                <a:gd name="T1" fmla="*/ 0 h 1358"/>
                <a:gd name="T2" fmla="*/ 30 w 63"/>
                <a:gd name="T3" fmla="*/ 0 h 1358"/>
                <a:gd name="T4" fmla="*/ 0 w 63"/>
                <a:gd name="T5" fmla="*/ 30 h 1358"/>
                <a:gd name="T6" fmla="*/ 0 w 63"/>
                <a:gd name="T7" fmla="*/ 32 h 1358"/>
                <a:gd name="T8" fmla="*/ 0 w 63"/>
                <a:gd name="T9" fmla="*/ 1358 h 1358"/>
                <a:gd name="T10" fmla="*/ 1 w 63"/>
                <a:gd name="T11" fmla="*/ 1358 h 1358"/>
                <a:gd name="T12" fmla="*/ 63 w 63"/>
                <a:gd name="T13" fmla="*/ 1358 h 1358"/>
                <a:gd name="T14" fmla="*/ 63 w 63"/>
                <a:gd name="T15" fmla="*/ 32 h 1358"/>
                <a:gd name="T16" fmla="*/ 57 w 63"/>
                <a:gd name="T17" fmla="*/ 17 h 1358"/>
                <a:gd name="T18" fmla="*/ 31 w 63"/>
                <a:gd name="T19" fmla="*/ 0 h 1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358">
                  <a:moveTo>
                    <a:pt x="31" y="0"/>
                  </a:moveTo>
                  <a:cubicBezTo>
                    <a:pt x="31" y="0"/>
                    <a:pt x="31" y="0"/>
                    <a:pt x="30" y="0"/>
                  </a:cubicBezTo>
                  <a:cubicBezTo>
                    <a:pt x="8" y="1"/>
                    <a:pt x="2" y="22"/>
                    <a:pt x="0" y="30"/>
                  </a:cubicBezTo>
                  <a:cubicBezTo>
                    <a:pt x="0" y="31"/>
                    <a:pt x="0" y="32"/>
                    <a:pt x="0" y="32"/>
                  </a:cubicBezTo>
                  <a:cubicBezTo>
                    <a:pt x="0" y="1358"/>
                    <a:pt x="0" y="1358"/>
                    <a:pt x="0" y="1358"/>
                  </a:cubicBezTo>
                  <a:cubicBezTo>
                    <a:pt x="1" y="1358"/>
                    <a:pt x="1" y="1358"/>
                    <a:pt x="1" y="1358"/>
                  </a:cubicBezTo>
                  <a:cubicBezTo>
                    <a:pt x="63" y="1358"/>
                    <a:pt x="63" y="1358"/>
                    <a:pt x="63" y="1358"/>
                  </a:cubicBezTo>
                  <a:cubicBezTo>
                    <a:pt x="63" y="32"/>
                    <a:pt x="63" y="32"/>
                    <a:pt x="63" y="32"/>
                  </a:cubicBezTo>
                  <a:cubicBezTo>
                    <a:pt x="63" y="32"/>
                    <a:pt x="61" y="24"/>
                    <a:pt x="57" y="17"/>
                  </a:cubicBezTo>
                  <a:cubicBezTo>
                    <a:pt x="52" y="9"/>
                    <a:pt x="45" y="0"/>
                    <a:pt x="31" y="0"/>
                  </a:cubicBezTo>
                </a:path>
              </a:pathLst>
            </a:custGeom>
            <a:solidFill>
              <a:schemeClr val="accent3"/>
            </a:solidFill>
            <a:ln>
              <a:noFill/>
            </a:ln>
          </p:spPr>
          <p:txBody>
            <a:bodyPr anchor="ctr"/>
            <a:lstStyle/>
            <a:p>
              <a:pPr algn="ctr"/>
            </a:p>
          </p:txBody>
        </p:sp>
        <p:sp>
          <p:nvSpPr>
            <p:cNvPr id="131" name="Freeform: Shape 66"/>
            <p:cNvSpPr/>
            <p:nvPr/>
          </p:nvSpPr>
          <p:spPr bwMode="auto">
            <a:xfrm>
              <a:off x="6161979" y="4268661"/>
              <a:ext cx="72038" cy="178413"/>
            </a:xfrm>
            <a:custGeom>
              <a:avLst/>
              <a:gdLst>
                <a:gd name="T0" fmla="*/ 12 w 45"/>
                <a:gd name="T1" fmla="*/ 0 h 112"/>
                <a:gd name="T2" fmla="*/ 7 w 45"/>
                <a:gd name="T3" fmla="*/ 0 h 112"/>
                <a:gd name="T4" fmla="*/ 0 w 45"/>
                <a:gd name="T5" fmla="*/ 0 h 112"/>
                <a:gd name="T6" fmla="*/ 0 w 45"/>
                <a:gd name="T7" fmla="*/ 112 h 112"/>
                <a:gd name="T8" fmla="*/ 11 w 45"/>
                <a:gd name="T9" fmla="*/ 112 h 112"/>
                <a:gd name="T10" fmla="*/ 45 w 45"/>
                <a:gd name="T11" fmla="*/ 109 h 112"/>
                <a:gd name="T12" fmla="*/ 45 w 45"/>
                <a:gd name="T13" fmla="*/ 109 h 112"/>
                <a:gd name="T14" fmla="*/ 12 w 45"/>
                <a:gd name="T15" fmla="*/ 0 h 1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112">
                  <a:moveTo>
                    <a:pt x="12" y="0"/>
                  </a:moveTo>
                  <a:cubicBezTo>
                    <a:pt x="7" y="0"/>
                    <a:pt x="7" y="0"/>
                    <a:pt x="7" y="0"/>
                  </a:cubicBezTo>
                  <a:cubicBezTo>
                    <a:pt x="0" y="0"/>
                    <a:pt x="0" y="0"/>
                    <a:pt x="0" y="0"/>
                  </a:cubicBezTo>
                  <a:cubicBezTo>
                    <a:pt x="0" y="112"/>
                    <a:pt x="0" y="112"/>
                    <a:pt x="0" y="112"/>
                  </a:cubicBezTo>
                  <a:cubicBezTo>
                    <a:pt x="3" y="112"/>
                    <a:pt x="7" y="112"/>
                    <a:pt x="11" y="112"/>
                  </a:cubicBezTo>
                  <a:cubicBezTo>
                    <a:pt x="21" y="112"/>
                    <a:pt x="33" y="111"/>
                    <a:pt x="45" y="109"/>
                  </a:cubicBezTo>
                  <a:cubicBezTo>
                    <a:pt x="45" y="109"/>
                    <a:pt x="45" y="109"/>
                    <a:pt x="45" y="109"/>
                  </a:cubicBezTo>
                  <a:cubicBezTo>
                    <a:pt x="12" y="0"/>
                    <a:pt x="12" y="0"/>
                    <a:pt x="12" y="0"/>
                  </a:cubicBezTo>
                </a:path>
              </a:pathLst>
            </a:custGeom>
            <a:solidFill>
              <a:schemeClr val="accent3"/>
            </a:solidFill>
            <a:ln>
              <a:noFill/>
            </a:ln>
          </p:spPr>
          <p:txBody>
            <a:bodyPr anchor="ctr"/>
            <a:lstStyle/>
            <a:p>
              <a:pPr algn="ctr"/>
            </a:p>
          </p:txBody>
        </p:sp>
      </p:grpSp>
      <p:grpSp>
        <p:nvGrpSpPr>
          <p:cNvPr id="34" name="Group 43"/>
          <p:cNvGrpSpPr/>
          <p:nvPr/>
        </p:nvGrpSpPr>
        <p:grpSpPr>
          <a:xfrm rot="16200000">
            <a:off x="6055995" y="3012440"/>
            <a:ext cx="305435" cy="3351530"/>
            <a:chOff x="6959786" y="5355294"/>
            <a:chExt cx="407320" cy="1502706"/>
          </a:xfrm>
        </p:grpSpPr>
        <p:sp>
          <p:nvSpPr>
            <p:cNvPr id="132" name="Freeform: Shape 44"/>
            <p:cNvSpPr/>
            <p:nvPr/>
          </p:nvSpPr>
          <p:spPr bwMode="auto">
            <a:xfrm>
              <a:off x="6970558" y="5365393"/>
              <a:ext cx="302965" cy="490130"/>
            </a:xfrm>
            <a:custGeom>
              <a:avLst/>
              <a:gdLst>
                <a:gd name="T0" fmla="*/ 450 w 450"/>
                <a:gd name="T1" fmla="*/ 657 h 728"/>
                <a:gd name="T2" fmla="*/ 242 w 450"/>
                <a:gd name="T3" fmla="*/ 0 h 728"/>
                <a:gd name="T4" fmla="*/ 197 w 450"/>
                <a:gd name="T5" fmla="*/ 0 h 728"/>
                <a:gd name="T6" fmla="*/ 0 w 450"/>
                <a:gd name="T7" fmla="*/ 681 h 728"/>
                <a:gd name="T8" fmla="*/ 12 w 450"/>
                <a:gd name="T9" fmla="*/ 728 h 728"/>
                <a:gd name="T10" fmla="*/ 424 w 450"/>
                <a:gd name="T11" fmla="*/ 726 h 728"/>
                <a:gd name="T12" fmla="*/ 450 w 450"/>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50" h="728">
                  <a:moveTo>
                    <a:pt x="450" y="657"/>
                  </a:moveTo>
                  <a:lnTo>
                    <a:pt x="242" y="0"/>
                  </a:lnTo>
                  <a:lnTo>
                    <a:pt x="197" y="0"/>
                  </a:lnTo>
                  <a:lnTo>
                    <a:pt x="0" y="681"/>
                  </a:lnTo>
                  <a:lnTo>
                    <a:pt x="12" y="728"/>
                  </a:lnTo>
                  <a:lnTo>
                    <a:pt x="424" y="726"/>
                  </a:lnTo>
                  <a:lnTo>
                    <a:pt x="450"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Freeform: Shape 45"/>
            <p:cNvSpPr/>
            <p:nvPr/>
          </p:nvSpPr>
          <p:spPr bwMode="auto">
            <a:xfrm>
              <a:off x="6970558" y="5365393"/>
              <a:ext cx="302965" cy="490130"/>
            </a:xfrm>
            <a:custGeom>
              <a:avLst/>
              <a:gdLst>
                <a:gd name="T0" fmla="*/ 450 w 450"/>
                <a:gd name="T1" fmla="*/ 657 h 728"/>
                <a:gd name="T2" fmla="*/ 242 w 450"/>
                <a:gd name="T3" fmla="*/ 0 h 728"/>
                <a:gd name="T4" fmla="*/ 197 w 450"/>
                <a:gd name="T5" fmla="*/ 0 h 728"/>
                <a:gd name="T6" fmla="*/ 0 w 450"/>
                <a:gd name="T7" fmla="*/ 681 h 728"/>
                <a:gd name="T8" fmla="*/ 12 w 450"/>
                <a:gd name="T9" fmla="*/ 728 h 728"/>
                <a:gd name="T10" fmla="*/ 424 w 450"/>
                <a:gd name="T11" fmla="*/ 726 h 728"/>
                <a:gd name="T12" fmla="*/ 450 w 450"/>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50" h="728">
                  <a:moveTo>
                    <a:pt x="450" y="657"/>
                  </a:moveTo>
                  <a:lnTo>
                    <a:pt x="242" y="0"/>
                  </a:lnTo>
                  <a:lnTo>
                    <a:pt x="197" y="0"/>
                  </a:lnTo>
                  <a:lnTo>
                    <a:pt x="0" y="681"/>
                  </a:lnTo>
                  <a:lnTo>
                    <a:pt x="12" y="728"/>
                  </a:lnTo>
                  <a:lnTo>
                    <a:pt x="424" y="726"/>
                  </a:lnTo>
                  <a:lnTo>
                    <a:pt x="450"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Freeform: Shape 46"/>
            <p:cNvSpPr/>
            <p:nvPr/>
          </p:nvSpPr>
          <p:spPr bwMode="auto">
            <a:xfrm>
              <a:off x="7058755" y="5786851"/>
              <a:ext cx="123879" cy="1068456"/>
            </a:xfrm>
            <a:custGeom>
              <a:avLst/>
              <a:gdLst>
                <a:gd name="T0" fmla="*/ 78 w 78"/>
                <a:gd name="T1" fmla="*/ 671 h 671"/>
                <a:gd name="T2" fmla="*/ 0 w 78"/>
                <a:gd name="T3" fmla="*/ 671 h 671"/>
                <a:gd name="T4" fmla="*/ 0 w 78"/>
                <a:gd name="T5" fmla="*/ 32 h 671"/>
                <a:gd name="T6" fmla="*/ 38 w 78"/>
                <a:gd name="T7" fmla="*/ 1 h 671"/>
                <a:gd name="T8" fmla="*/ 78 w 78"/>
                <a:gd name="T9" fmla="*/ 32 h 671"/>
                <a:gd name="T10" fmla="*/ 78 w 78"/>
                <a:gd name="T11" fmla="*/ 671 h 671"/>
              </a:gdLst>
              <a:ahLst/>
              <a:cxnLst>
                <a:cxn ang="0">
                  <a:pos x="T0" y="T1"/>
                </a:cxn>
                <a:cxn ang="0">
                  <a:pos x="T2" y="T3"/>
                </a:cxn>
                <a:cxn ang="0">
                  <a:pos x="T4" y="T5"/>
                </a:cxn>
                <a:cxn ang="0">
                  <a:pos x="T6" y="T7"/>
                </a:cxn>
                <a:cxn ang="0">
                  <a:pos x="T8" y="T9"/>
                </a:cxn>
                <a:cxn ang="0">
                  <a:pos x="T10" y="T11"/>
                </a:cxn>
              </a:cxnLst>
              <a:rect l="0" t="0" r="r" b="b"/>
              <a:pathLst>
                <a:path w="78" h="671">
                  <a:moveTo>
                    <a:pt x="78" y="671"/>
                  </a:moveTo>
                  <a:cubicBezTo>
                    <a:pt x="0" y="671"/>
                    <a:pt x="0" y="671"/>
                    <a:pt x="0" y="671"/>
                  </a:cubicBezTo>
                  <a:cubicBezTo>
                    <a:pt x="0" y="32"/>
                    <a:pt x="0" y="32"/>
                    <a:pt x="0" y="32"/>
                  </a:cubicBezTo>
                  <a:cubicBezTo>
                    <a:pt x="0" y="32"/>
                    <a:pt x="4" y="1"/>
                    <a:pt x="38" y="1"/>
                  </a:cubicBezTo>
                  <a:cubicBezTo>
                    <a:pt x="72" y="0"/>
                    <a:pt x="78" y="32"/>
                    <a:pt x="78" y="32"/>
                  </a:cubicBezTo>
                  <a:cubicBezTo>
                    <a:pt x="78" y="671"/>
                    <a:pt x="78" y="671"/>
                    <a:pt x="78" y="671"/>
                  </a:cubicBezTo>
                </a:path>
              </a:pathLst>
            </a:custGeom>
            <a:solidFill>
              <a:schemeClr val="tx2">
                <a:lumMod val="60000"/>
                <a:lumOff val="40000"/>
              </a:schemeClr>
            </a:solidFill>
            <a:ln>
              <a:noFill/>
            </a:ln>
          </p:spPr>
          <p:txBody>
            <a:bodyPr anchor="ctr"/>
            <a:lstStyle/>
            <a:p>
              <a:pPr algn="ctr"/>
            </a:p>
          </p:txBody>
        </p:sp>
        <p:sp>
          <p:nvSpPr>
            <p:cNvPr id="135" name="Freeform: Shape 47"/>
            <p:cNvSpPr/>
            <p:nvPr/>
          </p:nvSpPr>
          <p:spPr bwMode="auto">
            <a:xfrm>
              <a:off x="7181287"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7" y="0"/>
                    <a:pt x="63" y="32"/>
                    <a:pt x="63" y="32"/>
                  </a:cubicBezTo>
                  <a:cubicBezTo>
                    <a:pt x="63" y="672"/>
                    <a:pt x="63" y="672"/>
                    <a:pt x="63" y="672"/>
                  </a:cubicBezTo>
                </a:path>
              </a:pathLst>
            </a:custGeom>
            <a:solidFill>
              <a:srgbClr val="F7787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Freeform: Shape 48"/>
            <p:cNvSpPr/>
            <p:nvPr/>
          </p:nvSpPr>
          <p:spPr bwMode="auto">
            <a:xfrm>
              <a:off x="6959786"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8" y="0"/>
                    <a:pt x="63" y="32"/>
                    <a:pt x="63" y="32"/>
                  </a:cubicBezTo>
                  <a:lnTo>
                    <a:pt x="63" y="672"/>
                  </a:lnTo>
                  <a:close/>
                </a:path>
              </a:pathLst>
            </a:custGeom>
            <a:solidFill>
              <a:schemeClr val="tx2">
                <a:lumMod val="60000"/>
                <a:lumOff val="40000"/>
              </a:schemeClr>
            </a:solidFill>
            <a:ln>
              <a:noFill/>
            </a:ln>
          </p:spPr>
          <p:txBody>
            <a:bodyPr anchor="ctr"/>
            <a:lstStyle/>
            <a:p>
              <a:pPr algn="ctr"/>
            </a:p>
          </p:txBody>
        </p:sp>
        <p:sp>
          <p:nvSpPr>
            <p:cNvPr id="137" name="Freeform: Shape 49"/>
            <p:cNvSpPr/>
            <p:nvPr/>
          </p:nvSpPr>
          <p:spPr bwMode="auto">
            <a:xfrm>
              <a:off x="7056735" y="5357314"/>
              <a:ext cx="130611" cy="191204"/>
            </a:xfrm>
            <a:custGeom>
              <a:avLst/>
              <a:gdLst>
                <a:gd name="T0" fmla="*/ 0 w 82"/>
                <a:gd name="T1" fmla="*/ 110 h 120"/>
                <a:gd name="T2" fmla="*/ 82 w 82"/>
                <a:gd name="T3" fmla="*/ 112 h 120"/>
                <a:gd name="T4" fmla="*/ 48 w 82"/>
                <a:gd name="T5" fmla="*/ 0 h 120"/>
                <a:gd name="T6" fmla="*/ 28 w 82"/>
                <a:gd name="T7" fmla="*/ 0 h 120"/>
                <a:gd name="T8" fmla="*/ 0 w 82"/>
                <a:gd name="T9" fmla="*/ 110 h 120"/>
              </a:gdLst>
              <a:ahLst/>
              <a:cxnLst>
                <a:cxn ang="0">
                  <a:pos x="T0" y="T1"/>
                </a:cxn>
                <a:cxn ang="0">
                  <a:pos x="T2" y="T3"/>
                </a:cxn>
                <a:cxn ang="0">
                  <a:pos x="T4" y="T5"/>
                </a:cxn>
                <a:cxn ang="0">
                  <a:pos x="T6" y="T7"/>
                </a:cxn>
                <a:cxn ang="0">
                  <a:pos x="T8" y="T9"/>
                </a:cxn>
              </a:cxnLst>
              <a:rect l="0" t="0" r="r" b="b"/>
              <a:pathLst>
                <a:path w="82" h="120">
                  <a:moveTo>
                    <a:pt x="0" y="110"/>
                  </a:moveTo>
                  <a:cubicBezTo>
                    <a:pt x="0" y="110"/>
                    <a:pt x="39" y="120"/>
                    <a:pt x="82" y="112"/>
                  </a:cubicBezTo>
                  <a:cubicBezTo>
                    <a:pt x="48" y="0"/>
                    <a:pt x="48" y="0"/>
                    <a:pt x="48" y="0"/>
                  </a:cubicBezTo>
                  <a:cubicBezTo>
                    <a:pt x="28" y="0"/>
                    <a:pt x="28" y="0"/>
                    <a:pt x="28" y="0"/>
                  </a:cubicBezTo>
                  <a:cubicBezTo>
                    <a:pt x="0" y="110"/>
                    <a:pt x="0" y="110"/>
                    <a:pt x="0" y="110"/>
                  </a:cubicBezTo>
                </a:path>
              </a:pathLst>
            </a:custGeom>
            <a:solidFill>
              <a:schemeClr val="tx2">
                <a:lumMod val="60000"/>
                <a:lumOff val="40000"/>
              </a:schemeClr>
            </a:solidFill>
            <a:ln>
              <a:noFill/>
            </a:ln>
          </p:spPr>
          <p:txBody>
            <a:bodyPr anchor="ctr"/>
            <a:lstStyle/>
            <a:p>
              <a:pPr algn="ctr"/>
            </a:p>
          </p:txBody>
        </p:sp>
        <p:sp>
          <p:nvSpPr>
            <p:cNvPr id="138" name="Freeform: Shape 50"/>
            <p:cNvSpPr/>
            <p:nvPr/>
          </p:nvSpPr>
          <p:spPr bwMode="auto">
            <a:xfrm>
              <a:off x="7117328" y="5355294"/>
              <a:ext cx="249778" cy="1502706"/>
            </a:xfrm>
            <a:custGeom>
              <a:avLst/>
              <a:gdLst>
                <a:gd name="T0" fmla="*/ 34 w 157"/>
                <a:gd name="T1" fmla="*/ 0 h 944"/>
                <a:gd name="T2" fmla="*/ 0 w 157"/>
                <a:gd name="T3" fmla="*/ 1 h 944"/>
                <a:gd name="T4" fmla="*/ 0 w 157"/>
                <a:gd name="T5" fmla="*/ 1 h 944"/>
                <a:gd name="T6" fmla="*/ 10 w 157"/>
                <a:gd name="T7" fmla="*/ 1 h 944"/>
                <a:gd name="T8" fmla="*/ 44 w 157"/>
                <a:gd name="T9" fmla="*/ 113 h 944"/>
                <a:gd name="T10" fmla="*/ 44 w 157"/>
                <a:gd name="T11" fmla="*/ 113 h 944"/>
                <a:gd name="T12" fmla="*/ 98 w 157"/>
                <a:gd name="T13" fmla="*/ 284 h 944"/>
                <a:gd name="T14" fmla="*/ 97 w 157"/>
                <a:gd name="T15" fmla="*/ 286 h 944"/>
                <a:gd name="T16" fmla="*/ 103 w 157"/>
                <a:gd name="T17" fmla="*/ 301 h 944"/>
                <a:gd name="T18" fmla="*/ 103 w 157"/>
                <a:gd name="T19" fmla="*/ 941 h 944"/>
                <a:gd name="T20" fmla="*/ 41 w 157"/>
                <a:gd name="T21" fmla="*/ 941 h 944"/>
                <a:gd name="T22" fmla="*/ 41 w 157"/>
                <a:gd name="T23" fmla="*/ 942 h 944"/>
                <a:gd name="T24" fmla="*/ 0 w 157"/>
                <a:gd name="T25" fmla="*/ 942 h 944"/>
                <a:gd name="T26" fmla="*/ 0 w 157"/>
                <a:gd name="T27" fmla="*/ 944 h 944"/>
                <a:gd name="T28" fmla="*/ 157 w 157"/>
                <a:gd name="T29" fmla="*/ 942 h 944"/>
                <a:gd name="T30" fmla="*/ 142 w 157"/>
                <a:gd name="T31" fmla="*/ 290 h 944"/>
                <a:gd name="T32" fmla="*/ 34 w 157"/>
                <a:gd name="T33" fmla="*/ 0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7" h="944">
                  <a:moveTo>
                    <a:pt x="34" y="0"/>
                  </a:moveTo>
                  <a:cubicBezTo>
                    <a:pt x="0" y="1"/>
                    <a:pt x="0" y="1"/>
                    <a:pt x="0" y="1"/>
                  </a:cubicBezTo>
                  <a:cubicBezTo>
                    <a:pt x="0" y="1"/>
                    <a:pt x="0" y="1"/>
                    <a:pt x="0" y="1"/>
                  </a:cubicBezTo>
                  <a:cubicBezTo>
                    <a:pt x="10" y="1"/>
                    <a:pt x="10" y="1"/>
                    <a:pt x="10" y="1"/>
                  </a:cubicBezTo>
                  <a:cubicBezTo>
                    <a:pt x="44" y="113"/>
                    <a:pt x="44" y="113"/>
                    <a:pt x="44" y="113"/>
                  </a:cubicBezTo>
                  <a:cubicBezTo>
                    <a:pt x="44" y="113"/>
                    <a:pt x="44" y="113"/>
                    <a:pt x="44" y="113"/>
                  </a:cubicBezTo>
                  <a:cubicBezTo>
                    <a:pt x="98" y="284"/>
                    <a:pt x="98" y="284"/>
                    <a:pt x="98" y="284"/>
                  </a:cubicBezTo>
                  <a:cubicBezTo>
                    <a:pt x="97" y="286"/>
                    <a:pt x="97" y="286"/>
                    <a:pt x="97" y="286"/>
                  </a:cubicBezTo>
                  <a:cubicBezTo>
                    <a:pt x="101" y="293"/>
                    <a:pt x="103" y="301"/>
                    <a:pt x="103" y="301"/>
                  </a:cubicBezTo>
                  <a:cubicBezTo>
                    <a:pt x="103" y="941"/>
                    <a:pt x="103" y="941"/>
                    <a:pt x="103" y="941"/>
                  </a:cubicBezTo>
                  <a:cubicBezTo>
                    <a:pt x="41" y="941"/>
                    <a:pt x="41" y="941"/>
                    <a:pt x="41" y="941"/>
                  </a:cubicBezTo>
                  <a:cubicBezTo>
                    <a:pt x="41" y="942"/>
                    <a:pt x="41" y="942"/>
                    <a:pt x="41" y="942"/>
                  </a:cubicBezTo>
                  <a:cubicBezTo>
                    <a:pt x="0" y="942"/>
                    <a:pt x="0" y="942"/>
                    <a:pt x="0" y="942"/>
                  </a:cubicBezTo>
                  <a:cubicBezTo>
                    <a:pt x="0" y="944"/>
                    <a:pt x="0" y="944"/>
                    <a:pt x="0" y="944"/>
                  </a:cubicBezTo>
                  <a:cubicBezTo>
                    <a:pt x="157" y="942"/>
                    <a:pt x="157" y="942"/>
                    <a:pt x="157" y="9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Freeform: Shape 51"/>
            <p:cNvSpPr/>
            <p:nvPr/>
          </p:nvSpPr>
          <p:spPr bwMode="auto">
            <a:xfrm>
              <a:off x="7117328" y="5535727"/>
              <a:ext cx="156195" cy="295559"/>
            </a:xfrm>
            <a:custGeom>
              <a:avLst/>
              <a:gdLst>
                <a:gd name="T0" fmla="*/ 44 w 98"/>
                <a:gd name="T1" fmla="*/ 0 h 186"/>
                <a:gd name="T2" fmla="*/ 9 w 98"/>
                <a:gd name="T3" fmla="*/ 3 h 186"/>
                <a:gd name="T4" fmla="*/ 0 w 98"/>
                <a:gd name="T5" fmla="*/ 3 h 186"/>
                <a:gd name="T6" fmla="*/ 0 w 98"/>
                <a:gd name="T7" fmla="*/ 159 h 186"/>
                <a:gd name="T8" fmla="*/ 1 w 98"/>
                <a:gd name="T9" fmla="*/ 159 h 186"/>
                <a:gd name="T10" fmla="*/ 2 w 98"/>
                <a:gd name="T11" fmla="*/ 159 h 186"/>
                <a:gd name="T12" fmla="*/ 40 w 98"/>
                <a:gd name="T13" fmla="*/ 186 h 186"/>
                <a:gd name="T14" fmla="*/ 71 w 98"/>
                <a:gd name="T15" fmla="*/ 156 h 186"/>
                <a:gd name="T16" fmla="*/ 71 w 98"/>
                <a:gd name="T17" fmla="*/ 156 h 186"/>
                <a:gd name="T18" fmla="*/ 97 w 98"/>
                <a:gd name="T19" fmla="*/ 173 h 186"/>
                <a:gd name="T20" fmla="*/ 98 w 98"/>
                <a:gd name="T21" fmla="*/ 171 h 186"/>
                <a:gd name="T22" fmla="*/ 44 w 98"/>
                <a:gd name="T23"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8" h="186">
                  <a:moveTo>
                    <a:pt x="44" y="0"/>
                  </a:moveTo>
                  <a:cubicBezTo>
                    <a:pt x="31" y="2"/>
                    <a:pt x="20" y="3"/>
                    <a:pt x="9" y="3"/>
                  </a:cubicBezTo>
                  <a:cubicBezTo>
                    <a:pt x="6" y="3"/>
                    <a:pt x="3" y="3"/>
                    <a:pt x="0" y="3"/>
                  </a:cubicBezTo>
                  <a:cubicBezTo>
                    <a:pt x="0" y="159"/>
                    <a:pt x="0" y="159"/>
                    <a:pt x="0" y="159"/>
                  </a:cubicBezTo>
                  <a:cubicBezTo>
                    <a:pt x="0" y="159"/>
                    <a:pt x="1" y="159"/>
                    <a:pt x="1" y="159"/>
                  </a:cubicBezTo>
                  <a:cubicBezTo>
                    <a:pt x="2" y="159"/>
                    <a:pt x="2" y="159"/>
                    <a:pt x="2" y="159"/>
                  </a:cubicBezTo>
                  <a:cubicBezTo>
                    <a:pt x="27" y="159"/>
                    <a:pt x="37" y="177"/>
                    <a:pt x="40" y="186"/>
                  </a:cubicBezTo>
                  <a:cubicBezTo>
                    <a:pt x="42" y="179"/>
                    <a:pt x="48" y="157"/>
                    <a:pt x="71" y="156"/>
                  </a:cubicBezTo>
                  <a:cubicBezTo>
                    <a:pt x="71" y="156"/>
                    <a:pt x="71" y="156"/>
                    <a:pt x="71" y="156"/>
                  </a:cubicBezTo>
                  <a:cubicBezTo>
                    <a:pt x="85" y="156"/>
                    <a:pt x="92" y="165"/>
                    <a:pt x="97" y="173"/>
                  </a:cubicBezTo>
                  <a:cubicBezTo>
                    <a:pt x="98" y="171"/>
                    <a:pt x="98" y="171"/>
                    <a:pt x="98" y="171"/>
                  </a:cubicBezTo>
                  <a:cubicBezTo>
                    <a:pt x="44" y="0"/>
                    <a:pt x="44" y="0"/>
                    <a:pt x="44"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Freeform: Shape 52"/>
            <p:cNvSpPr/>
            <p:nvPr/>
          </p:nvSpPr>
          <p:spPr bwMode="auto">
            <a:xfrm>
              <a:off x="7117328" y="5788871"/>
              <a:ext cx="65306" cy="1066436"/>
            </a:xfrm>
            <a:custGeom>
              <a:avLst/>
              <a:gdLst>
                <a:gd name="T0" fmla="*/ 2 w 41"/>
                <a:gd name="T1" fmla="*/ 0 h 670"/>
                <a:gd name="T2" fmla="*/ 1 w 41"/>
                <a:gd name="T3" fmla="*/ 0 h 670"/>
                <a:gd name="T4" fmla="*/ 0 w 41"/>
                <a:gd name="T5" fmla="*/ 0 h 670"/>
                <a:gd name="T6" fmla="*/ 0 w 41"/>
                <a:gd name="T7" fmla="*/ 670 h 670"/>
                <a:gd name="T8" fmla="*/ 41 w 41"/>
                <a:gd name="T9" fmla="*/ 670 h 670"/>
                <a:gd name="T10" fmla="*/ 41 w 41"/>
                <a:gd name="T11" fmla="*/ 669 h 670"/>
                <a:gd name="T12" fmla="*/ 40 w 41"/>
                <a:gd name="T13" fmla="*/ 669 h 670"/>
                <a:gd name="T14" fmla="*/ 40 w 41"/>
                <a:gd name="T15" fmla="*/ 29 h 670"/>
                <a:gd name="T16" fmla="*/ 40 w 41"/>
                <a:gd name="T17" fmla="*/ 27 h 670"/>
                <a:gd name="T18" fmla="*/ 2 w 41"/>
                <a:gd name="T19" fmla="*/ 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670">
                  <a:moveTo>
                    <a:pt x="2" y="0"/>
                  </a:moveTo>
                  <a:cubicBezTo>
                    <a:pt x="2" y="0"/>
                    <a:pt x="2" y="0"/>
                    <a:pt x="1" y="0"/>
                  </a:cubicBezTo>
                  <a:cubicBezTo>
                    <a:pt x="1" y="0"/>
                    <a:pt x="0" y="0"/>
                    <a:pt x="0" y="0"/>
                  </a:cubicBezTo>
                  <a:cubicBezTo>
                    <a:pt x="0" y="670"/>
                    <a:pt x="0" y="670"/>
                    <a:pt x="0" y="670"/>
                  </a:cubicBezTo>
                  <a:cubicBezTo>
                    <a:pt x="41" y="670"/>
                    <a:pt x="41" y="670"/>
                    <a:pt x="41" y="670"/>
                  </a:cubicBezTo>
                  <a:cubicBezTo>
                    <a:pt x="41" y="669"/>
                    <a:pt x="41" y="669"/>
                    <a:pt x="41" y="669"/>
                  </a:cubicBezTo>
                  <a:cubicBezTo>
                    <a:pt x="40" y="669"/>
                    <a:pt x="40" y="669"/>
                    <a:pt x="40" y="669"/>
                  </a:cubicBezTo>
                  <a:cubicBezTo>
                    <a:pt x="40" y="29"/>
                    <a:pt x="40" y="29"/>
                    <a:pt x="40" y="29"/>
                  </a:cubicBezTo>
                  <a:cubicBezTo>
                    <a:pt x="40" y="29"/>
                    <a:pt x="40" y="28"/>
                    <a:pt x="40" y="27"/>
                  </a:cubicBezTo>
                  <a:cubicBezTo>
                    <a:pt x="37" y="18"/>
                    <a:pt x="27" y="0"/>
                    <a:pt x="2" y="0"/>
                  </a:cubicBezTo>
                </a:path>
              </a:pathLst>
            </a:custGeom>
            <a:solidFill>
              <a:schemeClr val="tx2"/>
            </a:solidFill>
            <a:ln>
              <a:noFill/>
            </a:ln>
          </p:spPr>
          <p:txBody>
            <a:bodyPr anchor="ctr"/>
            <a:lstStyle/>
            <a:p>
              <a:pPr algn="ctr"/>
            </a:p>
          </p:txBody>
        </p:sp>
        <p:sp>
          <p:nvSpPr>
            <p:cNvPr id="141" name="Freeform: Shape 53"/>
            <p:cNvSpPr/>
            <p:nvPr/>
          </p:nvSpPr>
          <p:spPr bwMode="auto">
            <a:xfrm>
              <a:off x="7181287" y="5783485"/>
              <a:ext cx="100315" cy="1069802"/>
            </a:xfrm>
            <a:custGeom>
              <a:avLst/>
              <a:gdLst>
                <a:gd name="T0" fmla="*/ 31 w 63"/>
                <a:gd name="T1" fmla="*/ 0 h 672"/>
                <a:gd name="T2" fmla="*/ 31 w 63"/>
                <a:gd name="T3" fmla="*/ 0 h 672"/>
                <a:gd name="T4" fmla="*/ 0 w 63"/>
                <a:gd name="T5" fmla="*/ 30 h 672"/>
                <a:gd name="T6" fmla="*/ 0 w 63"/>
                <a:gd name="T7" fmla="*/ 32 h 672"/>
                <a:gd name="T8" fmla="*/ 0 w 63"/>
                <a:gd name="T9" fmla="*/ 672 h 672"/>
                <a:gd name="T10" fmla="*/ 1 w 63"/>
                <a:gd name="T11" fmla="*/ 672 h 672"/>
                <a:gd name="T12" fmla="*/ 63 w 63"/>
                <a:gd name="T13" fmla="*/ 672 h 672"/>
                <a:gd name="T14" fmla="*/ 63 w 63"/>
                <a:gd name="T15" fmla="*/ 32 h 672"/>
                <a:gd name="T16" fmla="*/ 57 w 63"/>
                <a:gd name="T17" fmla="*/ 17 h 672"/>
                <a:gd name="T18" fmla="*/ 31 w 63"/>
                <a:gd name="T19" fmla="*/ 0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672">
                  <a:moveTo>
                    <a:pt x="31" y="0"/>
                  </a:moveTo>
                  <a:cubicBezTo>
                    <a:pt x="31" y="0"/>
                    <a:pt x="31" y="0"/>
                    <a:pt x="31" y="0"/>
                  </a:cubicBezTo>
                  <a:cubicBezTo>
                    <a:pt x="8" y="1"/>
                    <a:pt x="2" y="23"/>
                    <a:pt x="0" y="30"/>
                  </a:cubicBezTo>
                  <a:cubicBezTo>
                    <a:pt x="0" y="31"/>
                    <a:pt x="0" y="32"/>
                    <a:pt x="0" y="32"/>
                  </a:cubicBezTo>
                  <a:cubicBezTo>
                    <a:pt x="0" y="672"/>
                    <a:pt x="0" y="672"/>
                    <a:pt x="0" y="672"/>
                  </a:cubicBezTo>
                  <a:cubicBezTo>
                    <a:pt x="1" y="672"/>
                    <a:pt x="1" y="672"/>
                    <a:pt x="1" y="672"/>
                  </a:cubicBezTo>
                  <a:cubicBezTo>
                    <a:pt x="63" y="672"/>
                    <a:pt x="63" y="672"/>
                    <a:pt x="63" y="672"/>
                  </a:cubicBezTo>
                  <a:cubicBezTo>
                    <a:pt x="63" y="32"/>
                    <a:pt x="63" y="32"/>
                    <a:pt x="63" y="32"/>
                  </a:cubicBezTo>
                  <a:cubicBezTo>
                    <a:pt x="63" y="32"/>
                    <a:pt x="61" y="24"/>
                    <a:pt x="57" y="17"/>
                  </a:cubicBezTo>
                  <a:cubicBezTo>
                    <a:pt x="52" y="9"/>
                    <a:pt x="45" y="0"/>
                    <a:pt x="31" y="0"/>
                  </a:cubicBezTo>
                </a:path>
              </a:pathLst>
            </a:custGeom>
            <a:solidFill>
              <a:schemeClr val="tx2"/>
            </a:solidFill>
            <a:ln>
              <a:noFill/>
            </a:ln>
          </p:spPr>
          <p:txBody>
            <a:bodyPr anchor="ctr"/>
            <a:lstStyle/>
            <a:p>
              <a:pPr algn="ctr"/>
            </a:p>
          </p:txBody>
        </p:sp>
        <p:sp>
          <p:nvSpPr>
            <p:cNvPr id="142" name="Freeform: Shape 54"/>
            <p:cNvSpPr/>
            <p:nvPr/>
          </p:nvSpPr>
          <p:spPr bwMode="auto">
            <a:xfrm>
              <a:off x="7117328" y="5357314"/>
              <a:ext cx="70019" cy="183125"/>
            </a:xfrm>
            <a:custGeom>
              <a:avLst/>
              <a:gdLst>
                <a:gd name="T0" fmla="*/ 10 w 44"/>
                <a:gd name="T1" fmla="*/ 0 h 115"/>
                <a:gd name="T2" fmla="*/ 0 w 44"/>
                <a:gd name="T3" fmla="*/ 0 h 115"/>
                <a:gd name="T4" fmla="*/ 0 w 44"/>
                <a:gd name="T5" fmla="*/ 115 h 115"/>
                <a:gd name="T6" fmla="*/ 9 w 44"/>
                <a:gd name="T7" fmla="*/ 115 h 115"/>
                <a:gd name="T8" fmla="*/ 44 w 44"/>
                <a:gd name="T9" fmla="*/ 112 h 115"/>
                <a:gd name="T10" fmla="*/ 44 w 44"/>
                <a:gd name="T11" fmla="*/ 112 h 115"/>
                <a:gd name="T12" fmla="*/ 10 w 44"/>
                <a:gd name="T13" fmla="*/ 0 h 115"/>
              </a:gdLst>
              <a:ahLst/>
              <a:cxnLst>
                <a:cxn ang="0">
                  <a:pos x="T0" y="T1"/>
                </a:cxn>
                <a:cxn ang="0">
                  <a:pos x="T2" y="T3"/>
                </a:cxn>
                <a:cxn ang="0">
                  <a:pos x="T4" y="T5"/>
                </a:cxn>
                <a:cxn ang="0">
                  <a:pos x="T6" y="T7"/>
                </a:cxn>
                <a:cxn ang="0">
                  <a:pos x="T8" y="T9"/>
                </a:cxn>
                <a:cxn ang="0">
                  <a:pos x="T10" y="T11"/>
                </a:cxn>
                <a:cxn ang="0">
                  <a:pos x="T12" y="T13"/>
                </a:cxn>
              </a:cxnLst>
              <a:rect l="0" t="0" r="r" b="b"/>
              <a:pathLst>
                <a:path w="44" h="115">
                  <a:moveTo>
                    <a:pt x="10" y="0"/>
                  </a:moveTo>
                  <a:cubicBezTo>
                    <a:pt x="0" y="0"/>
                    <a:pt x="0" y="0"/>
                    <a:pt x="0" y="0"/>
                  </a:cubicBezTo>
                  <a:cubicBezTo>
                    <a:pt x="0" y="115"/>
                    <a:pt x="0" y="115"/>
                    <a:pt x="0" y="115"/>
                  </a:cubicBezTo>
                  <a:cubicBezTo>
                    <a:pt x="3" y="115"/>
                    <a:pt x="6" y="115"/>
                    <a:pt x="9" y="115"/>
                  </a:cubicBezTo>
                  <a:cubicBezTo>
                    <a:pt x="20" y="115"/>
                    <a:pt x="31" y="114"/>
                    <a:pt x="44" y="112"/>
                  </a:cubicBezTo>
                  <a:cubicBezTo>
                    <a:pt x="44" y="112"/>
                    <a:pt x="44" y="112"/>
                    <a:pt x="44" y="112"/>
                  </a:cubicBezTo>
                  <a:cubicBezTo>
                    <a:pt x="10" y="0"/>
                    <a:pt x="10" y="0"/>
                    <a:pt x="10" y="0"/>
                  </a:cubicBezTo>
                </a:path>
              </a:pathLst>
            </a:custGeom>
            <a:solidFill>
              <a:schemeClr val="tx2"/>
            </a:solidFill>
            <a:ln>
              <a:noFill/>
            </a:ln>
          </p:spPr>
          <p:txBody>
            <a:bodyPr anchor="ctr"/>
            <a:lstStyle/>
            <a:p>
              <a:pPr algn="ctr"/>
            </a:p>
          </p:txBody>
        </p:sp>
      </p:grpSp>
      <p:sp>
        <p:nvSpPr>
          <p:cNvPr id="16" name="TextBox 20"/>
          <p:cNvSpPr txBox="1"/>
          <p:nvPr/>
        </p:nvSpPr>
        <p:spPr>
          <a:xfrm>
            <a:off x="1654175" y="4943475"/>
            <a:ext cx="6292215" cy="1476375"/>
          </a:xfrm>
          <a:prstGeom prst="rect">
            <a:avLst/>
          </a:prstGeom>
          <a:noFill/>
        </p:spPr>
        <p:txBody>
          <a:bodyPr wrap="square" rtlCol="0">
            <a:spAutoFit/>
          </a:bodyPr>
          <a:p>
            <a:pPr algn="l" defTabSz="914400">
              <a:lnSpc>
                <a:spcPct val="150000"/>
              </a:lnSpc>
              <a:spcBef>
                <a:spcPct val="20000"/>
              </a:spcBef>
              <a:buClrTx/>
              <a:buSzTx/>
              <a:buFontTx/>
              <a:defRPr/>
            </a:pPr>
            <a:r>
              <a:rPr lang="zh-CN" sz="2000" b="1">
                <a:solidFill>
                  <a:srgbClr val="11373F"/>
                </a:solidFill>
                <a:sym typeface="+mn-ea"/>
              </a:rPr>
              <a:t>数据元素：数据元素(Data Element)是数据的基本单位，又可称为元素、结点、顶点和记录，是一个数据整体中可以标识和访问的数据单元。</a:t>
            </a:r>
            <a:endParaRPr lang="zh-CN" sz="2000" b="1">
              <a:solidFill>
                <a:srgbClr val="11373F"/>
              </a:solidFill>
              <a:sym typeface="+mn-ea"/>
            </a:endParaRPr>
          </a:p>
        </p:txBody>
      </p:sp>
      <p:sp>
        <p:nvSpPr>
          <p:cNvPr id="35" name="FLYING IMPRESSION FID FEIZHAO    qq:1964271550"/>
          <p:cNvSpPr/>
          <p:nvPr/>
        </p:nvSpPr>
        <p:spPr>
          <a:xfrm>
            <a:off x="718820" y="5073650"/>
            <a:ext cx="932180" cy="89725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GB" dirty="0">
              <a:solidFill>
                <a:schemeClr val="bg2">
                  <a:lumMod val="25000"/>
                </a:schemeClr>
              </a:solidFill>
              <a:cs typeface="+mn-ea"/>
              <a:sym typeface="+mn-lt"/>
            </a:endParaRPr>
          </a:p>
        </p:txBody>
      </p:sp>
      <p:grpSp>
        <p:nvGrpSpPr>
          <p:cNvPr id="39" name="组合 38"/>
          <p:cNvGrpSpPr/>
          <p:nvPr/>
        </p:nvGrpSpPr>
        <p:grpSpPr>
          <a:xfrm>
            <a:off x="935355" y="5335270"/>
            <a:ext cx="505460" cy="490220"/>
            <a:chOff x="1004888" y="993775"/>
            <a:chExt cx="2438400" cy="2332038"/>
          </a:xfrm>
          <a:solidFill>
            <a:schemeClr val="bg1"/>
          </a:solidFill>
        </p:grpSpPr>
        <p:sp>
          <p:nvSpPr>
            <p:cNvPr id="40" name="Freeform 25"/>
            <p:cNvSpPr/>
            <p:nvPr/>
          </p:nvSpPr>
          <p:spPr bwMode="auto">
            <a:xfrm>
              <a:off x="1898651" y="2670175"/>
              <a:ext cx="655638" cy="655638"/>
            </a:xfrm>
            <a:custGeom>
              <a:avLst/>
              <a:gdLst>
                <a:gd name="T0" fmla="*/ 206 w 413"/>
                <a:gd name="T1" fmla="*/ 413 h 413"/>
                <a:gd name="T2" fmla="*/ 0 w 413"/>
                <a:gd name="T3" fmla="*/ 0 h 413"/>
                <a:gd name="T4" fmla="*/ 413 w 413"/>
                <a:gd name="T5" fmla="*/ 0 h 413"/>
                <a:gd name="T6" fmla="*/ 206 w 413"/>
                <a:gd name="T7" fmla="*/ 413 h 413"/>
              </a:gdLst>
              <a:ahLst/>
              <a:cxnLst>
                <a:cxn ang="0">
                  <a:pos x="T0" y="T1"/>
                </a:cxn>
                <a:cxn ang="0">
                  <a:pos x="T2" y="T3"/>
                </a:cxn>
                <a:cxn ang="0">
                  <a:pos x="T4" y="T5"/>
                </a:cxn>
                <a:cxn ang="0">
                  <a:pos x="T6" y="T7"/>
                </a:cxn>
              </a:cxnLst>
              <a:rect l="0" t="0" r="r" b="b"/>
              <a:pathLst>
                <a:path w="413" h="413">
                  <a:moveTo>
                    <a:pt x="206" y="413"/>
                  </a:moveTo>
                  <a:lnTo>
                    <a:pt x="0" y="0"/>
                  </a:lnTo>
                  <a:lnTo>
                    <a:pt x="413" y="0"/>
                  </a:lnTo>
                  <a:lnTo>
                    <a:pt x="206" y="41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000" dirty="0">
                <a:solidFill>
                  <a:prstClr val="black"/>
                </a:solidFill>
                <a:ea typeface="汉仪雅酷黑简" panose="00020600040101010101" charset="-122"/>
              </a:endParaRPr>
            </a:p>
          </p:txBody>
        </p:sp>
        <p:sp>
          <p:nvSpPr>
            <p:cNvPr id="36" name="任意多边形 35"/>
            <p:cNvSpPr>
              <a:spLocks noChangeArrowheads="1"/>
            </p:cNvSpPr>
            <p:nvPr/>
          </p:nvSpPr>
          <p:spPr bwMode="auto">
            <a:xfrm>
              <a:off x="1004888" y="993775"/>
              <a:ext cx="2438400" cy="1774825"/>
            </a:xfrm>
            <a:custGeom>
              <a:avLst/>
              <a:gdLst>
                <a:gd name="connsiteX0" fmla="*/ 290196 w 2438400"/>
                <a:gd name="connsiteY0" fmla="*/ 0 h 1774825"/>
                <a:gd name="connsiteX1" fmla="*/ 2151973 w 2438400"/>
                <a:gd name="connsiteY1" fmla="*/ 0 h 1774825"/>
                <a:gd name="connsiteX2" fmla="*/ 2438400 w 2438400"/>
                <a:gd name="connsiteY2" fmla="*/ 286384 h 1774825"/>
                <a:gd name="connsiteX3" fmla="*/ 2438400 w 2438400"/>
                <a:gd name="connsiteY3" fmla="*/ 1484673 h 1774825"/>
                <a:gd name="connsiteX4" fmla="*/ 2151973 w 2438400"/>
                <a:gd name="connsiteY4" fmla="*/ 1774825 h 1774825"/>
                <a:gd name="connsiteX5" fmla="*/ 290196 w 2438400"/>
                <a:gd name="connsiteY5" fmla="*/ 1774825 h 1774825"/>
                <a:gd name="connsiteX6" fmla="*/ 0 w 2438400"/>
                <a:gd name="connsiteY6" fmla="*/ 1484673 h 1774825"/>
                <a:gd name="connsiteX7" fmla="*/ 0 w 2438400"/>
                <a:gd name="connsiteY7" fmla="*/ 286384 h 1774825"/>
                <a:gd name="connsiteX8" fmla="*/ 290196 w 2438400"/>
                <a:gd name="connsiteY8" fmla="*/ 0 h 1774825"/>
                <a:gd name="connsiteX9" fmla="*/ 471488 w 2438400"/>
                <a:gd name="connsiteY9" fmla="*/ 425450 h 1774825"/>
                <a:gd name="connsiteX10" fmla="*/ 471488 w 2438400"/>
                <a:gd name="connsiteY10" fmla="*/ 598488 h 1774825"/>
                <a:gd name="connsiteX11" fmla="*/ 1971676 w 2438400"/>
                <a:gd name="connsiteY11" fmla="*/ 598488 h 1774825"/>
                <a:gd name="connsiteX12" fmla="*/ 1971676 w 2438400"/>
                <a:gd name="connsiteY12" fmla="*/ 425450 h 1774825"/>
                <a:gd name="connsiteX13" fmla="*/ 471488 w 2438400"/>
                <a:gd name="connsiteY13" fmla="*/ 425450 h 1774825"/>
                <a:gd name="connsiteX14" fmla="*/ 471488 w 2438400"/>
                <a:gd name="connsiteY14" fmla="*/ 801688 h 1774825"/>
                <a:gd name="connsiteX15" fmla="*/ 471488 w 2438400"/>
                <a:gd name="connsiteY15" fmla="*/ 971551 h 1774825"/>
                <a:gd name="connsiteX16" fmla="*/ 1971676 w 2438400"/>
                <a:gd name="connsiteY16" fmla="*/ 971551 h 1774825"/>
                <a:gd name="connsiteX17" fmla="*/ 1971676 w 2438400"/>
                <a:gd name="connsiteY17" fmla="*/ 801688 h 1774825"/>
                <a:gd name="connsiteX18" fmla="*/ 471488 w 2438400"/>
                <a:gd name="connsiteY18" fmla="*/ 801688 h 1774825"/>
                <a:gd name="connsiteX19" fmla="*/ 471488 w 2438400"/>
                <a:gd name="connsiteY19" fmla="*/ 1174750 h 1774825"/>
                <a:gd name="connsiteX20" fmla="*/ 471488 w 2438400"/>
                <a:gd name="connsiteY20" fmla="*/ 1347788 h 1774825"/>
                <a:gd name="connsiteX21" fmla="*/ 1971676 w 2438400"/>
                <a:gd name="connsiteY21" fmla="*/ 1347788 h 1774825"/>
                <a:gd name="connsiteX22" fmla="*/ 1971676 w 2438400"/>
                <a:gd name="connsiteY22" fmla="*/ 1174750 h 1774825"/>
                <a:gd name="connsiteX23" fmla="*/ 471488 w 2438400"/>
                <a:gd name="connsiteY23" fmla="*/ 1174750 h 177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38400" h="1774825">
                  <a:moveTo>
                    <a:pt x="290196" y="0"/>
                  </a:moveTo>
                  <a:cubicBezTo>
                    <a:pt x="2151973" y="0"/>
                    <a:pt x="2151973" y="0"/>
                    <a:pt x="2151973" y="0"/>
                  </a:cubicBezTo>
                  <a:cubicBezTo>
                    <a:pt x="2310262" y="0"/>
                    <a:pt x="2438400" y="128119"/>
                    <a:pt x="2438400" y="286384"/>
                  </a:cubicBezTo>
                  <a:lnTo>
                    <a:pt x="2438400" y="1484673"/>
                  </a:lnTo>
                  <a:cubicBezTo>
                    <a:pt x="2438400" y="1646706"/>
                    <a:pt x="2310262" y="1774825"/>
                    <a:pt x="2151973" y="1774825"/>
                  </a:cubicBezTo>
                  <a:cubicBezTo>
                    <a:pt x="290196" y="1774825"/>
                    <a:pt x="290196" y="1774825"/>
                    <a:pt x="290196" y="1774825"/>
                  </a:cubicBezTo>
                  <a:cubicBezTo>
                    <a:pt x="131907" y="1774825"/>
                    <a:pt x="0" y="1646706"/>
                    <a:pt x="0" y="1484673"/>
                  </a:cubicBezTo>
                  <a:cubicBezTo>
                    <a:pt x="0" y="286384"/>
                    <a:pt x="0" y="286384"/>
                    <a:pt x="0" y="286384"/>
                  </a:cubicBezTo>
                  <a:cubicBezTo>
                    <a:pt x="0" y="128119"/>
                    <a:pt x="131907" y="0"/>
                    <a:pt x="290196" y="0"/>
                  </a:cubicBezTo>
                  <a:close/>
                  <a:moveTo>
                    <a:pt x="471488" y="425450"/>
                  </a:moveTo>
                  <a:lnTo>
                    <a:pt x="471488" y="598488"/>
                  </a:lnTo>
                  <a:lnTo>
                    <a:pt x="1971676" y="598488"/>
                  </a:lnTo>
                  <a:lnTo>
                    <a:pt x="1971676" y="425450"/>
                  </a:lnTo>
                  <a:lnTo>
                    <a:pt x="471488" y="425450"/>
                  </a:lnTo>
                  <a:close/>
                  <a:moveTo>
                    <a:pt x="471488" y="801688"/>
                  </a:moveTo>
                  <a:lnTo>
                    <a:pt x="471488" y="971551"/>
                  </a:lnTo>
                  <a:lnTo>
                    <a:pt x="1971676" y="971551"/>
                  </a:lnTo>
                  <a:lnTo>
                    <a:pt x="1971676" y="801688"/>
                  </a:lnTo>
                  <a:lnTo>
                    <a:pt x="471488" y="801688"/>
                  </a:lnTo>
                  <a:close/>
                  <a:moveTo>
                    <a:pt x="471488" y="1174750"/>
                  </a:moveTo>
                  <a:lnTo>
                    <a:pt x="471488" y="1347788"/>
                  </a:lnTo>
                  <a:lnTo>
                    <a:pt x="1971676" y="1347788"/>
                  </a:lnTo>
                  <a:lnTo>
                    <a:pt x="1971676" y="1174750"/>
                  </a:lnTo>
                  <a:lnTo>
                    <a:pt x="471488" y="117475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Autofit/>
            </a:bodyPr>
            <a:p>
              <a:endParaRPr lang="zh-CN" altLang="en-US" sz="2000" dirty="0">
                <a:solidFill>
                  <a:prstClr val="black"/>
                </a:solidFill>
                <a:ea typeface="汉仪雅酷黑简" panose="00020600040101010101" charset="-122"/>
              </a:endParaRPr>
            </a:p>
          </p:txBody>
        </p:sp>
      </p:grpSp>
    </p:spTree>
  </p:cSld>
  <p:clrMapOvr>
    <a:masterClrMapping/>
  </p:clrMapOvr>
  <p:transition>
    <p:cover di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365" y="422258"/>
            <a:ext cx="7973400" cy="700405"/>
          </a:xfrm>
        </p:spPr>
        <p:txBody>
          <a:bodyPr/>
          <a:lstStyle/>
          <a:p>
            <a:r>
              <a:rPr lang="zh-CN" altLang="en-US"/>
              <a:t>数据与数据结构</a:t>
            </a:r>
            <a:endParaRPr lang="zh-CN" altLang="en-US"/>
          </a:p>
        </p:txBody>
      </p:sp>
      <p:sp>
        <p:nvSpPr>
          <p:cNvPr id="20" name="FLYING IMPRESSION FID FEIZHAO    qq:1964271550"/>
          <p:cNvSpPr/>
          <p:nvPr/>
        </p:nvSpPr>
        <p:spPr>
          <a:xfrm>
            <a:off x="798195" y="1828165"/>
            <a:ext cx="932180" cy="897255"/>
          </a:xfrm>
          <a:prstGeom prst="roundRect">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2">
                  <a:lumMod val="25000"/>
                </a:schemeClr>
              </a:solidFill>
              <a:cs typeface="+mn-ea"/>
              <a:sym typeface="+mn-lt"/>
            </a:endParaRPr>
          </a:p>
        </p:txBody>
      </p:sp>
      <p:grpSp>
        <p:nvGrpSpPr>
          <p:cNvPr id="21" name="FLYING IMPRESSION FID FEIZHAO    qq:1964271550"/>
          <p:cNvGrpSpPr/>
          <p:nvPr/>
        </p:nvGrpSpPr>
        <p:grpSpPr>
          <a:xfrm>
            <a:off x="1069340" y="2034540"/>
            <a:ext cx="473075" cy="456565"/>
            <a:chOff x="7287419" y="3505994"/>
            <a:chExt cx="464344" cy="465138"/>
          </a:xfrm>
          <a:solidFill>
            <a:schemeClr val="bg1"/>
          </a:solidFill>
        </p:grpSpPr>
        <p:sp>
          <p:nvSpPr>
            <p:cNvPr id="22" name="FLYING IMPRESSION FID FEIZHAO    qq:1964271550"/>
            <p:cNvSpPr/>
            <p:nvPr/>
          </p:nvSpPr>
          <p:spPr bwMode="auto">
            <a:xfrm>
              <a:off x="7287419" y="3549650"/>
              <a:ext cx="423069" cy="421482"/>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a:solidFill>
                  <a:schemeClr val="bg2">
                    <a:lumMod val="25000"/>
                  </a:schemeClr>
                </a:solidFill>
                <a:latin typeface="+mn-lt"/>
                <a:cs typeface="+mn-ea"/>
                <a:sym typeface="+mn-lt"/>
              </a:endParaRPr>
            </a:p>
          </p:txBody>
        </p:sp>
        <p:sp>
          <p:nvSpPr>
            <p:cNvPr id="23" name="FLYING IMPRESSION FID FEIZHAO    qq:1964271550"/>
            <p:cNvSpPr/>
            <p:nvPr/>
          </p:nvSpPr>
          <p:spPr bwMode="auto">
            <a:xfrm>
              <a:off x="7490619" y="3738563"/>
              <a:ext cx="72231" cy="730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a:solidFill>
                  <a:schemeClr val="bg2">
                    <a:lumMod val="25000"/>
                  </a:schemeClr>
                </a:solidFill>
                <a:latin typeface="+mn-lt"/>
                <a:cs typeface="+mn-ea"/>
                <a:sym typeface="+mn-lt"/>
              </a:endParaRPr>
            </a:p>
          </p:txBody>
        </p:sp>
        <p:sp>
          <p:nvSpPr>
            <p:cNvPr id="24" name="FLYING IMPRESSION FID FEIZHAO    qq:1964271550"/>
            <p:cNvSpPr/>
            <p:nvPr/>
          </p:nvSpPr>
          <p:spPr bwMode="auto">
            <a:xfrm>
              <a:off x="7679532" y="3505994"/>
              <a:ext cx="72231" cy="730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a:solidFill>
                  <a:schemeClr val="bg2">
                    <a:lumMod val="25000"/>
                  </a:schemeClr>
                </a:solidFill>
                <a:latin typeface="+mn-lt"/>
                <a:cs typeface="+mn-ea"/>
                <a:sym typeface="+mn-lt"/>
              </a:endParaRPr>
            </a:p>
          </p:txBody>
        </p:sp>
        <p:sp>
          <p:nvSpPr>
            <p:cNvPr id="32" name="FLYING IMPRESSION FID FEIZHAO    qq:1964271550"/>
            <p:cNvSpPr/>
            <p:nvPr/>
          </p:nvSpPr>
          <p:spPr bwMode="auto">
            <a:xfrm>
              <a:off x="7403307" y="3724275"/>
              <a:ext cx="57944" cy="579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a:solidFill>
                  <a:schemeClr val="bg2">
                    <a:lumMod val="25000"/>
                  </a:schemeClr>
                </a:solidFill>
                <a:latin typeface="+mn-lt"/>
                <a:cs typeface="+mn-ea"/>
                <a:sym typeface="+mn-lt"/>
              </a:endParaRPr>
            </a:p>
          </p:txBody>
        </p:sp>
        <p:sp>
          <p:nvSpPr>
            <p:cNvPr id="37" name="FLYING IMPRESSION FID FEIZHAO    qq:1964271550"/>
            <p:cNvSpPr/>
            <p:nvPr/>
          </p:nvSpPr>
          <p:spPr bwMode="auto">
            <a:xfrm>
              <a:off x="7461250" y="3825875"/>
              <a:ext cx="29369" cy="285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a:solidFill>
                  <a:schemeClr val="bg2">
                    <a:lumMod val="25000"/>
                  </a:schemeClr>
                </a:solidFill>
                <a:latin typeface="+mn-lt"/>
                <a:cs typeface="+mn-ea"/>
                <a:sym typeface="+mn-lt"/>
              </a:endParaRPr>
            </a:p>
          </p:txBody>
        </p:sp>
        <p:sp>
          <p:nvSpPr>
            <p:cNvPr id="38" name="FLYING IMPRESSION FID FEIZHAO    qq:1964271550"/>
            <p:cNvSpPr/>
            <p:nvPr/>
          </p:nvSpPr>
          <p:spPr bwMode="auto">
            <a:xfrm>
              <a:off x="7693819" y="3607594"/>
              <a:ext cx="28575" cy="293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a:solidFill>
                  <a:schemeClr val="bg2">
                    <a:lumMod val="25000"/>
                  </a:schemeClr>
                </a:solidFill>
                <a:latin typeface="+mn-lt"/>
                <a:cs typeface="+mn-ea"/>
                <a:sym typeface="+mn-lt"/>
              </a:endParaRPr>
            </a:p>
          </p:txBody>
        </p:sp>
      </p:grpSp>
      <p:sp>
        <p:nvSpPr>
          <p:cNvPr id="51" name="FLYING IMPRESSION FID FEIZHAO    qq:1964271550"/>
          <p:cNvSpPr/>
          <p:nvPr/>
        </p:nvSpPr>
        <p:spPr>
          <a:xfrm>
            <a:off x="798195" y="4142105"/>
            <a:ext cx="932180" cy="897255"/>
          </a:xfrm>
          <a:prstGeom prst="roundRect">
            <a:avLst/>
          </a:prstGeom>
          <a:solidFill>
            <a:schemeClr val="dk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2">
                  <a:lumMod val="25000"/>
                </a:schemeClr>
              </a:solidFill>
              <a:cs typeface="+mn-ea"/>
              <a:sym typeface="+mn-lt"/>
            </a:endParaRPr>
          </a:p>
        </p:txBody>
      </p:sp>
      <p:grpSp>
        <p:nvGrpSpPr>
          <p:cNvPr id="52" name="FLYING IMPRESSION FID FEIZHAO    qq:1964271550"/>
          <p:cNvGrpSpPr/>
          <p:nvPr/>
        </p:nvGrpSpPr>
        <p:grpSpPr>
          <a:xfrm>
            <a:off x="1024890" y="4363085"/>
            <a:ext cx="473075" cy="455295"/>
            <a:chOff x="7287419" y="2577307"/>
            <a:chExt cx="464344" cy="464344"/>
          </a:xfrm>
          <a:solidFill>
            <a:schemeClr val="bg1"/>
          </a:solidFill>
        </p:grpSpPr>
        <p:sp>
          <p:nvSpPr>
            <p:cNvPr id="53" name="FLYING IMPRESSION FID FEIZHAO    qq:1964271550"/>
            <p:cNvSpPr/>
            <p:nvPr/>
          </p:nvSpPr>
          <p:spPr bwMode="auto">
            <a:xfrm>
              <a:off x="7287419" y="2577307"/>
              <a:ext cx="145256"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sz="1050">
                <a:solidFill>
                  <a:schemeClr val="bg2">
                    <a:lumMod val="25000"/>
                  </a:schemeClr>
                </a:solidFill>
                <a:effectLst>
                  <a:outerShdw blurRad="38100" dist="38100" dir="2700000" algn="tl">
                    <a:srgbClr val="000000"/>
                  </a:outerShdw>
                </a:effectLst>
                <a:latin typeface="+mn-lt"/>
                <a:cs typeface="+mn-ea"/>
                <a:sym typeface="+mn-lt"/>
              </a:endParaRPr>
            </a:p>
          </p:txBody>
        </p:sp>
        <p:sp>
          <p:nvSpPr>
            <p:cNvPr id="54" name="FLYING IMPRESSION FID FEIZHAO    qq:1964271550"/>
            <p:cNvSpPr/>
            <p:nvPr/>
          </p:nvSpPr>
          <p:spPr bwMode="auto">
            <a:xfrm>
              <a:off x="7606507" y="2577307"/>
              <a:ext cx="145256"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sz="1050">
                <a:solidFill>
                  <a:schemeClr val="bg2">
                    <a:lumMod val="25000"/>
                  </a:schemeClr>
                </a:solidFill>
                <a:effectLst>
                  <a:outerShdw blurRad="38100" dist="38100" dir="2700000" algn="tl">
                    <a:srgbClr val="000000"/>
                  </a:outerShdw>
                </a:effectLst>
                <a:latin typeface="+mn-lt"/>
                <a:cs typeface="+mn-ea"/>
                <a:sym typeface="+mn-lt"/>
              </a:endParaRPr>
            </a:p>
          </p:txBody>
        </p:sp>
        <p:sp>
          <p:nvSpPr>
            <p:cNvPr id="55" name="FLYING IMPRESSION FID FEIZHAO    qq:1964271550"/>
            <p:cNvSpPr/>
            <p:nvPr/>
          </p:nvSpPr>
          <p:spPr bwMode="auto">
            <a:xfrm>
              <a:off x="7446963" y="2577307"/>
              <a:ext cx="145257"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15416"/>
                  </a:moveTo>
                  <a:cubicBezTo>
                    <a:pt x="16954" y="15452"/>
                    <a:pt x="16923" y="15487"/>
                    <a:pt x="16883" y="15523"/>
                  </a:cubicBezTo>
                  <a:cubicBezTo>
                    <a:pt x="16677" y="15701"/>
                    <a:pt x="16414" y="15870"/>
                    <a:pt x="16066" y="16020"/>
                  </a:cubicBezTo>
                  <a:cubicBezTo>
                    <a:pt x="16057" y="16024"/>
                    <a:pt x="16044" y="16027"/>
                    <a:pt x="16038" y="16031"/>
                  </a:cubicBezTo>
                  <a:cubicBezTo>
                    <a:pt x="15662" y="16192"/>
                    <a:pt x="15214" y="16334"/>
                    <a:pt x="14705" y="16454"/>
                  </a:cubicBezTo>
                  <a:cubicBezTo>
                    <a:pt x="14697" y="16457"/>
                    <a:pt x="14692" y="16458"/>
                    <a:pt x="14686" y="16459"/>
                  </a:cubicBezTo>
                  <a:cubicBezTo>
                    <a:pt x="14163" y="16582"/>
                    <a:pt x="13584" y="16681"/>
                    <a:pt x="12960" y="16749"/>
                  </a:cubicBezTo>
                  <a:cubicBezTo>
                    <a:pt x="12279" y="16826"/>
                    <a:pt x="11560" y="16875"/>
                    <a:pt x="10800" y="16875"/>
                  </a:cubicBezTo>
                  <a:cubicBezTo>
                    <a:pt x="10037" y="16875"/>
                    <a:pt x="9318" y="16826"/>
                    <a:pt x="8640" y="16749"/>
                  </a:cubicBezTo>
                  <a:cubicBezTo>
                    <a:pt x="8016" y="16681"/>
                    <a:pt x="7435" y="16582"/>
                    <a:pt x="6914" y="16459"/>
                  </a:cubicBezTo>
                  <a:cubicBezTo>
                    <a:pt x="6908" y="16458"/>
                    <a:pt x="6901" y="16457"/>
                    <a:pt x="6893" y="16454"/>
                  </a:cubicBezTo>
                  <a:cubicBezTo>
                    <a:pt x="6385" y="16334"/>
                    <a:pt x="5937" y="16192"/>
                    <a:pt x="5562" y="16031"/>
                  </a:cubicBezTo>
                  <a:cubicBezTo>
                    <a:pt x="5553" y="16027"/>
                    <a:pt x="5541" y="16024"/>
                    <a:pt x="5531" y="16020"/>
                  </a:cubicBezTo>
                  <a:cubicBezTo>
                    <a:pt x="5184" y="15870"/>
                    <a:pt x="4921" y="15701"/>
                    <a:pt x="4715" y="15523"/>
                  </a:cubicBezTo>
                  <a:cubicBezTo>
                    <a:pt x="4676" y="15487"/>
                    <a:pt x="4644" y="15452"/>
                    <a:pt x="4612" y="15416"/>
                  </a:cubicBezTo>
                  <a:cubicBezTo>
                    <a:pt x="4437" y="15236"/>
                    <a:pt x="4320" y="15047"/>
                    <a:pt x="4320" y="14850"/>
                  </a:cubicBezTo>
                  <a:cubicBezTo>
                    <a:pt x="4320" y="14650"/>
                    <a:pt x="4437" y="14462"/>
                    <a:pt x="4612" y="14281"/>
                  </a:cubicBezTo>
                  <a:cubicBezTo>
                    <a:pt x="4644" y="14246"/>
                    <a:pt x="4676" y="14210"/>
                    <a:pt x="4715" y="14176"/>
                  </a:cubicBezTo>
                  <a:cubicBezTo>
                    <a:pt x="4921" y="13998"/>
                    <a:pt x="5184" y="13829"/>
                    <a:pt x="5531" y="13677"/>
                  </a:cubicBezTo>
                  <a:cubicBezTo>
                    <a:pt x="5541" y="13674"/>
                    <a:pt x="5553" y="13671"/>
                    <a:pt x="5562" y="13667"/>
                  </a:cubicBezTo>
                  <a:cubicBezTo>
                    <a:pt x="5937" y="13507"/>
                    <a:pt x="6385" y="13364"/>
                    <a:pt x="6893" y="13244"/>
                  </a:cubicBezTo>
                  <a:cubicBezTo>
                    <a:pt x="6901" y="13242"/>
                    <a:pt x="6908" y="13240"/>
                    <a:pt x="6914" y="13238"/>
                  </a:cubicBezTo>
                  <a:cubicBezTo>
                    <a:pt x="7435" y="13117"/>
                    <a:pt x="8016" y="13018"/>
                    <a:pt x="8640" y="12948"/>
                  </a:cubicBezTo>
                  <a:cubicBezTo>
                    <a:pt x="9318" y="12873"/>
                    <a:pt x="10037" y="12825"/>
                    <a:pt x="10800" y="12825"/>
                  </a:cubicBezTo>
                  <a:cubicBezTo>
                    <a:pt x="11560" y="12825"/>
                    <a:pt x="12279" y="12873"/>
                    <a:pt x="12960" y="12948"/>
                  </a:cubicBezTo>
                  <a:cubicBezTo>
                    <a:pt x="13584" y="13018"/>
                    <a:pt x="14163" y="13117"/>
                    <a:pt x="14686" y="13238"/>
                  </a:cubicBezTo>
                  <a:cubicBezTo>
                    <a:pt x="14692" y="13240"/>
                    <a:pt x="14697" y="13242"/>
                    <a:pt x="14705" y="13244"/>
                  </a:cubicBezTo>
                  <a:cubicBezTo>
                    <a:pt x="15214" y="13364"/>
                    <a:pt x="15662" y="13507"/>
                    <a:pt x="16038" y="13667"/>
                  </a:cubicBezTo>
                  <a:cubicBezTo>
                    <a:pt x="16044" y="13671"/>
                    <a:pt x="16057" y="13674"/>
                    <a:pt x="16066" y="13677"/>
                  </a:cubicBezTo>
                  <a:cubicBezTo>
                    <a:pt x="16414" y="13829"/>
                    <a:pt x="16677" y="13998"/>
                    <a:pt x="16883" y="14176"/>
                  </a:cubicBezTo>
                  <a:cubicBezTo>
                    <a:pt x="16923" y="14210"/>
                    <a:pt x="16954" y="14246"/>
                    <a:pt x="16988" y="14281"/>
                  </a:cubicBezTo>
                  <a:cubicBezTo>
                    <a:pt x="17161" y="14462"/>
                    <a:pt x="17280" y="14650"/>
                    <a:pt x="17280" y="14850"/>
                  </a:cubicBezTo>
                  <a:cubicBezTo>
                    <a:pt x="17280" y="15047"/>
                    <a:pt x="17161" y="15236"/>
                    <a:pt x="16988" y="15416"/>
                  </a:cubicBezTo>
                  <a:moveTo>
                    <a:pt x="12960" y="19575"/>
                  </a:moveTo>
                  <a:cubicBezTo>
                    <a:pt x="12960" y="19948"/>
                    <a:pt x="11992" y="20249"/>
                    <a:pt x="10800" y="20249"/>
                  </a:cubicBezTo>
                  <a:cubicBezTo>
                    <a:pt x="9606" y="20249"/>
                    <a:pt x="8640" y="19948"/>
                    <a:pt x="8640" y="19575"/>
                  </a:cubicBezTo>
                  <a:lnTo>
                    <a:pt x="8640" y="18156"/>
                  </a:lnTo>
                  <a:cubicBezTo>
                    <a:pt x="9338" y="18201"/>
                    <a:pt x="10059" y="18225"/>
                    <a:pt x="10800" y="18225"/>
                  </a:cubicBezTo>
                  <a:cubicBezTo>
                    <a:pt x="11541" y="18225"/>
                    <a:pt x="12262" y="18201"/>
                    <a:pt x="12960" y="18156"/>
                  </a:cubicBezTo>
                  <a:cubicBezTo>
                    <a:pt x="12960" y="18156"/>
                    <a:pt x="12960" y="19575"/>
                    <a:pt x="12960" y="19575"/>
                  </a:cubicBezTo>
                  <a:close/>
                  <a:moveTo>
                    <a:pt x="8640" y="2025"/>
                  </a:moveTo>
                  <a:cubicBezTo>
                    <a:pt x="8640" y="1651"/>
                    <a:pt x="9606" y="1350"/>
                    <a:pt x="10800" y="1350"/>
                  </a:cubicBezTo>
                  <a:cubicBezTo>
                    <a:pt x="11992" y="1350"/>
                    <a:pt x="12960" y="1651"/>
                    <a:pt x="12960" y="2025"/>
                  </a:cubicBezTo>
                  <a:lnTo>
                    <a:pt x="12960" y="11542"/>
                  </a:lnTo>
                  <a:cubicBezTo>
                    <a:pt x="12262" y="11498"/>
                    <a:pt x="11541" y="11475"/>
                    <a:pt x="10800" y="11475"/>
                  </a:cubicBezTo>
                  <a:cubicBezTo>
                    <a:pt x="10059" y="11475"/>
                    <a:pt x="9338" y="11498"/>
                    <a:pt x="8640" y="11542"/>
                  </a:cubicBezTo>
                  <a:cubicBezTo>
                    <a:pt x="8640" y="11542"/>
                    <a:pt x="8640" y="2025"/>
                    <a:pt x="8640" y="2025"/>
                  </a:cubicBezTo>
                  <a:close/>
                  <a:moveTo>
                    <a:pt x="17280" y="12164"/>
                  </a:moveTo>
                  <a:lnTo>
                    <a:pt x="17280" y="2025"/>
                  </a:lnTo>
                  <a:cubicBezTo>
                    <a:pt x="17280" y="908"/>
                    <a:pt x="14373" y="0"/>
                    <a:pt x="10800" y="0"/>
                  </a:cubicBezTo>
                  <a:cubicBezTo>
                    <a:pt x="7225" y="0"/>
                    <a:pt x="4320" y="908"/>
                    <a:pt x="4320" y="2025"/>
                  </a:cubicBezTo>
                  <a:lnTo>
                    <a:pt x="4320" y="12164"/>
                  </a:lnTo>
                  <a:cubicBezTo>
                    <a:pt x="1710" y="12781"/>
                    <a:pt x="0" y="13749"/>
                    <a:pt x="0" y="14850"/>
                  </a:cubicBezTo>
                  <a:cubicBezTo>
                    <a:pt x="0" y="15950"/>
                    <a:pt x="1710" y="16918"/>
                    <a:pt x="4320" y="17534"/>
                  </a:cubicBezTo>
                  <a:lnTo>
                    <a:pt x="4320" y="19575"/>
                  </a:lnTo>
                  <a:cubicBezTo>
                    <a:pt x="4320" y="20691"/>
                    <a:pt x="7225" y="21599"/>
                    <a:pt x="10800" y="21599"/>
                  </a:cubicBezTo>
                  <a:cubicBezTo>
                    <a:pt x="14373" y="21599"/>
                    <a:pt x="17280" y="20691"/>
                    <a:pt x="17280" y="19575"/>
                  </a:cubicBezTo>
                  <a:lnTo>
                    <a:pt x="17280" y="17534"/>
                  </a:lnTo>
                  <a:cubicBezTo>
                    <a:pt x="19889" y="16918"/>
                    <a:pt x="21600" y="15950"/>
                    <a:pt x="21600" y="14850"/>
                  </a:cubicBezTo>
                  <a:cubicBezTo>
                    <a:pt x="21600" y="13749"/>
                    <a:pt x="19889" y="12781"/>
                    <a:pt x="17280" y="12164"/>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4288" tIns="14288" rIns="14288" bIns="14288" anchor="ctr"/>
            <a:lstStyle/>
            <a:p>
              <a:pPr algn="ctr" defTabSz="128905"/>
              <a:endParaRPr lang="en-US" sz="1050">
                <a:solidFill>
                  <a:schemeClr val="bg2">
                    <a:lumMod val="25000"/>
                  </a:schemeClr>
                </a:solidFill>
                <a:effectLst>
                  <a:outerShdw blurRad="38100" dist="38100" dir="2700000" algn="tl">
                    <a:srgbClr val="000000"/>
                  </a:outerShdw>
                </a:effectLst>
                <a:latin typeface="+mn-lt"/>
                <a:cs typeface="+mn-ea"/>
                <a:sym typeface="+mn-lt"/>
              </a:endParaRPr>
            </a:p>
          </p:txBody>
        </p:sp>
      </p:grpSp>
      <p:sp>
        <p:nvSpPr>
          <p:cNvPr id="56" name="TextBox 20"/>
          <p:cNvSpPr txBox="1"/>
          <p:nvPr/>
        </p:nvSpPr>
        <p:spPr>
          <a:xfrm>
            <a:off x="1959610" y="1791335"/>
            <a:ext cx="6000115" cy="1476375"/>
          </a:xfrm>
          <a:prstGeom prst="rect">
            <a:avLst/>
          </a:prstGeom>
          <a:noFill/>
        </p:spPr>
        <p:txBody>
          <a:bodyPr wrap="square" rtlCol="0">
            <a:spAutoFit/>
          </a:bodyPr>
          <a:lstStyle/>
          <a:p>
            <a:pPr algn="ctr" defTabSz="914400">
              <a:lnSpc>
                <a:spcPct val="150000"/>
              </a:lnSpc>
              <a:spcBef>
                <a:spcPct val="20000"/>
              </a:spcBef>
              <a:defRPr/>
            </a:pPr>
            <a:r>
              <a:rPr lang="zh-CN" sz="2000" b="1">
                <a:solidFill>
                  <a:srgbClr val="11373F"/>
                </a:solidFill>
              </a:rPr>
              <a:t>数据对象：数据对象(Data Object)是性质相同的数据元素的集合，也叫数据元素类，是数据的一个子集，数据元素是数据对象的一个实例。</a:t>
            </a:r>
            <a:endParaRPr lang="zh-CN" sz="2000" b="1">
              <a:solidFill>
                <a:srgbClr val="11373F"/>
              </a:solidFill>
            </a:endParaRPr>
          </a:p>
        </p:txBody>
      </p:sp>
      <p:sp>
        <p:nvSpPr>
          <p:cNvPr id="57" name="TextBox 20"/>
          <p:cNvSpPr txBox="1"/>
          <p:nvPr/>
        </p:nvSpPr>
        <p:spPr>
          <a:xfrm>
            <a:off x="1959610" y="4203700"/>
            <a:ext cx="6193155" cy="2399665"/>
          </a:xfrm>
          <a:prstGeom prst="rect">
            <a:avLst/>
          </a:prstGeom>
          <a:noFill/>
        </p:spPr>
        <p:txBody>
          <a:bodyPr wrap="square" rtlCol="0">
            <a:spAutoFit/>
          </a:bodyPr>
          <a:lstStyle/>
          <a:p>
            <a:pPr algn="l" defTabSz="914400">
              <a:lnSpc>
                <a:spcPct val="150000"/>
              </a:lnSpc>
              <a:spcBef>
                <a:spcPct val="20000"/>
              </a:spcBef>
              <a:buClrTx/>
              <a:buSzTx/>
              <a:buFontTx/>
              <a:defRPr/>
            </a:pPr>
            <a:r>
              <a:rPr lang="zh-CN" sz="2000" b="1">
                <a:solidFill>
                  <a:srgbClr val="11373F"/>
                </a:solidFill>
                <a:sym typeface="+mn-ea"/>
              </a:rPr>
              <a:t>数据结构：数据结构(Data Structure)是相互之间存在着一种或者多种关系的数据元素的集合，数据结构概念包含3个方面的内容，即数据的逻辑结构、数据的存储结构和数据的操作，只有3个方面的内容相同才能称为完全相同的数据结构。</a:t>
            </a:r>
            <a:endParaRPr lang="zh-CN" sz="2000" b="1">
              <a:solidFill>
                <a:srgbClr val="11373F"/>
              </a:solidFill>
              <a:sym typeface="+mn-ea"/>
            </a:endParaRPr>
          </a:p>
        </p:txBody>
      </p:sp>
      <p:grpSp>
        <p:nvGrpSpPr>
          <p:cNvPr id="59" name="Group 67"/>
          <p:cNvGrpSpPr/>
          <p:nvPr/>
        </p:nvGrpSpPr>
        <p:grpSpPr>
          <a:xfrm rot="16200000">
            <a:off x="6543071" y="510984"/>
            <a:ext cx="307004" cy="2356562"/>
            <a:chOff x="6480429" y="3713225"/>
            <a:chExt cx="409339" cy="3142082"/>
          </a:xfrm>
        </p:grpSpPr>
        <p:sp>
          <p:nvSpPr>
            <p:cNvPr id="60" name="Freeform: Shape 68"/>
            <p:cNvSpPr/>
            <p:nvPr/>
          </p:nvSpPr>
          <p:spPr bwMode="auto">
            <a:xfrm>
              <a:off x="6491874" y="3722651"/>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Freeform: Shape 69"/>
            <p:cNvSpPr/>
            <p:nvPr/>
          </p:nvSpPr>
          <p:spPr bwMode="auto">
            <a:xfrm>
              <a:off x="6491874" y="3722651"/>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Freeform: Shape 70"/>
            <p:cNvSpPr/>
            <p:nvPr/>
          </p:nvSpPr>
          <p:spPr bwMode="auto">
            <a:xfrm>
              <a:off x="6579397" y="4144108"/>
              <a:ext cx="125899" cy="2711199"/>
            </a:xfrm>
            <a:custGeom>
              <a:avLst/>
              <a:gdLst>
                <a:gd name="T0" fmla="*/ 79 w 79"/>
                <a:gd name="T1" fmla="*/ 1703 h 1703"/>
                <a:gd name="T2" fmla="*/ 0 w 79"/>
                <a:gd name="T3" fmla="*/ 1703 h 1703"/>
                <a:gd name="T4" fmla="*/ 0 w 79"/>
                <a:gd name="T5" fmla="*/ 33 h 1703"/>
                <a:gd name="T6" fmla="*/ 38 w 79"/>
                <a:gd name="T7" fmla="*/ 1 h 1703"/>
                <a:gd name="T8" fmla="*/ 79 w 79"/>
                <a:gd name="T9" fmla="*/ 33 h 1703"/>
                <a:gd name="T10" fmla="*/ 79 w 79"/>
                <a:gd name="T11" fmla="*/ 1703 h 1703"/>
              </a:gdLst>
              <a:ahLst/>
              <a:cxnLst>
                <a:cxn ang="0">
                  <a:pos x="T0" y="T1"/>
                </a:cxn>
                <a:cxn ang="0">
                  <a:pos x="T2" y="T3"/>
                </a:cxn>
                <a:cxn ang="0">
                  <a:pos x="T4" y="T5"/>
                </a:cxn>
                <a:cxn ang="0">
                  <a:pos x="T6" y="T7"/>
                </a:cxn>
                <a:cxn ang="0">
                  <a:pos x="T8" y="T9"/>
                </a:cxn>
                <a:cxn ang="0">
                  <a:pos x="T10" y="T11"/>
                </a:cxn>
              </a:cxnLst>
              <a:rect l="0" t="0" r="r" b="b"/>
              <a:pathLst>
                <a:path w="79" h="1703">
                  <a:moveTo>
                    <a:pt x="79" y="1703"/>
                  </a:moveTo>
                  <a:cubicBezTo>
                    <a:pt x="0" y="1703"/>
                    <a:pt x="0" y="1703"/>
                    <a:pt x="0" y="1703"/>
                  </a:cubicBezTo>
                  <a:cubicBezTo>
                    <a:pt x="0" y="33"/>
                    <a:pt x="0" y="33"/>
                    <a:pt x="0" y="33"/>
                  </a:cubicBezTo>
                  <a:cubicBezTo>
                    <a:pt x="0" y="33"/>
                    <a:pt x="5" y="2"/>
                    <a:pt x="38" y="1"/>
                  </a:cubicBezTo>
                  <a:cubicBezTo>
                    <a:pt x="72" y="0"/>
                    <a:pt x="79" y="33"/>
                    <a:pt x="79" y="33"/>
                  </a:cubicBezTo>
                  <a:cubicBezTo>
                    <a:pt x="79" y="1703"/>
                    <a:pt x="79" y="1703"/>
                    <a:pt x="79" y="1703"/>
                  </a:cubicBezTo>
                </a:path>
              </a:pathLst>
            </a:custGeom>
            <a:solidFill>
              <a:schemeClr val="accent4">
                <a:lumMod val="60000"/>
                <a:lumOff val="40000"/>
              </a:schemeClr>
            </a:solidFill>
            <a:ln>
              <a:noFill/>
            </a:ln>
          </p:spPr>
          <p:txBody>
            <a:bodyPr anchor="ctr"/>
            <a:lstStyle/>
            <a:p>
              <a:pPr algn="ctr"/>
            </a:p>
          </p:txBody>
        </p:sp>
        <p:sp>
          <p:nvSpPr>
            <p:cNvPr id="63" name="Freeform: Shape 71"/>
            <p:cNvSpPr/>
            <p:nvPr/>
          </p:nvSpPr>
          <p:spPr bwMode="auto">
            <a:xfrm>
              <a:off x="6701930" y="4141415"/>
              <a:ext cx="100315" cy="2711872"/>
            </a:xfrm>
            <a:custGeom>
              <a:avLst/>
              <a:gdLst>
                <a:gd name="T0" fmla="*/ 63 w 63"/>
                <a:gd name="T1" fmla="*/ 1704 h 1704"/>
                <a:gd name="T2" fmla="*/ 0 w 63"/>
                <a:gd name="T3" fmla="*/ 1704 h 1704"/>
                <a:gd name="T4" fmla="*/ 0 w 63"/>
                <a:gd name="T5" fmla="*/ 33 h 1704"/>
                <a:gd name="T6" fmla="*/ 31 w 63"/>
                <a:gd name="T7" fmla="*/ 1 h 1704"/>
                <a:gd name="T8" fmla="*/ 63 w 63"/>
                <a:gd name="T9" fmla="*/ 33 h 1704"/>
                <a:gd name="T10" fmla="*/ 63 w 63"/>
                <a:gd name="T11" fmla="*/ 1704 h 1704"/>
              </a:gdLst>
              <a:ahLst/>
              <a:cxnLst>
                <a:cxn ang="0">
                  <a:pos x="T0" y="T1"/>
                </a:cxn>
                <a:cxn ang="0">
                  <a:pos x="T2" y="T3"/>
                </a:cxn>
                <a:cxn ang="0">
                  <a:pos x="T4" y="T5"/>
                </a:cxn>
                <a:cxn ang="0">
                  <a:pos x="T6" y="T7"/>
                </a:cxn>
                <a:cxn ang="0">
                  <a:pos x="T8" y="T9"/>
                </a:cxn>
                <a:cxn ang="0">
                  <a:pos x="T10" y="T11"/>
                </a:cxn>
              </a:cxnLst>
              <a:rect l="0" t="0" r="r" b="b"/>
              <a:pathLst>
                <a:path w="63" h="1704">
                  <a:moveTo>
                    <a:pt x="63" y="1704"/>
                  </a:moveTo>
                  <a:cubicBezTo>
                    <a:pt x="0" y="1704"/>
                    <a:pt x="0" y="1704"/>
                    <a:pt x="0" y="1704"/>
                  </a:cubicBezTo>
                  <a:cubicBezTo>
                    <a:pt x="0" y="33"/>
                    <a:pt x="0" y="33"/>
                    <a:pt x="0" y="33"/>
                  </a:cubicBezTo>
                  <a:cubicBezTo>
                    <a:pt x="0" y="33"/>
                    <a:pt x="4" y="1"/>
                    <a:pt x="31" y="1"/>
                  </a:cubicBezTo>
                  <a:cubicBezTo>
                    <a:pt x="58" y="0"/>
                    <a:pt x="63" y="33"/>
                    <a:pt x="63" y="33"/>
                  </a:cubicBezTo>
                  <a:cubicBezTo>
                    <a:pt x="63" y="1704"/>
                    <a:pt x="63" y="1704"/>
                    <a:pt x="63" y="1704"/>
                  </a:cubicBezTo>
                </a:path>
              </a:pathLst>
            </a:custGeom>
            <a:solidFill>
              <a:srgbClr val="3DCEB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Freeform: Shape 72"/>
            <p:cNvSpPr/>
            <p:nvPr/>
          </p:nvSpPr>
          <p:spPr bwMode="auto">
            <a:xfrm>
              <a:off x="6480429" y="4141415"/>
              <a:ext cx="100315" cy="2711872"/>
            </a:xfrm>
            <a:custGeom>
              <a:avLst/>
              <a:gdLst>
                <a:gd name="T0" fmla="*/ 63 w 63"/>
                <a:gd name="T1" fmla="*/ 1704 h 1704"/>
                <a:gd name="T2" fmla="*/ 0 w 63"/>
                <a:gd name="T3" fmla="*/ 1704 h 1704"/>
                <a:gd name="T4" fmla="*/ 0 w 63"/>
                <a:gd name="T5" fmla="*/ 33 h 1704"/>
                <a:gd name="T6" fmla="*/ 31 w 63"/>
                <a:gd name="T7" fmla="*/ 1 h 1704"/>
                <a:gd name="T8" fmla="*/ 63 w 63"/>
                <a:gd name="T9" fmla="*/ 33 h 1704"/>
                <a:gd name="T10" fmla="*/ 63 w 63"/>
                <a:gd name="T11" fmla="*/ 1704 h 1704"/>
              </a:gdLst>
              <a:ahLst/>
              <a:cxnLst>
                <a:cxn ang="0">
                  <a:pos x="T0" y="T1"/>
                </a:cxn>
                <a:cxn ang="0">
                  <a:pos x="T2" y="T3"/>
                </a:cxn>
                <a:cxn ang="0">
                  <a:pos x="T4" y="T5"/>
                </a:cxn>
                <a:cxn ang="0">
                  <a:pos x="T6" y="T7"/>
                </a:cxn>
                <a:cxn ang="0">
                  <a:pos x="T8" y="T9"/>
                </a:cxn>
                <a:cxn ang="0">
                  <a:pos x="T10" y="T11"/>
                </a:cxn>
              </a:cxnLst>
              <a:rect l="0" t="0" r="r" b="b"/>
              <a:pathLst>
                <a:path w="63" h="1704">
                  <a:moveTo>
                    <a:pt x="63" y="1704"/>
                  </a:moveTo>
                  <a:cubicBezTo>
                    <a:pt x="0" y="1704"/>
                    <a:pt x="0" y="1704"/>
                    <a:pt x="0" y="1704"/>
                  </a:cubicBezTo>
                  <a:cubicBezTo>
                    <a:pt x="0" y="33"/>
                    <a:pt x="0" y="33"/>
                    <a:pt x="0" y="33"/>
                  </a:cubicBezTo>
                  <a:cubicBezTo>
                    <a:pt x="0" y="33"/>
                    <a:pt x="4" y="1"/>
                    <a:pt x="31" y="1"/>
                  </a:cubicBezTo>
                  <a:cubicBezTo>
                    <a:pt x="58" y="0"/>
                    <a:pt x="63" y="33"/>
                    <a:pt x="63" y="33"/>
                  </a:cubicBezTo>
                  <a:lnTo>
                    <a:pt x="63" y="1704"/>
                  </a:lnTo>
                  <a:close/>
                </a:path>
              </a:pathLst>
            </a:custGeom>
            <a:solidFill>
              <a:schemeClr val="accent4">
                <a:lumMod val="60000"/>
                <a:lumOff val="40000"/>
              </a:schemeClr>
            </a:solidFill>
            <a:ln>
              <a:noFill/>
            </a:ln>
          </p:spPr>
          <p:txBody>
            <a:bodyPr anchor="ctr"/>
            <a:lstStyle/>
            <a:p>
              <a:pPr algn="ctr"/>
            </a:p>
          </p:txBody>
        </p:sp>
        <p:sp>
          <p:nvSpPr>
            <p:cNvPr id="68" name="Freeform: Shape 73"/>
            <p:cNvSpPr/>
            <p:nvPr/>
          </p:nvSpPr>
          <p:spPr bwMode="auto">
            <a:xfrm>
              <a:off x="6576031" y="3714572"/>
              <a:ext cx="131958" cy="191204"/>
            </a:xfrm>
            <a:custGeom>
              <a:avLst/>
              <a:gdLst>
                <a:gd name="T0" fmla="*/ 0 w 83"/>
                <a:gd name="T1" fmla="*/ 111 h 120"/>
                <a:gd name="T2" fmla="*/ 83 w 83"/>
                <a:gd name="T3" fmla="*/ 113 h 120"/>
                <a:gd name="T4" fmla="*/ 50 w 83"/>
                <a:gd name="T5" fmla="*/ 0 h 120"/>
                <a:gd name="T6" fmla="*/ 29 w 83"/>
                <a:gd name="T7" fmla="*/ 0 h 120"/>
                <a:gd name="T8" fmla="*/ 0 w 83"/>
                <a:gd name="T9" fmla="*/ 111 h 120"/>
              </a:gdLst>
              <a:ahLst/>
              <a:cxnLst>
                <a:cxn ang="0">
                  <a:pos x="T0" y="T1"/>
                </a:cxn>
                <a:cxn ang="0">
                  <a:pos x="T2" y="T3"/>
                </a:cxn>
                <a:cxn ang="0">
                  <a:pos x="T4" y="T5"/>
                </a:cxn>
                <a:cxn ang="0">
                  <a:pos x="T6" y="T7"/>
                </a:cxn>
                <a:cxn ang="0">
                  <a:pos x="T8" y="T9"/>
                </a:cxn>
              </a:cxnLst>
              <a:rect l="0" t="0" r="r" b="b"/>
              <a:pathLst>
                <a:path w="83" h="120">
                  <a:moveTo>
                    <a:pt x="0" y="111"/>
                  </a:moveTo>
                  <a:cubicBezTo>
                    <a:pt x="0" y="111"/>
                    <a:pt x="40" y="120"/>
                    <a:pt x="83" y="113"/>
                  </a:cubicBezTo>
                  <a:cubicBezTo>
                    <a:pt x="50" y="0"/>
                    <a:pt x="50" y="0"/>
                    <a:pt x="50" y="0"/>
                  </a:cubicBezTo>
                  <a:cubicBezTo>
                    <a:pt x="29" y="0"/>
                    <a:pt x="29" y="0"/>
                    <a:pt x="29" y="0"/>
                  </a:cubicBezTo>
                  <a:cubicBezTo>
                    <a:pt x="0" y="111"/>
                    <a:pt x="0" y="111"/>
                    <a:pt x="0" y="111"/>
                  </a:cubicBezTo>
                </a:path>
              </a:pathLst>
            </a:custGeom>
            <a:solidFill>
              <a:schemeClr val="accent4">
                <a:lumMod val="60000"/>
                <a:lumOff val="40000"/>
              </a:schemeClr>
            </a:solidFill>
            <a:ln>
              <a:noFill/>
            </a:ln>
          </p:spPr>
          <p:txBody>
            <a:bodyPr anchor="ctr"/>
            <a:lstStyle/>
            <a:p>
              <a:pPr algn="ctr"/>
            </a:p>
          </p:txBody>
        </p:sp>
        <p:sp>
          <p:nvSpPr>
            <p:cNvPr id="69" name="Freeform: Shape 74"/>
            <p:cNvSpPr/>
            <p:nvPr/>
          </p:nvSpPr>
          <p:spPr bwMode="auto">
            <a:xfrm>
              <a:off x="6655475" y="3713225"/>
              <a:ext cx="234293" cy="3142082"/>
            </a:xfrm>
            <a:custGeom>
              <a:avLst/>
              <a:gdLst>
                <a:gd name="T0" fmla="*/ 24 w 147"/>
                <a:gd name="T1" fmla="*/ 0 h 1974"/>
                <a:gd name="T2" fmla="*/ 0 w 147"/>
                <a:gd name="T3" fmla="*/ 1 h 1974"/>
                <a:gd name="T4" fmla="*/ 33 w 147"/>
                <a:gd name="T5" fmla="*/ 114 h 1974"/>
                <a:gd name="T6" fmla="*/ 33 w 147"/>
                <a:gd name="T7" fmla="*/ 114 h 1974"/>
                <a:gd name="T8" fmla="*/ 87 w 147"/>
                <a:gd name="T9" fmla="*/ 284 h 1974"/>
                <a:gd name="T10" fmla="*/ 86 w 147"/>
                <a:gd name="T11" fmla="*/ 286 h 1974"/>
                <a:gd name="T12" fmla="*/ 92 w 147"/>
                <a:gd name="T13" fmla="*/ 302 h 1974"/>
                <a:gd name="T14" fmla="*/ 92 w 147"/>
                <a:gd name="T15" fmla="*/ 1973 h 1974"/>
                <a:gd name="T16" fmla="*/ 31 w 147"/>
                <a:gd name="T17" fmla="*/ 1973 h 1974"/>
                <a:gd name="T18" fmla="*/ 31 w 147"/>
                <a:gd name="T19" fmla="*/ 1974 h 1974"/>
                <a:gd name="T20" fmla="*/ 147 w 147"/>
                <a:gd name="T21" fmla="*/ 1974 h 1974"/>
                <a:gd name="T22" fmla="*/ 132 w 147"/>
                <a:gd name="T23" fmla="*/ 290 h 1974"/>
                <a:gd name="T24" fmla="*/ 24 w 147"/>
                <a:gd name="T25" fmla="*/ 0 h 1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7" h="1974">
                  <a:moveTo>
                    <a:pt x="24" y="0"/>
                  </a:moveTo>
                  <a:cubicBezTo>
                    <a:pt x="0" y="1"/>
                    <a:pt x="0" y="1"/>
                    <a:pt x="0" y="1"/>
                  </a:cubicBezTo>
                  <a:cubicBezTo>
                    <a:pt x="33" y="114"/>
                    <a:pt x="33" y="114"/>
                    <a:pt x="33" y="114"/>
                  </a:cubicBezTo>
                  <a:cubicBezTo>
                    <a:pt x="33" y="114"/>
                    <a:pt x="33" y="114"/>
                    <a:pt x="33" y="114"/>
                  </a:cubicBezTo>
                  <a:cubicBezTo>
                    <a:pt x="87" y="284"/>
                    <a:pt x="87" y="284"/>
                    <a:pt x="87" y="284"/>
                  </a:cubicBezTo>
                  <a:cubicBezTo>
                    <a:pt x="86" y="286"/>
                    <a:pt x="86" y="286"/>
                    <a:pt x="86" y="286"/>
                  </a:cubicBezTo>
                  <a:cubicBezTo>
                    <a:pt x="91" y="294"/>
                    <a:pt x="92" y="302"/>
                    <a:pt x="92" y="302"/>
                  </a:cubicBezTo>
                  <a:cubicBezTo>
                    <a:pt x="92" y="1973"/>
                    <a:pt x="92" y="1973"/>
                    <a:pt x="92" y="1973"/>
                  </a:cubicBezTo>
                  <a:cubicBezTo>
                    <a:pt x="31" y="1973"/>
                    <a:pt x="31" y="1973"/>
                    <a:pt x="31" y="1973"/>
                  </a:cubicBezTo>
                  <a:cubicBezTo>
                    <a:pt x="31" y="1974"/>
                    <a:pt x="31" y="1974"/>
                    <a:pt x="31" y="1974"/>
                  </a:cubicBezTo>
                  <a:cubicBezTo>
                    <a:pt x="147" y="1974"/>
                    <a:pt x="147" y="1974"/>
                    <a:pt x="147" y="1974"/>
                  </a:cubicBezTo>
                  <a:cubicBezTo>
                    <a:pt x="132" y="290"/>
                    <a:pt x="132" y="290"/>
                    <a:pt x="132" y="290"/>
                  </a:cubicBezTo>
                  <a:cubicBezTo>
                    <a:pt x="24" y="0"/>
                    <a:pt x="24" y="0"/>
                    <a:pt x="2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Freeform: Shape 75"/>
            <p:cNvSpPr/>
            <p:nvPr/>
          </p:nvSpPr>
          <p:spPr bwMode="auto">
            <a:xfrm>
              <a:off x="6639990" y="3894331"/>
              <a:ext cx="154175" cy="294886"/>
            </a:xfrm>
            <a:custGeom>
              <a:avLst/>
              <a:gdLst>
                <a:gd name="T0" fmla="*/ 43 w 97"/>
                <a:gd name="T1" fmla="*/ 0 h 185"/>
                <a:gd name="T2" fmla="*/ 8 w 97"/>
                <a:gd name="T3" fmla="*/ 3 h 185"/>
                <a:gd name="T4" fmla="*/ 0 w 97"/>
                <a:gd name="T5" fmla="*/ 3 h 185"/>
                <a:gd name="T6" fmla="*/ 0 w 97"/>
                <a:gd name="T7" fmla="*/ 158 h 185"/>
                <a:gd name="T8" fmla="*/ 0 w 97"/>
                <a:gd name="T9" fmla="*/ 158 h 185"/>
                <a:gd name="T10" fmla="*/ 1 w 97"/>
                <a:gd name="T11" fmla="*/ 158 h 185"/>
                <a:gd name="T12" fmla="*/ 39 w 97"/>
                <a:gd name="T13" fmla="*/ 185 h 185"/>
                <a:gd name="T14" fmla="*/ 70 w 97"/>
                <a:gd name="T15" fmla="*/ 156 h 185"/>
                <a:gd name="T16" fmla="*/ 71 w 97"/>
                <a:gd name="T17" fmla="*/ 156 h 185"/>
                <a:gd name="T18" fmla="*/ 96 w 97"/>
                <a:gd name="T19" fmla="*/ 172 h 185"/>
                <a:gd name="T20" fmla="*/ 97 w 97"/>
                <a:gd name="T21" fmla="*/ 170 h 185"/>
                <a:gd name="T22" fmla="*/ 43 w 97"/>
                <a:gd name="T23"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185">
                  <a:moveTo>
                    <a:pt x="43" y="0"/>
                  </a:moveTo>
                  <a:cubicBezTo>
                    <a:pt x="31" y="2"/>
                    <a:pt x="19" y="3"/>
                    <a:pt x="8" y="3"/>
                  </a:cubicBezTo>
                  <a:cubicBezTo>
                    <a:pt x="5" y="3"/>
                    <a:pt x="3" y="3"/>
                    <a:pt x="0" y="3"/>
                  </a:cubicBezTo>
                  <a:cubicBezTo>
                    <a:pt x="0" y="158"/>
                    <a:pt x="0" y="158"/>
                    <a:pt x="0" y="158"/>
                  </a:cubicBezTo>
                  <a:cubicBezTo>
                    <a:pt x="0" y="158"/>
                    <a:pt x="0" y="158"/>
                    <a:pt x="0" y="158"/>
                  </a:cubicBezTo>
                  <a:cubicBezTo>
                    <a:pt x="1" y="158"/>
                    <a:pt x="1" y="158"/>
                    <a:pt x="1" y="158"/>
                  </a:cubicBezTo>
                  <a:cubicBezTo>
                    <a:pt x="26" y="158"/>
                    <a:pt x="36" y="176"/>
                    <a:pt x="39" y="185"/>
                  </a:cubicBezTo>
                  <a:cubicBezTo>
                    <a:pt x="41" y="178"/>
                    <a:pt x="47" y="156"/>
                    <a:pt x="70" y="156"/>
                  </a:cubicBezTo>
                  <a:cubicBezTo>
                    <a:pt x="70" y="156"/>
                    <a:pt x="70" y="156"/>
                    <a:pt x="71" y="156"/>
                  </a:cubicBezTo>
                  <a:cubicBezTo>
                    <a:pt x="84" y="156"/>
                    <a:pt x="92" y="164"/>
                    <a:pt x="96" y="172"/>
                  </a:cubicBezTo>
                  <a:cubicBezTo>
                    <a:pt x="97" y="170"/>
                    <a:pt x="97" y="170"/>
                    <a:pt x="97" y="170"/>
                  </a:cubicBezTo>
                  <a:cubicBezTo>
                    <a:pt x="43" y="0"/>
                    <a:pt x="43" y="0"/>
                    <a:pt x="43"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Freeform: Shape 76"/>
            <p:cNvSpPr/>
            <p:nvPr/>
          </p:nvSpPr>
          <p:spPr bwMode="auto">
            <a:xfrm>
              <a:off x="6639990" y="4146128"/>
              <a:ext cx="65306" cy="2709179"/>
            </a:xfrm>
            <a:custGeom>
              <a:avLst/>
              <a:gdLst>
                <a:gd name="T0" fmla="*/ 1 w 41"/>
                <a:gd name="T1" fmla="*/ 0 h 1702"/>
                <a:gd name="T2" fmla="*/ 0 w 41"/>
                <a:gd name="T3" fmla="*/ 0 h 1702"/>
                <a:gd name="T4" fmla="*/ 0 w 41"/>
                <a:gd name="T5" fmla="*/ 0 h 1702"/>
                <a:gd name="T6" fmla="*/ 0 w 41"/>
                <a:gd name="T7" fmla="*/ 1702 h 1702"/>
                <a:gd name="T8" fmla="*/ 41 w 41"/>
                <a:gd name="T9" fmla="*/ 1702 h 1702"/>
                <a:gd name="T10" fmla="*/ 41 w 41"/>
                <a:gd name="T11" fmla="*/ 1701 h 1702"/>
                <a:gd name="T12" fmla="*/ 39 w 41"/>
                <a:gd name="T13" fmla="*/ 1701 h 1702"/>
                <a:gd name="T14" fmla="*/ 39 w 41"/>
                <a:gd name="T15" fmla="*/ 30 h 1702"/>
                <a:gd name="T16" fmla="*/ 39 w 41"/>
                <a:gd name="T17" fmla="*/ 27 h 1702"/>
                <a:gd name="T18" fmla="*/ 1 w 41"/>
                <a:gd name="T19" fmla="*/ 0 h 1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1702">
                  <a:moveTo>
                    <a:pt x="1" y="0"/>
                  </a:moveTo>
                  <a:cubicBezTo>
                    <a:pt x="1" y="0"/>
                    <a:pt x="1" y="0"/>
                    <a:pt x="0" y="0"/>
                  </a:cubicBezTo>
                  <a:cubicBezTo>
                    <a:pt x="0" y="0"/>
                    <a:pt x="0" y="0"/>
                    <a:pt x="0" y="0"/>
                  </a:cubicBezTo>
                  <a:cubicBezTo>
                    <a:pt x="0" y="1702"/>
                    <a:pt x="0" y="1702"/>
                    <a:pt x="0" y="1702"/>
                  </a:cubicBezTo>
                  <a:cubicBezTo>
                    <a:pt x="41" y="1702"/>
                    <a:pt x="41" y="1702"/>
                    <a:pt x="41" y="1702"/>
                  </a:cubicBezTo>
                  <a:cubicBezTo>
                    <a:pt x="41" y="1701"/>
                    <a:pt x="41" y="1701"/>
                    <a:pt x="41" y="1701"/>
                  </a:cubicBezTo>
                  <a:cubicBezTo>
                    <a:pt x="39" y="1701"/>
                    <a:pt x="39" y="1701"/>
                    <a:pt x="39" y="1701"/>
                  </a:cubicBezTo>
                  <a:cubicBezTo>
                    <a:pt x="39" y="30"/>
                    <a:pt x="39" y="30"/>
                    <a:pt x="39" y="30"/>
                  </a:cubicBezTo>
                  <a:cubicBezTo>
                    <a:pt x="39" y="30"/>
                    <a:pt x="39" y="29"/>
                    <a:pt x="39" y="27"/>
                  </a:cubicBezTo>
                  <a:cubicBezTo>
                    <a:pt x="36" y="18"/>
                    <a:pt x="26" y="0"/>
                    <a:pt x="1" y="0"/>
                  </a:cubicBezTo>
                </a:path>
              </a:pathLst>
            </a:custGeom>
            <a:solidFill>
              <a:schemeClr val="accent4"/>
            </a:solidFill>
            <a:ln>
              <a:noFill/>
            </a:ln>
          </p:spPr>
          <p:txBody>
            <a:bodyPr anchor="ctr"/>
            <a:lstStyle/>
            <a:p>
              <a:pPr algn="ctr"/>
            </a:p>
          </p:txBody>
        </p:sp>
        <p:sp>
          <p:nvSpPr>
            <p:cNvPr id="72" name="Freeform: Shape 77"/>
            <p:cNvSpPr/>
            <p:nvPr/>
          </p:nvSpPr>
          <p:spPr bwMode="auto">
            <a:xfrm>
              <a:off x="6701930" y="4142762"/>
              <a:ext cx="100315" cy="2710525"/>
            </a:xfrm>
            <a:custGeom>
              <a:avLst/>
              <a:gdLst>
                <a:gd name="T0" fmla="*/ 32 w 63"/>
                <a:gd name="T1" fmla="*/ 0 h 1703"/>
                <a:gd name="T2" fmla="*/ 31 w 63"/>
                <a:gd name="T3" fmla="*/ 0 h 1703"/>
                <a:gd name="T4" fmla="*/ 0 w 63"/>
                <a:gd name="T5" fmla="*/ 29 h 1703"/>
                <a:gd name="T6" fmla="*/ 0 w 63"/>
                <a:gd name="T7" fmla="*/ 32 h 1703"/>
                <a:gd name="T8" fmla="*/ 0 w 63"/>
                <a:gd name="T9" fmla="*/ 1703 h 1703"/>
                <a:gd name="T10" fmla="*/ 2 w 63"/>
                <a:gd name="T11" fmla="*/ 1703 h 1703"/>
                <a:gd name="T12" fmla="*/ 63 w 63"/>
                <a:gd name="T13" fmla="*/ 1703 h 1703"/>
                <a:gd name="T14" fmla="*/ 63 w 63"/>
                <a:gd name="T15" fmla="*/ 32 h 1703"/>
                <a:gd name="T16" fmla="*/ 57 w 63"/>
                <a:gd name="T17" fmla="*/ 16 h 1703"/>
                <a:gd name="T18" fmla="*/ 32 w 63"/>
                <a:gd name="T19" fmla="*/ 0 h 1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703">
                  <a:moveTo>
                    <a:pt x="32" y="0"/>
                  </a:moveTo>
                  <a:cubicBezTo>
                    <a:pt x="31" y="0"/>
                    <a:pt x="31" y="0"/>
                    <a:pt x="31" y="0"/>
                  </a:cubicBezTo>
                  <a:cubicBezTo>
                    <a:pt x="8" y="0"/>
                    <a:pt x="2" y="22"/>
                    <a:pt x="0" y="29"/>
                  </a:cubicBezTo>
                  <a:cubicBezTo>
                    <a:pt x="0" y="31"/>
                    <a:pt x="0" y="32"/>
                    <a:pt x="0" y="32"/>
                  </a:cubicBezTo>
                  <a:cubicBezTo>
                    <a:pt x="0" y="1703"/>
                    <a:pt x="0" y="1703"/>
                    <a:pt x="0" y="1703"/>
                  </a:cubicBezTo>
                  <a:cubicBezTo>
                    <a:pt x="2" y="1703"/>
                    <a:pt x="2" y="1703"/>
                    <a:pt x="2" y="1703"/>
                  </a:cubicBezTo>
                  <a:cubicBezTo>
                    <a:pt x="63" y="1703"/>
                    <a:pt x="63" y="1703"/>
                    <a:pt x="63" y="1703"/>
                  </a:cubicBezTo>
                  <a:cubicBezTo>
                    <a:pt x="63" y="32"/>
                    <a:pt x="63" y="32"/>
                    <a:pt x="63" y="32"/>
                  </a:cubicBezTo>
                  <a:cubicBezTo>
                    <a:pt x="63" y="32"/>
                    <a:pt x="62" y="24"/>
                    <a:pt x="57" y="16"/>
                  </a:cubicBezTo>
                  <a:cubicBezTo>
                    <a:pt x="53" y="8"/>
                    <a:pt x="45" y="0"/>
                    <a:pt x="32" y="0"/>
                  </a:cubicBezTo>
                </a:path>
              </a:pathLst>
            </a:custGeom>
            <a:solidFill>
              <a:schemeClr val="accent4"/>
            </a:solidFill>
            <a:ln>
              <a:noFill/>
            </a:ln>
          </p:spPr>
          <p:txBody>
            <a:bodyPr anchor="ctr"/>
            <a:lstStyle/>
            <a:p>
              <a:pPr algn="ctr"/>
            </a:p>
          </p:txBody>
        </p:sp>
        <p:sp>
          <p:nvSpPr>
            <p:cNvPr id="73" name="Freeform: Shape 78"/>
            <p:cNvSpPr/>
            <p:nvPr/>
          </p:nvSpPr>
          <p:spPr bwMode="auto">
            <a:xfrm>
              <a:off x="6639990" y="3714572"/>
              <a:ext cx="67999" cy="184472"/>
            </a:xfrm>
            <a:custGeom>
              <a:avLst/>
              <a:gdLst>
                <a:gd name="T0" fmla="*/ 10 w 43"/>
                <a:gd name="T1" fmla="*/ 0 h 116"/>
                <a:gd name="T2" fmla="*/ 0 w 43"/>
                <a:gd name="T3" fmla="*/ 0 h 116"/>
                <a:gd name="T4" fmla="*/ 0 w 43"/>
                <a:gd name="T5" fmla="*/ 116 h 116"/>
                <a:gd name="T6" fmla="*/ 8 w 43"/>
                <a:gd name="T7" fmla="*/ 116 h 116"/>
                <a:gd name="T8" fmla="*/ 43 w 43"/>
                <a:gd name="T9" fmla="*/ 113 h 116"/>
                <a:gd name="T10" fmla="*/ 43 w 43"/>
                <a:gd name="T11" fmla="*/ 113 h 116"/>
                <a:gd name="T12" fmla="*/ 10 w 43"/>
                <a:gd name="T13" fmla="*/ 0 h 116"/>
              </a:gdLst>
              <a:ahLst/>
              <a:cxnLst>
                <a:cxn ang="0">
                  <a:pos x="T0" y="T1"/>
                </a:cxn>
                <a:cxn ang="0">
                  <a:pos x="T2" y="T3"/>
                </a:cxn>
                <a:cxn ang="0">
                  <a:pos x="T4" y="T5"/>
                </a:cxn>
                <a:cxn ang="0">
                  <a:pos x="T6" y="T7"/>
                </a:cxn>
                <a:cxn ang="0">
                  <a:pos x="T8" y="T9"/>
                </a:cxn>
                <a:cxn ang="0">
                  <a:pos x="T10" y="T11"/>
                </a:cxn>
                <a:cxn ang="0">
                  <a:pos x="T12" y="T13"/>
                </a:cxn>
              </a:cxnLst>
              <a:rect l="0" t="0" r="r" b="b"/>
              <a:pathLst>
                <a:path w="43" h="116">
                  <a:moveTo>
                    <a:pt x="10" y="0"/>
                  </a:moveTo>
                  <a:cubicBezTo>
                    <a:pt x="0" y="0"/>
                    <a:pt x="0" y="0"/>
                    <a:pt x="0" y="0"/>
                  </a:cubicBezTo>
                  <a:cubicBezTo>
                    <a:pt x="0" y="116"/>
                    <a:pt x="0" y="116"/>
                    <a:pt x="0" y="116"/>
                  </a:cubicBezTo>
                  <a:cubicBezTo>
                    <a:pt x="3" y="116"/>
                    <a:pt x="5" y="116"/>
                    <a:pt x="8" y="116"/>
                  </a:cubicBezTo>
                  <a:cubicBezTo>
                    <a:pt x="19" y="116"/>
                    <a:pt x="31" y="115"/>
                    <a:pt x="43" y="113"/>
                  </a:cubicBezTo>
                  <a:cubicBezTo>
                    <a:pt x="43" y="113"/>
                    <a:pt x="43" y="113"/>
                    <a:pt x="43" y="113"/>
                  </a:cubicBezTo>
                  <a:cubicBezTo>
                    <a:pt x="10" y="0"/>
                    <a:pt x="10" y="0"/>
                    <a:pt x="10" y="0"/>
                  </a:cubicBezTo>
                </a:path>
              </a:pathLst>
            </a:custGeom>
            <a:solidFill>
              <a:schemeClr val="accent4"/>
            </a:solidFill>
            <a:ln>
              <a:noFill/>
            </a:ln>
          </p:spPr>
          <p:txBody>
            <a:bodyPr anchor="ctr"/>
            <a:lstStyle/>
            <a:p>
              <a:pPr algn="ctr"/>
            </a:p>
          </p:txBody>
        </p:sp>
      </p:grpSp>
      <p:grpSp>
        <p:nvGrpSpPr>
          <p:cNvPr id="74" name="Group 55"/>
          <p:cNvGrpSpPr/>
          <p:nvPr/>
        </p:nvGrpSpPr>
        <p:grpSpPr>
          <a:xfrm rot="16200000" flipH="1">
            <a:off x="5439410" y="1628140"/>
            <a:ext cx="302895" cy="4800600"/>
            <a:chOff x="6007804" y="4266641"/>
            <a:chExt cx="403952" cy="2588666"/>
          </a:xfrm>
        </p:grpSpPr>
        <p:sp>
          <p:nvSpPr>
            <p:cNvPr id="75" name="Freeform: Shape 56"/>
            <p:cNvSpPr/>
            <p:nvPr/>
          </p:nvSpPr>
          <p:spPr bwMode="auto">
            <a:xfrm>
              <a:off x="6018576" y="4273373"/>
              <a:ext cx="300945" cy="490130"/>
            </a:xfrm>
            <a:custGeom>
              <a:avLst/>
              <a:gdLst>
                <a:gd name="T0" fmla="*/ 447 w 447"/>
                <a:gd name="T1" fmla="*/ 657 h 728"/>
                <a:gd name="T2" fmla="*/ 242 w 447"/>
                <a:gd name="T3" fmla="*/ 0 h 728"/>
                <a:gd name="T4" fmla="*/ 197 w 447"/>
                <a:gd name="T5" fmla="*/ 0 h 728"/>
                <a:gd name="T6" fmla="*/ 0 w 447"/>
                <a:gd name="T7" fmla="*/ 681 h 728"/>
                <a:gd name="T8" fmla="*/ 12 w 447"/>
                <a:gd name="T9" fmla="*/ 728 h 728"/>
                <a:gd name="T10" fmla="*/ 424 w 447"/>
                <a:gd name="T11" fmla="*/ 726 h 728"/>
                <a:gd name="T12" fmla="*/ 447 w 447"/>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7"/>
                  </a:moveTo>
                  <a:lnTo>
                    <a:pt x="242" y="0"/>
                  </a:lnTo>
                  <a:lnTo>
                    <a:pt x="197" y="0"/>
                  </a:lnTo>
                  <a:lnTo>
                    <a:pt x="0" y="681"/>
                  </a:lnTo>
                  <a:lnTo>
                    <a:pt x="12" y="728"/>
                  </a:lnTo>
                  <a:lnTo>
                    <a:pt x="424" y="726"/>
                  </a:lnTo>
                  <a:lnTo>
                    <a:pt x="447"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Freeform: Shape 57"/>
            <p:cNvSpPr/>
            <p:nvPr/>
          </p:nvSpPr>
          <p:spPr bwMode="auto">
            <a:xfrm>
              <a:off x="6018576" y="4273373"/>
              <a:ext cx="300945" cy="490130"/>
            </a:xfrm>
            <a:custGeom>
              <a:avLst/>
              <a:gdLst>
                <a:gd name="T0" fmla="*/ 447 w 447"/>
                <a:gd name="T1" fmla="*/ 657 h 728"/>
                <a:gd name="T2" fmla="*/ 242 w 447"/>
                <a:gd name="T3" fmla="*/ 0 h 728"/>
                <a:gd name="T4" fmla="*/ 197 w 447"/>
                <a:gd name="T5" fmla="*/ 0 h 728"/>
                <a:gd name="T6" fmla="*/ 0 w 447"/>
                <a:gd name="T7" fmla="*/ 681 h 728"/>
                <a:gd name="T8" fmla="*/ 12 w 447"/>
                <a:gd name="T9" fmla="*/ 728 h 728"/>
                <a:gd name="T10" fmla="*/ 424 w 447"/>
                <a:gd name="T11" fmla="*/ 726 h 728"/>
                <a:gd name="T12" fmla="*/ 447 w 447"/>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7"/>
                  </a:moveTo>
                  <a:lnTo>
                    <a:pt x="242" y="0"/>
                  </a:lnTo>
                  <a:lnTo>
                    <a:pt x="197" y="0"/>
                  </a:lnTo>
                  <a:lnTo>
                    <a:pt x="0" y="681"/>
                  </a:lnTo>
                  <a:lnTo>
                    <a:pt x="12" y="728"/>
                  </a:lnTo>
                  <a:lnTo>
                    <a:pt x="424" y="726"/>
                  </a:lnTo>
                  <a:lnTo>
                    <a:pt x="447"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Freeform: Shape 58"/>
            <p:cNvSpPr/>
            <p:nvPr/>
          </p:nvSpPr>
          <p:spPr bwMode="auto">
            <a:xfrm>
              <a:off x="6104752" y="4694831"/>
              <a:ext cx="125899" cy="2160476"/>
            </a:xfrm>
            <a:custGeom>
              <a:avLst/>
              <a:gdLst>
                <a:gd name="T0" fmla="*/ 79 w 79"/>
                <a:gd name="T1" fmla="*/ 1357 h 1357"/>
                <a:gd name="T2" fmla="*/ 0 w 79"/>
                <a:gd name="T3" fmla="*/ 1357 h 1357"/>
                <a:gd name="T4" fmla="*/ 0 w 79"/>
                <a:gd name="T5" fmla="*/ 32 h 1357"/>
                <a:gd name="T6" fmla="*/ 39 w 79"/>
                <a:gd name="T7" fmla="*/ 1 h 1357"/>
                <a:gd name="T8" fmla="*/ 79 w 79"/>
                <a:gd name="T9" fmla="*/ 32 h 1357"/>
                <a:gd name="T10" fmla="*/ 79 w 79"/>
                <a:gd name="T11" fmla="*/ 1357 h 1357"/>
              </a:gdLst>
              <a:ahLst/>
              <a:cxnLst>
                <a:cxn ang="0">
                  <a:pos x="T0" y="T1"/>
                </a:cxn>
                <a:cxn ang="0">
                  <a:pos x="T2" y="T3"/>
                </a:cxn>
                <a:cxn ang="0">
                  <a:pos x="T4" y="T5"/>
                </a:cxn>
                <a:cxn ang="0">
                  <a:pos x="T6" y="T7"/>
                </a:cxn>
                <a:cxn ang="0">
                  <a:pos x="T8" y="T9"/>
                </a:cxn>
                <a:cxn ang="0">
                  <a:pos x="T10" y="T11"/>
                </a:cxn>
              </a:cxnLst>
              <a:rect l="0" t="0" r="r" b="b"/>
              <a:pathLst>
                <a:path w="79" h="1357">
                  <a:moveTo>
                    <a:pt x="79" y="1357"/>
                  </a:moveTo>
                  <a:cubicBezTo>
                    <a:pt x="0" y="1357"/>
                    <a:pt x="0" y="1357"/>
                    <a:pt x="0" y="1357"/>
                  </a:cubicBezTo>
                  <a:cubicBezTo>
                    <a:pt x="0" y="32"/>
                    <a:pt x="0" y="32"/>
                    <a:pt x="0" y="32"/>
                  </a:cubicBezTo>
                  <a:cubicBezTo>
                    <a:pt x="0" y="32"/>
                    <a:pt x="5" y="1"/>
                    <a:pt x="39" y="1"/>
                  </a:cubicBezTo>
                  <a:cubicBezTo>
                    <a:pt x="73" y="0"/>
                    <a:pt x="79" y="32"/>
                    <a:pt x="79" y="32"/>
                  </a:cubicBezTo>
                  <a:cubicBezTo>
                    <a:pt x="79" y="1357"/>
                    <a:pt x="79" y="1357"/>
                    <a:pt x="79" y="1357"/>
                  </a:cubicBezTo>
                </a:path>
              </a:pathLst>
            </a:custGeom>
            <a:solidFill>
              <a:schemeClr val="accent3">
                <a:lumMod val="60000"/>
                <a:lumOff val="40000"/>
              </a:schemeClr>
            </a:solidFill>
            <a:ln>
              <a:noFill/>
            </a:ln>
          </p:spPr>
          <p:txBody>
            <a:bodyPr anchor="ctr"/>
            <a:lstStyle/>
            <a:p>
              <a:pPr algn="ctr"/>
            </a:p>
          </p:txBody>
        </p:sp>
        <p:sp>
          <p:nvSpPr>
            <p:cNvPr id="78" name="Freeform: Shape 59"/>
            <p:cNvSpPr/>
            <p:nvPr/>
          </p:nvSpPr>
          <p:spPr bwMode="auto">
            <a:xfrm>
              <a:off x="6228631" y="4692138"/>
              <a:ext cx="100315" cy="2161149"/>
            </a:xfrm>
            <a:custGeom>
              <a:avLst/>
              <a:gdLst>
                <a:gd name="T0" fmla="*/ 63 w 63"/>
                <a:gd name="T1" fmla="*/ 1358 h 1358"/>
                <a:gd name="T2" fmla="*/ 0 w 63"/>
                <a:gd name="T3" fmla="*/ 1358 h 1358"/>
                <a:gd name="T4" fmla="*/ 0 w 63"/>
                <a:gd name="T5" fmla="*/ 32 h 1358"/>
                <a:gd name="T6" fmla="*/ 30 w 63"/>
                <a:gd name="T7" fmla="*/ 0 h 1358"/>
                <a:gd name="T8" fmla="*/ 63 w 63"/>
                <a:gd name="T9" fmla="*/ 32 h 1358"/>
                <a:gd name="T10" fmla="*/ 63 w 63"/>
                <a:gd name="T11" fmla="*/ 1358 h 1358"/>
              </a:gdLst>
              <a:ahLst/>
              <a:cxnLst>
                <a:cxn ang="0">
                  <a:pos x="T0" y="T1"/>
                </a:cxn>
                <a:cxn ang="0">
                  <a:pos x="T2" y="T3"/>
                </a:cxn>
                <a:cxn ang="0">
                  <a:pos x="T4" y="T5"/>
                </a:cxn>
                <a:cxn ang="0">
                  <a:pos x="T6" y="T7"/>
                </a:cxn>
                <a:cxn ang="0">
                  <a:pos x="T8" y="T9"/>
                </a:cxn>
                <a:cxn ang="0">
                  <a:pos x="T10" y="T11"/>
                </a:cxn>
              </a:cxnLst>
              <a:rect l="0" t="0" r="r" b="b"/>
              <a:pathLst>
                <a:path w="63" h="1358">
                  <a:moveTo>
                    <a:pt x="63" y="1358"/>
                  </a:moveTo>
                  <a:cubicBezTo>
                    <a:pt x="0" y="1358"/>
                    <a:pt x="0" y="1358"/>
                    <a:pt x="0" y="1358"/>
                  </a:cubicBezTo>
                  <a:cubicBezTo>
                    <a:pt x="0" y="32"/>
                    <a:pt x="0" y="32"/>
                    <a:pt x="0" y="32"/>
                  </a:cubicBezTo>
                  <a:cubicBezTo>
                    <a:pt x="0" y="32"/>
                    <a:pt x="4" y="1"/>
                    <a:pt x="30" y="0"/>
                  </a:cubicBezTo>
                  <a:cubicBezTo>
                    <a:pt x="57" y="0"/>
                    <a:pt x="63" y="32"/>
                    <a:pt x="63" y="32"/>
                  </a:cubicBezTo>
                  <a:cubicBezTo>
                    <a:pt x="63" y="1358"/>
                    <a:pt x="63" y="1358"/>
                    <a:pt x="63" y="1358"/>
                  </a:cubicBezTo>
                </a:path>
              </a:pathLst>
            </a:custGeom>
            <a:solidFill>
              <a:srgbClr val="FFB14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Freeform: Shape 60"/>
            <p:cNvSpPr/>
            <p:nvPr/>
          </p:nvSpPr>
          <p:spPr bwMode="auto">
            <a:xfrm>
              <a:off x="6007804" y="4692138"/>
              <a:ext cx="100315" cy="2161149"/>
            </a:xfrm>
            <a:custGeom>
              <a:avLst/>
              <a:gdLst>
                <a:gd name="T0" fmla="*/ 63 w 63"/>
                <a:gd name="T1" fmla="*/ 1358 h 1358"/>
                <a:gd name="T2" fmla="*/ 0 w 63"/>
                <a:gd name="T3" fmla="*/ 1358 h 1358"/>
                <a:gd name="T4" fmla="*/ 0 w 63"/>
                <a:gd name="T5" fmla="*/ 32 h 1358"/>
                <a:gd name="T6" fmla="*/ 31 w 63"/>
                <a:gd name="T7" fmla="*/ 0 h 1358"/>
                <a:gd name="T8" fmla="*/ 63 w 63"/>
                <a:gd name="T9" fmla="*/ 32 h 1358"/>
                <a:gd name="T10" fmla="*/ 63 w 63"/>
                <a:gd name="T11" fmla="*/ 1358 h 1358"/>
              </a:gdLst>
              <a:ahLst/>
              <a:cxnLst>
                <a:cxn ang="0">
                  <a:pos x="T0" y="T1"/>
                </a:cxn>
                <a:cxn ang="0">
                  <a:pos x="T2" y="T3"/>
                </a:cxn>
                <a:cxn ang="0">
                  <a:pos x="T4" y="T5"/>
                </a:cxn>
                <a:cxn ang="0">
                  <a:pos x="T6" y="T7"/>
                </a:cxn>
                <a:cxn ang="0">
                  <a:pos x="T8" y="T9"/>
                </a:cxn>
                <a:cxn ang="0">
                  <a:pos x="T10" y="T11"/>
                </a:cxn>
              </a:cxnLst>
              <a:rect l="0" t="0" r="r" b="b"/>
              <a:pathLst>
                <a:path w="63" h="1358">
                  <a:moveTo>
                    <a:pt x="63" y="1358"/>
                  </a:moveTo>
                  <a:cubicBezTo>
                    <a:pt x="0" y="1358"/>
                    <a:pt x="0" y="1358"/>
                    <a:pt x="0" y="1358"/>
                  </a:cubicBezTo>
                  <a:cubicBezTo>
                    <a:pt x="0" y="32"/>
                    <a:pt x="0" y="32"/>
                    <a:pt x="0" y="32"/>
                  </a:cubicBezTo>
                  <a:cubicBezTo>
                    <a:pt x="0" y="32"/>
                    <a:pt x="4" y="1"/>
                    <a:pt x="31" y="0"/>
                  </a:cubicBezTo>
                  <a:cubicBezTo>
                    <a:pt x="58" y="0"/>
                    <a:pt x="63" y="32"/>
                    <a:pt x="63" y="32"/>
                  </a:cubicBezTo>
                  <a:lnTo>
                    <a:pt x="63" y="1358"/>
                  </a:lnTo>
                  <a:close/>
                </a:path>
              </a:pathLst>
            </a:custGeom>
            <a:solidFill>
              <a:schemeClr val="accent3">
                <a:lumMod val="60000"/>
                <a:lumOff val="40000"/>
              </a:schemeClr>
            </a:solidFill>
            <a:ln>
              <a:noFill/>
            </a:ln>
          </p:spPr>
          <p:txBody>
            <a:bodyPr anchor="ctr"/>
            <a:lstStyle/>
            <a:p>
              <a:pPr algn="ctr"/>
            </a:p>
          </p:txBody>
        </p:sp>
        <p:sp>
          <p:nvSpPr>
            <p:cNvPr id="80" name="Freeform: Shape 61"/>
            <p:cNvSpPr/>
            <p:nvPr/>
          </p:nvSpPr>
          <p:spPr bwMode="auto">
            <a:xfrm>
              <a:off x="6104752" y="4268661"/>
              <a:ext cx="129265" cy="185818"/>
            </a:xfrm>
            <a:custGeom>
              <a:avLst/>
              <a:gdLst>
                <a:gd name="T0" fmla="*/ 0 w 81"/>
                <a:gd name="T1" fmla="*/ 107 h 117"/>
                <a:gd name="T2" fmla="*/ 81 w 81"/>
                <a:gd name="T3" fmla="*/ 109 h 117"/>
                <a:gd name="T4" fmla="*/ 48 w 81"/>
                <a:gd name="T5" fmla="*/ 0 h 117"/>
                <a:gd name="T6" fmla="*/ 28 w 81"/>
                <a:gd name="T7" fmla="*/ 0 h 117"/>
                <a:gd name="T8" fmla="*/ 0 w 81"/>
                <a:gd name="T9" fmla="*/ 107 h 117"/>
              </a:gdLst>
              <a:ahLst/>
              <a:cxnLst>
                <a:cxn ang="0">
                  <a:pos x="T0" y="T1"/>
                </a:cxn>
                <a:cxn ang="0">
                  <a:pos x="T2" y="T3"/>
                </a:cxn>
                <a:cxn ang="0">
                  <a:pos x="T4" y="T5"/>
                </a:cxn>
                <a:cxn ang="0">
                  <a:pos x="T6" y="T7"/>
                </a:cxn>
                <a:cxn ang="0">
                  <a:pos x="T8" y="T9"/>
                </a:cxn>
              </a:cxnLst>
              <a:rect l="0" t="0" r="r" b="b"/>
              <a:pathLst>
                <a:path w="81" h="117">
                  <a:moveTo>
                    <a:pt x="0" y="107"/>
                  </a:moveTo>
                  <a:cubicBezTo>
                    <a:pt x="0" y="107"/>
                    <a:pt x="39" y="117"/>
                    <a:pt x="81" y="109"/>
                  </a:cubicBezTo>
                  <a:cubicBezTo>
                    <a:pt x="48" y="0"/>
                    <a:pt x="48" y="0"/>
                    <a:pt x="48" y="0"/>
                  </a:cubicBezTo>
                  <a:cubicBezTo>
                    <a:pt x="28" y="0"/>
                    <a:pt x="28" y="0"/>
                    <a:pt x="28" y="0"/>
                  </a:cubicBezTo>
                  <a:cubicBezTo>
                    <a:pt x="0" y="107"/>
                    <a:pt x="0" y="107"/>
                    <a:pt x="0" y="107"/>
                  </a:cubicBezTo>
                </a:path>
              </a:pathLst>
            </a:custGeom>
            <a:solidFill>
              <a:schemeClr val="accent3">
                <a:lumMod val="60000"/>
                <a:lumOff val="40000"/>
              </a:schemeClr>
            </a:solidFill>
            <a:ln>
              <a:noFill/>
            </a:ln>
          </p:spPr>
          <p:txBody>
            <a:bodyPr anchor="ctr"/>
            <a:lstStyle/>
            <a:p>
              <a:pPr algn="ctr"/>
            </a:p>
          </p:txBody>
        </p:sp>
        <p:sp>
          <p:nvSpPr>
            <p:cNvPr id="81" name="Freeform: Shape 62"/>
            <p:cNvSpPr/>
            <p:nvPr/>
          </p:nvSpPr>
          <p:spPr bwMode="auto">
            <a:xfrm>
              <a:off x="6173424" y="4266641"/>
              <a:ext cx="238332" cy="2588666"/>
            </a:xfrm>
            <a:custGeom>
              <a:avLst/>
              <a:gdLst>
                <a:gd name="T0" fmla="*/ 27 w 150"/>
                <a:gd name="T1" fmla="*/ 0 h 1626"/>
                <a:gd name="T2" fmla="*/ 0 w 150"/>
                <a:gd name="T3" fmla="*/ 1 h 1626"/>
                <a:gd name="T4" fmla="*/ 5 w 150"/>
                <a:gd name="T5" fmla="*/ 1 h 1626"/>
                <a:gd name="T6" fmla="*/ 38 w 150"/>
                <a:gd name="T7" fmla="*/ 110 h 1626"/>
                <a:gd name="T8" fmla="*/ 92 w 150"/>
                <a:gd name="T9" fmla="*/ 282 h 1626"/>
                <a:gd name="T10" fmla="*/ 92 w 150"/>
                <a:gd name="T11" fmla="*/ 284 h 1626"/>
                <a:gd name="T12" fmla="*/ 98 w 150"/>
                <a:gd name="T13" fmla="*/ 299 h 1626"/>
                <a:gd name="T14" fmla="*/ 98 w 150"/>
                <a:gd name="T15" fmla="*/ 1625 h 1626"/>
                <a:gd name="T16" fmla="*/ 36 w 150"/>
                <a:gd name="T17" fmla="*/ 1625 h 1626"/>
                <a:gd name="T18" fmla="*/ 36 w 150"/>
                <a:gd name="T19" fmla="*/ 1626 h 1626"/>
                <a:gd name="T20" fmla="*/ 150 w 150"/>
                <a:gd name="T21" fmla="*/ 1626 h 1626"/>
                <a:gd name="T22" fmla="*/ 135 w 150"/>
                <a:gd name="T23" fmla="*/ 290 h 1626"/>
                <a:gd name="T24" fmla="*/ 27 w 150"/>
                <a:gd name="T25" fmla="*/ 0 h 1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0" h="1626">
                  <a:moveTo>
                    <a:pt x="27" y="0"/>
                  </a:moveTo>
                  <a:cubicBezTo>
                    <a:pt x="0" y="1"/>
                    <a:pt x="0" y="1"/>
                    <a:pt x="0" y="1"/>
                  </a:cubicBezTo>
                  <a:cubicBezTo>
                    <a:pt x="5" y="1"/>
                    <a:pt x="5" y="1"/>
                    <a:pt x="5" y="1"/>
                  </a:cubicBezTo>
                  <a:cubicBezTo>
                    <a:pt x="38" y="110"/>
                    <a:pt x="38" y="110"/>
                    <a:pt x="38" y="110"/>
                  </a:cubicBezTo>
                  <a:cubicBezTo>
                    <a:pt x="92" y="282"/>
                    <a:pt x="92" y="282"/>
                    <a:pt x="92" y="282"/>
                  </a:cubicBezTo>
                  <a:cubicBezTo>
                    <a:pt x="92" y="284"/>
                    <a:pt x="92" y="284"/>
                    <a:pt x="92" y="284"/>
                  </a:cubicBezTo>
                  <a:cubicBezTo>
                    <a:pt x="96" y="291"/>
                    <a:pt x="98" y="299"/>
                    <a:pt x="98" y="299"/>
                  </a:cubicBezTo>
                  <a:cubicBezTo>
                    <a:pt x="98" y="1625"/>
                    <a:pt x="98" y="1625"/>
                    <a:pt x="98" y="1625"/>
                  </a:cubicBezTo>
                  <a:cubicBezTo>
                    <a:pt x="36" y="1625"/>
                    <a:pt x="36" y="1625"/>
                    <a:pt x="36" y="1625"/>
                  </a:cubicBezTo>
                  <a:cubicBezTo>
                    <a:pt x="36" y="1626"/>
                    <a:pt x="36" y="1626"/>
                    <a:pt x="36" y="1626"/>
                  </a:cubicBezTo>
                  <a:cubicBezTo>
                    <a:pt x="150" y="1626"/>
                    <a:pt x="150" y="1626"/>
                    <a:pt x="150" y="1626"/>
                  </a:cubicBezTo>
                  <a:cubicBezTo>
                    <a:pt x="135" y="290"/>
                    <a:pt x="135" y="290"/>
                    <a:pt x="135" y="290"/>
                  </a:cubicBezTo>
                  <a:cubicBezTo>
                    <a:pt x="27" y="0"/>
                    <a:pt x="27" y="0"/>
                    <a:pt x="27"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Freeform: Shape 63"/>
            <p:cNvSpPr/>
            <p:nvPr/>
          </p:nvSpPr>
          <p:spPr bwMode="auto">
            <a:xfrm>
              <a:off x="6161979" y="4441687"/>
              <a:ext cx="157542" cy="298252"/>
            </a:xfrm>
            <a:custGeom>
              <a:avLst/>
              <a:gdLst>
                <a:gd name="T0" fmla="*/ 45 w 99"/>
                <a:gd name="T1" fmla="*/ 0 h 187"/>
                <a:gd name="T2" fmla="*/ 45 w 99"/>
                <a:gd name="T3" fmla="*/ 0 h 187"/>
                <a:gd name="T4" fmla="*/ 11 w 99"/>
                <a:gd name="T5" fmla="*/ 3 h 187"/>
                <a:gd name="T6" fmla="*/ 0 w 99"/>
                <a:gd name="T7" fmla="*/ 3 h 187"/>
                <a:gd name="T8" fmla="*/ 0 w 99"/>
                <a:gd name="T9" fmla="*/ 160 h 187"/>
                <a:gd name="T10" fmla="*/ 3 w 99"/>
                <a:gd name="T11" fmla="*/ 160 h 187"/>
                <a:gd name="T12" fmla="*/ 4 w 99"/>
                <a:gd name="T13" fmla="*/ 160 h 187"/>
                <a:gd name="T14" fmla="*/ 42 w 99"/>
                <a:gd name="T15" fmla="*/ 187 h 187"/>
                <a:gd name="T16" fmla="*/ 72 w 99"/>
                <a:gd name="T17" fmla="*/ 157 h 187"/>
                <a:gd name="T18" fmla="*/ 73 w 99"/>
                <a:gd name="T19" fmla="*/ 157 h 187"/>
                <a:gd name="T20" fmla="*/ 99 w 99"/>
                <a:gd name="T21" fmla="*/ 174 h 187"/>
                <a:gd name="T22" fmla="*/ 99 w 99"/>
                <a:gd name="T23" fmla="*/ 172 h 187"/>
                <a:gd name="T24" fmla="*/ 45 w 99"/>
                <a:gd name="T25" fmla="*/ 0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9" h="187">
                  <a:moveTo>
                    <a:pt x="45" y="0"/>
                  </a:moveTo>
                  <a:cubicBezTo>
                    <a:pt x="45" y="0"/>
                    <a:pt x="45" y="0"/>
                    <a:pt x="45" y="0"/>
                  </a:cubicBezTo>
                  <a:cubicBezTo>
                    <a:pt x="33" y="2"/>
                    <a:pt x="21" y="3"/>
                    <a:pt x="11" y="3"/>
                  </a:cubicBezTo>
                  <a:cubicBezTo>
                    <a:pt x="7" y="3"/>
                    <a:pt x="3" y="3"/>
                    <a:pt x="0" y="3"/>
                  </a:cubicBezTo>
                  <a:cubicBezTo>
                    <a:pt x="0" y="160"/>
                    <a:pt x="0" y="160"/>
                    <a:pt x="0" y="160"/>
                  </a:cubicBezTo>
                  <a:cubicBezTo>
                    <a:pt x="1" y="160"/>
                    <a:pt x="2" y="160"/>
                    <a:pt x="3" y="160"/>
                  </a:cubicBezTo>
                  <a:cubicBezTo>
                    <a:pt x="3" y="160"/>
                    <a:pt x="4" y="160"/>
                    <a:pt x="4" y="160"/>
                  </a:cubicBezTo>
                  <a:cubicBezTo>
                    <a:pt x="29" y="160"/>
                    <a:pt x="39" y="178"/>
                    <a:pt x="42" y="187"/>
                  </a:cubicBezTo>
                  <a:cubicBezTo>
                    <a:pt x="44" y="179"/>
                    <a:pt x="50" y="158"/>
                    <a:pt x="72" y="157"/>
                  </a:cubicBezTo>
                  <a:cubicBezTo>
                    <a:pt x="73" y="157"/>
                    <a:pt x="73" y="157"/>
                    <a:pt x="73" y="157"/>
                  </a:cubicBezTo>
                  <a:cubicBezTo>
                    <a:pt x="87" y="157"/>
                    <a:pt x="94" y="166"/>
                    <a:pt x="99" y="174"/>
                  </a:cubicBezTo>
                  <a:cubicBezTo>
                    <a:pt x="99" y="172"/>
                    <a:pt x="99" y="172"/>
                    <a:pt x="99" y="172"/>
                  </a:cubicBezTo>
                  <a:cubicBezTo>
                    <a:pt x="45" y="0"/>
                    <a:pt x="45" y="0"/>
                    <a:pt x="45"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Freeform: Shape 64"/>
            <p:cNvSpPr/>
            <p:nvPr/>
          </p:nvSpPr>
          <p:spPr bwMode="auto">
            <a:xfrm>
              <a:off x="6161979" y="4696851"/>
              <a:ext cx="68672" cy="2158456"/>
            </a:xfrm>
            <a:custGeom>
              <a:avLst/>
              <a:gdLst>
                <a:gd name="T0" fmla="*/ 4 w 43"/>
                <a:gd name="T1" fmla="*/ 0 h 1356"/>
                <a:gd name="T2" fmla="*/ 3 w 43"/>
                <a:gd name="T3" fmla="*/ 0 h 1356"/>
                <a:gd name="T4" fmla="*/ 0 w 43"/>
                <a:gd name="T5" fmla="*/ 0 h 1356"/>
                <a:gd name="T6" fmla="*/ 0 w 43"/>
                <a:gd name="T7" fmla="*/ 1356 h 1356"/>
                <a:gd name="T8" fmla="*/ 43 w 43"/>
                <a:gd name="T9" fmla="*/ 1356 h 1356"/>
                <a:gd name="T10" fmla="*/ 43 w 43"/>
                <a:gd name="T11" fmla="*/ 1355 h 1356"/>
                <a:gd name="T12" fmla="*/ 42 w 43"/>
                <a:gd name="T13" fmla="*/ 1355 h 1356"/>
                <a:gd name="T14" fmla="*/ 42 w 43"/>
                <a:gd name="T15" fmla="*/ 29 h 1356"/>
                <a:gd name="T16" fmla="*/ 42 w 43"/>
                <a:gd name="T17" fmla="*/ 27 h 1356"/>
                <a:gd name="T18" fmla="*/ 4 w 43"/>
                <a:gd name="T19" fmla="*/ 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1356">
                  <a:moveTo>
                    <a:pt x="4" y="0"/>
                  </a:moveTo>
                  <a:cubicBezTo>
                    <a:pt x="4" y="0"/>
                    <a:pt x="3" y="0"/>
                    <a:pt x="3" y="0"/>
                  </a:cubicBezTo>
                  <a:cubicBezTo>
                    <a:pt x="2" y="0"/>
                    <a:pt x="1" y="0"/>
                    <a:pt x="0" y="0"/>
                  </a:cubicBezTo>
                  <a:cubicBezTo>
                    <a:pt x="0" y="1356"/>
                    <a:pt x="0" y="1356"/>
                    <a:pt x="0" y="1356"/>
                  </a:cubicBezTo>
                  <a:cubicBezTo>
                    <a:pt x="43" y="1356"/>
                    <a:pt x="43" y="1356"/>
                    <a:pt x="43" y="1356"/>
                  </a:cubicBezTo>
                  <a:cubicBezTo>
                    <a:pt x="43" y="1355"/>
                    <a:pt x="43" y="1355"/>
                    <a:pt x="43" y="1355"/>
                  </a:cubicBezTo>
                  <a:cubicBezTo>
                    <a:pt x="42" y="1355"/>
                    <a:pt x="42" y="1355"/>
                    <a:pt x="42" y="1355"/>
                  </a:cubicBezTo>
                  <a:cubicBezTo>
                    <a:pt x="42" y="29"/>
                    <a:pt x="42" y="29"/>
                    <a:pt x="42" y="29"/>
                  </a:cubicBezTo>
                  <a:cubicBezTo>
                    <a:pt x="42" y="29"/>
                    <a:pt x="42" y="28"/>
                    <a:pt x="42" y="27"/>
                  </a:cubicBezTo>
                  <a:cubicBezTo>
                    <a:pt x="39" y="18"/>
                    <a:pt x="29" y="0"/>
                    <a:pt x="4" y="0"/>
                  </a:cubicBezTo>
                </a:path>
              </a:pathLst>
            </a:custGeom>
            <a:solidFill>
              <a:schemeClr val="accent3"/>
            </a:solidFill>
            <a:ln>
              <a:noFill/>
            </a:ln>
          </p:spPr>
          <p:txBody>
            <a:bodyPr anchor="ctr"/>
            <a:lstStyle/>
            <a:p>
              <a:pPr algn="ctr"/>
            </a:p>
          </p:txBody>
        </p:sp>
        <p:sp>
          <p:nvSpPr>
            <p:cNvPr id="84" name="Freeform: Shape 65"/>
            <p:cNvSpPr/>
            <p:nvPr/>
          </p:nvSpPr>
          <p:spPr bwMode="auto">
            <a:xfrm>
              <a:off x="6228631" y="4692138"/>
              <a:ext cx="100315" cy="2161149"/>
            </a:xfrm>
            <a:custGeom>
              <a:avLst/>
              <a:gdLst>
                <a:gd name="T0" fmla="*/ 31 w 63"/>
                <a:gd name="T1" fmla="*/ 0 h 1358"/>
                <a:gd name="T2" fmla="*/ 30 w 63"/>
                <a:gd name="T3" fmla="*/ 0 h 1358"/>
                <a:gd name="T4" fmla="*/ 0 w 63"/>
                <a:gd name="T5" fmla="*/ 30 h 1358"/>
                <a:gd name="T6" fmla="*/ 0 w 63"/>
                <a:gd name="T7" fmla="*/ 32 h 1358"/>
                <a:gd name="T8" fmla="*/ 0 w 63"/>
                <a:gd name="T9" fmla="*/ 1358 h 1358"/>
                <a:gd name="T10" fmla="*/ 1 w 63"/>
                <a:gd name="T11" fmla="*/ 1358 h 1358"/>
                <a:gd name="T12" fmla="*/ 63 w 63"/>
                <a:gd name="T13" fmla="*/ 1358 h 1358"/>
                <a:gd name="T14" fmla="*/ 63 w 63"/>
                <a:gd name="T15" fmla="*/ 32 h 1358"/>
                <a:gd name="T16" fmla="*/ 57 w 63"/>
                <a:gd name="T17" fmla="*/ 17 h 1358"/>
                <a:gd name="T18" fmla="*/ 31 w 63"/>
                <a:gd name="T19" fmla="*/ 0 h 1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358">
                  <a:moveTo>
                    <a:pt x="31" y="0"/>
                  </a:moveTo>
                  <a:cubicBezTo>
                    <a:pt x="31" y="0"/>
                    <a:pt x="31" y="0"/>
                    <a:pt x="30" y="0"/>
                  </a:cubicBezTo>
                  <a:cubicBezTo>
                    <a:pt x="8" y="1"/>
                    <a:pt x="2" y="22"/>
                    <a:pt x="0" y="30"/>
                  </a:cubicBezTo>
                  <a:cubicBezTo>
                    <a:pt x="0" y="31"/>
                    <a:pt x="0" y="32"/>
                    <a:pt x="0" y="32"/>
                  </a:cubicBezTo>
                  <a:cubicBezTo>
                    <a:pt x="0" y="1358"/>
                    <a:pt x="0" y="1358"/>
                    <a:pt x="0" y="1358"/>
                  </a:cubicBezTo>
                  <a:cubicBezTo>
                    <a:pt x="1" y="1358"/>
                    <a:pt x="1" y="1358"/>
                    <a:pt x="1" y="1358"/>
                  </a:cubicBezTo>
                  <a:cubicBezTo>
                    <a:pt x="63" y="1358"/>
                    <a:pt x="63" y="1358"/>
                    <a:pt x="63" y="1358"/>
                  </a:cubicBezTo>
                  <a:cubicBezTo>
                    <a:pt x="63" y="32"/>
                    <a:pt x="63" y="32"/>
                    <a:pt x="63" y="32"/>
                  </a:cubicBezTo>
                  <a:cubicBezTo>
                    <a:pt x="63" y="32"/>
                    <a:pt x="61" y="24"/>
                    <a:pt x="57" y="17"/>
                  </a:cubicBezTo>
                  <a:cubicBezTo>
                    <a:pt x="52" y="9"/>
                    <a:pt x="45" y="0"/>
                    <a:pt x="31" y="0"/>
                  </a:cubicBezTo>
                </a:path>
              </a:pathLst>
            </a:custGeom>
            <a:solidFill>
              <a:schemeClr val="accent3"/>
            </a:solidFill>
            <a:ln>
              <a:noFill/>
            </a:ln>
          </p:spPr>
          <p:txBody>
            <a:bodyPr anchor="ctr"/>
            <a:lstStyle/>
            <a:p>
              <a:pPr algn="ctr"/>
            </a:p>
          </p:txBody>
        </p:sp>
        <p:sp>
          <p:nvSpPr>
            <p:cNvPr id="85" name="Freeform: Shape 66"/>
            <p:cNvSpPr/>
            <p:nvPr/>
          </p:nvSpPr>
          <p:spPr bwMode="auto">
            <a:xfrm>
              <a:off x="6161979" y="4268661"/>
              <a:ext cx="72038" cy="178413"/>
            </a:xfrm>
            <a:custGeom>
              <a:avLst/>
              <a:gdLst>
                <a:gd name="T0" fmla="*/ 12 w 45"/>
                <a:gd name="T1" fmla="*/ 0 h 112"/>
                <a:gd name="T2" fmla="*/ 7 w 45"/>
                <a:gd name="T3" fmla="*/ 0 h 112"/>
                <a:gd name="T4" fmla="*/ 0 w 45"/>
                <a:gd name="T5" fmla="*/ 0 h 112"/>
                <a:gd name="T6" fmla="*/ 0 w 45"/>
                <a:gd name="T7" fmla="*/ 112 h 112"/>
                <a:gd name="T8" fmla="*/ 11 w 45"/>
                <a:gd name="T9" fmla="*/ 112 h 112"/>
                <a:gd name="T10" fmla="*/ 45 w 45"/>
                <a:gd name="T11" fmla="*/ 109 h 112"/>
                <a:gd name="T12" fmla="*/ 45 w 45"/>
                <a:gd name="T13" fmla="*/ 109 h 112"/>
                <a:gd name="T14" fmla="*/ 12 w 45"/>
                <a:gd name="T15" fmla="*/ 0 h 1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112">
                  <a:moveTo>
                    <a:pt x="12" y="0"/>
                  </a:moveTo>
                  <a:cubicBezTo>
                    <a:pt x="7" y="0"/>
                    <a:pt x="7" y="0"/>
                    <a:pt x="7" y="0"/>
                  </a:cubicBezTo>
                  <a:cubicBezTo>
                    <a:pt x="0" y="0"/>
                    <a:pt x="0" y="0"/>
                    <a:pt x="0" y="0"/>
                  </a:cubicBezTo>
                  <a:cubicBezTo>
                    <a:pt x="0" y="112"/>
                    <a:pt x="0" y="112"/>
                    <a:pt x="0" y="112"/>
                  </a:cubicBezTo>
                  <a:cubicBezTo>
                    <a:pt x="3" y="112"/>
                    <a:pt x="7" y="112"/>
                    <a:pt x="11" y="112"/>
                  </a:cubicBezTo>
                  <a:cubicBezTo>
                    <a:pt x="21" y="112"/>
                    <a:pt x="33" y="111"/>
                    <a:pt x="45" y="109"/>
                  </a:cubicBezTo>
                  <a:cubicBezTo>
                    <a:pt x="45" y="109"/>
                    <a:pt x="45" y="109"/>
                    <a:pt x="45" y="109"/>
                  </a:cubicBezTo>
                  <a:cubicBezTo>
                    <a:pt x="12" y="0"/>
                    <a:pt x="12" y="0"/>
                    <a:pt x="12" y="0"/>
                  </a:cubicBezTo>
                </a:path>
              </a:pathLst>
            </a:custGeom>
            <a:solidFill>
              <a:schemeClr val="accent3"/>
            </a:solidFill>
            <a:ln>
              <a:noFill/>
            </a:ln>
          </p:spPr>
          <p:txBody>
            <a:bodyPr anchor="ctr"/>
            <a:lstStyle/>
            <a:p>
              <a:pPr algn="ctr"/>
            </a:p>
          </p:txBody>
        </p:sp>
      </p:grpSp>
      <p:grpSp>
        <p:nvGrpSpPr>
          <p:cNvPr id="86" name="Group 31"/>
          <p:cNvGrpSpPr/>
          <p:nvPr/>
        </p:nvGrpSpPr>
        <p:grpSpPr>
          <a:xfrm rot="16200000">
            <a:off x="7154826" y="2958561"/>
            <a:ext cx="309529" cy="1127030"/>
            <a:chOff x="5502862" y="5355294"/>
            <a:chExt cx="412706" cy="1502706"/>
          </a:xfrm>
        </p:grpSpPr>
        <p:sp>
          <p:nvSpPr>
            <p:cNvPr id="143" name="Freeform: Shape 32"/>
            <p:cNvSpPr/>
            <p:nvPr/>
          </p:nvSpPr>
          <p:spPr bwMode="auto">
            <a:xfrm>
              <a:off x="5514308" y="5365393"/>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Freeform: Shape 33"/>
            <p:cNvSpPr/>
            <p:nvPr/>
          </p:nvSpPr>
          <p:spPr bwMode="auto">
            <a:xfrm>
              <a:off x="5514308" y="5365393"/>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Freeform: Shape 34"/>
            <p:cNvSpPr/>
            <p:nvPr/>
          </p:nvSpPr>
          <p:spPr bwMode="auto">
            <a:xfrm>
              <a:off x="5601831" y="5786851"/>
              <a:ext cx="125899" cy="1068456"/>
            </a:xfrm>
            <a:custGeom>
              <a:avLst/>
              <a:gdLst>
                <a:gd name="T0" fmla="*/ 79 w 79"/>
                <a:gd name="T1" fmla="*/ 671 h 671"/>
                <a:gd name="T2" fmla="*/ 0 w 79"/>
                <a:gd name="T3" fmla="*/ 671 h 671"/>
                <a:gd name="T4" fmla="*/ 0 w 79"/>
                <a:gd name="T5" fmla="*/ 32 h 671"/>
                <a:gd name="T6" fmla="*/ 38 w 79"/>
                <a:gd name="T7" fmla="*/ 1 h 671"/>
                <a:gd name="T8" fmla="*/ 79 w 79"/>
                <a:gd name="T9" fmla="*/ 32 h 671"/>
                <a:gd name="T10" fmla="*/ 79 w 79"/>
                <a:gd name="T11" fmla="*/ 671 h 671"/>
              </a:gdLst>
              <a:ahLst/>
              <a:cxnLst>
                <a:cxn ang="0">
                  <a:pos x="T0" y="T1"/>
                </a:cxn>
                <a:cxn ang="0">
                  <a:pos x="T2" y="T3"/>
                </a:cxn>
                <a:cxn ang="0">
                  <a:pos x="T4" y="T5"/>
                </a:cxn>
                <a:cxn ang="0">
                  <a:pos x="T6" y="T7"/>
                </a:cxn>
                <a:cxn ang="0">
                  <a:pos x="T8" y="T9"/>
                </a:cxn>
                <a:cxn ang="0">
                  <a:pos x="T10" y="T11"/>
                </a:cxn>
              </a:cxnLst>
              <a:rect l="0" t="0" r="r" b="b"/>
              <a:pathLst>
                <a:path w="79" h="671">
                  <a:moveTo>
                    <a:pt x="79" y="671"/>
                  </a:moveTo>
                  <a:cubicBezTo>
                    <a:pt x="0" y="671"/>
                    <a:pt x="0" y="671"/>
                    <a:pt x="0" y="671"/>
                  </a:cubicBezTo>
                  <a:cubicBezTo>
                    <a:pt x="0" y="32"/>
                    <a:pt x="0" y="32"/>
                    <a:pt x="0" y="32"/>
                  </a:cubicBezTo>
                  <a:cubicBezTo>
                    <a:pt x="0" y="32"/>
                    <a:pt x="5" y="1"/>
                    <a:pt x="38" y="1"/>
                  </a:cubicBezTo>
                  <a:cubicBezTo>
                    <a:pt x="72" y="0"/>
                    <a:pt x="79" y="32"/>
                    <a:pt x="79" y="32"/>
                  </a:cubicBezTo>
                  <a:cubicBezTo>
                    <a:pt x="79" y="671"/>
                    <a:pt x="79" y="671"/>
                    <a:pt x="79" y="671"/>
                  </a:cubicBezTo>
                </a:path>
              </a:pathLst>
            </a:custGeom>
            <a:solidFill>
              <a:schemeClr val="accent2">
                <a:lumMod val="60000"/>
                <a:lumOff val="40000"/>
              </a:schemeClr>
            </a:solidFill>
            <a:ln>
              <a:noFill/>
            </a:ln>
          </p:spPr>
          <p:txBody>
            <a:bodyPr anchor="ctr"/>
            <a:lstStyle/>
            <a:p>
              <a:pPr algn="ctr"/>
            </a:p>
          </p:txBody>
        </p:sp>
        <p:sp>
          <p:nvSpPr>
            <p:cNvPr id="146" name="Freeform: Shape 35"/>
            <p:cNvSpPr/>
            <p:nvPr/>
          </p:nvSpPr>
          <p:spPr bwMode="auto">
            <a:xfrm>
              <a:off x="5724363"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7" y="0"/>
                    <a:pt x="63" y="32"/>
                    <a:pt x="63" y="32"/>
                  </a:cubicBezTo>
                  <a:cubicBezTo>
                    <a:pt x="63" y="672"/>
                    <a:pt x="63" y="672"/>
                    <a:pt x="63" y="672"/>
                  </a:cubicBezTo>
                </a:path>
              </a:pathLst>
            </a:custGeom>
            <a:solidFill>
              <a:srgbClr val="B59BC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7" name="Freeform: Shape 36"/>
            <p:cNvSpPr/>
            <p:nvPr/>
          </p:nvSpPr>
          <p:spPr bwMode="auto">
            <a:xfrm>
              <a:off x="5502862"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8" y="0"/>
                    <a:pt x="63" y="32"/>
                    <a:pt x="63" y="32"/>
                  </a:cubicBezTo>
                  <a:lnTo>
                    <a:pt x="63" y="672"/>
                  </a:lnTo>
                  <a:close/>
                </a:path>
              </a:pathLst>
            </a:custGeom>
            <a:solidFill>
              <a:schemeClr val="accent2">
                <a:lumMod val="60000"/>
                <a:lumOff val="40000"/>
              </a:schemeClr>
            </a:solidFill>
            <a:ln>
              <a:noFill/>
            </a:ln>
          </p:spPr>
          <p:txBody>
            <a:bodyPr anchor="ctr"/>
            <a:lstStyle/>
            <a:p>
              <a:pPr algn="ctr"/>
            </a:p>
          </p:txBody>
        </p:sp>
        <p:sp>
          <p:nvSpPr>
            <p:cNvPr id="148" name="Freeform: Shape 37"/>
            <p:cNvSpPr/>
            <p:nvPr/>
          </p:nvSpPr>
          <p:spPr bwMode="auto">
            <a:xfrm>
              <a:off x="5599811" y="5357314"/>
              <a:ext cx="130611" cy="189185"/>
            </a:xfrm>
            <a:custGeom>
              <a:avLst/>
              <a:gdLst>
                <a:gd name="T0" fmla="*/ 0 w 82"/>
                <a:gd name="T1" fmla="*/ 110 h 119"/>
                <a:gd name="T2" fmla="*/ 82 w 82"/>
                <a:gd name="T3" fmla="*/ 111 h 119"/>
                <a:gd name="T4" fmla="*/ 48 w 82"/>
                <a:gd name="T5" fmla="*/ 0 h 119"/>
                <a:gd name="T6" fmla="*/ 28 w 82"/>
                <a:gd name="T7" fmla="*/ 0 h 119"/>
                <a:gd name="T8" fmla="*/ 0 w 82"/>
                <a:gd name="T9" fmla="*/ 110 h 119"/>
              </a:gdLst>
              <a:ahLst/>
              <a:cxnLst>
                <a:cxn ang="0">
                  <a:pos x="T0" y="T1"/>
                </a:cxn>
                <a:cxn ang="0">
                  <a:pos x="T2" y="T3"/>
                </a:cxn>
                <a:cxn ang="0">
                  <a:pos x="T4" y="T5"/>
                </a:cxn>
                <a:cxn ang="0">
                  <a:pos x="T6" y="T7"/>
                </a:cxn>
                <a:cxn ang="0">
                  <a:pos x="T8" y="T9"/>
                </a:cxn>
              </a:cxnLst>
              <a:rect l="0" t="0" r="r" b="b"/>
              <a:pathLst>
                <a:path w="82" h="119">
                  <a:moveTo>
                    <a:pt x="0" y="110"/>
                  </a:moveTo>
                  <a:cubicBezTo>
                    <a:pt x="0" y="110"/>
                    <a:pt x="39" y="119"/>
                    <a:pt x="82" y="111"/>
                  </a:cubicBezTo>
                  <a:cubicBezTo>
                    <a:pt x="48" y="0"/>
                    <a:pt x="48" y="0"/>
                    <a:pt x="48" y="0"/>
                  </a:cubicBezTo>
                  <a:cubicBezTo>
                    <a:pt x="28" y="0"/>
                    <a:pt x="28" y="0"/>
                    <a:pt x="28" y="0"/>
                  </a:cubicBezTo>
                  <a:cubicBezTo>
                    <a:pt x="0" y="110"/>
                    <a:pt x="0" y="110"/>
                    <a:pt x="0" y="110"/>
                  </a:cubicBezTo>
                </a:path>
              </a:pathLst>
            </a:custGeom>
            <a:solidFill>
              <a:schemeClr val="accent2">
                <a:lumMod val="60000"/>
                <a:lumOff val="40000"/>
              </a:schemeClr>
            </a:solidFill>
            <a:ln>
              <a:noFill/>
            </a:ln>
          </p:spPr>
          <p:txBody>
            <a:bodyPr anchor="ctr"/>
            <a:lstStyle/>
            <a:p>
              <a:pPr algn="ctr"/>
            </a:p>
          </p:txBody>
        </p:sp>
        <p:sp>
          <p:nvSpPr>
            <p:cNvPr id="149" name="Freeform: Shape 38"/>
            <p:cNvSpPr/>
            <p:nvPr/>
          </p:nvSpPr>
          <p:spPr bwMode="auto">
            <a:xfrm>
              <a:off x="5665117" y="5355294"/>
              <a:ext cx="250451" cy="1502706"/>
            </a:xfrm>
            <a:custGeom>
              <a:avLst/>
              <a:gdLst>
                <a:gd name="T0" fmla="*/ 34 w 157"/>
                <a:gd name="T1" fmla="*/ 0 h 944"/>
                <a:gd name="T2" fmla="*/ 0 w 157"/>
                <a:gd name="T3" fmla="*/ 1 h 944"/>
                <a:gd name="T4" fmla="*/ 0 w 157"/>
                <a:gd name="T5" fmla="*/ 1 h 944"/>
                <a:gd name="T6" fmla="*/ 7 w 157"/>
                <a:gd name="T7" fmla="*/ 1 h 944"/>
                <a:gd name="T8" fmla="*/ 41 w 157"/>
                <a:gd name="T9" fmla="*/ 112 h 944"/>
                <a:gd name="T10" fmla="*/ 40 w 157"/>
                <a:gd name="T11" fmla="*/ 113 h 944"/>
                <a:gd name="T12" fmla="*/ 95 w 157"/>
                <a:gd name="T13" fmla="*/ 284 h 944"/>
                <a:gd name="T14" fmla="*/ 94 w 157"/>
                <a:gd name="T15" fmla="*/ 286 h 944"/>
                <a:gd name="T16" fmla="*/ 100 w 157"/>
                <a:gd name="T17" fmla="*/ 301 h 944"/>
                <a:gd name="T18" fmla="*/ 100 w 157"/>
                <a:gd name="T19" fmla="*/ 941 h 944"/>
                <a:gd name="T20" fmla="*/ 39 w 157"/>
                <a:gd name="T21" fmla="*/ 941 h 944"/>
                <a:gd name="T22" fmla="*/ 39 w 157"/>
                <a:gd name="T23" fmla="*/ 942 h 944"/>
                <a:gd name="T24" fmla="*/ 0 w 157"/>
                <a:gd name="T25" fmla="*/ 942 h 944"/>
                <a:gd name="T26" fmla="*/ 0 w 157"/>
                <a:gd name="T27" fmla="*/ 944 h 944"/>
                <a:gd name="T28" fmla="*/ 157 w 157"/>
                <a:gd name="T29" fmla="*/ 942 h 944"/>
                <a:gd name="T30" fmla="*/ 142 w 157"/>
                <a:gd name="T31" fmla="*/ 290 h 944"/>
                <a:gd name="T32" fmla="*/ 34 w 157"/>
                <a:gd name="T33" fmla="*/ 0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7" h="944">
                  <a:moveTo>
                    <a:pt x="34" y="0"/>
                  </a:moveTo>
                  <a:cubicBezTo>
                    <a:pt x="0" y="1"/>
                    <a:pt x="0" y="1"/>
                    <a:pt x="0" y="1"/>
                  </a:cubicBezTo>
                  <a:cubicBezTo>
                    <a:pt x="0" y="1"/>
                    <a:pt x="0" y="1"/>
                    <a:pt x="0" y="1"/>
                  </a:cubicBezTo>
                  <a:cubicBezTo>
                    <a:pt x="7" y="1"/>
                    <a:pt x="7" y="1"/>
                    <a:pt x="7" y="1"/>
                  </a:cubicBezTo>
                  <a:cubicBezTo>
                    <a:pt x="41" y="112"/>
                    <a:pt x="41" y="112"/>
                    <a:pt x="41" y="112"/>
                  </a:cubicBezTo>
                  <a:cubicBezTo>
                    <a:pt x="41" y="112"/>
                    <a:pt x="41" y="113"/>
                    <a:pt x="40" y="113"/>
                  </a:cubicBezTo>
                  <a:cubicBezTo>
                    <a:pt x="95" y="284"/>
                    <a:pt x="95" y="284"/>
                    <a:pt x="95" y="284"/>
                  </a:cubicBezTo>
                  <a:cubicBezTo>
                    <a:pt x="94" y="286"/>
                    <a:pt x="94" y="286"/>
                    <a:pt x="94" y="286"/>
                  </a:cubicBezTo>
                  <a:cubicBezTo>
                    <a:pt x="98" y="293"/>
                    <a:pt x="100" y="301"/>
                    <a:pt x="100" y="301"/>
                  </a:cubicBezTo>
                  <a:cubicBezTo>
                    <a:pt x="100" y="941"/>
                    <a:pt x="100" y="941"/>
                    <a:pt x="100" y="941"/>
                  </a:cubicBezTo>
                  <a:cubicBezTo>
                    <a:pt x="39" y="941"/>
                    <a:pt x="39" y="941"/>
                    <a:pt x="39" y="941"/>
                  </a:cubicBezTo>
                  <a:cubicBezTo>
                    <a:pt x="39" y="942"/>
                    <a:pt x="39" y="942"/>
                    <a:pt x="39" y="942"/>
                  </a:cubicBezTo>
                  <a:cubicBezTo>
                    <a:pt x="0" y="942"/>
                    <a:pt x="0" y="942"/>
                    <a:pt x="0" y="942"/>
                  </a:cubicBezTo>
                  <a:cubicBezTo>
                    <a:pt x="0" y="944"/>
                    <a:pt x="0" y="944"/>
                    <a:pt x="0" y="944"/>
                  </a:cubicBezTo>
                  <a:cubicBezTo>
                    <a:pt x="157" y="942"/>
                    <a:pt x="157" y="942"/>
                    <a:pt x="157" y="9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Freeform: Shape 39"/>
            <p:cNvSpPr/>
            <p:nvPr/>
          </p:nvSpPr>
          <p:spPr bwMode="auto">
            <a:xfrm>
              <a:off x="5665117" y="5535727"/>
              <a:ext cx="151482" cy="295559"/>
            </a:xfrm>
            <a:custGeom>
              <a:avLst/>
              <a:gdLst>
                <a:gd name="T0" fmla="*/ 40 w 95"/>
                <a:gd name="T1" fmla="*/ 0 h 186"/>
                <a:gd name="T2" fmla="*/ 6 w 95"/>
                <a:gd name="T3" fmla="*/ 2 h 186"/>
                <a:gd name="T4" fmla="*/ 0 w 95"/>
                <a:gd name="T5" fmla="*/ 2 h 186"/>
                <a:gd name="T6" fmla="*/ 0 w 95"/>
                <a:gd name="T7" fmla="*/ 159 h 186"/>
                <a:gd name="T8" fmla="*/ 37 w 95"/>
                <a:gd name="T9" fmla="*/ 186 h 186"/>
                <a:gd name="T10" fmla="*/ 68 w 95"/>
                <a:gd name="T11" fmla="*/ 156 h 186"/>
                <a:gd name="T12" fmla="*/ 68 w 95"/>
                <a:gd name="T13" fmla="*/ 156 h 186"/>
                <a:gd name="T14" fmla="*/ 94 w 95"/>
                <a:gd name="T15" fmla="*/ 173 h 186"/>
                <a:gd name="T16" fmla="*/ 95 w 95"/>
                <a:gd name="T17" fmla="*/ 171 h 186"/>
                <a:gd name="T18" fmla="*/ 40 w 95"/>
                <a:gd name="T19"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186">
                  <a:moveTo>
                    <a:pt x="40" y="0"/>
                  </a:moveTo>
                  <a:cubicBezTo>
                    <a:pt x="28" y="2"/>
                    <a:pt x="16" y="2"/>
                    <a:pt x="6" y="2"/>
                  </a:cubicBezTo>
                  <a:cubicBezTo>
                    <a:pt x="4" y="2"/>
                    <a:pt x="2" y="2"/>
                    <a:pt x="0" y="2"/>
                  </a:cubicBezTo>
                  <a:cubicBezTo>
                    <a:pt x="0" y="159"/>
                    <a:pt x="0" y="159"/>
                    <a:pt x="0" y="159"/>
                  </a:cubicBezTo>
                  <a:cubicBezTo>
                    <a:pt x="24" y="159"/>
                    <a:pt x="34" y="177"/>
                    <a:pt x="37" y="186"/>
                  </a:cubicBezTo>
                  <a:cubicBezTo>
                    <a:pt x="39" y="179"/>
                    <a:pt x="45" y="157"/>
                    <a:pt x="68" y="156"/>
                  </a:cubicBezTo>
                  <a:cubicBezTo>
                    <a:pt x="68" y="156"/>
                    <a:pt x="68" y="156"/>
                    <a:pt x="68" y="156"/>
                  </a:cubicBezTo>
                  <a:cubicBezTo>
                    <a:pt x="82" y="156"/>
                    <a:pt x="89" y="165"/>
                    <a:pt x="94" y="173"/>
                  </a:cubicBezTo>
                  <a:cubicBezTo>
                    <a:pt x="95" y="171"/>
                    <a:pt x="95" y="171"/>
                    <a:pt x="95" y="171"/>
                  </a:cubicBezTo>
                  <a:cubicBezTo>
                    <a:pt x="40" y="0"/>
                    <a:pt x="40" y="0"/>
                    <a:pt x="40"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Freeform: Shape 40"/>
            <p:cNvSpPr/>
            <p:nvPr/>
          </p:nvSpPr>
          <p:spPr bwMode="auto">
            <a:xfrm>
              <a:off x="5679185" y="5788871"/>
              <a:ext cx="62613" cy="1066436"/>
            </a:xfrm>
            <a:custGeom>
              <a:avLst/>
              <a:gdLst>
                <a:gd name="T0" fmla="*/ 0 w 39"/>
                <a:gd name="T1" fmla="*/ 0 h 670"/>
                <a:gd name="T2" fmla="*/ 0 w 39"/>
                <a:gd name="T3" fmla="*/ 670 h 670"/>
                <a:gd name="T4" fmla="*/ 39 w 39"/>
                <a:gd name="T5" fmla="*/ 670 h 670"/>
                <a:gd name="T6" fmla="*/ 39 w 39"/>
                <a:gd name="T7" fmla="*/ 669 h 670"/>
                <a:gd name="T8" fmla="*/ 37 w 39"/>
                <a:gd name="T9" fmla="*/ 669 h 670"/>
                <a:gd name="T10" fmla="*/ 37 w 39"/>
                <a:gd name="T11" fmla="*/ 29 h 670"/>
                <a:gd name="T12" fmla="*/ 37 w 39"/>
                <a:gd name="T13" fmla="*/ 27 h 670"/>
                <a:gd name="T14" fmla="*/ 0 w 39"/>
                <a:gd name="T15" fmla="*/ 0 h 6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670">
                  <a:moveTo>
                    <a:pt x="0" y="0"/>
                  </a:moveTo>
                  <a:cubicBezTo>
                    <a:pt x="0" y="670"/>
                    <a:pt x="0" y="670"/>
                    <a:pt x="0" y="670"/>
                  </a:cubicBezTo>
                  <a:cubicBezTo>
                    <a:pt x="39" y="670"/>
                    <a:pt x="39" y="670"/>
                    <a:pt x="39" y="670"/>
                  </a:cubicBezTo>
                  <a:cubicBezTo>
                    <a:pt x="39" y="669"/>
                    <a:pt x="39" y="669"/>
                    <a:pt x="39" y="669"/>
                  </a:cubicBezTo>
                  <a:cubicBezTo>
                    <a:pt x="37" y="669"/>
                    <a:pt x="37" y="669"/>
                    <a:pt x="37" y="669"/>
                  </a:cubicBezTo>
                  <a:cubicBezTo>
                    <a:pt x="37" y="29"/>
                    <a:pt x="37" y="29"/>
                    <a:pt x="37" y="29"/>
                  </a:cubicBezTo>
                  <a:cubicBezTo>
                    <a:pt x="37" y="29"/>
                    <a:pt x="37" y="28"/>
                    <a:pt x="37" y="27"/>
                  </a:cubicBezTo>
                  <a:cubicBezTo>
                    <a:pt x="34" y="18"/>
                    <a:pt x="24" y="0"/>
                    <a:pt x="0" y="0"/>
                  </a:cubicBezTo>
                </a:path>
              </a:pathLst>
            </a:custGeom>
            <a:solidFill>
              <a:schemeClr val="accent2"/>
            </a:solidFill>
            <a:ln>
              <a:noFill/>
            </a:ln>
          </p:spPr>
          <p:txBody>
            <a:bodyPr anchor="ctr"/>
            <a:lstStyle/>
            <a:p>
              <a:pPr algn="ctr"/>
            </a:p>
          </p:txBody>
        </p:sp>
        <p:sp>
          <p:nvSpPr>
            <p:cNvPr id="152" name="Freeform: Shape 41"/>
            <p:cNvSpPr/>
            <p:nvPr/>
          </p:nvSpPr>
          <p:spPr bwMode="auto">
            <a:xfrm>
              <a:off x="5724363" y="5783485"/>
              <a:ext cx="100315" cy="1069802"/>
            </a:xfrm>
            <a:custGeom>
              <a:avLst/>
              <a:gdLst>
                <a:gd name="T0" fmla="*/ 31 w 63"/>
                <a:gd name="T1" fmla="*/ 0 h 672"/>
                <a:gd name="T2" fmla="*/ 31 w 63"/>
                <a:gd name="T3" fmla="*/ 0 h 672"/>
                <a:gd name="T4" fmla="*/ 0 w 63"/>
                <a:gd name="T5" fmla="*/ 30 h 672"/>
                <a:gd name="T6" fmla="*/ 0 w 63"/>
                <a:gd name="T7" fmla="*/ 32 h 672"/>
                <a:gd name="T8" fmla="*/ 0 w 63"/>
                <a:gd name="T9" fmla="*/ 672 h 672"/>
                <a:gd name="T10" fmla="*/ 2 w 63"/>
                <a:gd name="T11" fmla="*/ 672 h 672"/>
                <a:gd name="T12" fmla="*/ 63 w 63"/>
                <a:gd name="T13" fmla="*/ 672 h 672"/>
                <a:gd name="T14" fmla="*/ 63 w 63"/>
                <a:gd name="T15" fmla="*/ 32 h 672"/>
                <a:gd name="T16" fmla="*/ 57 w 63"/>
                <a:gd name="T17" fmla="*/ 17 h 672"/>
                <a:gd name="T18" fmla="*/ 31 w 63"/>
                <a:gd name="T19" fmla="*/ 0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672">
                  <a:moveTo>
                    <a:pt x="31" y="0"/>
                  </a:moveTo>
                  <a:cubicBezTo>
                    <a:pt x="31" y="0"/>
                    <a:pt x="31" y="0"/>
                    <a:pt x="31" y="0"/>
                  </a:cubicBezTo>
                  <a:cubicBezTo>
                    <a:pt x="8" y="1"/>
                    <a:pt x="2" y="23"/>
                    <a:pt x="0" y="30"/>
                  </a:cubicBezTo>
                  <a:cubicBezTo>
                    <a:pt x="0" y="31"/>
                    <a:pt x="0" y="32"/>
                    <a:pt x="0" y="32"/>
                  </a:cubicBezTo>
                  <a:cubicBezTo>
                    <a:pt x="0" y="672"/>
                    <a:pt x="0" y="672"/>
                    <a:pt x="0" y="672"/>
                  </a:cubicBezTo>
                  <a:cubicBezTo>
                    <a:pt x="2" y="672"/>
                    <a:pt x="2" y="672"/>
                    <a:pt x="2" y="672"/>
                  </a:cubicBezTo>
                  <a:cubicBezTo>
                    <a:pt x="63" y="672"/>
                    <a:pt x="63" y="672"/>
                    <a:pt x="63" y="672"/>
                  </a:cubicBezTo>
                  <a:cubicBezTo>
                    <a:pt x="63" y="32"/>
                    <a:pt x="63" y="32"/>
                    <a:pt x="63" y="32"/>
                  </a:cubicBezTo>
                  <a:cubicBezTo>
                    <a:pt x="63" y="32"/>
                    <a:pt x="61" y="24"/>
                    <a:pt x="57" y="17"/>
                  </a:cubicBezTo>
                  <a:cubicBezTo>
                    <a:pt x="52" y="9"/>
                    <a:pt x="45" y="0"/>
                    <a:pt x="31" y="0"/>
                  </a:cubicBezTo>
                </a:path>
              </a:pathLst>
            </a:custGeom>
            <a:solidFill>
              <a:schemeClr val="accent2"/>
            </a:solidFill>
            <a:ln>
              <a:noFill/>
            </a:ln>
          </p:spPr>
          <p:txBody>
            <a:bodyPr anchor="ctr"/>
            <a:lstStyle/>
            <a:p>
              <a:pPr algn="ctr"/>
            </a:p>
          </p:txBody>
        </p:sp>
        <p:sp>
          <p:nvSpPr>
            <p:cNvPr id="153" name="Freeform: Shape 42"/>
            <p:cNvSpPr/>
            <p:nvPr/>
          </p:nvSpPr>
          <p:spPr bwMode="auto">
            <a:xfrm>
              <a:off x="5665117" y="5357314"/>
              <a:ext cx="65306" cy="181106"/>
            </a:xfrm>
            <a:custGeom>
              <a:avLst/>
              <a:gdLst>
                <a:gd name="T0" fmla="*/ 7 w 41"/>
                <a:gd name="T1" fmla="*/ 0 h 114"/>
                <a:gd name="T2" fmla="*/ 0 w 41"/>
                <a:gd name="T3" fmla="*/ 0 h 114"/>
                <a:gd name="T4" fmla="*/ 0 w 41"/>
                <a:gd name="T5" fmla="*/ 114 h 114"/>
                <a:gd name="T6" fmla="*/ 6 w 41"/>
                <a:gd name="T7" fmla="*/ 114 h 114"/>
                <a:gd name="T8" fmla="*/ 40 w 41"/>
                <a:gd name="T9" fmla="*/ 112 h 114"/>
                <a:gd name="T10" fmla="*/ 41 w 41"/>
                <a:gd name="T11" fmla="*/ 111 h 114"/>
                <a:gd name="T12" fmla="*/ 7 w 41"/>
                <a:gd name="T13" fmla="*/ 0 h 114"/>
              </a:gdLst>
              <a:ahLst/>
              <a:cxnLst>
                <a:cxn ang="0">
                  <a:pos x="T0" y="T1"/>
                </a:cxn>
                <a:cxn ang="0">
                  <a:pos x="T2" y="T3"/>
                </a:cxn>
                <a:cxn ang="0">
                  <a:pos x="T4" y="T5"/>
                </a:cxn>
                <a:cxn ang="0">
                  <a:pos x="T6" y="T7"/>
                </a:cxn>
                <a:cxn ang="0">
                  <a:pos x="T8" y="T9"/>
                </a:cxn>
                <a:cxn ang="0">
                  <a:pos x="T10" y="T11"/>
                </a:cxn>
                <a:cxn ang="0">
                  <a:pos x="T12" y="T13"/>
                </a:cxn>
              </a:cxnLst>
              <a:rect l="0" t="0" r="r" b="b"/>
              <a:pathLst>
                <a:path w="41" h="114">
                  <a:moveTo>
                    <a:pt x="7" y="0"/>
                  </a:moveTo>
                  <a:cubicBezTo>
                    <a:pt x="0" y="0"/>
                    <a:pt x="0" y="0"/>
                    <a:pt x="0" y="0"/>
                  </a:cubicBezTo>
                  <a:cubicBezTo>
                    <a:pt x="0" y="114"/>
                    <a:pt x="0" y="114"/>
                    <a:pt x="0" y="114"/>
                  </a:cubicBezTo>
                  <a:cubicBezTo>
                    <a:pt x="2" y="114"/>
                    <a:pt x="4" y="114"/>
                    <a:pt x="6" y="114"/>
                  </a:cubicBezTo>
                  <a:cubicBezTo>
                    <a:pt x="16" y="114"/>
                    <a:pt x="28" y="114"/>
                    <a:pt x="40" y="112"/>
                  </a:cubicBezTo>
                  <a:cubicBezTo>
                    <a:pt x="41" y="112"/>
                    <a:pt x="41" y="111"/>
                    <a:pt x="41" y="111"/>
                  </a:cubicBezTo>
                  <a:cubicBezTo>
                    <a:pt x="7" y="0"/>
                    <a:pt x="7" y="0"/>
                    <a:pt x="7" y="0"/>
                  </a:cubicBezTo>
                </a:path>
              </a:pathLst>
            </a:custGeom>
            <a:solidFill>
              <a:schemeClr val="accent2"/>
            </a:solidFill>
            <a:ln>
              <a:noFill/>
            </a:ln>
          </p:spPr>
          <p:txBody>
            <a:bodyPr anchor="ctr"/>
            <a:lstStyle/>
            <a:p>
              <a:pPr algn="ctr"/>
            </a:p>
          </p:txBody>
        </p:sp>
      </p:grpSp>
      <p:grpSp>
        <p:nvGrpSpPr>
          <p:cNvPr id="155" name="组合 154"/>
          <p:cNvGrpSpPr/>
          <p:nvPr/>
        </p:nvGrpSpPr>
        <p:grpSpPr>
          <a:xfrm>
            <a:off x="8482965" y="1678940"/>
            <a:ext cx="3073400" cy="2948940"/>
            <a:chOff x="11582" y="2419"/>
            <a:chExt cx="7112" cy="5962"/>
          </a:xfrm>
        </p:grpSpPr>
        <p:grpSp>
          <p:nvGrpSpPr>
            <p:cNvPr id="156" name="组合 155"/>
            <p:cNvGrpSpPr/>
            <p:nvPr/>
          </p:nvGrpSpPr>
          <p:grpSpPr>
            <a:xfrm>
              <a:off x="11582" y="2419"/>
              <a:ext cx="7112" cy="5962"/>
              <a:chOff x="3552668" y="726551"/>
              <a:chExt cx="5148000" cy="4487791"/>
            </a:xfrm>
          </p:grpSpPr>
          <p:sp>
            <p:nvSpPr>
              <p:cNvPr id="157" name="FLYING IMPRESSION FID FEIZHAO    qq:1964271550"/>
              <p:cNvSpPr/>
              <p:nvPr/>
            </p:nvSpPr>
            <p:spPr>
              <a:xfrm>
                <a:off x="3726648" y="4871204"/>
                <a:ext cx="4800040" cy="343138"/>
              </a:xfrm>
              <a:prstGeom prst="ellipse">
                <a:avLst/>
              </a:prstGeom>
              <a:gradFill flip="none" rotWithShape="1">
                <a:gsLst>
                  <a:gs pos="0">
                    <a:schemeClr val="tx1">
                      <a:alpha val="60000"/>
                      <a:lumMod val="85000"/>
                      <a:lumOff val="15000"/>
                    </a:schemeClr>
                  </a:gs>
                  <a:gs pos="100000">
                    <a:srgbClr val="0D0D0D">
                      <a:alpha val="0"/>
                      <a:lumMod val="85000"/>
                      <a:lumOff val="15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cs typeface="+mn-ea"/>
                  <a:sym typeface="+mn-lt"/>
                </a:endParaRPr>
              </a:p>
            </p:txBody>
          </p:sp>
          <p:sp>
            <p:nvSpPr>
              <p:cNvPr id="158" name="FLYING IMPRESSION FID FEIZHAO    qq:1964271550"/>
              <p:cNvSpPr/>
              <p:nvPr/>
            </p:nvSpPr>
            <p:spPr>
              <a:xfrm>
                <a:off x="3552668" y="726551"/>
                <a:ext cx="5148000" cy="3132000"/>
              </a:xfrm>
              <a:custGeom>
                <a:avLst/>
                <a:gdLst>
                  <a:gd name="connsiteX0" fmla="*/ 216000 w 5148000"/>
                  <a:gd name="connsiteY0" fmla="*/ 216000 h 3132000"/>
                  <a:gd name="connsiteX1" fmla="*/ 216000 w 5148000"/>
                  <a:gd name="connsiteY1" fmla="*/ 2916000 h 3132000"/>
                  <a:gd name="connsiteX2" fmla="*/ 4932000 w 5148000"/>
                  <a:gd name="connsiteY2" fmla="*/ 2916000 h 3132000"/>
                  <a:gd name="connsiteX3" fmla="*/ 4932000 w 5148000"/>
                  <a:gd name="connsiteY3" fmla="*/ 216000 h 3132000"/>
                  <a:gd name="connsiteX4" fmla="*/ 181341 w 5148000"/>
                  <a:gd name="connsiteY4" fmla="*/ 0 h 3132000"/>
                  <a:gd name="connsiteX5" fmla="*/ 4966659 w 5148000"/>
                  <a:gd name="connsiteY5" fmla="*/ 0 h 3132000"/>
                  <a:gd name="connsiteX6" fmla="*/ 5148000 w 5148000"/>
                  <a:gd name="connsiteY6" fmla="*/ 181341 h 3132000"/>
                  <a:gd name="connsiteX7" fmla="*/ 5148000 w 5148000"/>
                  <a:gd name="connsiteY7" fmla="*/ 3132000 h 3132000"/>
                  <a:gd name="connsiteX8" fmla="*/ 0 w 5148000"/>
                  <a:gd name="connsiteY8" fmla="*/ 3132000 h 3132000"/>
                  <a:gd name="connsiteX9" fmla="*/ 0 w 5148000"/>
                  <a:gd name="connsiteY9" fmla="*/ 181341 h 3132000"/>
                  <a:gd name="connsiteX10" fmla="*/ 181341 w 5148000"/>
                  <a:gd name="connsiteY10" fmla="*/ 0 h 31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48000" h="3132000">
                    <a:moveTo>
                      <a:pt x="216000" y="216000"/>
                    </a:moveTo>
                    <a:lnTo>
                      <a:pt x="216000" y="2916000"/>
                    </a:lnTo>
                    <a:lnTo>
                      <a:pt x="4932000" y="2916000"/>
                    </a:lnTo>
                    <a:lnTo>
                      <a:pt x="4932000" y="216000"/>
                    </a:lnTo>
                    <a:close/>
                    <a:moveTo>
                      <a:pt x="181341" y="0"/>
                    </a:moveTo>
                    <a:lnTo>
                      <a:pt x="4966659" y="0"/>
                    </a:lnTo>
                    <a:cubicBezTo>
                      <a:pt x="5066811" y="0"/>
                      <a:pt x="5148000" y="81189"/>
                      <a:pt x="5148000" y="181341"/>
                    </a:cubicBezTo>
                    <a:lnTo>
                      <a:pt x="5148000" y="3132000"/>
                    </a:lnTo>
                    <a:lnTo>
                      <a:pt x="0" y="3132000"/>
                    </a:lnTo>
                    <a:lnTo>
                      <a:pt x="0" y="181341"/>
                    </a:lnTo>
                    <a:cubicBezTo>
                      <a:pt x="0" y="81189"/>
                      <a:pt x="81189" y="0"/>
                      <a:pt x="18134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tx1"/>
                  </a:solidFill>
                  <a:cs typeface="+mn-ea"/>
                  <a:sym typeface="+mn-lt"/>
                </a:endParaRPr>
              </a:p>
            </p:txBody>
          </p:sp>
          <p:sp>
            <p:nvSpPr>
              <p:cNvPr id="159" name="FLYING IMPRESSION FID FEIZHAO    qq:1964271550"/>
              <p:cNvSpPr/>
              <p:nvPr/>
            </p:nvSpPr>
            <p:spPr>
              <a:xfrm>
                <a:off x="3552668" y="3858551"/>
                <a:ext cx="5148000" cy="509665"/>
              </a:xfrm>
              <a:custGeom>
                <a:avLst/>
                <a:gdLst>
                  <a:gd name="connsiteX0" fmla="*/ 0 w 5148000"/>
                  <a:gd name="connsiteY0" fmla="*/ 0 h 509665"/>
                  <a:gd name="connsiteX1" fmla="*/ 5148000 w 5148000"/>
                  <a:gd name="connsiteY1" fmla="*/ 0 h 509665"/>
                  <a:gd name="connsiteX2" fmla="*/ 5148000 w 5148000"/>
                  <a:gd name="connsiteY2" fmla="*/ 328324 h 509665"/>
                  <a:gd name="connsiteX3" fmla="*/ 4966659 w 5148000"/>
                  <a:gd name="connsiteY3" fmla="*/ 509665 h 509665"/>
                  <a:gd name="connsiteX4" fmla="*/ 181341 w 5148000"/>
                  <a:gd name="connsiteY4" fmla="*/ 509665 h 509665"/>
                  <a:gd name="connsiteX5" fmla="*/ 0 w 5148000"/>
                  <a:gd name="connsiteY5" fmla="*/ 328324 h 509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48000" h="509665">
                    <a:moveTo>
                      <a:pt x="0" y="0"/>
                    </a:moveTo>
                    <a:lnTo>
                      <a:pt x="5148000" y="0"/>
                    </a:lnTo>
                    <a:lnTo>
                      <a:pt x="5148000" y="328324"/>
                    </a:lnTo>
                    <a:cubicBezTo>
                      <a:pt x="5148000" y="428476"/>
                      <a:pt x="5066811" y="509665"/>
                      <a:pt x="4966659" y="509665"/>
                    </a:cubicBezTo>
                    <a:lnTo>
                      <a:pt x="181341" y="509665"/>
                    </a:lnTo>
                    <a:cubicBezTo>
                      <a:pt x="81189" y="509665"/>
                      <a:pt x="0" y="428476"/>
                      <a:pt x="0" y="328324"/>
                    </a:cubicBezTo>
                    <a:close/>
                  </a:path>
                </a:pathLst>
              </a:custGeom>
              <a:gradFill>
                <a:gsLst>
                  <a:gs pos="0">
                    <a:srgbClr val="929398"/>
                  </a:gs>
                  <a:gs pos="100000">
                    <a:srgbClr val="D0D2D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cs typeface="+mn-ea"/>
                  <a:sym typeface="+mn-lt"/>
                </a:endParaRPr>
              </a:p>
            </p:txBody>
          </p:sp>
          <p:sp>
            <p:nvSpPr>
              <p:cNvPr id="160" name="FLYING IMPRESSION FID FEIZHAO    qq:1964271550"/>
              <p:cNvSpPr/>
              <p:nvPr/>
            </p:nvSpPr>
            <p:spPr>
              <a:xfrm>
                <a:off x="5126730" y="4368216"/>
                <a:ext cx="1999876" cy="674557"/>
              </a:xfrm>
              <a:custGeom>
                <a:avLst/>
                <a:gdLst>
                  <a:gd name="connsiteX0" fmla="*/ 485189 w 2612038"/>
                  <a:gd name="connsiteY0" fmla="*/ 0 h 1054155"/>
                  <a:gd name="connsiteX1" fmla="*/ 2126847 w 2612038"/>
                  <a:gd name="connsiteY1" fmla="*/ 0 h 1054155"/>
                  <a:gd name="connsiteX2" fmla="*/ 2346146 w 2612038"/>
                  <a:gd name="connsiteY2" fmla="*/ 776937 h 1054155"/>
                  <a:gd name="connsiteX3" fmla="*/ 2612036 w 2612038"/>
                  <a:gd name="connsiteY3" fmla="*/ 974364 h 1054155"/>
                  <a:gd name="connsiteX4" fmla="*/ 2564864 w 2612038"/>
                  <a:gd name="connsiteY4" fmla="*/ 974364 h 1054155"/>
                  <a:gd name="connsiteX5" fmla="*/ 2585504 w 2612038"/>
                  <a:gd name="connsiteY5" fmla="*/ 977608 h 1054155"/>
                  <a:gd name="connsiteX6" fmla="*/ 2612038 w 2612038"/>
                  <a:gd name="connsiteY6" fmla="*/ 990447 h 1054155"/>
                  <a:gd name="connsiteX7" fmla="*/ 1306019 w 2612038"/>
                  <a:gd name="connsiteY7" fmla="*/ 1054155 h 1054155"/>
                  <a:gd name="connsiteX8" fmla="*/ 0 w 2612038"/>
                  <a:gd name="connsiteY8" fmla="*/ 990447 h 1054155"/>
                  <a:gd name="connsiteX9" fmla="*/ 26534 w 2612038"/>
                  <a:gd name="connsiteY9" fmla="*/ 977608 h 1054155"/>
                  <a:gd name="connsiteX10" fmla="*/ 47175 w 2612038"/>
                  <a:gd name="connsiteY10" fmla="*/ 974364 h 1054155"/>
                  <a:gd name="connsiteX11" fmla="*/ 0 w 2612038"/>
                  <a:gd name="connsiteY11" fmla="*/ 974364 h 1054155"/>
                  <a:gd name="connsiteX12" fmla="*/ 265890 w 2612038"/>
                  <a:gd name="connsiteY12" fmla="*/ 776937 h 1054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12038" h="1054155">
                    <a:moveTo>
                      <a:pt x="485189" y="0"/>
                    </a:moveTo>
                    <a:lnTo>
                      <a:pt x="2126847" y="0"/>
                    </a:lnTo>
                    <a:lnTo>
                      <a:pt x="2346146" y="776937"/>
                    </a:lnTo>
                    <a:lnTo>
                      <a:pt x="2612036" y="974364"/>
                    </a:lnTo>
                    <a:lnTo>
                      <a:pt x="2564864" y="974364"/>
                    </a:lnTo>
                    <a:lnTo>
                      <a:pt x="2585504" y="977608"/>
                    </a:lnTo>
                    <a:cubicBezTo>
                      <a:pt x="2602902" y="981755"/>
                      <a:pt x="2612038" y="986049"/>
                      <a:pt x="2612038" y="990447"/>
                    </a:cubicBezTo>
                    <a:cubicBezTo>
                      <a:pt x="2612038" y="1025632"/>
                      <a:pt x="2027313" y="1054155"/>
                      <a:pt x="1306019" y="1054155"/>
                    </a:cubicBezTo>
                    <a:cubicBezTo>
                      <a:pt x="584725" y="1054155"/>
                      <a:pt x="0" y="1025632"/>
                      <a:pt x="0" y="990447"/>
                    </a:cubicBezTo>
                    <a:cubicBezTo>
                      <a:pt x="0" y="986049"/>
                      <a:pt x="9136" y="981755"/>
                      <a:pt x="26534" y="977608"/>
                    </a:cubicBezTo>
                    <a:lnTo>
                      <a:pt x="47175" y="974364"/>
                    </a:lnTo>
                    <a:lnTo>
                      <a:pt x="0" y="974364"/>
                    </a:lnTo>
                    <a:lnTo>
                      <a:pt x="265890" y="776937"/>
                    </a:lnTo>
                    <a:close/>
                  </a:path>
                </a:pathLst>
              </a:custGeom>
              <a:gradFill>
                <a:gsLst>
                  <a:gs pos="31000">
                    <a:srgbClr val="F2F2F2"/>
                  </a:gs>
                  <a:gs pos="13000">
                    <a:srgbClr val="929398"/>
                  </a:gs>
                  <a:gs pos="67000">
                    <a:srgbClr val="CCCCCE"/>
                  </a:gs>
                  <a:gs pos="100000">
                    <a:srgbClr val="929398"/>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cs typeface="+mn-ea"/>
                  <a:sym typeface="+mn-lt"/>
                </a:endParaRPr>
              </a:p>
            </p:txBody>
          </p:sp>
          <p:sp>
            <p:nvSpPr>
              <p:cNvPr id="161" name="FLYING IMPRESSION FID FEIZHAO    qq:1964271550"/>
              <p:cNvSpPr/>
              <p:nvPr/>
            </p:nvSpPr>
            <p:spPr>
              <a:xfrm>
                <a:off x="5126730" y="5006773"/>
                <a:ext cx="1999876" cy="36000"/>
              </a:xfrm>
              <a:prstGeom prst="rect">
                <a:avLst/>
              </a:prstGeom>
              <a:gradFill>
                <a:gsLst>
                  <a:gs pos="0">
                    <a:srgbClr val="262626"/>
                  </a:gs>
                  <a:gs pos="50000">
                    <a:srgbClr val="404040"/>
                  </a:gs>
                  <a:gs pos="100000">
                    <a:srgbClr val="262626"/>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cs typeface="+mn-ea"/>
                  <a:sym typeface="+mn-lt"/>
                </a:endParaRPr>
              </a:p>
            </p:txBody>
          </p:sp>
          <p:sp>
            <p:nvSpPr>
              <p:cNvPr id="162" name="FLYING IMPRESSION FID FEIZHAO    qq:1964271550"/>
              <p:cNvSpPr/>
              <p:nvPr/>
            </p:nvSpPr>
            <p:spPr>
              <a:xfrm>
                <a:off x="6424414" y="726551"/>
                <a:ext cx="2276254" cy="3132000"/>
              </a:xfrm>
              <a:custGeom>
                <a:avLst/>
                <a:gdLst>
                  <a:gd name="connsiteX0" fmla="*/ 0 w 2276254"/>
                  <a:gd name="connsiteY0" fmla="*/ 0 h 3132000"/>
                  <a:gd name="connsiteX1" fmla="*/ 777237 w 2276254"/>
                  <a:gd name="connsiteY1" fmla="*/ 0 h 3132000"/>
                  <a:gd name="connsiteX2" fmla="*/ 1768840 w 2276254"/>
                  <a:gd name="connsiteY2" fmla="*/ 0 h 3132000"/>
                  <a:gd name="connsiteX3" fmla="*/ 2054039 w 2276254"/>
                  <a:gd name="connsiteY3" fmla="*/ 0 h 3132000"/>
                  <a:gd name="connsiteX4" fmla="*/ 2276254 w 2276254"/>
                  <a:gd name="connsiteY4" fmla="*/ 222215 h 3132000"/>
                  <a:gd name="connsiteX5" fmla="*/ 2276254 w 2276254"/>
                  <a:gd name="connsiteY5" fmla="*/ 2909785 h 3132000"/>
                  <a:gd name="connsiteX6" fmla="*/ 2054039 w 2276254"/>
                  <a:gd name="connsiteY6" fmla="*/ 3132000 h 3132000"/>
                  <a:gd name="connsiteX7" fmla="*/ 1326630 w 2276254"/>
                  <a:gd name="connsiteY7" fmla="*/ 3132000 h 3132000"/>
                  <a:gd name="connsiteX8" fmla="*/ 777237 w 2276254"/>
                  <a:gd name="connsiteY8" fmla="*/ 3132000 h 3132000"/>
                  <a:gd name="connsiteX9" fmla="*/ 442210 w 2276254"/>
                  <a:gd name="connsiteY9" fmla="*/ 3132000 h 31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76254" h="3132000">
                    <a:moveTo>
                      <a:pt x="0" y="0"/>
                    </a:moveTo>
                    <a:lnTo>
                      <a:pt x="777237" y="0"/>
                    </a:lnTo>
                    <a:lnTo>
                      <a:pt x="1768840" y="0"/>
                    </a:lnTo>
                    <a:lnTo>
                      <a:pt x="2054039" y="0"/>
                    </a:lnTo>
                    <a:cubicBezTo>
                      <a:pt x="2176765" y="0"/>
                      <a:pt x="2276254" y="99489"/>
                      <a:pt x="2276254" y="222215"/>
                    </a:cubicBezTo>
                    <a:lnTo>
                      <a:pt x="2276254" y="2909785"/>
                    </a:lnTo>
                    <a:cubicBezTo>
                      <a:pt x="2276254" y="3032511"/>
                      <a:pt x="2176765" y="3132000"/>
                      <a:pt x="2054039" y="3132000"/>
                    </a:cubicBezTo>
                    <a:lnTo>
                      <a:pt x="1326630" y="3132000"/>
                    </a:lnTo>
                    <a:lnTo>
                      <a:pt x="777237" y="3132000"/>
                    </a:lnTo>
                    <a:lnTo>
                      <a:pt x="442210" y="3132000"/>
                    </a:lnTo>
                    <a:close/>
                  </a:path>
                </a:pathLst>
              </a:custGeom>
              <a:gradFill>
                <a:gsLst>
                  <a:gs pos="0">
                    <a:srgbClr val="FFFFFF">
                      <a:alpha val="60000"/>
                    </a:srgbClr>
                  </a:gs>
                  <a:gs pos="67000">
                    <a:srgbClr val="FFFFFF">
                      <a:alpha val="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cs typeface="+mn-ea"/>
                  <a:sym typeface="+mn-lt"/>
                </a:endParaRPr>
              </a:p>
            </p:txBody>
          </p:sp>
          <p:pic>
            <p:nvPicPr>
              <p:cNvPr id="163" name="FLYING IMPRESSION FID FEIZHAO    qq:1964271550"/>
              <p:cNvPicPr>
                <a:picLocks noChangeAspect="1"/>
              </p:cNvPicPr>
              <p:nvPr/>
            </p:nvPicPr>
            <p:blipFill>
              <a:blip r:embed="rId1" cstate="email"/>
              <a:stretch>
                <a:fillRect/>
              </a:stretch>
            </p:blipFill>
            <p:spPr>
              <a:xfrm>
                <a:off x="6003655" y="3959266"/>
                <a:ext cx="246025" cy="299843"/>
              </a:xfrm>
              <a:prstGeom prst="rect">
                <a:avLst/>
              </a:prstGeom>
            </p:spPr>
          </p:pic>
        </p:grpSp>
        <p:pic>
          <p:nvPicPr>
            <p:cNvPr id="164" name="图片 163"/>
            <p:cNvPicPr>
              <a:picLocks noChangeAspect="1"/>
            </p:cNvPicPr>
            <p:nvPr/>
          </p:nvPicPr>
          <p:blipFill>
            <a:blip r:embed="rId2" cstate="print">
              <a:extLst>
                <a:ext uri="{28A0092B-C50C-407E-A947-70E740481C1C}">
                  <a14:useLocalDpi xmlns:a14="http://schemas.microsoft.com/office/drawing/2010/main" val="0"/>
                </a:ext>
              </a:extLst>
            </a:blip>
            <a:srcRect t="10543" b="21086"/>
            <a:stretch>
              <a:fillRect/>
            </a:stretch>
          </p:blipFill>
          <p:spPr>
            <a:xfrm>
              <a:off x="11822" y="2607"/>
              <a:ext cx="6632" cy="3786"/>
            </a:xfrm>
            <a:prstGeom prst="rect">
              <a:avLst/>
            </a:prstGeom>
          </p:spPr>
        </p:pic>
      </p:grpSp>
      <p:grpSp>
        <p:nvGrpSpPr>
          <p:cNvPr id="165" name="Group 31"/>
          <p:cNvGrpSpPr/>
          <p:nvPr/>
        </p:nvGrpSpPr>
        <p:grpSpPr>
          <a:xfrm rot="16200000">
            <a:off x="7150381" y="5856066"/>
            <a:ext cx="309529" cy="1127030"/>
            <a:chOff x="5502862" y="5355294"/>
            <a:chExt cx="412706" cy="1502706"/>
          </a:xfrm>
        </p:grpSpPr>
        <p:sp>
          <p:nvSpPr>
            <p:cNvPr id="166" name="Freeform: Shape 32"/>
            <p:cNvSpPr/>
            <p:nvPr/>
          </p:nvSpPr>
          <p:spPr bwMode="auto">
            <a:xfrm>
              <a:off x="5514308" y="5365393"/>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67" name="Freeform: Shape 33"/>
            <p:cNvSpPr/>
            <p:nvPr/>
          </p:nvSpPr>
          <p:spPr bwMode="auto">
            <a:xfrm>
              <a:off x="5514308" y="5365393"/>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p>
              <a:pPr algn="ctr"/>
            </a:p>
          </p:txBody>
        </p:sp>
        <p:sp>
          <p:nvSpPr>
            <p:cNvPr id="168" name="Freeform: Shape 34"/>
            <p:cNvSpPr/>
            <p:nvPr/>
          </p:nvSpPr>
          <p:spPr bwMode="auto">
            <a:xfrm>
              <a:off x="5601831" y="5786851"/>
              <a:ext cx="125899" cy="1068456"/>
            </a:xfrm>
            <a:custGeom>
              <a:avLst/>
              <a:gdLst>
                <a:gd name="T0" fmla="*/ 79 w 79"/>
                <a:gd name="T1" fmla="*/ 671 h 671"/>
                <a:gd name="T2" fmla="*/ 0 w 79"/>
                <a:gd name="T3" fmla="*/ 671 h 671"/>
                <a:gd name="T4" fmla="*/ 0 w 79"/>
                <a:gd name="T5" fmla="*/ 32 h 671"/>
                <a:gd name="T6" fmla="*/ 38 w 79"/>
                <a:gd name="T7" fmla="*/ 1 h 671"/>
                <a:gd name="T8" fmla="*/ 79 w 79"/>
                <a:gd name="T9" fmla="*/ 32 h 671"/>
                <a:gd name="T10" fmla="*/ 79 w 79"/>
                <a:gd name="T11" fmla="*/ 671 h 671"/>
              </a:gdLst>
              <a:ahLst/>
              <a:cxnLst>
                <a:cxn ang="0">
                  <a:pos x="T0" y="T1"/>
                </a:cxn>
                <a:cxn ang="0">
                  <a:pos x="T2" y="T3"/>
                </a:cxn>
                <a:cxn ang="0">
                  <a:pos x="T4" y="T5"/>
                </a:cxn>
                <a:cxn ang="0">
                  <a:pos x="T6" y="T7"/>
                </a:cxn>
                <a:cxn ang="0">
                  <a:pos x="T8" y="T9"/>
                </a:cxn>
                <a:cxn ang="0">
                  <a:pos x="T10" y="T11"/>
                </a:cxn>
              </a:cxnLst>
              <a:rect l="0" t="0" r="r" b="b"/>
              <a:pathLst>
                <a:path w="79" h="671">
                  <a:moveTo>
                    <a:pt x="79" y="671"/>
                  </a:moveTo>
                  <a:cubicBezTo>
                    <a:pt x="0" y="671"/>
                    <a:pt x="0" y="671"/>
                    <a:pt x="0" y="671"/>
                  </a:cubicBezTo>
                  <a:cubicBezTo>
                    <a:pt x="0" y="32"/>
                    <a:pt x="0" y="32"/>
                    <a:pt x="0" y="32"/>
                  </a:cubicBezTo>
                  <a:cubicBezTo>
                    <a:pt x="0" y="32"/>
                    <a:pt x="5" y="1"/>
                    <a:pt x="38" y="1"/>
                  </a:cubicBezTo>
                  <a:cubicBezTo>
                    <a:pt x="72" y="0"/>
                    <a:pt x="79" y="32"/>
                    <a:pt x="79" y="32"/>
                  </a:cubicBezTo>
                  <a:cubicBezTo>
                    <a:pt x="79" y="671"/>
                    <a:pt x="79" y="671"/>
                    <a:pt x="79" y="671"/>
                  </a:cubicBezTo>
                </a:path>
              </a:pathLst>
            </a:custGeom>
            <a:solidFill>
              <a:schemeClr val="accent2">
                <a:lumMod val="60000"/>
                <a:lumOff val="40000"/>
              </a:schemeClr>
            </a:solidFill>
            <a:ln>
              <a:noFill/>
            </a:ln>
          </p:spPr>
          <p:txBody>
            <a:bodyPr anchor="ctr"/>
            <a:p>
              <a:pPr algn="ctr"/>
            </a:p>
          </p:txBody>
        </p:sp>
        <p:sp>
          <p:nvSpPr>
            <p:cNvPr id="169" name="Freeform: Shape 35"/>
            <p:cNvSpPr/>
            <p:nvPr/>
          </p:nvSpPr>
          <p:spPr bwMode="auto">
            <a:xfrm>
              <a:off x="5724363"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7" y="0"/>
                    <a:pt x="63" y="32"/>
                    <a:pt x="63" y="32"/>
                  </a:cubicBezTo>
                  <a:cubicBezTo>
                    <a:pt x="63" y="672"/>
                    <a:pt x="63" y="672"/>
                    <a:pt x="63" y="672"/>
                  </a:cubicBezTo>
                </a:path>
              </a:pathLst>
            </a:custGeom>
            <a:solidFill>
              <a:srgbClr val="B59BC5"/>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70" name="Freeform: Shape 36"/>
            <p:cNvSpPr/>
            <p:nvPr/>
          </p:nvSpPr>
          <p:spPr bwMode="auto">
            <a:xfrm>
              <a:off x="5502862"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8" y="0"/>
                    <a:pt x="63" y="32"/>
                    <a:pt x="63" y="32"/>
                  </a:cubicBezTo>
                  <a:lnTo>
                    <a:pt x="63" y="672"/>
                  </a:lnTo>
                  <a:close/>
                </a:path>
              </a:pathLst>
            </a:custGeom>
            <a:solidFill>
              <a:schemeClr val="accent2">
                <a:lumMod val="60000"/>
                <a:lumOff val="40000"/>
              </a:schemeClr>
            </a:solidFill>
            <a:ln>
              <a:noFill/>
            </a:ln>
          </p:spPr>
          <p:txBody>
            <a:bodyPr anchor="ctr"/>
            <a:p>
              <a:pPr algn="ctr"/>
            </a:p>
          </p:txBody>
        </p:sp>
        <p:sp>
          <p:nvSpPr>
            <p:cNvPr id="171" name="Freeform: Shape 37"/>
            <p:cNvSpPr/>
            <p:nvPr/>
          </p:nvSpPr>
          <p:spPr bwMode="auto">
            <a:xfrm>
              <a:off x="5599811" y="5357314"/>
              <a:ext cx="130611" cy="189185"/>
            </a:xfrm>
            <a:custGeom>
              <a:avLst/>
              <a:gdLst>
                <a:gd name="T0" fmla="*/ 0 w 82"/>
                <a:gd name="T1" fmla="*/ 110 h 119"/>
                <a:gd name="T2" fmla="*/ 82 w 82"/>
                <a:gd name="T3" fmla="*/ 111 h 119"/>
                <a:gd name="T4" fmla="*/ 48 w 82"/>
                <a:gd name="T5" fmla="*/ 0 h 119"/>
                <a:gd name="T6" fmla="*/ 28 w 82"/>
                <a:gd name="T7" fmla="*/ 0 h 119"/>
                <a:gd name="T8" fmla="*/ 0 w 82"/>
                <a:gd name="T9" fmla="*/ 110 h 119"/>
              </a:gdLst>
              <a:ahLst/>
              <a:cxnLst>
                <a:cxn ang="0">
                  <a:pos x="T0" y="T1"/>
                </a:cxn>
                <a:cxn ang="0">
                  <a:pos x="T2" y="T3"/>
                </a:cxn>
                <a:cxn ang="0">
                  <a:pos x="T4" y="T5"/>
                </a:cxn>
                <a:cxn ang="0">
                  <a:pos x="T6" y="T7"/>
                </a:cxn>
                <a:cxn ang="0">
                  <a:pos x="T8" y="T9"/>
                </a:cxn>
              </a:cxnLst>
              <a:rect l="0" t="0" r="r" b="b"/>
              <a:pathLst>
                <a:path w="82" h="119">
                  <a:moveTo>
                    <a:pt x="0" y="110"/>
                  </a:moveTo>
                  <a:cubicBezTo>
                    <a:pt x="0" y="110"/>
                    <a:pt x="39" y="119"/>
                    <a:pt x="82" y="111"/>
                  </a:cubicBezTo>
                  <a:cubicBezTo>
                    <a:pt x="48" y="0"/>
                    <a:pt x="48" y="0"/>
                    <a:pt x="48" y="0"/>
                  </a:cubicBezTo>
                  <a:cubicBezTo>
                    <a:pt x="28" y="0"/>
                    <a:pt x="28" y="0"/>
                    <a:pt x="28" y="0"/>
                  </a:cubicBezTo>
                  <a:cubicBezTo>
                    <a:pt x="0" y="110"/>
                    <a:pt x="0" y="110"/>
                    <a:pt x="0" y="110"/>
                  </a:cubicBezTo>
                </a:path>
              </a:pathLst>
            </a:custGeom>
            <a:solidFill>
              <a:schemeClr val="accent2">
                <a:lumMod val="60000"/>
                <a:lumOff val="40000"/>
              </a:schemeClr>
            </a:solidFill>
            <a:ln>
              <a:noFill/>
            </a:ln>
          </p:spPr>
          <p:txBody>
            <a:bodyPr anchor="ctr"/>
            <a:p>
              <a:pPr algn="ctr"/>
            </a:p>
          </p:txBody>
        </p:sp>
        <p:sp>
          <p:nvSpPr>
            <p:cNvPr id="172" name="Freeform: Shape 38"/>
            <p:cNvSpPr/>
            <p:nvPr/>
          </p:nvSpPr>
          <p:spPr bwMode="auto">
            <a:xfrm>
              <a:off x="5665117" y="5355294"/>
              <a:ext cx="250451" cy="1502706"/>
            </a:xfrm>
            <a:custGeom>
              <a:avLst/>
              <a:gdLst>
                <a:gd name="T0" fmla="*/ 34 w 157"/>
                <a:gd name="T1" fmla="*/ 0 h 944"/>
                <a:gd name="T2" fmla="*/ 0 w 157"/>
                <a:gd name="T3" fmla="*/ 1 h 944"/>
                <a:gd name="T4" fmla="*/ 0 w 157"/>
                <a:gd name="T5" fmla="*/ 1 h 944"/>
                <a:gd name="T6" fmla="*/ 7 w 157"/>
                <a:gd name="T7" fmla="*/ 1 h 944"/>
                <a:gd name="T8" fmla="*/ 41 w 157"/>
                <a:gd name="T9" fmla="*/ 112 h 944"/>
                <a:gd name="T10" fmla="*/ 40 w 157"/>
                <a:gd name="T11" fmla="*/ 113 h 944"/>
                <a:gd name="T12" fmla="*/ 95 w 157"/>
                <a:gd name="T13" fmla="*/ 284 h 944"/>
                <a:gd name="T14" fmla="*/ 94 w 157"/>
                <a:gd name="T15" fmla="*/ 286 h 944"/>
                <a:gd name="T16" fmla="*/ 100 w 157"/>
                <a:gd name="T17" fmla="*/ 301 h 944"/>
                <a:gd name="T18" fmla="*/ 100 w 157"/>
                <a:gd name="T19" fmla="*/ 941 h 944"/>
                <a:gd name="T20" fmla="*/ 39 w 157"/>
                <a:gd name="T21" fmla="*/ 941 h 944"/>
                <a:gd name="T22" fmla="*/ 39 w 157"/>
                <a:gd name="T23" fmla="*/ 942 h 944"/>
                <a:gd name="T24" fmla="*/ 0 w 157"/>
                <a:gd name="T25" fmla="*/ 942 h 944"/>
                <a:gd name="T26" fmla="*/ 0 w 157"/>
                <a:gd name="T27" fmla="*/ 944 h 944"/>
                <a:gd name="T28" fmla="*/ 157 w 157"/>
                <a:gd name="T29" fmla="*/ 942 h 944"/>
                <a:gd name="T30" fmla="*/ 142 w 157"/>
                <a:gd name="T31" fmla="*/ 290 h 944"/>
                <a:gd name="T32" fmla="*/ 34 w 157"/>
                <a:gd name="T33" fmla="*/ 0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7" h="944">
                  <a:moveTo>
                    <a:pt x="34" y="0"/>
                  </a:moveTo>
                  <a:cubicBezTo>
                    <a:pt x="0" y="1"/>
                    <a:pt x="0" y="1"/>
                    <a:pt x="0" y="1"/>
                  </a:cubicBezTo>
                  <a:cubicBezTo>
                    <a:pt x="0" y="1"/>
                    <a:pt x="0" y="1"/>
                    <a:pt x="0" y="1"/>
                  </a:cubicBezTo>
                  <a:cubicBezTo>
                    <a:pt x="7" y="1"/>
                    <a:pt x="7" y="1"/>
                    <a:pt x="7" y="1"/>
                  </a:cubicBezTo>
                  <a:cubicBezTo>
                    <a:pt x="41" y="112"/>
                    <a:pt x="41" y="112"/>
                    <a:pt x="41" y="112"/>
                  </a:cubicBezTo>
                  <a:cubicBezTo>
                    <a:pt x="41" y="112"/>
                    <a:pt x="41" y="113"/>
                    <a:pt x="40" y="113"/>
                  </a:cubicBezTo>
                  <a:cubicBezTo>
                    <a:pt x="95" y="284"/>
                    <a:pt x="95" y="284"/>
                    <a:pt x="95" y="284"/>
                  </a:cubicBezTo>
                  <a:cubicBezTo>
                    <a:pt x="94" y="286"/>
                    <a:pt x="94" y="286"/>
                    <a:pt x="94" y="286"/>
                  </a:cubicBezTo>
                  <a:cubicBezTo>
                    <a:pt x="98" y="293"/>
                    <a:pt x="100" y="301"/>
                    <a:pt x="100" y="301"/>
                  </a:cubicBezTo>
                  <a:cubicBezTo>
                    <a:pt x="100" y="941"/>
                    <a:pt x="100" y="941"/>
                    <a:pt x="100" y="941"/>
                  </a:cubicBezTo>
                  <a:cubicBezTo>
                    <a:pt x="39" y="941"/>
                    <a:pt x="39" y="941"/>
                    <a:pt x="39" y="941"/>
                  </a:cubicBezTo>
                  <a:cubicBezTo>
                    <a:pt x="39" y="942"/>
                    <a:pt x="39" y="942"/>
                    <a:pt x="39" y="942"/>
                  </a:cubicBezTo>
                  <a:cubicBezTo>
                    <a:pt x="0" y="942"/>
                    <a:pt x="0" y="942"/>
                    <a:pt x="0" y="942"/>
                  </a:cubicBezTo>
                  <a:cubicBezTo>
                    <a:pt x="0" y="944"/>
                    <a:pt x="0" y="944"/>
                    <a:pt x="0" y="944"/>
                  </a:cubicBezTo>
                  <a:cubicBezTo>
                    <a:pt x="157" y="942"/>
                    <a:pt x="157" y="942"/>
                    <a:pt x="157" y="9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73" name="Freeform: Shape 39"/>
            <p:cNvSpPr/>
            <p:nvPr/>
          </p:nvSpPr>
          <p:spPr bwMode="auto">
            <a:xfrm>
              <a:off x="5665117" y="5535727"/>
              <a:ext cx="151482" cy="295559"/>
            </a:xfrm>
            <a:custGeom>
              <a:avLst/>
              <a:gdLst>
                <a:gd name="T0" fmla="*/ 40 w 95"/>
                <a:gd name="T1" fmla="*/ 0 h 186"/>
                <a:gd name="T2" fmla="*/ 6 w 95"/>
                <a:gd name="T3" fmla="*/ 2 h 186"/>
                <a:gd name="T4" fmla="*/ 0 w 95"/>
                <a:gd name="T5" fmla="*/ 2 h 186"/>
                <a:gd name="T6" fmla="*/ 0 w 95"/>
                <a:gd name="T7" fmla="*/ 159 h 186"/>
                <a:gd name="T8" fmla="*/ 37 w 95"/>
                <a:gd name="T9" fmla="*/ 186 h 186"/>
                <a:gd name="T10" fmla="*/ 68 w 95"/>
                <a:gd name="T11" fmla="*/ 156 h 186"/>
                <a:gd name="T12" fmla="*/ 68 w 95"/>
                <a:gd name="T13" fmla="*/ 156 h 186"/>
                <a:gd name="T14" fmla="*/ 94 w 95"/>
                <a:gd name="T15" fmla="*/ 173 h 186"/>
                <a:gd name="T16" fmla="*/ 95 w 95"/>
                <a:gd name="T17" fmla="*/ 171 h 186"/>
                <a:gd name="T18" fmla="*/ 40 w 95"/>
                <a:gd name="T19"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186">
                  <a:moveTo>
                    <a:pt x="40" y="0"/>
                  </a:moveTo>
                  <a:cubicBezTo>
                    <a:pt x="28" y="2"/>
                    <a:pt x="16" y="2"/>
                    <a:pt x="6" y="2"/>
                  </a:cubicBezTo>
                  <a:cubicBezTo>
                    <a:pt x="4" y="2"/>
                    <a:pt x="2" y="2"/>
                    <a:pt x="0" y="2"/>
                  </a:cubicBezTo>
                  <a:cubicBezTo>
                    <a:pt x="0" y="159"/>
                    <a:pt x="0" y="159"/>
                    <a:pt x="0" y="159"/>
                  </a:cubicBezTo>
                  <a:cubicBezTo>
                    <a:pt x="24" y="159"/>
                    <a:pt x="34" y="177"/>
                    <a:pt x="37" y="186"/>
                  </a:cubicBezTo>
                  <a:cubicBezTo>
                    <a:pt x="39" y="179"/>
                    <a:pt x="45" y="157"/>
                    <a:pt x="68" y="156"/>
                  </a:cubicBezTo>
                  <a:cubicBezTo>
                    <a:pt x="68" y="156"/>
                    <a:pt x="68" y="156"/>
                    <a:pt x="68" y="156"/>
                  </a:cubicBezTo>
                  <a:cubicBezTo>
                    <a:pt x="82" y="156"/>
                    <a:pt x="89" y="165"/>
                    <a:pt x="94" y="173"/>
                  </a:cubicBezTo>
                  <a:cubicBezTo>
                    <a:pt x="95" y="171"/>
                    <a:pt x="95" y="171"/>
                    <a:pt x="95" y="171"/>
                  </a:cubicBezTo>
                  <a:cubicBezTo>
                    <a:pt x="40" y="0"/>
                    <a:pt x="40" y="0"/>
                    <a:pt x="40"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174" name="Freeform: Shape 40"/>
            <p:cNvSpPr/>
            <p:nvPr/>
          </p:nvSpPr>
          <p:spPr bwMode="auto">
            <a:xfrm>
              <a:off x="5679185" y="5788871"/>
              <a:ext cx="62613" cy="1066436"/>
            </a:xfrm>
            <a:custGeom>
              <a:avLst/>
              <a:gdLst>
                <a:gd name="T0" fmla="*/ 0 w 39"/>
                <a:gd name="T1" fmla="*/ 0 h 670"/>
                <a:gd name="T2" fmla="*/ 0 w 39"/>
                <a:gd name="T3" fmla="*/ 670 h 670"/>
                <a:gd name="T4" fmla="*/ 39 w 39"/>
                <a:gd name="T5" fmla="*/ 670 h 670"/>
                <a:gd name="T6" fmla="*/ 39 w 39"/>
                <a:gd name="T7" fmla="*/ 669 h 670"/>
                <a:gd name="T8" fmla="*/ 37 w 39"/>
                <a:gd name="T9" fmla="*/ 669 h 670"/>
                <a:gd name="T10" fmla="*/ 37 w 39"/>
                <a:gd name="T11" fmla="*/ 29 h 670"/>
                <a:gd name="T12" fmla="*/ 37 w 39"/>
                <a:gd name="T13" fmla="*/ 27 h 670"/>
                <a:gd name="T14" fmla="*/ 0 w 39"/>
                <a:gd name="T15" fmla="*/ 0 h 6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670">
                  <a:moveTo>
                    <a:pt x="0" y="0"/>
                  </a:moveTo>
                  <a:cubicBezTo>
                    <a:pt x="0" y="670"/>
                    <a:pt x="0" y="670"/>
                    <a:pt x="0" y="670"/>
                  </a:cubicBezTo>
                  <a:cubicBezTo>
                    <a:pt x="39" y="670"/>
                    <a:pt x="39" y="670"/>
                    <a:pt x="39" y="670"/>
                  </a:cubicBezTo>
                  <a:cubicBezTo>
                    <a:pt x="39" y="669"/>
                    <a:pt x="39" y="669"/>
                    <a:pt x="39" y="669"/>
                  </a:cubicBezTo>
                  <a:cubicBezTo>
                    <a:pt x="37" y="669"/>
                    <a:pt x="37" y="669"/>
                    <a:pt x="37" y="669"/>
                  </a:cubicBezTo>
                  <a:cubicBezTo>
                    <a:pt x="37" y="29"/>
                    <a:pt x="37" y="29"/>
                    <a:pt x="37" y="29"/>
                  </a:cubicBezTo>
                  <a:cubicBezTo>
                    <a:pt x="37" y="29"/>
                    <a:pt x="37" y="28"/>
                    <a:pt x="37" y="27"/>
                  </a:cubicBezTo>
                  <a:cubicBezTo>
                    <a:pt x="34" y="18"/>
                    <a:pt x="24" y="0"/>
                    <a:pt x="0" y="0"/>
                  </a:cubicBezTo>
                </a:path>
              </a:pathLst>
            </a:custGeom>
            <a:solidFill>
              <a:schemeClr val="accent2"/>
            </a:solidFill>
            <a:ln>
              <a:noFill/>
            </a:ln>
          </p:spPr>
          <p:txBody>
            <a:bodyPr anchor="ctr"/>
            <a:p>
              <a:pPr algn="ctr"/>
            </a:p>
          </p:txBody>
        </p:sp>
        <p:sp>
          <p:nvSpPr>
            <p:cNvPr id="175" name="Freeform: Shape 41"/>
            <p:cNvSpPr/>
            <p:nvPr/>
          </p:nvSpPr>
          <p:spPr bwMode="auto">
            <a:xfrm>
              <a:off x="5724363" y="5783485"/>
              <a:ext cx="100315" cy="1069802"/>
            </a:xfrm>
            <a:custGeom>
              <a:avLst/>
              <a:gdLst>
                <a:gd name="T0" fmla="*/ 31 w 63"/>
                <a:gd name="T1" fmla="*/ 0 h 672"/>
                <a:gd name="T2" fmla="*/ 31 w 63"/>
                <a:gd name="T3" fmla="*/ 0 h 672"/>
                <a:gd name="T4" fmla="*/ 0 w 63"/>
                <a:gd name="T5" fmla="*/ 30 h 672"/>
                <a:gd name="T6" fmla="*/ 0 w 63"/>
                <a:gd name="T7" fmla="*/ 32 h 672"/>
                <a:gd name="T8" fmla="*/ 0 w 63"/>
                <a:gd name="T9" fmla="*/ 672 h 672"/>
                <a:gd name="T10" fmla="*/ 2 w 63"/>
                <a:gd name="T11" fmla="*/ 672 h 672"/>
                <a:gd name="T12" fmla="*/ 63 w 63"/>
                <a:gd name="T13" fmla="*/ 672 h 672"/>
                <a:gd name="T14" fmla="*/ 63 w 63"/>
                <a:gd name="T15" fmla="*/ 32 h 672"/>
                <a:gd name="T16" fmla="*/ 57 w 63"/>
                <a:gd name="T17" fmla="*/ 17 h 672"/>
                <a:gd name="T18" fmla="*/ 31 w 63"/>
                <a:gd name="T19" fmla="*/ 0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672">
                  <a:moveTo>
                    <a:pt x="31" y="0"/>
                  </a:moveTo>
                  <a:cubicBezTo>
                    <a:pt x="31" y="0"/>
                    <a:pt x="31" y="0"/>
                    <a:pt x="31" y="0"/>
                  </a:cubicBezTo>
                  <a:cubicBezTo>
                    <a:pt x="8" y="1"/>
                    <a:pt x="2" y="23"/>
                    <a:pt x="0" y="30"/>
                  </a:cubicBezTo>
                  <a:cubicBezTo>
                    <a:pt x="0" y="31"/>
                    <a:pt x="0" y="32"/>
                    <a:pt x="0" y="32"/>
                  </a:cubicBezTo>
                  <a:cubicBezTo>
                    <a:pt x="0" y="672"/>
                    <a:pt x="0" y="672"/>
                    <a:pt x="0" y="672"/>
                  </a:cubicBezTo>
                  <a:cubicBezTo>
                    <a:pt x="2" y="672"/>
                    <a:pt x="2" y="672"/>
                    <a:pt x="2" y="672"/>
                  </a:cubicBezTo>
                  <a:cubicBezTo>
                    <a:pt x="63" y="672"/>
                    <a:pt x="63" y="672"/>
                    <a:pt x="63" y="672"/>
                  </a:cubicBezTo>
                  <a:cubicBezTo>
                    <a:pt x="63" y="32"/>
                    <a:pt x="63" y="32"/>
                    <a:pt x="63" y="32"/>
                  </a:cubicBezTo>
                  <a:cubicBezTo>
                    <a:pt x="63" y="32"/>
                    <a:pt x="61" y="24"/>
                    <a:pt x="57" y="17"/>
                  </a:cubicBezTo>
                  <a:cubicBezTo>
                    <a:pt x="52" y="9"/>
                    <a:pt x="45" y="0"/>
                    <a:pt x="31" y="0"/>
                  </a:cubicBezTo>
                </a:path>
              </a:pathLst>
            </a:custGeom>
            <a:solidFill>
              <a:schemeClr val="accent2"/>
            </a:solidFill>
            <a:ln>
              <a:noFill/>
            </a:ln>
          </p:spPr>
          <p:txBody>
            <a:bodyPr anchor="ctr"/>
            <a:p>
              <a:pPr algn="ctr"/>
            </a:p>
          </p:txBody>
        </p:sp>
        <p:sp>
          <p:nvSpPr>
            <p:cNvPr id="176" name="Freeform: Shape 42"/>
            <p:cNvSpPr/>
            <p:nvPr/>
          </p:nvSpPr>
          <p:spPr bwMode="auto">
            <a:xfrm>
              <a:off x="5665117" y="5357314"/>
              <a:ext cx="65306" cy="181106"/>
            </a:xfrm>
            <a:custGeom>
              <a:avLst/>
              <a:gdLst>
                <a:gd name="T0" fmla="*/ 7 w 41"/>
                <a:gd name="T1" fmla="*/ 0 h 114"/>
                <a:gd name="T2" fmla="*/ 0 w 41"/>
                <a:gd name="T3" fmla="*/ 0 h 114"/>
                <a:gd name="T4" fmla="*/ 0 w 41"/>
                <a:gd name="T5" fmla="*/ 114 h 114"/>
                <a:gd name="T6" fmla="*/ 6 w 41"/>
                <a:gd name="T7" fmla="*/ 114 h 114"/>
                <a:gd name="T8" fmla="*/ 40 w 41"/>
                <a:gd name="T9" fmla="*/ 112 h 114"/>
                <a:gd name="T10" fmla="*/ 41 w 41"/>
                <a:gd name="T11" fmla="*/ 111 h 114"/>
                <a:gd name="T12" fmla="*/ 7 w 41"/>
                <a:gd name="T13" fmla="*/ 0 h 114"/>
              </a:gdLst>
              <a:ahLst/>
              <a:cxnLst>
                <a:cxn ang="0">
                  <a:pos x="T0" y="T1"/>
                </a:cxn>
                <a:cxn ang="0">
                  <a:pos x="T2" y="T3"/>
                </a:cxn>
                <a:cxn ang="0">
                  <a:pos x="T4" y="T5"/>
                </a:cxn>
                <a:cxn ang="0">
                  <a:pos x="T6" y="T7"/>
                </a:cxn>
                <a:cxn ang="0">
                  <a:pos x="T8" y="T9"/>
                </a:cxn>
                <a:cxn ang="0">
                  <a:pos x="T10" y="T11"/>
                </a:cxn>
                <a:cxn ang="0">
                  <a:pos x="T12" y="T13"/>
                </a:cxn>
              </a:cxnLst>
              <a:rect l="0" t="0" r="r" b="b"/>
              <a:pathLst>
                <a:path w="41" h="114">
                  <a:moveTo>
                    <a:pt x="7" y="0"/>
                  </a:moveTo>
                  <a:cubicBezTo>
                    <a:pt x="0" y="0"/>
                    <a:pt x="0" y="0"/>
                    <a:pt x="0" y="0"/>
                  </a:cubicBezTo>
                  <a:cubicBezTo>
                    <a:pt x="0" y="114"/>
                    <a:pt x="0" y="114"/>
                    <a:pt x="0" y="114"/>
                  </a:cubicBezTo>
                  <a:cubicBezTo>
                    <a:pt x="2" y="114"/>
                    <a:pt x="4" y="114"/>
                    <a:pt x="6" y="114"/>
                  </a:cubicBezTo>
                  <a:cubicBezTo>
                    <a:pt x="16" y="114"/>
                    <a:pt x="28" y="114"/>
                    <a:pt x="40" y="112"/>
                  </a:cubicBezTo>
                  <a:cubicBezTo>
                    <a:pt x="41" y="112"/>
                    <a:pt x="41" y="111"/>
                    <a:pt x="41" y="111"/>
                  </a:cubicBezTo>
                  <a:cubicBezTo>
                    <a:pt x="7" y="0"/>
                    <a:pt x="7" y="0"/>
                    <a:pt x="7" y="0"/>
                  </a:cubicBezTo>
                </a:path>
              </a:pathLst>
            </a:custGeom>
            <a:solidFill>
              <a:schemeClr val="accent2"/>
            </a:solidFill>
            <a:ln>
              <a:noFill/>
            </a:ln>
          </p:spPr>
          <p:txBody>
            <a:bodyPr anchor="ctr"/>
            <a:p>
              <a:pPr algn="ctr"/>
            </a:p>
          </p:txBody>
        </p:sp>
      </p:grpSp>
    </p:spTree>
  </p:cSld>
  <p:clrMapOvr>
    <a:masterClrMapping/>
  </p:clrMapOvr>
  <p:transition>
    <p:cover di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p:nvPr/>
        </p:nvSpPr>
        <p:spPr>
          <a:xfrm>
            <a:off x="1139190" y="2472055"/>
            <a:ext cx="4606290" cy="2399665"/>
          </a:xfrm>
          <a:prstGeom prst="rect">
            <a:avLst/>
          </a:prstGeom>
        </p:spPr>
        <p:txBody>
          <a:bodyPr wrap="square">
            <a:spAutoFit/>
          </a:bodyPr>
          <a:lstStyle/>
          <a:p>
            <a:pPr>
              <a:lnSpc>
                <a:spcPct val="150000"/>
              </a:lnSpc>
            </a:pPr>
            <a:r>
              <a:rPr lang="zh-CN" altLang="zh-CN" sz="2000" b="1" dirty="0">
                <a:sym typeface="+mn-ea"/>
              </a:rPr>
              <a:t>数据的逻辑结构是指数据元素之间存在的逻辑关系，由数据元素的集合和定义在此集合上的关系组成。</a:t>
            </a:r>
            <a:endParaRPr lang="zh-CN" altLang="zh-CN" sz="2000" b="1" dirty="0">
              <a:sym typeface="+mn-ea"/>
            </a:endParaRPr>
          </a:p>
          <a:p>
            <a:pPr>
              <a:lnSpc>
                <a:spcPct val="150000"/>
              </a:lnSpc>
            </a:pPr>
            <a:endParaRPr lang="zh-CN" altLang="zh-CN" sz="2000" b="1" dirty="0">
              <a:sym typeface="+mn-ea"/>
            </a:endParaRPr>
          </a:p>
          <a:p>
            <a:pPr>
              <a:lnSpc>
                <a:spcPct val="150000"/>
              </a:lnSpc>
            </a:pPr>
            <a:r>
              <a:rPr lang="zh-CN" altLang="zh-CN" sz="2000" b="1" dirty="0">
                <a:sym typeface="+mn-ea"/>
              </a:rPr>
              <a:t>两要素：数据元素的集合、关系的集合。</a:t>
            </a:r>
            <a:endParaRPr lang="zh-CN" altLang="zh-CN" sz="2000" b="1" dirty="0">
              <a:sym typeface="+mn-ea"/>
            </a:endParaRPr>
          </a:p>
        </p:txBody>
      </p:sp>
      <p:sp>
        <p:nvSpPr>
          <p:cNvPr id="31" name="Freeform 141"/>
          <p:cNvSpPr>
            <a:spLocks noEditPoints="1"/>
          </p:cNvSpPr>
          <p:nvPr/>
        </p:nvSpPr>
        <p:spPr bwMode="auto">
          <a:xfrm>
            <a:off x="501577" y="2669122"/>
            <a:ext cx="637627" cy="621275"/>
          </a:xfrm>
          <a:custGeom>
            <a:avLst/>
            <a:gdLst>
              <a:gd name="T0" fmla="*/ 144 w 196"/>
              <a:gd name="T1" fmla="*/ 4 h 192"/>
              <a:gd name="T2" fmla="*/ 136 w 196"/>
              <a:gd name="T3" fmla="*/ 20 h 192"/>
              <a:gd name="T4" fmla="*/ 96 w 196"/>
              <a:gd name="T5" fmla="*/ 0 h 192"/>
              <a:gd name="T6" fmla="*/ 56 w 196"/>
              <a:gd name="T7" fmla="*/ 20 h 192"/>
              <a:gd name="T8" fmla="*/ 48 w 196"/>
              <a:gd name="T9" fmla="*/ 4 h 192"/>
              <a:gd name="T10" fmla="*/ 0 w 196"/>
              <a:gd name="T11" fmla="*/ 32 h 192"/>
              <a:gd name="T12" fmla="*/ 184 w 196"/>
              <a:gd name="T13" fmla="*/ 192 h 192"/>
              <a:gd name="T14" fmla="*/ 184 w 196"/>
              <a:gd name="T15" fmla="*/ 20 h 192"/>
              <a:gd name="T16" fmla="*/ 12 w 196"/>
              <a:gd name="T17" fmla="*/ 184 h 192"/>
              <a:gd name="T18" fmla="*/ 12 w 196"/>
              <a:gd name="T19" fmla="*/ 28 h 192"/>
              <a:gd name="T20" fmla="*/ 52 w 196"/>
              <a:gd name="T21" fmla="*/ 44 h 192"/>
              <a:gd name="T22" fmla="*/ 92 w 196"/>
              <a:gd name="T23" fmla="*/ 28 h 192"/>
              <a:gd name="T24" fmla="*/ 100 w 196"/>
              <a:gd name="T25" fmla="*/ 40 h 192"/>
              <a:gd name="T26" fmla="*/ 136 w 196"/>
              <a:gd name="T27" fmla="*/ 40 h 192"/>
              <a:gd name="T28" fmla="*/ 144 w 196"/>
              <a:gd name="T29" fmla="*/ 28 h 192"/>
              <a:gd name="T30" fmla="*/ 188 w 196"/>
              <a:gd name="T31" fmla="*/ 180 h 192"/>
              <a:gd name="T32" fmla="*/ 48 w 196"/>
              <a:gd name="T33" fmla="*/ 60 h 192"/>
              <a:gd name="T34" fmla="*/ 32 w 196"/>
              <a:gd name="T35" fmla="*/ 68 h 192"/>
              <a:gd name="T36" fmla="*/ 32 w 196"/>
              <a:gd name="T37" fmla="*/ 76 h 192"/>
              <a:gd name="T38" fmla="*/ 88 w 196"/>
              <a:gd name="T39" fmla="*/ 84 h 192"/>
              <a:gd name="T40" fmla="*/ 64 w 196"/>
              <a:gd name="T41" fmla="*/ 84 h 192"/>
              <a:gd name="T42" fmla="*/ 80 w 196"/>
              <a:gd name="T43" fmla="*/ 76 h 192"/>
              <a:gd name="T44" fmla="*/ 104 w 196"/>
              <a:gd name="T45" fmla="*/ 84 h 192"/>
              <a:gd name="T46" fmla="*/ 104 w 196"/>
              <a:gd name="T47" fmla="*/ 60 h 192"/>
              <a:gd name="T48" fmla="*/ 120 w 196"/>
              <a:gd name="T49" fmla="*/ 68 h 192"/>
              <a:gd name="T50" fmla="*/ 112 w 196"/>
              <a:gd name="T51" fmla="*/ 68 h 192"/>
              <a:gd name="T52" fmla="*/ 168 w 196"/>
              <a:gd name="T53" fmla="*/ 60 h 192"/>
              <a:gd name="T54" fmla="*/ 152 w 196"/>
              <a:gd name="T55" fmla="*/ 68 h 192"/>
              <a:gd name="T56" fmla="*/ 152 w 196"/>
              <a:gd name="T57" fmla="*/ 76 h 192"/>
              <a:gd name="T58" fmla="*/ 48 w 196"/>
              <a:gd name="T59" fmla="*/ 124 h 192"/>
              <a:gd name="T60" fmla="*/ 24 w 196"/>
              <a:gd name="T61" fmla="*/ 124 h 192"/>
              <a:gd name="T62" fmla="*/ 40 w 196"/>
              <a:gd name="T63" fmla="*/ 116 h 192"/>
              <a:gd name="T64" fmla="*/ 64 w 196"/>
              <a:gd name="T65" fmla="*/ 124 h 192"/>
              <a:gd name="T66" fmla="*/ 64 w 196"/>
              <a:gd name="T67" fmla="*/ 100 h 192"/>
              <a:gd name="T68" fmla="*/ 80 w 196"/>
              <a:gd name="T69" fmla="*/ 108 h 192"/>
              <a:gd name="T70" fmla="*/ 72 w 196"/>
              <a:gd name="T71" fmla="*/ 108 h 192"/>
              <a:gd name="T72" fmla="*/ 128 w 196"/>
              <a:gd name="T73" fmla="*/ 100 h 192"/>
              <a:gd name="T74" fmla="*/ 112 w 196"/>
              <a:gd name="T75" fmla="*/ 108 h 192"/>
              <a:gd name="T76" fmla="*/ 112 w 196"/>
              <a:gd name="T77" fmla="*/ 116 h 192"/>
              <a:gd name="T78" fmla="*/ 168 w 196"/>
              <a:gd name="T79" fmla="*/ 124 h 192"/>
              <a:gd name="T80" fmla="*/ 144 w 196"/>
              <a:gd name="T81" fmla="*/ 124 h 192"/>
              <a:gd name="T82" fmla="*/ 160 w 196"/>
              <a:gd name="T83" fmla="*/ 116 h 192"/>
              <a:gd name="T84" fmla="*/ 24 w 196"/>
              <a:gd name="T85" fmla="*/ 164 h 192"/>
              <a:gd name="T86" fmla="*/ 24 w 196"/>
              <a:gd name="T87" fmla="*/ 140 h 192"/>
              <a:gd name="T88" fmla="*/ 40 w 196"/>
              <a:gd name="T89" fmla="*/ 148 h 192"/>
              <a:gd name="T90" fmla="*/ 32 w 196"/>
              <a:gd name="T91" fmla="*/ 148 h 192"/>
              <a:gd name="T92" fmla="*/ 88 w 196"/>
              <a:gd name="T93" fmla="*/ 140 h 192"/>
              <a:gd name="T94" fmla="*/ 72 w 196"/>
              <a:gd name="T95" fmla="*/ 148 h 192"/>
              <a:gd name="T96" fmla="*/ 72 w 196"/>
              <a:gd name="T97" fmla="*/ 156 h 192"/>
              <a:gd name="T98" fmla="*/ 128 w 196"/>
              <a:gd name="T99" fmla="*/ 164 h 192"/>
              <a:gd name="T100" fmla="*/ 104 w 196"/>
              <a:gd name="T101" fmla="*/ 164 h 192"/>
              <a:gd name="T102" fmla="*/ 120 w 196"/>
              <a:gd name="T103" fmla="*/ 156 h 192"/>
              <a:gd name="T104" fmla="*/ 144 w 196"/>
              <a:gd name="T105" fmla="*/ 164 h 192"/>
              <a:gd name="T106" fmla="*/ 144 w 196"/>
              <a:gd name="T107" fmla="*/ 140 h 192"/>
              <a:gd name="T108" fmla="*/ 160 w 196"/>
              <a:gd name="T109" fmla="*/ 148 h 192"/>
              <a:gd name="T110" fmla="*/ 152 w 196"/>
              <a:gd name="T111" fmla="*/ 148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96" h="192">
                <a:moveTo>
                  <a:pt x="184" y="20"/>
                </a:moveTo>
                <a:cubicBezTo>
                  <a:pt x="144" y="20"/>
                  <a:pt x="144" y="20"/>
                  <a:pt x="144" y="20"/>
                </a:cubicBezTo>
                <a:cubicBezTo>
                  <a:pt x="144" y="4"/>
                  <a:pt x="144" y="4"/>
                  <a:pt x="144" y="4"/>
                </a:cubicBezTo>
                <a:cubicBezTo>
                  <a:pt x="144" y="2"/>
                  <a:pt x="142" y="0"/>
                  <a:pt x="140" y="0"/>
                </a:cubicBezTo>
                <a:cubicBezTo>
                  <a:pt x="138" y="0"/>
                  <a:pt x="136" y="2"/>
                  <a:pt x="136" y="4"/>
                </a:cubicBezTo>
                <a:cubicBezTo>
                  <a:pt x="136" y="20"/>
                  <a:pt x="136" y="20"/>
                  <a:pt x="136" y="20"/>
                </a:cubicBezTo>
                <a:cubicBezTo>
                  <a:pt x="100" y="20"/>
                  <a:pt x="100" y="20"/>
                  <a:pt x="100" y="20"/>
                </a:cubicBezTo>
                <a:cubicBezTo>
                  <a:pt x="100" y="4"/>
                  <a:pt x="100" y="4"/>
                  <a:pt x="100" y="4"/>
                </a:cubicBezTo>
                <a:cubicBezTo>
                  <a:pt x="100" y="2"/>
                  <a:pt x="98" y="0"/>
                  <a:pt x="96" y="0"/>
                </a:cubicBezTo>
                <a:cubicBezTo>
                  <a:pt x="94" y="0"/>
                  <a:pt x="92" y="2"/>
                  <a:pt x="92" y="4"/>
                </a:cubicBezTo>
                <a:cubicBezTo>
                  <a:pt x="92" y="20"/>
                  <a:pt x="92" y="20"/>
                  <a:pt x="92" y="20"/>
                </a:cubicBezTo>
                <a:cubicBezTo>
                  <a:pt x="56" y="20"/>
                  <a:pt x="56" y="20"/>
                  <a:pt x="56" y="20"/>
                </a:cubicBezTo>
                <a:cubicBezTo>
                  <a:pt x="56" y="4"/>
                  <a:pt x="56" y="4"/>
                  <a:pt x="56" y="4"/>
                </a:cubicBezTo>
                <a:cubicBezTo>
                  <a:pt x="56" y="2"/>
                  <a:pt x="54" y="0"/>
                  <a:pt x="52" y="0"/>
                </a:cubicBezTo>
                <a:cubicBezTo>
                  <a:pt x="50" y="0"/>
                  <a:pt x="48" y="2"/>
                  <a:pt x="48" y="4"/>
                </a:cubicBezTo>
                <a:cubicBezTo>
                  <a:pt x="48" y="20"/>
                  <a:pt x="48" y="20"/>
                  <a:pt x="48" y="20"/>
                </a:cubicBezTo>
                <a:cubicBezTo>
                  <a:pt x="12" y="20"/>
                  <a:pt x="12" y="20"/>
                  <a:pt x="12" y="20"/>
                </a:cubicBezTo>
                <a:cubicBezTo>
                  <a:pt x="5" y="20"/>
                  <a:pt x="0" y="25"/>
                  <a:pt x="0" y="32"/>
                </a:cubicBezTo>
                <a:cubicBezTo>
                  <a:pt x="0" y="180"/>
                  <a:pt x="0" y="180"/>
                  <a:pt x="0" y="180"/>
                </a:cubicBezTo>
                <a:cubicBezTo>
                  <a:pt x="0" y="187"/>
                  <a:pt x="5" y="192"/>
                  <a:pt x="12" y="192"/>
                </a:cubicBezTo>
                <a:cubicBezTo>
                  <a:pt x="184" y="192"/>
                  <a:pt x="184" y="192"/>
                  <a:pt x="184" y="192"/>
                </a:cubicBezTo>
                <a:cubicBezTo>
                  <a:pt x="191" y="192"/>
                  <a:pt x="196" y="187"/>
                  <a:pt x="196" y="180"/>
                </a:cubicBezTo>
                <a:cubicBezTo>
                  <a:pt x="196" y="32"/>
                  <a:pt x="196" y="32"/>
                  <a:pt x="196" y="32"/>
                </a:cubicBezTo>
                <a:cubicBezTo>
                  <a:pt x="196" y="25"/>
                  <a:pt x="191" y="20"/>
                  <a:pt x="184" y="20"/>
                </a:cubicBezTo>
                <a:close/>
                <a:moveTo>
                  <a:pt x="188" y="180"/>
                </a:moveTo>
                <a:cubicBezTo>
                  <a:pt x="188" y="182"/>
                  <a:pt x="186" y="184"/>
                  <a:pt x="184" y="184"/>
                </a:cubicBezTo>
                <a:cubicBezTo>
                  <a:pt x="12" y="184"/>
                  <a:pt x="12" y="184"/>
                  <a:pt x="12" y="184"/>
                </a:cubicBezTo>
                <a:cubicBezTo>
                  <a:pt x="10" y="184"/>
                  <a:pt x="8" y="182"/>
                  <a:pt x="8" y="180"/>
                </a:cubicBezTo>
                <a:cubicBezTo>
                  <a:pt x="8" y="32"/>
                  <a:pt x="8" y="32"/>
                  <a:pt x="8" y="32"/>
                </a:cubicBezTo>
                <a:cubicBezTo>
                  <a:pt x="8" y="30"/>
                  <a:pt x="10" y="28"/>
                  <a:pt x="12" y="28"/>
                </a:cubicBezTo>
                <a:cubicBezTo>
                  <a:pt x="48" y="28"/>
                  <a:pt x="48" y="28"/>
                  <a:pt x="48" y="28"/>
                </a:cubicBezTo>
                <a:cubicBezTo>
                  <a:pt x="48" y="40"/>
                  <a:pt x="48" y="40"/>
                  <a:pt x="48" y="40"/>
                </a:cubicBezTo>
                <a:cubicBezTo>
                  <a:pt x="48" y="42"/>
                  <a:pt x="50" y="44"/>
                  <a:pt x="52" y="44"/>
                </a:cubicBezTo>
                <a:cubicBezTo>
                  <a:pt x="54" y="44"/>
                  <a:pt x="56" y="42"/>
                  <a:pt x="56" y="40"/>
                </a:cubicBezTo>
                <a:cubicBezTo>
                  <a:pt x="56" y="28"/>
                  <a:pt x="56" y="28"/>
                  <a:pt x="56" y="28"/>
                </a:cubicBezTo>
                <a:cubicBezTo>
                  <a:pt x="92" y="28"/>
                  <a:pt x="92" y="28"/>
                  <a:pt x="92" y="28"/>
                </a:cubicBezTo>
                <a:cubicBezTo>
                  <a:pt x="92" y="40"/>
                  <a:pt x="92" y="40"/>
                  <a:pt x="92" y="40"/>
                </a:cubicBezTo>
                <a:cubicBezTo>
                  <a:pt x="92" y="42"/>
                  <a:pt x="94" y="44"/>
                  <a:pt x="96" y="44"/>
                </a:cubicBezTo>
                <a:cubicBezTo>
                  <a:pt x="98" y="44"/>
                  <a:pt x="100" y="42"/>
                  <a:pt x="100" y="40"/>
                </a:cubicBezTo>
                <a:cubicBezTo>
                  <a:pt x="100" y="28"/>
                  <a:pt x="100" y="28"/>
                  <a:pt x="100" y="28"/>
                </a:cubicBezTo>
                <a:cubicBezTo>
                  <a:pt x="136" y="28"/>
                  <a:pt x="136" y="28"/>
                  <a:pt x="136" y="28"/>
                </a:cubicBezTo>
                <a:cubicBezTo>
                  <a:pt x="136" y="40"/>
                  <a:pt x="136" y="40"/>
                  <a:pt x="136" y="40"/>
                </a:cubicBezTo>
                <a:cubicBezTo>
                  <a:pt x="136" y="42"/>
                  <a:pt x="138" y="44"/>
                  <a:pt x="140" y="44"/>
                </a:cubicBezTo>
                <a:cubicBezTo>
                  <a:pt x="142" y="44"/>
                  <a:pt x="144" y="42"/>
                  <a:pt x="144" y="40"/>
                </a:cubicBezTo>
                <a:cubicBezTo>
                  <a:pt x="144" y="28"/>
                  <a:pt x="144" y="28"/>
                  <a:pt x="144" y="28"/>
                </a:cubicBezTo>
                <a:cubicBezTo>
                  <a:pt x="184" y="28"/>
                  <a:pt x="184" y="28"/>
                  <a:pt x="184" y="28"/>
                </a:cubicBezTo>
                <a:cubicBezTo>
                  <a:pt x="186" y="28"/>
                  <a:pt x="188" y="30"/>
                  <a:pt x="188" y="32"/>
                </a:cubicBezTo>
                <a:lnTo>
                  <a:pt x="188" y="180"/>
                </a:lnTo>
                <a:close/>
                <a:moveTo>
                  <a:pt x="24" y="84"/>
                </a:moveTo>
                <a:cubicBezTo>
                  <a:pt x="48" y="84"/>
                  <a:pt x="48" y="84"/>
                  <a:pt x="48" y="84"/>
                </a:cubicBezTo>
                <a:cubicBezTo>
                  <a:pt x="48" y="60"/>
                  <a:pt x="48" y="60"/>
                  <a:pt x="48" y="60"/>
                </a:cubicBezTo>
                <a:cubicBezTo>
                  <a:pt x="24" y="60"/>
                  <a:pt x="24" y="60"/>
                  <a:pt x="24" y="60"/>
                </a:cubicBezTo>
                <a:lnTo>
                  <a:pt x="24" y="84"/>
                </a:lnTo>
                <a:close/>
                <a:moveTo>
                  <a:pt x="32" y="68"/>
                </a:moveTo>
                <a:cubicBezTo>
                  <a:pt x="40" y="68"/>
                  <a:pt x="40" y="68"/>
                  <a:pt x="40" y="68"/>
                </a:cubicBezTo>
                <a:cubicBezTo>
                  <a:pt x="40" y="76"/>
                  <a:pt x="40" y="76"/>
                  <a:pt x="40" y="76"/>
                </a:cubicBezTo>
                <a:cubicBezTo>
                  <a:pt x="32" y="76"/>
                  <a:pt x="32" y="76"/>
                  <a:pt x="32" y="76"/>
                </a:cubicBezTo>
                <a:lnTo>
                  <a:pt x="32" y="68"/>
                </a:lnTo>
                <a:close/>
                <a:moveTo>
                  <a:pt x="64" y="84"/>
                </a:moveTo>
                <a:cubicBezTo>
                  <a:pt x="88" y="84"/>
                  <a:pt x="88" y="84"/>
                  <a:pt x="88" y="84"/>
                </a:cubicBezTo>
                <a:cubicBezTo>
                  <a:pt x="88" y="60"/>
                  <a:pt x="88" y="60"/>
                  <a:pt x="88" y="60"/>
                </a:cubicBezTo>
                <a:cubicBezTo>
                  <a:pt x="64" y="60"/>
                  <a:pt x="64" y="60"/>
                  <a:pt x="64" y="60"/>
                </a:cubicBezTo>
                <a:lnTo>
                  <a:pt x="64" y="84"/>
                </a:lnTo>
                <a:close/>
                <a:moveTo>
                  <a:pt x="72" y="68"/>
                </a:moveTo>
                <a:cubicBezTo>
                  <a:pt x="80" y="68"/>
                  <a:pt x="80" y="68"/>
                  <a:pt x="80" y="68"/>
                </a:cubicBezTo>
                <a:cubicBezTo>
                  <a:pt x="80" y="76"/>
                  <a:pt x="80" y="76"/>
                  <a:pt x="80" y="76"/>
                </a:cubicBezTo>
                <a:cubicBezTo>
                  <a:pt x="72" y="76"/>
                  <a:pt x="72" y="76"/>
                  <a:pt x="72" y="76"/>
                </a:cubicBezTo>
                <a:lnTo>
                  <a:pt x="72" y="68"/>
                </a:lnTo>
                <a:close/>
                <a:moveTo>
                  <a:pt x="104" y="84"/>
                </a:moveTo>
                <a:cubicBezTo>
                  <a:pt x="128" y="84"/>
                  <a:pt x="128" y="84"/>
                  <a:pt x="128" y="84"/>
                </a:cubicBezTo>
                <a:cubicBezTo>
                  <a:pt x="128" y="60"/>
                  <a:pt x="128" y="60"/>
                  <a:pt x="128" y="60"/>
                </a:cubicBezTo>
                <a:cubicBezTo>
                  <a:pt x="104" y="60"/>
                  <a:pt x="104" y="60"/>
                  <a:pt x="104" y="60"/>
                </a:cubicBezTo>
                <a:lnTo>
                  <a:pt x="104" y="84"/>
                </a:lnTo>
                <a:close/>
                <a:moveTo>
                  <a:pt x="112" y="68"/>
                </a:moveTo>
                <a:cubicBezTo>
                  <a:pt x="120" y="68"/>
                  <a:pt x="120" y="68"/>
                  <a:pt x="120" y="68"/>
                </a:cubicBezTo>
                <a:cubicBezTo>
                  <a:pt x="120" y="76"/>
                  <a:pt x="120" y="76"/>
                  <a:pt x="120" y="76"/>
                </a:cubicBezTo>
                <a:cubicBezTo>
                  <a:pt x="112" y="76"/>
                  <a:pt x="112" y="76"/>
                  <a:pt x="112" y="76"/>
                </a:cubicBezTo>
                <a:lnTo>
                  <a:pt x="112" y="68"/>
                </a:lnTo>
                <a:close/>
                <a:moveTo>
                  <a:pt x="144" y="84"/>
                </a:moveTo>
                <a:cubicBezTo>
                  <a:pt x="168" y="84"/>
                  <a:pt x="168" y="84"/>
                  <a:pt x="168" y="84"/>
                </a:cubicBezTo>
                <a:cubicBezTo>
                  <a:pt x="168" y="60"/>
                  <a:pt x="168" y="60"/>
                  <a:pt x="168" y="60"/>
                </a:cubicBezTo>
                <a:cubicBezTo>
                  <a:pt x="144" y="60"/>
                  <a:pt x="144" y="60"/>
                  <a:pt x="144" y="60"/>
                </a:cubicBezTo>
                <a:lnTo>
                  <a:pt x="144" y="84"/>
                </a:lnTo>
                <a:close/>
                <a:moveTo>
                  <a:pt x="152" y="68"/>
                </a:moveTo>
                <a:cubicBezTo>
                  <a:pt x="160" y="68"/>
                  <a:pt x="160" y="68"/>
                  <a:pt x="160" y="68"/>
                </a:cubicBezTo>
                <a:cubicBezTo>
                  <a:pt x="160" y="76"/>
                  <a:pt x="160" y="76"/>
                  <a:pt x="160" y="76"/>
                </a:cubicBezTo>
                <a:cubicBezTo>
                  <a:pt x="152" y="76"/>
                  <a:pt x="152" y="76"/>
                  <a:pt x="152" y="76"/>
                </a:cubicBezTo>
                <a:lnTo>
                  <a:pt x="152" y="68"/>
                </a:lnTo>
                <a:close/>
                <a:moveTo>
                  <a:pt x="24" y="124"/>
                </a:moveTo>
                <a:cubicBezTo>
                  <a:pt x="48" y="124"/>
                  <a:pt x="48" y="124"/>
                  <a:pt x="48" y="124"/>
                </a:cubicBezTo>
                <a:cubicBezTo>
                  <a:pt x="48" y="100"/>
                  <a:pt x="48" y="100"/>
                  <a:pt x="48" y="100"/>
                </a:cubicBezTo>
                <a:cubicBezTo>
                  <a:pt x="24" y="100"/>
                  <a:pt x="24" y="100"/>
                  <a:pt x="24" y="100"/>
                </a:cubicBezTo>
                <a:lnTo>
                  <a:pt x="24" y="124"/>
                </a:lnTo>
                <a:close/>
                <a:moveTo>
                  <a:pt x="32" y="108"/>
                </a:moveTo>
                <a:cubicBezTo>
                  <a:pt x="40" y="108"/>
                  <a:pt x="40" y="108"/>
                  <a:pt x="40" y="108"/>
                </a:cubicBezTo>
                <a:cubicBezTo>
                  <a:pt x="40" y="116"/>
                  <a:pt x="40" y="116"/>
                  <a:pt x="40" y="116"/>
                </a:cubicBezTo>
                <a:cubicBezTo>
                  <a:pt x="32" y="116"/>
                  <a:pt x="32" y="116"/>
                  <a:pt x="32" y="116"/>
                </a:cubicBezTo>
                <a:lnTo>
                  <a:pt x="32" y="108"/>
                </a:lnTo>
                <a:close/>
                <a:moveTo>
                  <a:pt x="64" y="124"/>
                </a:moveTo>
                <a:cubicBezTo>
                  <a:pt x="88" y="124"/>
                  <a:pt x="88" y="124"/>
                  <a:pt x="88" y="124"/>
                </a:cubicBezTo>
                <a:cubicBezTo>
                  <a:pt x="88" y="100"/>
                  <a:pt x="88" y="100"/>
                  <a:pt x="88" y="100"/>
                </a:cubicBezTo>
                <a:cubicBezTo>
                  <a:pt x="64" y="100"/>
                  <a:pt x="64" y="100"/>
                  <a:pt x="64" y="100"/>
                </a:cubicBezTo>
                <a:lnTo>
                  <a:pt x="64" y="124"/>
                </a:lnTo>
                <a:close/>
                <a:moveTo>
                  <a:pt x="72" y="108"/>
                </a:moveTo>
                <a:cubicBezTo>
                  <a:pt x="80" y="108"/>
                  <a:pt x="80" y="108"/>
                  <a:pt x="80" y="108"/>
                </a:cubicBezTo>
                <a:cubicBezTo>
                  <a:pt x="80" y="116"/>
                  <a:pt x="80" y="116"/>
                  <a:pt x="80" y="116"/>
                </a:cubicBezTo>
                <a:cubicBezTo>
                  <a:pt x="72" y="116"/>
                  <a:pt x="72" y="116"/>
                  <a:pt x="72" y="116"/>
                </a:cubicBezTo>
                <a:lnTo>
                  <a:pt x="72" y="108"/>
                </a:lnTo>
                <a:close/>
                <a:moveTo>
                  <a:pt x="104" y="124"/>
                </a:moveTo>
                <a:cubicBezTo>
                  <a:pt x="128" y="124"/>
                  <a:pt x="128" y="124"/>
                  <a:pt x="128" y="124"/>
                </a:cubicBezTo>
                <a:cubicBezTo>
                  <a:pt x="128" y="100"/>
                  <a:pt x="128" y="100"/>
                  <a:pt x="128" y="100"/>
                </a:cubicBezTo>
                <a:cubicBezTo>
                  <a:pt x="104" y="100"/>
                  <a:pt x="104" y="100"/>
                  <a:pt x="104" y="100"/>
                </a:cubicBezTo>
                <a:lnTo>
                  <a:pt x="104" y="124"/>
                </a:lnTo>
                <a:close/>
                <a:moveTo>
                  <a:pt x="112" y="108"/>
                </a:moveTo>
                <a:cubicBezTo>
                  <a:pt x="120" y="108"/>
                  <a:pt x="120" y="108"/>
                  <a:pt x="120" y="108"/>
                </a:cubicBezTo>
                <a:cubicBezTo>
                  <a:pt x="120" y="116"/>
                  <a:pt x="120" y="116"/>
                  <a:pt x="120" y="116"/>
                </a:cubicBezTo>
                <a:cubicBezTo>
                  <a:pt x="112" y="116"/>
                  <a:pt x="112" y="116"/>
                  <a:pt x="112" y="116"/>
                </a:cubicBezTo>
                <a:lnTo>
                  <a:pt x="112" y="108"/>
                </a:lnTo>
                <a:close/>
                <a:moveTo>
                  <a:pt x="144" y="124"/>
                </a:moveTo>
                <a:cubicBezTo>
                  <a:pt x="168" y="124"/>
                  <a:pt x="168" y="124"/>
                  <a:pt x="168" y="124"/>
                </a:cubicBezTo>
                <a:cubicBezTo>
                  <a:pt x="168" y="100"/>
                  <a:pt x="168" y="100"/>
                  <a:pt x="168" y="100"/>
                </a:cubicBezTo>
                <a:cubicBezTo>
                  <a:pt x="144" y="100"/>
                  <a:pt x="144" y="100"/>
                  <a:pt x="144" y="100"/>
                </a:cubicBezTo>
                <a:lnTo>
                  <a:pt x="144" y="124"/>
                </a:lnTo>
                <a:close/>
                <a:moveTo>
                  <a:pt x="152" y="108"/>
                </a:moveTo>
                <a:cubicBezTo>
                  <a:pt x="160" y="108"/>
                  <a:pt x="160" y="108"/>
                  <a:pt x="160" y="108"/>
                </a:cubicBezTo>
                <a:cubicBezTo>
                  <a:pt x="160" y="116"/>
                  <a:pt x="160" y="116"/>
                  <a:pt x="160" y="116"/>
                </a:cubicBezTo>
                <a:cubicBezTo>
                  <a:pt x="152" y="116"/>
                  <a:pt x="152" y="116"/>
                  <a:pt x="152" y="116"/>
                </a:cubicBezTo>
                <a:lnTo>
                  <a:pt x="152" y="108"/>
                </a:lnTo>
                <a:close/>
                <a:moveTo>
                  <a:pt x="24" y="164"/>
                </a:moveTo>
                <a:cubicBezTo>
                  <a:pt x="48" y="164"/>
                  <a:pt x="48" y="164"/>
                  <a:pt x="48" y="164"/>
                </a:cubicBezTo>
                <a:cubicBezTo>
                  <a:pt x="48" y="140"/>
                  <a:pt x="48" y="140"/>
                  <a:pt x="48" y="140"/>
                </a:cubicBezTo>
                <a:cubicBezTo>
                  <a:pt x="24" y="140"/>
                  <a:pt x="24" y="140"/>
                  <a:pt x="24" y="140"/>
                </a:cubicBezTo>
                <a:lnTo>
                  <a:pt x="24" y="164"/>
                </a:lnTo>
                <a:close/>
                <a:moveTo>
                  <a:pt x="32" y="148"/>
                </a:moveTo>
                <a:cubicBezTo>
                  <a:pt x="40" y="148"/>
                  <a:pt x="40" y="148"/>
                  <a:pt x="40" y="148"/>
                </a:cubicBezTo>
                <a:cubicBezTo>
                  <a:pt x="40" y="156"/>
                  <a:pt x="40" y="156"/>
                  <a:pt x="40" y="156"/>
                </a:cubicBezTo>
                <a:cubicBezTo>
                  <a:pt x="32" y="156"/>
                  <a:pt x="32" y="156"/>
                  <a:pt x="32" y="156"/>
                </a:cubicBezTo>
                <a:lnTo>
                  <a:pt x="32" y="148"/>
                </a:lnTo>
                <a:close/>
                <a:moveTo>
                  <a:pt x="64" y="164"/>
                </a:moveTo>
                <a:cubicBezTo>
                  <a:pt x="88" y="164"/>
                  <a:pt x="88" y="164"/>
                  <a:pt x="88" y="164"/>
                </a:cubicBezTo>
                <a:cubicBezTo>
                  <a:pt x="88" y="140"/>
                  <a:pt x="88" y="140"/>
                  <a:pt x="88" y="140"/>
                </a:cubicBezTo>
                <a:cubicBezTo>
                  <a:pt x="64" y="140"/>
                  <a:pt x="64" y="140"/>
                  <a:pt x="64" y="140"/>
                </a:cubicBezTo>
                <a:lnTo>
                  <a:pt x="64" y="164"/>
                </a:lnTo>
                <a:close/>
                <a:moveTo>
                  <a:pt x="72" y="148"/>
                </a:moveTo>
                <a:cubicBezTo>
                  <a:pt x="80" y="148"/>
                  <a:pt x="80" y="148"/>
                  <a:pt x="80" y="148"/>
                </a:cubicBezTo>
                <a:cubicBezTo>
                  <a:pt x="80" y="156"/>
                  <a:pt x="80" y="156"/>
                  <a:pt x="80" y="156"/>
                </a:cubicBezTo>
                <a:cubicBezTo>
                  <a:pt x="72" y="156"/>
                  <a:pt x="72" y="156"/>
                  <a:pt x="72" y="156"/>
                </a:cubicBezTo>
                <a:lnTo>
                  <a:pt x="72" y="148"/>
                </a:lnTo>
                <a:close/>
                <a:moveTo>
                  <a:pt x="104" y="164"/>
                </a:moveTo>
                <a:cubicBezTo>
                  <a:pt x="128" y="164"/>
                  <a:pt x="128" y="164"/>
                  <a:pt x="128" y="164"/>
                </a:cubicBezTo>
                <a:cubicBezTo>
                  <a:pt x="128" y="140"/>
                  <a:pt x="128" y="140"/>
                  <a:pt x="128" y="140"/>
                </a:cubicBezTo>
                <a:cubicBezTo>
                  <a:pt x="104" y="140"/>
                  <a:pt x="104" y="140"/>
                  <a:pt x="104" y="140"/>
                </a:cubicBezTo>
                <a:lnTo>
                  <a:pt x="104" y="164"/>
                </a:lnTo>
                <a:close/>
                <a:moveTo>
                  <a:pt x="112" y="148"/>
                </a:moveTo>
                <a:cubicBezTo>
                  <a:pt x="120" y="148"/>
                  <a:pt x="120" y="148"/>
                  <a:pt x="120" y="148"/>
                </a:cubicBezTo>
                <a:cubicBezTo>
                  <a:pt x="120" y="156"/>
                  <a:pt x="120" y="156"/>
                  <a:pt x="120" y="156"/>
                </a:cubicBezTo>
                <a:cubicBezTo>
                  <a:pt x="112" y="156"/>
                  <a:pt x="112" y="156"/>
                  <a:pt x="112" y="156"/>
                </a:cubicBezTo>
                <a:lnTo>
                  <a:pt x="112" y="148"/>
                </a:lnTo>
                <a:close/>
                <a:moveTo>
                  <a:pt x="144" y="164"/>
                </a:moveTo>
                <a:cubicBezTo>
                  <a:pt x="168" y="164"/>
                  <a:pt x="168" y="164"/>
                  <a:pt x="168" y="164"/>
                </a:cubicBezTo>
                <a:cubicBezTo>
                  <a:pt x="168" y="140"/>
                  <a:pt x="168" y="140"/>
                  <a:pt x="168" y="140"/>
                </a:cubicBezTo>
                <a:cubicBezTo>
                  <a:pt x="144" y="140"/>
                  <a:pt x="144" y="140"/>
                  <a:pt x="144" y="140"/>
                </a:cubicBezTo>
                <a:lnTo>
                  <a:pt x="144" y="164"/>
                </a:lnTo>
                <a:close/>
                <a:moveTo>
                  <a:pt x="152" y="148"/>
                </a:moveTo>
                <a:cubicBezTo>
                  <a:pt x="160" y="148"/>
                  <a:pt x="160" y="148"/>
                  <a:pt x="160" y="148"/>
                </a:cubicBezTo>
                <a:cubicBezTo>
                  <a:pt x="160" y="156"/>
                  <a:pt x="160" y="156"/>
                  <a:pt x="160" y="156"/>
                </a:cubicBezTo>
                <a:cubicBezTo>
                  <a:pt x="152" y="156"/>
                  <a:pt x="152" y="156"/>
                  <a:pt x="152" y="156"/>
                </a:cubicBezTo>
                <a:lnTo>
                  <a:pt x="152" y="148"/>
                </a:lnTo>
                <a:close/>
              </a:path>
            </a:pathLst>
          </a:custGeom>
          <a:solidFill>
            <a:srgbClr val="FFC000"/>
          </a:solidFill>
          <a:ln>
            <a:noFill/>
          </a:ln>
        </p:spPr>
        <p:txBody>
          <a:bodyPr vert="horz" wrap="square" lIns="91407" tIns="45704" rIns="91407" bIns="45704" numCol="1" anchor="t" anchorCtr="0" compatLnSpc="1">
            <a:scene3d>
              <a:camera prst="orthographicFront"/>
              <a:lightRig rig="threePt" dir="t"/>
            </a:scene3d>
          </a:bodyPr>
          <a:lstStyle/>
          <a:p>
            <a:endParaRPr lang="en-US" sz="1350">
              <a:solidFill>
                <a:schemeClr val="accent1"/>
              </a:solidFill>
              <a:effectLst>
                <a:outerShdw blurRad="38100" dist="25400" dir="5400000" algn="ctr" rotWithShape="0">
                  <a:srgbClr val="6E747A">
                    <a:alpha val="43000"/>
                  </a:srgbClr>
                </a:outerShdw>
              </a:effectLst>
            </a:endParaRPr>
          </a:p>
        </p:txBody>
      </p:sp>
      <p:sp>
        <p:nvSpPr>
          <p:cNvPr id="8" name="标题 7"/>
          <p:cNvSpPr>
            <a:spLocks noGrp="1"/>
          </p:cNvSpPr>
          <p:nvPr>
            <p:ph type="title"/>
          </p:nvPr>
        </p:nvSpPr>
        <p:spPr>
          <a:xfrm>
            <a:off x="180000" y="360663"/>
            <a:ext cx="11833200" cy="700405"/>
          </a:xfrm>
        </p:spPr>
        <p:txBody>
          <a:bodyPr/>
          <a:lstStyle/>
          <a:p>
            <a:r>
              <a:rPr lang="zh-CN" altLang="zh-CN" dirty="0">
                <a:solidFill>
                  <a:schemeClr val="accent2"/>
                </a:solidFill>
                <a:sym typeface="+mn-ea"/>
              </a:rPr>
              <a:t>数据与数据结构</a:t>
            </a:r>
            <a:endParaRPr lang="zh-CN" altLang="zh-CN" dirty="0">
              <a:solidFill>
                <a:schemeClr val="accent2"/>
              </a:solidFill>
              <a:sym typeface="+mn-ea"/>
            </a:endParaRPr>
          </a:p>
        </p:txBody>
      </p:sp>
      <p:grpSp>
        <p:nvGrpSpPr>
          <p:cNvPr id="11" name="Group 55"/>
          <p:cNvGrpSpPr/>
          <p:nvPr/>
        </p:nvGrpSpPr>
        <p:grpSpPr>
          <a:xfrm rot="16200000" flipH="1">
            <a:off x="3328035" y="-465455"/>
            <a:ext cx="302895" cy="4800600"/>
            <a:chOff x="6007804" y="4266641"/>
            <a:chExt cx="403952" cy="2588666"/>
          </a:xfrm>
        </p:grpSpPr>
        <p:sp>
          <p:nvSpPr>
            <p:cNvPr id="121" name="Freeform: Shape 56"/>
            <p:cNvSpPr/>
            <p:nvPr/>
          </p:nvSpPr>
          <p:spPr bwMode="auto">
            <a:xfrm>
              <a:off x="6018576" y="4273373"/>
              <a:ext cx="300945" cy="490130"/>
            </a:xfrm>
            <a:custGeom>
              <a:avLst/>
              <a:gdLst>
                <a:gd name="T0" fmla="*/ 447 w 447"/>
                <a:gd name="T1" fmla="*/ 657 h 728"/>
                <a:gd name="T2" fmla="*/ 242 w 447"/>
                <a:gd name="T3" fmla="*/ 0 h 728"/>
                <a:gd name="T4" fmla="*/ 197 w 447"/>
                <a:gd name="T5" fmla="*/ 0 h 728"/>
                <a:gd name="T6" fmla="*/ 0 w 447"/>
                <a:gd name="T7" fmla="*/ 681 h 728"/>
                <a:gd name="T8" fmla="*/ 12 w 447"/>
                <a:gd name="T9" fmla="*/ 728 h 728"/>
                <a:gd name="T10" fmla="*/ 424 w 447"/>
                <a:gd name="T11" fmla="*/ 726 h 728"/>
                <a:gd name="T12" fmla="*/ 447 w 447"/>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7"/>
                  </a:moveTo>
                  <a:lnTo>
                    <a:pt x="242" y="0"/>
                  </a:lnTo>
                  <a:lnTo>
                    <a:pt x="197" y="0"/>
                  </a:lnTo>
                  <a:lnTo>
                    <a:pt x="0" y="681"/>
                  </a:lnTo>
                  <a:lnTo>
                    <a:pt x="12" y="728"/>
                  </a:lnTo>
                  <a:lnTo>
                    <a:pt x="424" y="726"/>
                  </a:lnTo>
                  <a:lnTo>
                    <a:pt x="447"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Freeform: Shape 57"/>
            <p:cNvSpPr/>
            <p:nvPr/>
          </p:nvSpPr>
          <p:spPr bwMode="auto">
            <a:xfrm>
              <a:off x="6018576" y="4273373"/>
              <a:ext cx="300945" cy="490130"/>
            </a:xfrm>
            <a:custGeom>
              <a:avLst/>
              <a:gdLst>
                <a:gd name="T0" fmla="*/ 447 w 447"/>
                <a:gd name="T1" fmla="*/ 657 h 728"/>
                <a:gd name="T2" fmla="*/ 242 w 447"/>
                <a:gd name="T3" fmla="*/ 0 h 728"/>
                <a:gd name="T4" fmla="*/ 197 w 447"/>
                <a:gd name="T5" fmla="*/ 0 h 728"/>
                <a:gd name="T6" fmla="*/ 0 w 447"/>
                <a:gd name="T7" fmla="*/ 681 h 728"/>
                <a:gd name="T8" fmla="*/ 12 w 447"/>
                <a:gd name="T9" fmla="*/ 728 h 728"/>
                <a:gd name="T10" fmla="*/ 424 w 447"/>
                <a:gd name="T11" fmla="*/ 726 h 728"/>
                <a:gd name="T12" fmla="*/ 447 w 447"/>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7"/>
                  </a:moveTo>
                  <a:lnTo>
                    <a:pt x="242" y="0"/>
                  </a:lnTo>
                  <a:lnTo>
                    <a:pt x="197" y="0"/>
                  </a:lnTo>
                  <a:lnTo>
                    <a:pt x="0" y="681"/>
                  </a:lnTo>
                  <a:lnTo>
                    <a:pt x="12" y="728"/>
                  </a:lnTo>
                  <a:lnTo>
                    <a:pt x="424" y="726"/>
                  </a:lnTo>
                  <a:lnTo>
                    <a:pt x="447"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Freeform: Shape 58"/>
            <p:cNvSpPr/>
            <p:nvPr/>
          </p:nvSpPr>
          <p:spPr bwMode="auto">
            <a:xfrm>
              <a:off x="6104752" y="4694831"/>
              <a:ext cx="125899" cy="2160476"/>
            </a:xfrm>
            <a:custGeom>
              <a:avLst/>
              <a:gdLst>
                <a:gd name="T0" fmla="*/ 79 w 79"/>
                <a:gd name="T1" fmla="*/ 1357 h 1357"/>
                <a:gd name="T2" fmla="*/ 0 w 79"/>
                <a:gd name="T3" fmla="*/ 1357 h 1357"/>
                <a:gd name="T4" fmla="*/ 0 w 79"/>
                <a:gd name="T5" fmla="*/ 32 h 1357"/>
                <a:gd name="T6" fmla="*/ 39 w 79"/>
                <a:gd name="T7" fmla="*/ 1 h 1357"/>
                <a:gd name="T8" fmla="*/ 79 w 79"/>
                <a:gd name="T9" fmla="*/ 32 h 1357"/>
                <a:gd name="T10" fmla="*/ 79 w 79"/>
                <a:gd name="T11" fmla="*/ 1357 h 1357"/>
              </a:gdLst>
              <a:ahLst/>
              <a:cxnLst>
                <a:cxn ang="0">
                  <a:pos x="T0" y="T1"/>
                </a:cxn>
                <a:cxn ang="0">
                  <a:pos x="T2" y="T3"/>
                </a:cxn>
                <a:cxn ang="0">
                  <a:pos x="T4" y="T5"/>
                </a:cxn>
                <a:cxn ang="0">
                  <a:pos x="T6" y="T7"/>
                </a:cxn>
                <a:cxn ang="0">
                  <a:pos x="T8" y="T9"/>
                </a:cxn>
                <a:cxn ang="0">
                  <a:pos x="T10" y="T11"/>
                </a:cxn>
              </a:cxnLst>
              <a:rect l="0" t="0" r="r" b="b"/>
              <a:pathLst>
                <a:path w="79" h="1357">
                  <a:moveTo>
                    <a:pt x="79" y="1357"/>
                  </a:moveTo>
                  <a:cubicBezTo>
                    <a:pt x="0" y="1357"/>
                    <a:pt x="0" y="1357"/>
                    <a:pt x="0" y="1357"/>
                  </a:cubicBezTo>
                  <a:cubicBezTo>
                    <a:pt x="0" y="32"/>
                    <a:pt x="0" y="32"/>
                    <a:pt x="0" y="32"/>
                  </a:cubicBezTo>
                  <a:cubicBezTo>
                    <a:pt x="0" y="32"/>
                    <a:pt x="5" y="1"/>
                    <a:pt x="39" y="1"/>
                  </a:cubicBezTo>
                  <a:cubicBezTo>
                    <a:pt x="73" y="0"/>
                    <a:pt x="79" y="32"/>
                    <a:pt x="79" y="32"/>
                  </a:cubicBezTo>
                  <a:cubicBezTo>
                    <a:pt x="79" y="1357"/>
                    <a:pt x="79" y="1357"/>
                    <a:pt x="79" y="1357"/>
                  </a:cubicBezTo>
                </a:path>
              </a:pathLst>
            </a:custGeom>
            <a:solidFill>
              <a:schemeClr val="accent3">
                <a:lumMod val="60000"/>
                <a:lumOff val="40000"/>
              </a:schemeClr>
            </a:solidFill>
            <a:ln>
              <a:noFill/>
            </a:ln>
          </p:spPr>
          <p:txBody>
            <a:bodyPr anchor="ctr"/>
            <a:lstStyle/>
            <a:p>
              <a:pPr algn="ctr"/>
            </a:p>
          </p:txBody>
        </p:sp>
        <p:sp>
          <p:nvSpPr>
            <p:cNvPr id="124" name="Freeform: Shape 59"/>
            <p:cNvSpPr/>
            <p:nvPr/>
          </p:nvSpPr>
          <p:spPr bwMode="auto">
            <a:xfrm>
              <a:off x="6228631" y="4692138"/>
              <a:ext cx="100315" cy="2161149"/>
            </a:xfrm>
            <a:custGeom>
              <a:avLst/>
              <a:gdLst>
                <a:gd name="T0" fmla="*/ 63 w 63"/>
                <a:gd name="T1" fmla="*/ 1358 h 1358"/>
                <a:gd name="T2" fmla="*/ 0 w 63"/>
                <a:gd name="T3" fmla="*/ 1358 h 1358"/>
                <a:gd name="T4" fmla="*/ 0 w 63"/>
                <a:gd name="T5" fmla="*/ 32 h 1358"/>
                <a:gd name="T6" fmla="*/ 30 w 63"/>
                <a:gd name="T7" fmla="*/ 0 h 1358"/>
                <a:gd name="T8" fmla="*/ 63 w 63"/>
                <a:gd name="T9" fmla="*/ 32 h 1358"/>
                <a:gd name="T10" fmla="*/ 63 w 63"/>
                <a:gd name="T11" fmla="*/ 1358 h 1358"/>
              </a:gdLst>
              <a:ahLst/>
              <a:cxnLst>
                <a:cxn ang="0">
                  <a:pos x="T0" y="T1"/>
                </a:cxn>
                <a:cxn ang="0">
                  <a:pos x="T2" y="T3"/>
                </a:cxn>
                <a:cxn ang="0">
                  <a:pos x="T4" y="T5"/>
                </a:cxn>
                <a:cxn ang="0">
                  <a:pos x="T6" y="T7"/>
                </a:cxn>
                <a:cxn ang="0">
                  <a:pos x="T8" y="T9"/>
                </a:cxn>
                <a:cxn ang="0">
                  <a:pos x="T10" y="T11"/>
                </a:cxn>
              </a:cxnLst>
              <a:rect l="0" t="0" r="r" b="b"/>
              <a:pathLst>
                <a:path w="63" h="1358">
                  <a:moveTo>
                    <a:pt x="63" y="1358"/>
                  </a:moveTo>
                  <a:cubicBezTo>
                    <a:pt x="0" y="1358"/>
                    <a:pt x="0" y="1358"/>
                    <a:pt x="0" y="1358"/>
                  </a:cubicBezTo>
                  <a:cubicBezTo>
                    <a:pt x="0" y="32"/>
                    <a:pt x="0" y="32"/>
                    <a:pt x="0" y="32"/>
                  </a:cubicBezTo>
                  <a:cubicBezTo>
                    <a:pt x="0" y="32"/>
                    <a:pt x="4" y="1"/>
                    <a:pt x="30" y="0"/>
                  </a:cubicBezTo>
                  <a:cubicBezTo>
                    <a:pt x="57" y="0"/>
                    <a:pt x="63" y="32"/>
                    <a:pt x="63" y="32"/>
                  </a:cubicBezTo>
                  <a:cubicBezTo>
                    <a:pt x="63" y="1358"/>
                    <a:pt x="63" y="1358"/>
                    <a:pt x="63" y="1358"/>
                  </a:cubicBezTo>
                </a:path>
              </a:pathLst>
            </a:custGeom>
            <a:solidFill>
              <a:srgbClr val="FFB14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Freeform: Shape 60"/>
            <p:cNvSpPr/>
            <p:nvPr/>
          </p:nvSpPr>
          <p:spPr bwMode="auto">
            <a:xfrm>
              <a:off x="6007804" y="4692138"/>
              <a:ext cx="100315" cy="2161149"/>
            </a:xfrm>
            <a:custGeom>
              <a:avLst/>
              <a:gdLst>
                <a:gd name="T0" fmla="*/ 63 w 63"/>
                <a:gd name="T1" fmla="*/ 1358 h 1358"/>
                <a:gd name="T2" fmla="*/ 0 w 63"/>
                <a:gd name="T3" fmla="*/ 1358 h 1358"/>
                <a:gd name="T4" fmla="*/ 0 w 63"/>
                <a:gd name="T5" fmla="*/ 32 h 1358"/>
                <a:gd name="T6" fmla="*/ 31 w 63"/>
                <a:gd name="T7" fmla="*/ 0 h 1358"/>
                <a:gd name="T8" fmla="*/ 63 w 63"/>
                <a:gd name="T9" fmla="*/ 32 h 1358"/>
                <a:gd name="T10" fmla="*/ 63 w 63"/>
                <a:gd name="T11" fmla="*/ 1358 h 1358"/>
              </a:gdLst>
              <a:ahLst/>
              <a:cxnLst>
                <a:cxn ang="0">
                  <a:pos x="T0" y="T1"/>
                </a:cxn>
                <a:cxn ang="0">
                  <a:pos x="T2" y="T3"/>
                </a:cxn>
                <a:cxn ang="0">
                  <a:pos x="T4" y="T5"/>
                </a:cxn>
                <a:cxn ang="0">
                  <a:pos x="T6" y="T7"/>
                </a:cxn>
                <a:cxn ang="0">
                  <a:pos x="T8" y="T9"/>
                </a:cxn>
                <a:cxn ang="0">
                  <a:pos x="T10" y="T11"/>
                </a:cxn>
              </a:cxnLst>
              <a:rect l="0" t="0" r="r" b="b"/>
              <a:pathLst>
                <a:path w="63" h="1358">
                  <a:moveTo>
                    <a:pt x="63" y="1358"/>
                  </a:moveTo>
                  <a:cubicBezTo>
                    <a:pt x="0" y="1358"/>
                    <a:pt x="0" y="1358"/>
                    <a:pt x="0" y="1358"/>
                  </a:cubicBezTo>
                  <a:cubicBezTo>
                    <a:pt x="0" y="32"/>
                    <a:pt x="0" y="32"/>
                    <a:pt x="0" y="32"/>
                  </a:cubicBezTo>
                  <a:cubicBezTo>
                    <a:pt x="0" y="32"/>
                    <a:pt x="4" y="1"/>
                    <a:pt x="31" y="0"/>
                  </a:cubicBezTo>
                  <a:cubicBezTo>
                    <a:pt x="58" y="0"/>
                    <a:pt x="63" y="32"/>
                    <a:pt x="63" y="32"/>
                  </a:cubicBezTo>
                  <a:lnTo>
                    <a:pt x="63" y="1358"/>
                  </a:lnTo>
                  <a:close/>
                </a:path>
              </a:pathLst>
            </a:custGeom>
            <a:solidFill>
              <a:schemeClr val="accent3">
                <a:lumMod val="60000"/>
                <a:lumOff val="40000"/>
              </a:schemeClr>
            </a:solidFill>
            <a:ln>
              <a:noFill/>
            </a:ln>
          </p:spPr>
          <p:txBody>
            <a:bodyPr anchor="ctr"/>
            <a:lstStyle/>
            <a:p>
              <a:pPr algn="ctr"/>
            </a:p>
          </p:txBody>
        </p:sp>
        <p:sp>
          <p:nvSpPr>
            <p:cNvPr id="126" name="Freeform: Shape 61"/>
            <p:cNvSpPr/>
            <p:nvPr/>
          </p:nvSpPr>
          <p:spPr bwMode="auto">
            <a:xfrm>
              <a:off x="6104752" y="4268661"/>
              <a:ext cx="129265" cy="185818"/>
            </a:xfrm>
            <a:custGeom>
              <a:avLst/>
              <a:gdLst>
                <a:gd name="T0" fmla="*/ 0 w 81"/>
                <a:gd name="T1" fmla="*/ 107 h 117"/>
                <a:gd name="T2" fmla="*/ 81 w 81"/>
                <a:gd name="T3" fmla="*/ 109 h 117"/>
                <a:gd name="T4" fmla="*/ 48 w 81"/>
                <a:gd name="T5" fmla="*/ 0 h 117"/>
                <a:gd name="T6" fmla="*/ 28 w 81"/>
                <a:gd name="T7" fmla="*/ 0 h 117"/>
                <a:gd name="T8" fmla="*/ 0 w 81"/>
                <a:gd name="T9" fmla="*/ 107 h 117"/>
              </a:gdLst>
              <a:ahLst/>
              <a:cxnLst>
                <a:cxn ang="0">
                  <a:pos x="T0" y="T1"/>
                </a:cxn>
                <a:cxn ang="0">
                  <a:pos x="T2" y="T3"/>
                </a:cxn>
                <a:cxn ang="0">
                  <a:pos x="T4" y="T5"/>
                </a:cxn>
                <a:cxn ang="0">
                  <a:pos x="T6" y="T7"/>
                </a:cxn>
                <a:cxn ang="0">
                  <a:pos x="T8" y="T9"/>
                </a:cxn>
              </a:cxnLst>
              <a:rect l="0" t="0" r="r" b="b"/>
              <a:pathLst>
                <a:path w="81" h="117">
                  <a:moveTo>
                    <a:pt x="0" y="107"/>
                  </a:moveTo>
                  <a:cubicBezTo>
                    <a:pt x="0" y="107"/>
                    <a:pt x="39" y="117"/>
                    <a:pt x="81" y="109"/>
                  </a:cubicBezTo>
                  <a:cubicBezTo>
                    <a:pt x="48" y="0"/>
                    <a:pt x="48" y="0"/>
                    <a:pt x="48" y="0"/>
                  </a:cubicBezTo>
                  <a:cubicBezTo>
                    <a:pt x="28" y="0"/>
                    <a:pt x="28" y="0"/>
                    <a:pt x="28" y="0"/>
                  </a:cubicBezTo>
                  <a:cubicBezTo>
                    <a:pt x="0" y="107"/>
                    <a:pt x="0" y="107"/>
                    <a:pt x="0" y="107"/>
                  </a:cubicBezTo>
                </a:path>
              </a:pathLst>
            </a:custGeom>
            <a:solidFill>
              <a:schemeClr val="accent3">
                <a:lumMod val="60000"/>
                <a:lumOff val="40000"/>
              </a:schemeClr>
            </a:solidFill>
            <a:ln>
              <a:noFill/>
            </a:ln>
          </p:spPr>
          <p:txBody>
            <a:bodyPr anchor="ctr"/>
            <a:lstStyle/>
            <a:p>
              <a:pPr algn="ctr"/>
            </a:p>
          </p:txBody>
        </p:sp>
        <p:sp>
          <p:nvSpPr>
            <p:cNvPr id="127" name="Freeform: Shape 62"/>
            <p:cNvSpPr/>
            <p:nvPr/>
          </p:nvSpPr>
          <p:spPr bwMode="auto">
            <a:xfrm>
              <a:off x="6173424" y="4266641"/>
              <a:ext cx="238332" cy="2588666"/>
            </a:xfrm>
            <a:custGeom>
              <a:avLst/>
              <a:gdLst>
                <a:gd name="T0" fmla="*/ 27 w 150"/>
                <a:gd name="T1" fmla="*/ 0 h 1626"/>
                <a:gd name="T2" fmla="*/ 0 w 150"/>
                <a:gd name="T3" fmla="*/ 1 h 1626"/>
                <a:gd name="T4" fmla="*/ 5 w 150"/>
                <a:gd name="T5" fmla="*/ 1 h 1626"/>
                <a:gd name="T6" fmla="*/ 38 w 150"/>
                <a:gd name="T7" fmla="*/ 110 h 1626"/>
                <a:gd name="T8" fmla="*/ 92 w 150"/>
                <a:gd name="T9" fmla="*/ 282 h 1626"/>
                <a:gd name="T10" fmla="*/ 92 w 150"/>
                <a:gd name="T11" fmla="*/ 284 h 1626"/>
                <a:gd name="T12" fmla="*/ 98 w 150"/>
                <a:gd name="T13" fmla="*/ 299 h 1626"/>
                <a:gd name="T14" fmla="*/ 98 w 150"/>
                <a:gd name="T15" fmla="*/ 1625 h 1626"/>
                <a:gd name="T16" fmla="*/ 36 w 150"/>
                <a:gd name="T17" fmla="*/ 1625 h 1626"/>
                <a:gd name="T18" fmla="*/ 36 w 150"/>
                <a:gd name="T19" fmla="*/ 1626 h 1626"/>
                <a:gd name="T20" fmla="*/ 150 w 150"/>
                <a:gd name="T21" fmla="*/ 1626 h 1626"/>
                <a:gd name="T22" fmla="*/ 135 w 150"/>
                <a:gd name="T23" fmla="*/ 290 h 1626"/>
                <a:gd name="T24" fmla="*/ 27 w 150"/>
                <a:gd name="T25" fmla="*/ 0 h 1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0" h="1626">
                  <a:moveTo>
                    <a:pt x="27" y="0"/>
                  </a:moveTo>
                  <a:cubicBezTo>
                    <a:pt x="0" y="1"/>
                    <a:pt x="0" y="1"/>
                    <a:pt x="0" y="1"/>
                  </a:cubicBezTo>
                  <a:cubicBezTo>
                    <a:pt x="5" y="1"/>
                    <a:pt x="5" y="1"/>
                    <a:pt x="5" y="1"/>
                  </a:cubicBezTo>
                  <a:cubicBezTo>
                    <a:pt x="38" y="110"/>
                    <a:pt x="38" y="110"/>
                    <a:pt x="38" y="110"/>
                  </a:cubicBezTo>
                  <a:cubicBezTo>
                    <a:pt x="92" y="282"/>
                    <a:pt x="92" y="282"/>
                    <a:pt x="92" y="282"/>
                  </a:cubicBezTo>
                  <a:cubicBezTo>
                    <a:pt x="92" y="284"/>
                    <a:pt x="92" y="284"/>
                    <a:pt x="92" y="284"/>
                  </a:cubicBezTo>
                  <a:cubicBezTo>
                    <a:pt x="96" y="291"/>
                    <a:pt x="98" y="299"/>
                    <a:pt x="98" y="299"/>
                  </a:cubicBezTo>
                  <a:cubicBezTo>
                    <a:pt x="98" y="1625"/>
                    <a:pt x="98" y="1625"/>
                    <a:pt x="98" y="1625"/>
                  </a:cubicBezTo>
                  <a:cubicBezTo>
                    <a:pt x="36" y="1625"/>
                    <a:pt x="36" y="1625"/>
                    <a:pt x="36" y="1625"/>
                  </a:cubicBezTo>
                  <a:cubicBezTo>
                    <a:pt x="36" y="1626"/>
                    <a:pt x="36" y="1626"/>
                    <a:pt x="36" y="1626"/>
                  </a:cubicBezTo>
                  <a:cubicBezTo>
                    <a:pt x="150" y="1626"/>
                    <a:pt x="150" y="1626"/>
                    <a:pt x="150" y="1626"/>
                  </a:cubicBezTo>
                  <a:cubicBezTo>
                    <a:pt x="135" y="290"/>
                    <a:pt x="135" y="290"/>
                    <a:pt x="135" y="290"/>
                  </a:cubicBezTo>
                  <a:cubicBezTo>
                    <a:pt x="27" y="0"/>
                    <a:pt x="27" y="0"/>
                    <a:pt x="27"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Freeform: Shape 63"/>
            <p:cNvSpPr/>
            <p:nvPr/>
          </p:nvSpPr>
          <p:spPr bwMode="auto">
            <a:xfrm>
              <a:off x="6161979" y="4441687"/>
              <a:ext cx="157542" cy="298252"/>
            </a:xfrm>
            <a:custGeom>
              <a:avLst/>
              <a:gdLst>
                <a:gd name="T0" fmla="*/ 45 w 99"/>
                <a:gd name="T1" fmla="*/ 0 h 187"/>
                <a:gd name="T2" fmla="*/ 45 w 99"/>
                <a:gd name="T3" fmla="*/ 0 h 187"/>
                <a:gd name="T4" fmla="*/ 11 w 99"/>
                <a:gd name="T5" fmla="*/ 3 h 187"/>
                <a:gd name="T6" fmla="*/ 0 w 99"/>
                <a:gd name="T7" fmla="*/ 3 h 187"/>
                <a:gd name="T8" fmla="*/ 0 w 99"/>
                <a:gd name="T9" fmla="*/ 160 h 187"/>
                <a:gd name="T10" fmla="*/ 3 w 99"/>
                <a:gd name="T11" fmla="*/ 160 h 187"/>
                <a:gd name="T12" fmla="*/ 4 w 99"/>
                <a:gd name="T13" fmla="*/ 160 h 187"/>
                <a:gd name="T14" fmla="*/ 42 w 99"/>
                <a:gd name="T15" fmla="*/ 187 h 187"/>
                <a:gd name="T16" fmla="*/ 72 w 99"/>
                <a:gd name="T17" fmla="*/ 157 h 187"/>
                <a:gd name="T18" fmla="*/ 73 w 99"/>
                <a:gd name="T19" fmla="*/ 157 h 187"/>
                <a:gd name="T20" fmla="*/ 99 w 99"/>
                <a:gd name="T21" fmla="*/ 174 h 187"/>
                <a:gd name="T22" fmla="*/ 99 w 99"/>
                <a:gd name="T23" fmla="*/ 172 h 187"/>
                <a:gd name="T24" fmla="*/ 45 w 99"/>
                <a:gd name="T25" fmla="*/ 0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9" h="187">
                  <a:moveTo>
                    <a:pt x="45" y="0"/>
                  </a:moveTo>
                  <a:cubicBezTo>
                    <a:pt x="45" y="0"/>
                    <a:pt x="45" y="0"/>
                    <a:pt x="45" y="0"/>
                  </a:cubicBezTo>
                  <a:cubicBezTo>
                    <a:pt x="33" y="2"/>
                    <a:pt x="21" y="3"/>
                    <a:pt x="11" y="3"/>
                  </a:cubicBezTo>
                  <a:cubicBezTo>
                    <a:pt x="7" y="3"/>
                    <a:pt x="3" y="3"/>
                    <a:pt x="0" y="3"/>
                  </a:cubicBezTo>
                  <a:cubicBezTo>
                    <a:pt x="0" y="160"/>
                    <a:pt x="0" y="160"/>
                    <a:pt x="0" y="160"/>
                  </a:cubicBezTo>
                  <a:cubicBezTo>
                    <a:pt x="1" y="160"/>
                    <a:pt x="2" y="160"/>
                    <a:pt x="3" y="160"/>
                  </a:cubicBezTo>
                  <a:cubicBezTo>
                    <a:pt x="3" y="160"/>
                    <a:pt x="4" y="160"/>
                    <a:pt x="4" y="160"/>
                  </a:cubicBezTo>
                  <a:cubicBezTo>
                    <a:pt x="29" y="160"/>
                    <a:pt x="39" y="178"/>
                    <a:pt x="42" y="187"/>
                  </a:cubicBezTo>
                  <a:cubicBezTo>
                    <a:pt x="44" y="179"/>
                    <a:pt x="50" y="158"/>
                    <a:pt x="72" y="157"/>
                  </a:cubicBezTo>
                  <a:cubicBezTo>
                    <a:pt x="73" y="157"/>
                    <a:pt x="73" y="157"/>
                    <a:pt x="73" y="157"/>
                  </a:cubicBezTo>
                  <a:cubicBezTo>
                    <a:pt x="87" y="157"/>
                    <a:pt x="94" y="166"/>
                    <a:pt x="99" y="174"/>
                  </a:cubicBezTo>
                  <a:cubicBezTo>
                    <a:pt x="99" y="172"/>
                    <a:pt x="99" y="172"/>
                    <a:pt x="99" y="172"/>
                  </a:cubicBezTo>
                  <a:cubicBezTo>
                    <a:pt x="45" y="0"/>
                    <a:pt x="45" y="0"/>
                    <a:pt x="45"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Freeform: Shape 64"/>
            <p:cNvSpPr/>
            <p:nvPr/>
          </p:nvSpPr>
          <p:spPr bwMode="auto">
            <a:xfrm>
              <a:off x="6161979" y="4696851"/>
              <a:ext cx="68672" cy="2158456"/>
            </a:xfrm>
            <a:custGeom>
              <a:avLst/>
              <a:gdLst>
                <a:gd name="T0" fmla="*/ 4 w 43"/>
                <a:gd name="T1" fmla="*/ 0 h 1356"/>
                <a:gd name="T2" fmla="*/ 3 w 43"/>
                <a:gd name="T3" fmla="*/ 0 h 1356"/>
                <a:gd name="T4" fmla="*/ 0 w 43"/>
                <a:gd name="T5" fmla="*/ 0 h 1356"/>
                <a:gd name="T6" fmla="*/ 0 w 43"/>
                <a:gd name="T7" fmla="*/ 1356 h 1356"/>
                <a:gd name="T8" fmla="*/ 43 w 43"/>
                <a:gd name="T9" fmla="*/ 1356 h 1356"/>
                <a:gd name="T10" fmla="*/ 43 w 43"/>
                <a:gd name="T11" fmla="*/ 1355 h 1356"/>
                <a:gd name="T12" fmla="*/ 42 w 43"/>
                <a:gd name="T13" fmla="*/ 1355 h 1356"/>
                <a:gd name="T14" fmla="*/ 42 w 43"/>
                <a:gd name="T15" fmla="*/ 29 h 1356"/>
                <a:gd name="T16" fmla="*/ 42 w 43"/>
                <a:gd name="T17" fmla="*/ 27 h 1356"/>
                <a:gd name="T18" fmla="*/ 4 w 43"/>
                <a:gd name="T19" fmla="*/ 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1356">
                  <a:moveTo>
                    <a:pt x="4" y="0"/>
                  </a:moveTo>
                  <a:cubicBezTo>
                    <a:pt x="4" y="0"/>
                    <a:pt x="3" y="0"/>
                    <a:pt x="3" y="0"/>
                  </a:cubicBezTo>
                  <a:cubicBezTo>
                    <a:pt x="2" y="0"/>
                    <a:pt x="1" y="0"/>
                    <a:pt x="0" y="0"/>
                  </a:cubicBezTo>
                  <a:cubicBezTo>
                    <a:pt x="0" y="1356"/>
                    <a:pt x="0" y="1356"/>
                    <a:pt x="0" y="1356"/>
                  </a:cubicBezTo>
                  <a:cubicBezTo>
                    <a:pt x="43" y="1356"/>
                    <a:pt x="43" y="1356"/>
                    <a:pt x="43" y="1356"/>
                  </a:cubicBezTo>
                  <a:cubicBezTo>
                    <a:pt x="43" y="1355"/>
                    <a:pt x="43" y="1355"/>
                    <a:pt x="43" y="1355"/>
                  </a:cubicBezTo>
                  <a:cubicBezTo>
                    <a:pt x="42" y="1355"/>
                    <a:pt x="42" y="1355"/>
                    <a:pt x="42" y="1355"/>
                  </a:cubicBezTo>
                  <a:cubicBezTo>
                    <a:pt x="42" y="29"/>
                    <a:pt x="42" y="29"/>
                    <a:pt x="42" y="29"/>
                  </a:cubicBezTo>
                  <a:cubicBezTo>
                    <a:pt x="42" y="29"/>
                    <a:pt x="42" y="28"/>
                    <a:pt x="42" y="27"/>
                  </a:cubicBezTo>
                  <a:cubicBezTo>
                    <a:pt x="39" y="18"/>
                    <a:pt x="29" y="0"/>
                    <a:pt x="4" y="0"/>
                  </a:cubicBezTo>
                </a:path>
              </a:pathLst>
            </a:custGeom>
            <a:solidFill>
              <a:schemeClr val="accent3"/>
            </a:solidFill>
            <a:ln>
              <a:noFill/>
            </a:ln>
          </p:spPr>
          <p:txBody>
            <a:bodyPr anchor="ctr"/>
            <a:lstStyle/>
            <a:p>
              <a:pPr algn="ctr"/>
            </a:p>
          </p:txBody>
        </p:sp>
        <p:sp>
          <p:nvSpPr>
            <p:cNvPr id="130" name="Freeform: Shape 65"/>
            <p:cNvSpPr/>
            <p:nvPr/>
          </p:nvSpPr>
          <p:spPr bwMode="auto">
            <a:xfrm>
              <a:off x="6228631" y="4692138"/>
              <a:ext cx="100315" cy="2161149"/>
            </a:xfrm>
            <a:custGeom>
              <a:avLst/>
              <a:gdLst>
                <a:gd name="T0" fmla="*/ 31 w 63"/>
                <a:gd name="T1" fmla="*/ 0 h 1358"/>
                <a:gd name="T2" fmla="*/ 30 w 63"/>
                <a:gd name="T3" fmla="*/ 0 h 1358"/>
                <a:gd name="T4" fmla="*/ 0 w 63"/>
                <a:gd name="T5" fmla="*/ 30 h 1358"/>
                <a:gd name="T6" fmla="*/ 0 w 63"/>
                <a:gd name="T7" fmla="*/ 32 h 1358"/>
                <a:gd name="T8" fmla="*/ 0 w 63"/>
                <a:gd name="T9" fmla="*/ 1358 h 1358"/>
                <a:gd name="T10" fmla="*/ 1 w 63"/>
                <a:gd name="T11" fmla="*/ 1358 h 1358"/>
                <a:gd name="T12" fmla="*/ 63 w 63"/>
                <a:gd name="T13" fmla="*/ 1358 h 1358"/>
                <a:gd name="T14" fmla="*/ 63 w 63"/>
                <a:gd name="T15" fmla="*/ 32 h 1358"/>
                <a:gd name="T16" fmla="*/ 57 w 63"/>
                <a:gd name="T17" fmla="*/ 17 h 1358"/>
                <a:gd name="T18" fmla="*/ 31 w 63"/>
                <a:gd name="T19" fmla="*/ 0 h 1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358">
                  <a:moveTo>
                    <a:pt x="31" y="0"/>
                  </a:moveTo>
                  <a:cubicBezTo>
                    <a:pt x="31" y="0"/>
                    <a:pt x="31" y="0"/>
                    <a:pt x="30" y="0"/>
                  </a:cubicBezTo>
                  <a:cubicBezTo>
                    <a:pt x="8" y="1"/>
                    <a:pt x="2" y="22"/>
                    <a:pt x="0" y="30"/>
                  </a:cubicBezTo>
                  <a:cubicBezTo>
                    <a:pt x="0" y="31"/>
                    <a:pt x="0" y="32"/>
                    <a:pt x="0" y="32"/>
                  </a:cubicBezTo>
                  <a:cubicBezTo>
                    <a:pt x="0" y="1358"/>
                    <a:pt x="0" y="1358"/>
                    <a:pt x="0" y="1358"/>
                  </a:cubicBezTo>
                  <a:cubicBezTo>
                    <a:pt x="1" y="1358"/>
                    <a:pt x="1" y="1358"/>
                    <a:pt x="1" y="1358"/>
                  </a:cubicBezTo>
                  <a:cubicBezTo>
                    <a:pt x="63" y="1358"/>
                    <a:pt x="63" y="1358"/>
                    <a:pt x="63" y="1358"/>
                  </a:cubicBezTo>
                  <a:cubicBezTo>
                    <a:pt x="63" y="32"/>
                    <a:pt x="63" y="32"/>
                    <a:pt x="63" y="32"/>
                  </a:cubicBezTo>
                  <a:cubicBezTo>
                    <a:pt x="63" y="32"/>
                    <a:pt x="61" y="24"/>
                    <a:pt x="57" y="17"/>
                  </a:cubicBezTo>
                  <a:cubicBezTo>
                    <a:pt x="52" y="9"/>
                    <a:pt x="45" y="0"/>
                    <a:pt x="31" y="0"/>
                  </a:cubicBezTo>
                </a:path>
              </a:pathLst>
            </a:custGeom>
            <a:solidFill>
              <a:schemeClr val="accent3"/>
            </a:solidFill>
            <a:ln>
              <a:noFill/>
            </a:ln>
          </p:spPr>
          <p:txBody>
            <a:bodyPr anchor="ctr"/>
            <a:lstStyle/>
            <a:p>
              <a:pPr algn="ctr"/>
            </a:p>
          </p:txBody>
        </p:sp>
        <p:sp>
          <p:nvSpPr>
            <p:cNvPr id="131" name="Freeform: Shape 66"/>
            <p:cNvSpPr/>
            <p:nvPr/>
          </p:nvSpPr>
          <p:spPr bwMode="auto">
            <a:xfrm>
              <a:off x="6161979" y="4268661"/>
              <a:ext cx="72038" cy="178413"/>
            </a:xfrm>
            <a:custGeom>
              <a:avLst/>
              <a:gdLst>
                <a:gd name="T0" fmla="*/ 12 w 45"/>
                <a:gd name="T1" fmla="*/ 0 h 112"/>
                <a:gd name="T2" fmla="*/ 7 w 45"/>
                <a:gd name="T3" fmla="*/ 0 h 112"/>
                <a:gd name="T4" fmla="*/ 0 w 45"/>
                <a:gd name="T5" fmla="*/ 0 h 112"/>
                <a:gd name="T6" fmla="*/ 0 w 45"/>
                <a:gd name="T7" fmla="*/ 112 h 112"/>
                <a:gd name="T8" fmla="*/ 11 w 45"/>
                <a:gd name="T9" fmla="*/ 112 h 112"/>
                <a:gd name="T10" fmla="*/ 45 w 45"/>
                <a:gd name="T11" fmla="*/ 109 h 112"/>
                <a:gd name="T12" fmla="*/ 45 w 45"/>
                <a:gd name="T13" fmla="*/ 109 h 112"/>
                <a:gd name="T14" fmla="*/ 12 w 45"/>
                <a:gd name="T15" fmla="*/ 0 h 1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112">
                  <a:moveTo>
                    <a:pt x="12" y="0"/>
                  </a:moveTo>
                  <a:cubicBezTo>
                    <a:pt x="7" y="0"/>
                    <a:pt x="7" y="0"/>
                    <a:pt x="7" y="0"/>
                  </a:cubicBezTo>
                  <a:cubicBezTo>
                    <a:pt x="0" y="0"/>
                    <a:pt x="0" y="0"/>
                    <a:pt x="0" y="0"/>
                  </a:cubicBezTo>
                  <a:cubicBezTo>
                    <a:pt x="0" y="112"/>
                    <a:pt x="0" y="112"/>
                    <a:pt x="0" y="112"/>
                  </a:cubicBezTo>
                  <a:cubicBezTo>
                    <a:pt x="3" y="112"/>
                    <a:pt x="7" y="112"/>
                    <a:pt x="11" y="112"/>
                  </a:cubicBezTo>
                  <a:cubicBezTo>
                    <a:pt x="21" y="112"/>
                    <a:pt x="33" y="111"/>
                    <a:pt x="45" y="109"/>
                  </a:cubicBezTo>
                  <a:cubicBezTo>
                    <a:pt x="45" y="109"/>
                    <a:pt x="45" y="109"/>
                    <a:pt x="45" y="109"/>
                  </a:cubicBezTo>
                  <a:cubicBezTo>
                    <a:pt x="12" y="0"/>
                    <a:pt x="12" y="0"/>
                    <a:pt x="12" y="0"/>
                  </a:cubicBezTo>
                </a:path>
              </a:pathLst>
            </a:custGeom>
            <a:solidFill>
              <a:schemeClr val="accent3"/>
            </a:solidFill>
            <a:ln>
              <a:noFill/>
            </a:ln>
          </p:spPr>
          <p:txBody>
            <a:bodyPr anchor="ctr"/>
            <a:lstStyle/>
            <a:p>
              <a:pPr algn="ctr"/>
            </a:p>
          </p:txBody>
        </p:sp>
      </p:grpSp>
      <p:sp>
        <p:nvSpPr>
          <p:cNvPr id="3" name="Rectangle 23"/>
          <p:cNvSpPr/>
          <p:nvPr/>
        </p:nvSpPr>
        <p:spPr>
          <a:xfrm>
            <a:off x="1109345" y="1230630"/>
            <a:ext cx="4740910" cy="553085"/>
          </a:xfrm>
          <a:prstGeom prst="rect">
            <a:avLst/>
          </a:prstGeom>
        </p:spPr>
        <p:txBody>
          <a:bodyPr wrap="square">
            <a:spAutoFit/>
          </a:bodyPr>
          <a:p>
            <a:pPr algn="ctr">
              <a:lnSpc>
                <a:spcPct val="150000"/>
              </a:lnSpc>
            </a:pPr>
            <a:r>
              <a:rPr lang="zh-CN" altLang="zh-CN" sz="2000" b="1" dirty="0">
                <a:sym typeface="+mn-ea"/>
              </a:rPr>
              <a:t>数据的逻辑结构</a:t>
            </a:r>
            <a:endParaRPr lang="zh-CN" altLang="zh-CN" sz="2000" b="1" dirty="0">
              <a:sym typeface="+mn-ea"/>
            </a:endParaRPr>
          </a:p>
        </p:txBody>
      </p:sp>
      <p:sp>
        <p:nvSpPr>
          <p:cNvPr id="12" name="矩形 11"/>
          <p:cNvSpPr/>
          <p:nvPr/>
        </p:nvSpPr>
        <p:spPr>
          <a:xfrm>
            <a:off x="7245985" y="2229485"/>
            <a:ext cx="3932555" cy="583565"/>
          </a:xfrm>
          <a:prstGeom prst="rect">
            <a:avLst/>
          </a:prstGeom>
        </p:spPr>
        <p:txBody>
          <a:bodyPr wrap="square">
            <a:spAutoFit/>
          </a:bodyPr>
          <a:p>
            <a:r>
              <a:rPr lang="zh-CN" altLang="en-US" sz="1600" dirty="0">
                <a:sym typeface="+mn-ea"/>
              </a:rPr>
              <a:t>集合：集合中元素的关系极为松散，关系为“属于同一个集合”。</a:t>
            </a:r>
            <a:endParaRPr lang="zh-CN" altLang="en-US" sz="1600" dirty="0">
              <a:sym typeface="+mn-ea"/>
            </a:endParaRPr>
          </a:p>
        </p:txBody>
      </p:sp>
      <p:sp>
        <p:nvSpPr>
          <p:cNvPr id="10" name="矩形 9"/>
          <p:cNvSpPr/>
          <p:nvPr/>
        </p:nvSpPr>
        <p:spPr>
          <a:xfrm>
            <a:off x="7245985" y="3270885"/>
            <a:ext cx="4275455" cy="829945"/>
          </a:xfrm>
          <a:prstGeom prst="rect">
            <a:avLst/>
          </a:prstGeom>
        </p:spPr>
        <p:txBody>
          <a:bodyPr wrap="square">
            <a:spAutoFit/>
          </a:bodyPr>
          <a:p>
            <a:r>
              <a:rPr lang="zh-CN" altLang="en-US" sz="1600" dirty="0">
                <a:sym typeface="+mn-ea"/>
              </a:rPr>
              <a:t>线性</a:t>
            </a:r>
            <a:r>
              <a:rPr lang="zh-CN" altLang="en-US" sz="1600" dirty="0">
                <a:sym typeface="+mn-ea"/>
              </a:rPr>
              <a:t>结构：线性结构是数据元素中具有线性关系的数据结构，线性结构中的结点存在“一对一”的关系。</a:t>
            </a:r>
            <a:endParaRPr lang="zh-CN" altLang="en-US" sz="1600" dirty="0">
              <a:sym typeface="+mn-ea"/>
            </a:endParaRPr>
          </a:p>
        </p:txBody>
      </p:sp>
      <p:sp>
        <p:nvSpPr>
          <p:cNvPr id="22" name="矩形 21"/>
          <p:cNvSpPr/>
          <p:nvPr/>
        </p:nvSpPr>
        <p:spPr>
          <a:xfrm>
            <a:off x="7245985" y="4494530"/>
            <a:ext cx="4175125" cy="829945"/>
          </a:xfrm>
          <a:prstGeom prst="rect">
            <a:avLst/>
          </a:prstGeom>
        </p:spPr>
        <p:txBody>
          <a:bodyPr wrap="square">
            <a:spAutoFit/>
          </a:bodyPr>
          <a:p>
            <a:r>
              <a:rPr lang="zh-CN" altLang="en-US" sz="1600" dirty="0">
                <a:sym typeface="+mn-ea"/>
              </a:rPr>
              <a:t>树形结构：树形结构是数据元素之间具有层次关系的一种非线性结构，树形结构中的结点存在“一对多”的关系。</a:t>
            </a:r>
            <a:endParaRPr lang="zh-CN" altLang="en-US" sz="1600" dirty="0">
              <a:sym typeface="+mn-ea"/>
            </a:endParaRPr>
          </a:p>
        </p:txBody>
      </p:sp>
      <p:grpSp>
        <p:nvGrpSpPr>
          <p:cNvPr id="97" name="组合 96"/>
          <p:cNvGrpSpPr/>
          <p:nvPr/>
        </p:nvGrpSpPr>
        <p:grpSpPr>
          <a:xfrm>
            <a:off x="6082030" y="4046220"/>
            <a:ext cx="896620" cy="688340"/>
            <a:chOff x="9416" y="8435"/>
            <a:chExt cx="1412" cy="1084"/>
          </a:xfrm>
        </p:grpSpPr>
        <p:sp>
          <p:nvSpPr>
            <p:cNvPr id="13" name="椭圆 12"/>
            <p:cNvSpPr/>
            <p:nvPr/>
          </p:nvSpPr>
          <p:spPr>
            <a:xfrm>
              <a:off x="9607" y="8435"/>
              <a:ext cx="1084" cy="1084"/>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srgbClr val="2C344B"/>
                </a:solidFill>
                <a:ea typeface="汉仪雅酷黑简" panose="00020600040101010101" charset="-122"/>
              </a:endParaRPr>
            </a:p>
          </p:txBody>
        </p:sp>
        <p:sp>
          <p:nvSpPr>
            <p:cNvPr id="67" name="矩形 66"/>
            <p:cNvSpPr/>
            <p:nvPr/>
          </p:nvSpPr>
          <p:spPr>
            <a:xfrm>
              <a:off x="9416" y="8663"/>
              <a:ext cx="1413" cy="628"/>
            </a:xfrm>
            <a:prstGeom prst="rect">
              <a:avLst/>
            </a:prstGeom>
            <a:effectLst/>
          </p:spPr>
          <p:txBody>
            <a:bodyPr wrap="square">
              <a:spAutoFit/>
            </a:bodyPr>
            <a:p>
              <a:pPr algn="ctr"/>
              <a:r>
                <a:rPr lang="en-US" altLang="zh-CN" sz="2000" b="1" dirty="0">
                  <a:solidFill>
                    <a:srgbClr val="2C344B"/>
                  </a:solidFill>
                  <a:latin typeface="Century" panose="02040604050505020304" charset="0"/>
                  <a:ea typeface="Century" panose="02040604050505020304" charset="0"/>
                </a:rPr>
                <a:t>03</a:t>
              </a:r>
              <a:endParaRPr lang="zh-CN" altLang="en-US" sz="2000" b="1" dirty="0">
                <a:solidFill>
                  <a:srgbClr val="2C344B"/>
                </a:solidFill>
                <a:latin typeface="Century" panose="02040604050505020304" charset="0"/>
                <a:ea typeface="Century" panose="02040604050505020304" charset="0"/>
              </a:endParaRPr>
            </a:p>
          </p:txBody>
        </p:sp>
      </p:grpSp>
      <p:grpSp>
        <p:nvGrpSpPr>
          <p:cNvPr id="99" name="组合 98"/>
          <p:cNvGrpSpPr/>
          <p:nvPr/>
        </p:nvGrpSpPr>
        <p:grpSpPr>
          <a:xfrm>
            <a:off x="6082030" y="1795145"/>
            <a:ext cx="896620" cy="688340"/>
            <a:chOff x="9397" y="2408"/>
            <a:chExt cx="1412" cy="1084"/>
          </a:xfrm>
        </p:grpSpPr>
        <p:sp>
          <p:nvSpPr>
            <p:cNvPr id="30" name="椭圆 29"/>
            <p:cNvSpPr/>
            <p:nvPr/>
          </p:nvSpPr>
          <p:spPr>
            <a:xfrm>
              <a:off x="9560" y="2408"/>
              <a:ext cx="1084" cy="1084"/>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srgbClr val="2C344B"/>
                </a:solidFill>
                <a:ea typeface="汉仪雅酷黑简" panose="00020600040101010101" charset="-122"/>
              </a:endParaRPr>
            </a:p>
          </p:txBody>
        </p:sp>
        <p:sp>
          <p:nvSpPr>
            <p:cNvPr id="68" name="矩形 67"/>
            <p:cNvSpPr/>
            <p:nvPr/>
          </p:nvSpPr>
          <p:spPr>
            <a:xfrm>
              <a:off x="9397" y="2637"/>
              <a:ext cx="1413" cy="628"/>
            </a:xfrm>
            <a:prstGeom prst="rect">
              <a:avLst/>
            </a:prstGeom>
            <a:effectLst/>
          </p:spPr>
          <p:txBody>
            <a:bodyPr wrap="square">
              <a:spAutoFit/>
            </a:bodyPr>
            <a:p>
              <a:pPr algn="ctr"/>
              <a:r>
                <a:rPr lang="en-US" altLang="zh-CN" sz="2000" b="1" dirty="0">
                  <a:solidFill>
                    <a:srgbClr val="2C344B"/>
                  </a:solidFill>
                  <a:latin typeface="Century" panose="02040604050505020304" charset="0"/>
                  <a:ea typeface="Century" panose="02040604050505020304" charset="0"/>
                </a:rPr>
                <a:t>01</a:t>
              </a:r>
              <a:endParaRPr lang="zh-CN" altLang="en-US" sz="2000" b="1" dirty="0">
                <a:solidFill>
                  <a:srgbClr val="2C344B"/>
                </a:solidFill>
                <a:latin typeface="Century" panose="02040604050505020304" charset="0"/>
                <a:ea typeface="Century" panose="02040604050505020304" charset="0"/>
              </a:endParaRPr>
            </a:p>
          </p:txBody>
        </p:sp>
      </p:grpSp>
      <p:grpSp>
        <p:nvGrpSpPr>
          <p:cNvPr id="98" name="组合 97"/>
          <p:cNvGrpSpPr/>
          <p:nvPr/>
        </p:nvGrpSpPr>
        <p:grpSpPr>
          <a:xfrm>
            <a:off x="6082030" y="2925445"/>
            <a:ext cx="896620" cy="688340"/>
            <a:chOff x="9442" y="5407"/>
            <a:chExt cx="1412" cy="1084"/>
          </a:xfrm>
        </p:grpSpPr>
        <p:sp>
          <p:nvSpPr>
            <p:cNvPr id="14" name="椭圆 13"/>
            <p:cNvSpPr/>
            <p:nvPr/>
          </p:nvSpPr>
          <p:spPr>
            <a:xfrm>
              <a:off x="9562" y="5407"/>
              <a:ext cx="1084" cy="1084"/>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srgbClr val="2C344B"/>
                </a:solidFill>
                <a:ea typeface="汉仪雅酷黑简" panose="00020600040101010101" charset="-122"/>
              </a:endParaRPr>
            </a:p>
          </p:txBody>
        </p:sp>
        <p:sp>
          <p:nvSpPr>
            <p:cNvPr id="69" name="矩形 68"/>
            <p:cNvSpPr/>
            <p:nvPr/>
          </p:nvSpPr>
          <p:spPr>
            <a:xfrm>
              <a:off x="9442" y="5650"/>
              <a:ext cx="1413" cy="628"/>
            </a:xfrm>
            <a:prstGeom prst="rect">
              <a:avLst/>
            </a:prstGeom>
            <a:effectLst/>
          </p:spPr>
          <p:txBody>
            <a:bodyPr wrap="square">
              <a:spAutoFit/>
            </a:bodyPr>
            <a:p>
              <a:pPr algn="ctr"/>
              <a:r>
                <a:rPr lang="en-US" altLang="zh-CN" sz="2000" b="1" dirty="0">
                  <a:solidFill>
                    <a:srgbClr val="2C344B"/>
                  </a:solidFill>
                  <a:latin typeface="Century" panose="02040604050505020304" charset="0"/>
                  <a:ea typeface="Century" panose="02040604050505020304" charset="0"/>
                </a:rPr>
                <a:t>02</a:t>
              </a:r>
              <a:endParaRPr lang="zh-CN" altLang="en-US" sz="2000" b="1" dirty="0">
                <a:solidFill>
                  <a:srgbClr val="2C344B"/>
                </a:solidFill>
                <a:latin typeface="Century" panose="02040604050505020304" charset="0"/>
                <a:ea typeface="Century" panose="02040604050505020304" charset="0"/>
              </a:endParaRPr>
            </a:p>
          </p:txBody>
        </p:sp>
      </p:grpSp>
      <p:grpSp>
        <p:nvGrpSpPr>
          <p:cNvPr id="65" name="组合 64"/>
          <p:cNvGrpSpPr/>
          <p:nvPr/>
        </p:nvGrpSpPr>
        <p:grpSpPr>
          <a:xfrm rot="5400000" flipV="1">
            <a:off x="9453245" y="90170"/>
            <a:ext cx="149225" cy="4128770"/>
            <a:chOff x="6709" y="2530"/>
            <a:chExt cx="1245" cy="7210"/>
          </a:xfrm>
        </p:grpSpPr>
        <p:sp>
          <p:nvSpPr>
            <p:cNvPr id="70" name="Rectangle 7"/>
            <p:cNvSpPr>
              <a:spLocks noChangeArrowheads="1"/>
            </p:cNvSpPr>
            <p:nvPr/>
          </p:nvSpPr>
          <p:spPr bwMode="auto">
            <a:xfrm>
              <a:off x="7019" y="2530"/>
              <a:ext cx="935" cy="6748"/>
            </a:xfrm>
            <a:prstGeom prst="rect">
              <a:avLst/>
            </a:prstGeom>
            <a:solidFill>
              <a:srgbClr val="2F637E"/>
            </a:solidFill>
            <a:ln w="28575">
              <a:noFill/>
              <a:round/>
            </a:ln>
            <a:effec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71" name="Oval 21"/>
            <p:cNvSpPr>
              <a:spLocks noChangeArrowheads="1"/>
            </p:cNvSpPr>
            <p:nvPr/>
          </p:nvSpPr>
          <p:spPr bwMode="auto">
            <a:xfrm>
              <a:off x="6709" y="8755"/>
              <a:ext cx="985" cy="985"/>
            </a:xfrm>
            <a:prstGeom prst="ellipse">
              <a:avLst/>
            </a:prstGeom>
            <a:solidFill>
              <a:srgbClr val="2F637E"/>
            </a:soli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prstClr val="white"/>
                </a:solidFill>
                <a:ea typeface="汉仪雅酷黑简" panose="00020600040101010101" charset="-122"/>
              </a:endParaRPr>
            </a:p>
          </p:txBody>
        </p:sp>
        <p:grpSp>
          <p:nvGrpSpPr>
            <p:cNvPr id="72" name="组合 71"/>
            <p:cNvGrpSpPr/>
            <p:nvPr/>
          </p:nvGrpSpPr>
          <p:grpSpPr>
            <a:xfrm>
              <a:off x="7019" y="9010"/>
              <a:ext cx="365" cy="365"/>
              <a:chOff x="5153025" y="5711825"/>
              <a:chExt cx="231775" cy="231775"/>
            </a:xfrm>
            <a:gradFill>
              <a:gsLst>
                <a:gs pos="0">
                  <a:srgbClr val="2C344B"/>
                </a:gs>
                <a:gs pos="100000">
                  <a:srgbClr val="21273E"/>
                </a:gs>
              </a:gsLst>
              <a:lin ang="0" scaled="0"/>
            </a:gradFill>
            <a:effectLst/>
          </p:grpSpPr>
          <p:sp>
            <p:nvSpPr>
              <p:cNvPr id="73" name="Freeform 22"/>
              <p:cNvSpPr>
                <a:spLocks noEditPoints="1"/>
              </p:cNvSpPr>
              <p:nvPr/>
            </p:nvSpPr>
            <p:spPr bwMode="auto">
              <a:xfrm>
                <a:off x="5214938" y="5711825"/>
                <a:ext cx="169862" cy="169862"/>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74" name="Freeform 23"/>
              <p:cNvSpPr/>
              <p:nvPr/>
            </p:nvSpPr>
            <p:spPr bwMode="auto">
              <a:xfrm>
                <a:off x="5153025" y="5778500"/>
                <a:ext cx="77787" cy="69850"/>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75" name="Freeform 24"/>
              <p:cNvSpPr/>
              <p:nvPr/>
            </p:nvSpPr>
            <p:spPr bwMode="auto">
              <a:xfrm>
                <a:off x="5246688" y="5865813"/>
                <a:ext cx="71437" cy="77787"/>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76" name="Freeform 25"/>
              <p:cNvSpPr/>
              <p:nvPr/>
            </p:nvSpPr>
            <p:spPr bwMode="auto">
              <a:xfrm>
                <a:off x="5214938" y="5843588"/>
                <a:ext cx="38100" cy="38100"/>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77" name="Freeform 26"/>
              <p:cNvSpPr/>
              <p:nvPr/>
            </p:nvSpPr>
            <p:spPr bwMode="auto">
              <a:xfrm>
                <a:off x="5160963" y="5865813"/>
                <a:ext cx="76200" cy="74612"/>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grpSp>
      </p:grpSp>
      <p:grpSp>
        <p:nvGrpSpPr>
          <p:cNvPr id="79" name="组合 78"/>
          <p:cNvGrpSpPr/>
          <p:nvPr/>
        </p:nvGrpSpPr>
        <p:grpSpPr>
          <a:xfrm rot="5400000" flipV="1">
            <a:off x="9546590" y="1132205"/>
            <a:ext cx="149225" cy="4128770"/>
            <a:chOff x="6709" y="2530"/>
            <a:chExt cx="1245" cy="7210"/>
          </a:xfrm>
        </p:grpSpPr>
        <p:sp>
          <p:nvSpPr>
            <p:cNvPr id="80" name="Rectangle 7"/>
            <p:cNvSpPr>
              <a:spLocks noChangeArrowheads="1"/>
            </p:cNvSpPr>
            <p:nvPr/>
          </p:nvSpPr>
          <p:spPr bwMode="auto">
            <a:xfrm>
              <a:off x="7019" y="2530"/>
              <a:ext cx="935" cy="6748"/>
            </a:xfrm>
            <a:prstGeom prst="rect">
              <a:avLst/>
            </a:prstGeom>
            <a:solidFill>
              <a:srgbClr val="2F637E"/>
            </a:solidFill>
            <a:ln w="28575">
              <a:noFill/>
              <a:round/>
            </a:ln>
            <a:effec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81" name="Oval 21"/>
            <p:cNvSpPr>
              <a:spLocks noChangeArrowheads="1"/>
            </p:cNvSpPr>
            <p:nvPr/>
          </p:nvSpPr>
          <p:spPr bwMode="auto">
            <a:xfrm>
              <a:off x="6709" y="8755"/>
              <a:ext cx="985" cy="985"/>
            </a:xfrm>
            <a:prstGeom prst="ellipse">
              <a:avLst/>
            </a:prstGeom>
            <a:solidFill>
              <a:srgbClr val="2F637E"/>
            </a:soli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prstClr val="white"/>
                </a:solidFill>
                <a:ea typeface="汉仪雅酷黑简" panose="00020600040101010101" charset="-122"/>
              </a:endParaRPr>
            </a:p>
          </p:txBody>
        </p:sp>
        <p:grpSp>
          <p:nvGrpSpPr>
            <p:cNvPr id="82" name="组合 81"/>
            <p:cNvGrpSpPr/>
            <p:nvPr/>
          </p:nvGrpSpPr>
          <p:grpSpPr>
            <a:xfrm>
              <a:off x="7019" y="9010"/>
              <a:ext cx="365" cy="365"/>
              <a:chOff x="5153025" y="5711825"/>
              <a:chExt cx="231775" cy="231775"/>
            </a:xfrm>
            <a:gradFill>
              <a:gsLst>
                <a:gs pos="0">
                  <a:srgbClr val="2C344B"/>
                </a:gs>
                <a:gs pos="100000">
                  <a:srgbClr val="21273E"/>
                </a:gs>
              </a:gsLst>
              <a:lin ang="0" scaled="0"/>
            </a:gradFill>
            <a:effectLst/>
          </p:grpSpPr>
          <p:sp>
            <p:nvSpPr>
              <p:cNvPr id="83" name="Freeform 22"/>
              <p:cNvSpPr>
                <a:spLocks noEditPoints="1"/>
              </p:cNvSpPr>
              <p:nvPr/>
            </p:nvSpPr>
            <p:spPr bwMode="auto">
              <a:xfrm>
                <a:off x="5214938" y="5711825"/>
                <a:ext cx="169862" cy="169862"/>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84" name="Freeform 23"/>
              <p:cNvSpPr/>
              <p:nvPr/>
            </p:nvSpPr>
            <p:spPr bwMode="auto">
              <a:xfrm>
                <a:off x="5153025" y="5778500"/>
                <a:ext cx="77787" cy="69850"/>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85" name="Freeform 24"/>
              <p:cNvSpPr/>
              <p:nvPr/>
            </p:nvSpPr>
            <p:spPr bwMode="auto">
              <a:xfrm>
                <a:off x="5246688" y="5865813"/>
                <a:ext cx="71437" cy="77787"/>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86" name="Freeform 25"/>
              <p:cNvSpPr/>
              <p:nvPr/>
            </p:nvSpPr>
            <p:spPr bwMode="auto">
              <a:xfrm>
                <a:off x="5214938" y="5843588"/>
                <a:ext cx="38100" cy="38100"/>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87" name="Freeform 26"/>
              <p:cNvSpPr/>
              <p:nvPr/>
            </p:nvSpPr>
            <p:spPr bwMode="auto">
              <a:xfrm>
                <a:off x="5160963" y="5865813"/>
                <a:ext cx="76200" cy="74612"/>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grpSp>
      </p:grpSp>
      <p:grpSp>
        <p:nvGrpSpPr>
          <p:cNvPr id="88" name="组合 87"/>
          <p:cNvGrpSpPr/>
          <p:nvPr/>
        </p:nvGrpSpPr>
        <p:grpSpPr>
          <a:xfrm rot="5400000" flipV="1">
            <a:off x="9546590" y="2355850"/>
            <a:ext cx="149225" cy="4128770"/>
            <a:chOff x="6709" y="2530"/>
            <a:chExt cx="1245" cy="7210"/>
          </a:xfrm>
        </p:grpSpPr>
        <p:sp>
          <p:nvSpPr>
            <p:cNvPr id="89" name="Rectangle 7"/>
            <p:cNvSpPr>
              <a:spLocks noChangeArrowheads="1"/>
            </p:cNvSpPr>
            <p:nvPr/>
          </p:nvSpPr>
          <p:spPr bwMode="auto">
            <a:xfrm>
              <a:off x="7019" y="2530"/>
              <a:ext cx="935" cy="6748"/>
            </a:xfrm>
            <a:prstGeom prst="rect">
              <a:avLst/>
            </a:prstGeom>
            <a:solidFill>
              <a:srgbClr val="2F637E"/>
            </a:solidFill>
            <a:ln w="28575">
              <a:noFill/>
              <a:round/>
            </a:ln>
            <a:effec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90" name="Oval 21"/>
            <p:cNvSpPr>
              <a:spLocks noChangeArrowheads="1"/>
            </p:cNvSpPr>
            <p:nvPr/>
          </p:nvSpPr>
          <p:spPr bwMode="auto">
            <a:xfrm>
              <a:off x="6709" y="8755"/>
              <a:ext cx="985" cy="985"/>
            </a:xfrm>
            <a:prstGeom prst="ellipse">
              <a:avLst/>
            </a:prstGeom>
            <a:solidFill>
              <a:srgbClr val="2F637E"/>
            </a:soli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prstClr val="white"/>
                </a:solidFill>
                <a:ea typeface="汉仪雅酷黑简" panose="00020600040101010101" charset="-122"/>
              </a:endParaRPr>
            </a:p>
          </p:txBody>
        </p:sp>
        <p:grpSp>
          <p:nvGrpSpPr>
            <p:cNvPr id="91" name="组合 90"/>
            <p:cNvGrpSpPr/>
            <p:nvPr/>
          </p:nvGrpSpPr>
          <p:grpSpPr>
            <a:xfrm>
              <a:off x="7019" y="9010"/>
              <a:ext cx="365" cy="365"/>
              <a:chOff x="5153025" y="5711825"/>
              <a:chExt cx="231775" cy="231775"/>
            </a:xfrm>
            <a:gradFill>
              <a:gsLst>
                <a:gs pos="0">
                  <a:srgbClr val="2C344B"/>
                </a:gs>
                <a:gs pos="100000">
                  <a:srgbClr val="21273E"/>
                </a:gs>
              </a:gsLst>
              <a:lin ang="0" scaled="0"/>
            </a:gradFill>
            <a:effectLst/>
          </p:grpSpPr>
          <p:sp>
            <p:nvSpPr>
              <p:cNvPr id="92" name="Freeform 22"/>
              <p:cNvSpPr>
                <a:spLocks noEditPoints="1"/>
              </p:cNvSpPr>
              <p:nvPr/>
            </p:nvSpPr>
            <p:spPr bwMode="auto">
              <a:xfrm>
                <a:off x="5214938" y="5711825"/>
                <a:ext cx="169862" cy="169862"/>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93" name="Freeform 23"/>
              <p:cNvSpPr/>
              <p:nvPr/>
            </p:nvSpPr>
            <p:spPr bwMode="auto">
              <a:xfrm>
                <a:off x="5153025" y="5778500"/>
                <a:ext cx="77787" cy="69850"/>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94" name="Freeform 24"/>
              <p:cNvSpPr/>
              <p:nvPr/>
            </p:nvSpPr>
            <p:spPr bwMode="auto">
              <a:xfrm>
                <a:off x="5246688" y="5865813"/>
                <a:ext cx="71437" cy="77787"/>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95" name="Freeform 25"/>
              <p:cNvSpPr/>
              <p:nvPr/>
            </p:nvSpPr>
            <p:spPr bwMode="auto">
              <a:xfrm>
                <a:off x="5214938" y="5843588"/>
                <a:ext cx="38100" cy="38100"/>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96" name="Freeform 26"/>
              <p:cNvSpPr/>
              <p:nvPr/>
            </p:nvSpPr>
            <p:spPr bwMode="auto">
              <a:xfrm>
                <a:off x="5160963" y="5865813"/>
                <a:ext cx="76200" cy="74612"/>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grpSp>
      </p:grpSp>
      <p:sp>
        <p:nvSpPr>
          <p:cNvPr id="39" name="矩形 38"/>
          <p:cNvSpPr/>
          <p:nvPr/>
        </p:nvSpPr>
        <p:spPr>
          <a:xfrm>
            <a:off x="7263130" y="5709920"/>
            <a:ext cx="3932555" cy="583565"/>
          </a:xfrm>
          <a:prstGeom prst="rect">
            <a:avLst/>
          </a:prstGeom>
        </p:spPr>
        <p:txBody>
          <a:bodyPr wrap="square">
            <a:spAutoFit/>
          </a:bodyPr>
          <a:p>
            <a:r>
              <a:rPr lang="zh-CN" altLang="en-US" sz="1600" dirty="0">
                <a:sym typeface="+mn-ea"/>
              </a:rPr>
              <a:t>图形结构：图形结构也是一种非线性结构，图形结构中的结点存在“多对多”的关系。</a:t>
            </a:r>
            <a:endParaRPr lang="zh-CN" altLang="en-US" sz="1600" dirty="0">
              <a:sym typeface="+mn-ea"/>
            </a:endParaRPr>
          </a:p>
        </p:txBody>
      </p:sp>
      <p:grpSp>
        <p:nvGrpSpPr>
          <p:cNvPr id="40" name="组合 39"/>
          <p:cNvGrpSpPr/>
          <p:nvPr/>
        </p:nvGrpSpPr>
        <p:grpSpPr>
          <a:xfrm>
            <a:off x="6099175" y="5275580"/>
            <a:ext cx="897255" cy="688340"/>
            <a:chOff x="9397" y="2408"/>
            <a:chExt cx="1413" cy="1084"/>
          </a:xfrm>
        </p:grpSpPr>
        <p:sp>
          <p:nvSpPr>
            <p:cNvPr id="41" name="椭圆 40"/>
            <p:cNvSpPr/>
            <p:nvPr/>
          </p:nvSpPr>
          <p:spPr>
            <a:xfrm>
              <a:off x="9560" y="2408"/>
              <a:ext cx="1084" cy="1084"/>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srgbClr val="2C344B"/>
                </a:solidFill>
                <a:ea typeface="汉仪雅酷黑简" panose="00020600040101010101" charset="-122"/>
              </a:endParaRPr>
            </a:p>
          </p:txBody>
        </p:sp>
        <p:sp>
          <p:nvSpPr>
            <p:cNvPr id="42" name="矩形 41"/>
            <p:cNvSpPr/>
            <p:nvPr/>
          </p:nvSpPr>
          <p:spPr>
            <a:xfrm>
              <a:off x="9397" y="2637"/>
              <a:ext cx="1413" cy="628"/>
            </a:xfrm>
            <a:prstGeom prst="rect">
              <a:avLst/>
            </a:prstGeom>
            <a:effectLst/>
          </p:spPr>
          <p:txBody>
            <a:bodyPr wrap="square">
              <a:spAutoFit/>
            </a:bodyPr>
            <a:p>
              <a:pPr algn="ctr"/>
              <a:r>
                <a:rPr lang="en-US" altLang="zh-CN" sz="2000" b="1" dirty="0">
                  <a:solidFill>
                    <a:srgbClr val="2C344B"/>
                  </a:solidFill>
                  <a:latin typeface="Century" panose="02040604050505020304" charset="0"/>
                  <a:ea typeface="Century" panose="02040604050505020304" charset="0"/>
                </a:rPr>
                <a:t>04</a:t>
              </a:r>
              <a:endParaRPr lang="zh-CN" altLang="en-US" sz="2000" b="1" dirty="0">
                <a:solidFill>
                  <a:srgbClr val="2C344B"/>
                </a:solidFill>
                <a:latin typeface="Century" panose="02040604050505020304" charset="0"/>
                <a:ea typeface="Century" panose="02040604050505020304" charset="0"/>
              </a:endParaRPr>
            </a:p>
          </p:txBody>
        </p:sp>
      </p:grpSp>
      <p:grpSp>
        <p:nvGrpSpPr>
          <p:cNvPr id="43" name="组合 42"/>
          <p:cNvGrpSpPr/>
          <p:nvPr/>
        </p:nvGrpSpPr>
        <p:grpSpPr>
          <a:xfrm rot="5400000" flipV="1">
            <a:off x="9470390" y="3570605"/>
            <a:ext cx="149225" cy="4128770"/>
            <a:chOff x="6709" y="2530"/>
            <a:chExt cx="1245" cy="7210"/>
          </a:xfrm>
        </p:grpSpPr>
        <p:sp>
          <p:nvSpPr>
            <p:cNvPr id="44" name="Rectangle 7"/>
            <p:cNvSpPr>
              <a:spLocks noChangeArrowheads="1"/>
            </p:cNvSpPr>
            <p:nvPr/>
          </p:nvSpPr>
          <p:spPr bwMode="auto">
            <a:xfrm>
              <a:off x="7019" y="2530"/>
              <a:ext cx="935" cy="6748"/>
            </a:xfrm>
            <a:prstGeom prst="rect">
              <a:avLst/>
            </a:prstGeom>
            <a:solidFill>
              <a:srgbClr val="2F637E"/>
            </a:solidFill>
            <a:ln w="28575">
              <a:noFill/>
              <a:round/>
            </a:ln>
            <a:effec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45" name="Oval 21"/>
            <p:cNvSpPr>
              <a:spLocks noChangeArrowheads="1"/>
            </p:cNvSpPr>
            <p:nvPr/>
          </p:nvSpPr>
          <p:spPr bwMode="auto">
            <a:xfrm>
              <a:off x="6709" y="8755"/>
              <a:ext cx="985" cy="985"/>
            </a:xfrm>
            <a:prstGeom prst="ellipse">
              <a:avLst/>
            </a:prstGeom>
            <a:solidFill>
              <a:srgbClr val="2F637E"/>
            </a:soli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prstClr val="white"/>
                </a:solidFill>
                <a:ea typeface="汉仪雅酷黑简" panose="00020600040101010101" charset="-122"/>
              </a:endParaRPr>
            </a:p>
          </p:txBody>
        </p:sp>
        <p:grpSp>
          <p:nvGrpSpPr>
            <p:cNvPr id="46" name="组合 45"/>
            <p:cNvGrpSpPr/>
            <p:nvPr/>
          </p:nvGrpSpPr>
          <p:grpSpPr>
            <a:xfrm>
              <a:off x="7019" y="9010"/>
              <a:ext cx="365" cy="365"/>
              <a:chOff x="5153025" y="5711825"/>
              <a:chExt cx="231775" cy="231775"/>
            </a:xfrm>
            <a:gradFill>
              <a:gsLst>
                <a:gs pos="0">
                  <a:srgbClr val="2C344B"/>
                </a:gs>
                <a:gs pos="100000">
                  <a:srgbClr val="21273E"/>
                </a:gs>
              </a:gsLst>
              <a:lin ang="0" scaled="0"/>
            </a:gradFill>
            <a:effectLst/>
          </p:grpSpPr>
          <p:sp>
            <p:nvSpPr>
              <p:cNvPr id="47" name="Freeform 22"/>
              <p:cNvSpPr>
                <a:spLocks noEditPoints="1"/>
              </p:cNvSpPr>
              <p:nvPr/>
            </p:nvSpPr>
            <p:spPr bwMode="auto">
              <a:xfrm>
                <a:off x="5214938" y="5711825"/>
                <a:ext cx="169862" cy="169862"/>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48" name="Freeform 23"/>
              <p:cNvSpPr/>
              <p:nvPr/>
            </p:nvSpPr>
            <p:spPr bwMode="auto">
              <a:xfrm>
                <a:off x="5153025" y="5778500"/>
                <a:ext cx="77787" cy="69850"/>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49" name="Freeform 24"/>
              <p:cNvSpPr/>
              <p:nvPr/>
            </p:nvSpPr>
            <p:spPr bwMode="auto">
              <a:xfrm>
                <a:off x="5246688" y="5865813"/>
                <a:ext cx="71437" cy="77787"/>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50" name="Freeform 25"/>
              <p:cNvSpPr/>
              <p:nvPr/>
            </p:nvSpPr>
            <p:spPr bwMode="auto">
              <a:xfrm>
                <a:off x="5214938" y="5843588"/>
                <a:ext cx="38100" cy="38100"/>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51" name="Freeform 26"/>
              <p:cNvSpPr/>
              <p:nvPr/>
            </p:nvSpPr>
            <p:spPr bwMode="auto">
              <a:xfrm>
                <a:off x="5160963" y="5865813"/>
                <a:ext cx="76200" cy="74612"/>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grpSp>
      </p:grpSp>
      <p:sp>
        <p:nvSpPr>
          <p:cNvPr id="52" name="Rectangle 23"/>
          <p:cNvSpPr/>
          <p:nvPr/>
        </p:nvSpPr>
        <p:spPr>
          <a:xfrm>
            <a:off x="6891020" y="975995"/>
            <a:ext cx="4740910" cy="553085"/>
          </a:xfrm>
          <a:prstGeom prst="rect">
            <a:avLst/>
          </a:prstGeom>
        </p:spPr>
        <p:txBody>
          <a:bodyPr wrap="square">
            <a:spAutoFit/>
          </a:bodyPr>
          <a:p>
            <a:pPr algn="ctr">
              <a:lnSpc>
                <a:spcPct val="150000"/>
              </a:lnSpc>
            </a:pPr>
            <a:r>
              <a:rPr lang="zh-CN" altLang="zh-CN" sz="2000" b="1" dirty="0">
                <a:sym typeface="+mn-ea"/>
              </a:rPr>
              <a:t>数据逻辑结构分为以下四类</a:t>
            </a:r>
            <a:endParaRPr lang="zh-CN" altLang="zh-CN" sz="2000" b="1" dirty="0">
              <a:sym typeface="+mn-ea"/>
            </a:endParaRPr>
          </a:p>
        </p:txBody>
      </p:sp>
    </p:spTree>
  </p:cSld>
  <p:clrMapOvr>
    <a:masterClrMapping/>
  </p:clrMapOvr>
  <p:transition spd="slow" advClick="0" advTm="0">
    <p:cover di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p:nvPr/>
        </p:nvSpPr>
        <p:spPr>
          <a:xfrm>
            <a:off x="1139190" y="2472055"/>
            <a:ext cx="4606290" cy="2861310"/>
          </a:xfrm>
          <a:prstGeom prst="rect">
            <a:avLst/>
          </a:prstGeom>
        </p:spPr>
        <p:txBody>
          <a:bodyPr wrap="square">
            <a:spAutoFit/>
          </a:bodyPr>
          <a:lstStyle/>
          <a:p>
            <a:pPr>
              <a:lnSpc>
                <a:spcPct val="150000"/>
              </a:lnSpc>
            </a:pPr>
            <a:r>
              <a:rPr lang="zh-CN" altLang="zh-CN" sz="2000" b="1" dirty="0">
                <a:sym typeface="+mn-ea"/>
              </a:rPr>
              <a:t>逻辑结构在计算机中的存储表示或实现叫数据的存储结构，也叫物理结构。数据的逻辑结构从逻辑关系角度观察数据，与数据的存储无关，是独立于计算机的； 而数据的存储结构是逻辑结构在计算机中的实现，依赖于计算机。</a:t>
            </a:r>
            <a:endParaRPr lang="zh-CN" altLang="zh-CN" sz="2000" b="1" dirty="0">
              <a:sym typeface="+mn-ea"/>
            </a:endParaRPr>
          </a:p>
        </p:txBody>
      </p:sp>
      <p:sp>
        <p:nvSpPr>
          <p:cNvPr id="31" name="Freeform 141"/>
          <p:cNvSpPr>
            <a:spLocks noEditPoints="1"/>
          </p:cNvSpPr>
          <p:nvPr/>
        </p:nvSpPr>
        <p:spPr bwMode="auto">
          <a:xfrm>
            <a:off x="501577" y="2669122"/>
            <a:ext cx="637627" cy="621275"/>
          </a:xfrm>
          <a:custGeom>
            <a:avLst/>
            <a:gdLst>
              <a:gd name="T0" fmla="*/ 144 w 196"/>
              <a:gd name="T1" fmla="*/ 4 h 192"/>
              <a:gd name="T2" fmla="*/ 136 w 196"/>
              <a:gd name="T3" fmla="*/ 20 h 192"/>
              <a:gd name="T4" fmla="*/ 96 w 196"/>
              <a:gd name="T5" fmla="*/ 0 h 192"/>
              <a:gd name="T6" fmla="*/ 56 w 196"/>
              <a:gd name="T7" fmla="*/ 20 h 192"/>
              <a:gd name="T8" fmla="*/ 48 w 196"/>
              <a:gd name="T9" fmla="*/ 4 h 192"/>
              <a:gd name="T10" fmla="*/ 0 w 196"/>
              <a:gd name="T11" fmla="*/ 32 h 192"/>
              <a:gd name="T12" fmla="*/ 184 w 196"/>
              <a:gd name="T13" fmla="*/ 192 h 192"/>
              <a:gd name="T14" fmla="*/ 184 w 196"/>
              <a:gd name="T15" fmla="*/ 20 h 192"/>
              <a:gd name="T16" fmla="*/ 12 w 196"/>
              <a:gd name="T17" fmla="*/ 184 h 192"/>
              <a:gd name="T18" fmla="*/ 12 w 196"/>
              <a:gd name="T19" fmla="*/ 28 h 192"/>
              <a:gd name="T20" fmla="*/ 52 w 196"/>
              <a:gd name="T21" fmla="*/ 44 h 192"/>
              <a:gd name="T22" fmla="*/ 92 w 196"/>
              <a:gd name="T23" fmla="*/ 28 h 192"/>
              <a:gd name="T24" fmla="*/ 100 w 196"/>
              <a:gd name="T25" fmla="*/ 40 h 192"/>
              <a:gd name="T26" fmla="*/ 136 w 196"/>
              <a:gd name="T27" fmla="*/ 40 h 192"/>
              <a:gd name="T28" fmla="*/ 144 w 196"/>
              <a:gd name="T29" fmla="*/ 28 h 192"/>
              <a:gd name="T30" fmla="*/ 188 w 196"/>
              <a:gd name="T31" fmla="*/ 180 h 192"/>
              <a:gd name="T32" fmla="*/ 48 w 196"/>
              <a:gd name="T33" fmla="*/ 60 h 192"/>
              <a:gd name="T34" fmla="*/ 32 w 196"/>
              <a:gd name="T35" fmla="*/ 68 h 192"/>
              <a:gd name="T36" fmla="*/ 32 w 196"/>
              <a:gd name="T37" fmla="*/ 76 h 192"/>
              <a:gd name="T38" fmla="*/ 88 w 196"/>
              <a:gd name="T39" fmla="*/ 84 h 192"/>
              <a:gd name="T40" fmla="*/ 64 w 196"/>
              <a:gd name="T41" fmla="*/ 84 h 192"/>
              <a:gd name="T42" fmla="*/ 80 w 196"/>
              <a:gd name="T43" fmla="*/ 76 h 192"/>
              <a:gd name="T44" fmla="*/ 104 w 196"/>
              <a:gd name="T45" fmla="*/ 84 h 192"/>
              <a:gd name="T46" fmla="*/ 104 w 196"/>
              <a:gd name="T47" fmla="*/ 60 h 192"/>
              <a:gd name="T48" fmla="*/ 120 w 196"/>
              <a:gd name="T49" fmla="*/ 68 h 192"/>
              <a:gd name="T50" fmla="*/ 112 w 196"/>
              <a:gd name="T51" fmla="*/ 68 h 192"/>
              <a:gd name="T52" fmla="*/ 168 w 196"/>
              <a:gd name="T53" fmla="*/ 60 h 192"/>
              <a:gd name="T54" fmla="*/ 152 w 196"/>
              <a:gd name="T55" fmla="*/ 68 h 192"/>
              <a:gd name="T56" fmla="*/ 152 w 196"/>
              <a:gd name="T57" fmla="*/ 76 h 192"/>
              <a:gd name="T58" fmla="*/ 48 w 196"/>
              <a:gd name="T59" fmla="*/ 124 h 192"/>
              <a:gd name="T60" fmla="*/ 24 w 196"/>
              <a:gd name="T61" fmla="*/ 124 h 192"/>
              <a:gd name="T62" fmla="*/ 40 w 196"/>
              <a:gd name="T63" fmla="*/ 116 h 192"/>
              <a:gd name="T64" fmla="*/ 64 w 196"/>
              <a:gd name="T65" fmla="*/ 124 h 192"/>
              <a:gd name="T66" fmla="*/ 64 w 196"/>
              <a:gd name="T67" fmla="*/ 100 h 192"/>
              <a:gd name="T68" fmla="*/ 80 w 196"/>
              <a:gd name="T69" fmla="*/ 108 h 192"/>
              <a:gd name="T70" fmla="*/ 72 w 196"/>
              <a:gd name="T71" fmla="*/ 108 h 192"/>
              <a:gd name="T72" fmla="*/ 128 w 196"/>
              <a:gd name="T73" fmla="*/ 100 h 192"/>
              <a:gd name="T74" fmla="*/ 112 w 196"/>
              <a:gd name="T75" fmla="*/ 108 h 192"/>
              <a:gd name="T76" fmla="*/ 112 w 196"/>
              <a:gd name="T77" fmla="*/ 116 h 192"/>
              <a:gd name="T78" fmla="*/ 168 w 196"/>
              <a:gd name="T79" fmla="*/ 124 h 192"/>
              <a:gd name="T80" fmla="*/ 144 w 196"/>
              <a:gd name="T81" fmla="*/ 124 h 192"/>
              <a:gd name="T82" fmla="*/ 160 w 196"/>
              <a:gd name="T83" fmla="*/ 116 h 192"/>
              <a:gd name="T84" fmla="*/ 24 w 196"/>
              <a:gd name="T85" fmla="*/ 164 h 192"/>
              <a:gd name="T86" fmla="*/ 24 w 196"/>
              <a:gd name="T87" fmla="*/ 140 h 192"/>
              <a:gd name="T88" fmla="*/ 40 w 196"/>
              <a:gd name="T89" fmla="*/ 148 h 192"/>
              <a:gd name="T90" fmla="*/ 32 w 196"/>
              <a:gd name="T91" fmla="*/ 148 h 192"/>
              <a:gd name="T92" fmla="*/ 88 w 196"/>
              <a:gd name="T93" fmla="*/ 140 h 192"/>
              <a:gd name="T94" fmla="*/ 72 w 196"/>
              <a:gd name="T95" fmla="*/ 148 h 192"/>
              <a:gd name="T96" fmla="*/ 72 w 196"/>
              <a:gd name="T97" fmla="*/ 156 h 192"/>
              <a:gd name="T98" fmla="*/ 128 w 196"/>
              <a:gd name="T99" fmla="*/ 164 h 192"/>
              <a:gd name="T100" fmla="*/ 104 w 196"/>
              <a:gd name="T101" fmla="*/ 164 h 192"/>
              <a:gd name="T102" fmla="*/ 120 w 196"/>
              <a:gd name="T103" fmla="*/ 156 h 192"/>
              <a:gd name="T104" fmla="*/ 144 w 196"/>
              <a:gd name="T105" fmla="*/ 164 h 192"/>
              <a:gd name="T106" fmla="*/ 144 w 196"/>
              <a:gd name="T107" fmla="*/ 140 h 192"/>
              <a:gd name="T108" fmla="*/ 160 w 196"/>
              <a:gd name="T109" fmla="*/ 148 h 192"/>
              <a:gd name="T110" fmla="*/ 152 w 196"/>
              <a:gd name="T111" fmla="*/ 148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96" h="192">
                <a:moveTo>
                  <a:pt x="184" y="20"/>
                </a:moveTo>
                <a:cubicBezTo>
                  <a:pt x="144" y="20"/>
                  <a:pt x="144" y="20"/>
                  <a:pt x="144" y="20"/>
                </a:cubicBezTo>
                <a:cubicBezTo>
                  <a:pt x="144" y="4"/>
                  <a:pt x="144" y="4"/>
                  <a:pt x="144" y="4"/>
                </a:cubicBezTo>
                <a:cubicBezTo>
                  <a:pt x="144" y="2"/>
                  <a:pt x="142" y="0"/>
                  <a:pt x="140" y="0"/>
                </a:cubicBezTo>
                <a:cubicBezTo>
                  <a:pt x="138" y="0"/>
                  <a:pt x="136" y="2"/>
                  <a:pt x="136" y="4"/>
                </a:cubicBezTo>
                <a:cubicBezTo>
                  <a:pt x="136" y="20"/>
                  <a:pt x="136" y="20"/>
                  <a:pt x="136" y="20"/>
                </a:cubicBezTo>
                <a:cubicBezTo>
                  <a:pt x="100" y="20"/>
                  <a:pt x="100" y="20"/>
                  <a:pt x="100" y="20"/>
                </a:cubicBezTo>
                <a:cubicBezTo>
                  <a:pt x="100" y="4"/>
                  <a:pt x="100" y="4"/>
                  <a:pt x="100" y="4"/>
                </a:cubicBezTo>
                <a:cubicBezTo>
                  <a:pt x="100" y="2"/>
                  <a:pt x="98" y="0"/>
                  <a:pt x="96" y="0"/>
                </a:cubicBezTo>
                <a:cubicBezTo>
                  <a:pt x="94" y="0"/>
                  <a:pt x="92" y="2"/>
                  <a:pt x="92" y="4"/>
                </a:cubicBezTo>
                <a:cubicBezTo>
                  <a:pt x="92" y="20"/>
                  <a:pt x="92" y="20"/>
                  <a:pt x="92" y="20"/>
                </a:cubicBezTo>
                <a:cubicBezTo>
                  <a:pt x="56" y="20"/>
                  <a:pt x="56" y="20"/>
                  <a:pt x="56" y="20"/>
                </a:cubicBezTo>
                <a:cubicBezTo>
                  <a:pt x="56" y="4"/>
                  <a:pt x="56" y="4"/>
                  <a:pt x="56" y="4"/>
                </a:cubicBezTo>
                <a:cubicBezTo>
                  <a:pt x="56" y="2"/>
                  <a:pt x="54" y="0"/>
                  <a:pt x="52" y="0"/>
                </a:cubicBezTo>
                <a:cubicBezTo>
                  <a:pt x="50" y="0"/>
                  <a:pt x="48" y="2"/>
                  <a:pt x="48" y="4"/>
                </a:cubicBezTo>
                <a:cubicBezTo>
                  <a:pt x="48" y="20"/>
                  <a:pt x="48" y="20"/>
                  <a:pt x="48" y="20"/>
                </a:cubicBezTo>
                <a:cubicBezTo>
                  <a:pt x="12" y="20"/>
                  <a:pt x="12" y="20"/>
                  <a:pt x="12" y="20"/>
                </a:cubicBezTo>
                <a:cubicBezTo>
                  <a:pt x="5" y="20"/>
                  <a:pt x="0" y="25"/>
                  <a:pt x="0" y="32"/>
                </a:cubicBezTo>
                <a:cubicBezTo>
                  <a:pt x="0" y="180"/>
                  <a:pt x="0" y="180"/>
                  <a:pt x="0" y="180"/>
                </a:cubicBezTo>
                <a:cubicBezTo>
                  <a:pt x="0" y="187"/>
                  <a:pt x="5" y="192"/>
                  <a:pt x="12" y="192"/>
                </a:cubicBezTo>
                <a:cubicBezTo>
                  <a:pt x="184" y="192"/>
                  <a:pt x="184" y="192"/>
                  <a:pt x="184" y="192"/>
                </a:cubicBezTo>
                <a:cubicBezTo>
                  <a:pt x="191" y="192"/>
                  <a:pt x="196" y="187"/>
                  <a:pt x="196" y="180"/>
                </a:cubicBezTo>
                <a:cubicBezTo>
                  <a:pt x="196" y="32"/>
                  <a:pt x="196" y="32"/>
                  <a:pt x="196" y="32"/>
                </a:cubicBezTo>
                <a:cubicBezTo>
                  <a:pt x="196" y="25"/>
                  <a:pt x="191" y="20"/>
                  <a:pt x="184" y="20"/>
                </a:cubicBezTo>
                <a:close/>
                <a:moveTo>
                  <a:pt x="188" y="180"/>
                </a:moveTo>
                <a:cubicBezTo>
                  <a:pt x="188" y="182"/>
                  <a:pt x="186" y="184"/>
                  <a:pt x="184" y="184"/>
                </a:cubicBezTo>
                <a:cubicBezTo>
                  <a:pt x="12" y="184"/>
                  <a:pt x="12" y="184"/>
                  <a:pt x="12" y="184"/>
                </a:cubicBezTo>
                <a:cubicBezTo>
                  <a:pt x="10" y="184"/>
                  <a:pt x="8" y="182"/>
                  <a:pt x="8" y="180"/>
                </a:cubicBezTo>
                <a:cubicBezTo>
                  <a:pt x="8" y="32"/>
                  <a:pt x="8" y="32"/>
                  <a:pt x="8" y="32"/>
                </a:cubicBezTo>
                <a:cubicBezTo>
                  <a:pt x="8" y="30"/>
                  <a:pt x="10" y="28"/>
                  <a:pt x="12" y="28"/>
                </a:cubicBezTo>
                <a:cubicBezTo>
                  <a:pt x="48" y="28"/>
                  <a:pt x="48" y="28"/>
                  <a:pt x="48" y="28"/>
                </a:cubicBezTo>
                <a:cubicBezTo>
                  <a:pt x="48" y="40"/>
                  <a:pt x="48" y="40"/>
                  <a:pt x="48" y="40"/>
                </a:cubicBezTo>
                <a:cubicBezTo>
                  <a:pt x="48" y="42"/>
                  <a:pt x="50" y="44"/>
                  <a:pt x="52" y="44"/>
                </a:cubicBezTo>
                <a:cubicBezTo>
                  <a:pt x="54" y="44"/>
                  <a:pt x="56" y="42"/>
                  <a:pt x="56" y="40"/>
                </a:cubicBezTo>
                <a:cubicBezTo>
                  <a:pt x="56" y="28"/>
                  <a:pt x="56" y="28"/>
                  <a:pt x="56" y="28"/>
                </a:cubicBezTo>
                <a:cubicBezTo>
                  <a:pt x="92" y="28"/>
                  <a:pt x="92" y="28"/>
                  <a:pt x="92" y="28"/>
                </a:cubicBezTo>
                <a:cubicBezTo>
                  <a:pt x="92" y="40"/>
                  <a:pt x="92" y="40"/>
                  <a:pt x="92" y="40"/>
                </a:cubicBezTo>
                <a:cubicBezTo>
                  <a:pt x="92" y="42"/>
                  <a:pt x="94" y="44"/>
                  <a:pt x="96" y="44"/>
                </a:cubicBezTo>
                <a:cubicBezTo>
                  <a:pt x="98" y="44"/>
                  <a:pt x="100" y="42"/>
                  <a:pt x="100" y="40"/>
                </a:cubicBezTo>
                <a:cubicBezTo>
                  <a:pt x="100" y="28"/>
                  <a:pt x="100" y="28"/>
                  <a:pt x="100" y="28"/>
                </a:cubicBezTo>
                <a:cubicBezTo>
                  <a:pt x="136" y="28"/>
                  <a:pt x="136" y="28"/>
                  <a:pt x="136" y="28"/>
                </a:cubicBezTo>
                <a:cubicBezTo>
                  <a:pt x="136" y="40"/>
                  <a:pt x="136" y="40"/>
                  <a:pt x="136" y="40"/>
                </a:cubicBezTo>
                <a:cubicBezTo>
                  <a:pt x="136" y="42"/>
                  <a:pt x="138" y="44"/>
                  <a:pt x="140" y="44"/>
                </a:cubicBezTo>
                <a:cubicBezTo>
                  <a:pt x="142" y="44"/>
                  <a:pt x="144" y="42"/>
                  <a:pt x="144" y="40"/>
                </a:cubicBezTo>
                <a:cubicBezTo>
                  <a:pt x="144" y="28"/>
                  <a:pt x="144" y="28"/>
                  <a:pt x="144" y="28"/>
                </a:cubicBezTo>
                <a:cubicBezTo>
                  <a:pt x="184" y="28"/>
                  <a:pt x="184" y="28"/>
                  <a:pt x="184" y="28"/>
                </a:cubicBezTo>
                <a:cubicBezTo>
                  <a:pt x="186" y="28"/>
                  <a:pt x="188" y="30"/>
                  <a:pt x="188" y="32"/>
                </a:cubicBezTo>
                <a:lnTo>
                  <a:pt x="188" y="180"/>
                </a:lnTo>
                <a:close/>
                <a:moveTo>
                  <a:pt x="24" y="84"/>
                </a:moveTo>
                <a:cubicBezTo>
                  <a:pt x="48" y="84"/>
                  <a:pt x="48" y="84"/>
                  <a:pt x="48" y="84"/>
                </a:cubicBezTo>
                <a:cubicBezTo>
                  <a:pt x="48" y="60"/>
                  <a:pt x="48" y="60"/>
                  <a:pt x="48" y="60"/>
                </a:cubicBezTo>
                <a:cubicBezTo>
                  <a:pt x="24" y="60"/>
                  <a:pt x="24" y="60"/>
                  <a:pt x="24" y="60"/>
                </a:cubicBezTo>
                <a:lnTo>
                  <a:pt x="24" y="84"/>
                </a:lnTo>
                <a:close/>
                <a:moveTo>
                  <a:pt x="32" y="68"/>
                </a:moveTo>
                <a:cubicBezTo>
                  <a:pt x="40" y="68"/>
                  <a:pt x="40" y="68"/>
                  <a:pt x="40" y="68"/>
                </a:cubicBezTo>
                <a:cubicBezTo>
                  <a:pt x="40" y="76"/>
                  <a:pt x="40" y="76"/>
                  <a:pt x="40" y="76"/>
                </a:cubicBezTo>
                <a:cubicBezTo>
                  <a:pt x="32" y="76"/>
                  <a:pt x="32" y="76"/>
                  <a:pt x="32" y="76"/>
                </a:cubicBezTo>
                <a:lnTo>
                  <a:pt x="32" y="68"/>
                </a:lnTo>
                <a:close/>
                <a:moveTo>
                  <a:pt x="64" y="84"/>
                </a:moveTo>
                <a:cubicBezTo>
                  <a:pt x="88" y="84"/>
                  <a:pt x="88" y="84"/>
                  <a:pt x="88" y="84"/>
                </a:cubicBezTo>
                <a:cubicBezTo>
                  <a:pt x="88" y="60"/>
                  <a:pt x="88" y="60"/>
                  <a:pt x="88" y="60"/>
                </a:cubicBezTo>
                <a:cubicBezTo>
                  <a:pt x="64" y="60"/>
                  <a:pt x="64" y="60"/>
                  <a:pt x="64" y="60"/>
                </a:cubicBezTo>
                <a:lnTo>
                  <a:pt x="64" y="84"/>
                </a:lnTo>
                <a:close/>
                <a:moveTo>
                  <a:pt x="72" y="68"/>
                </a:moveTo>
                <a:cubicBezTo>
                  <a:pt x="80" y="68"/>
                  <a:pt x="80" y="68"/>
                  <a:pt x="80" y="68"/>
                </a:cubicBezTo>
                <a:cubicBezTo>
                  <a:pt x="80" y="76"/>
                  <a:pt x="80" y="76"/>
                  <a:pt x="80" y="76"/>
                </a:cubicBezTo>
                <a:cubicBezTo>
                  <a:pt x="72" y="76"/>
                  <a:pt x="72" y="76"/>
                  <a:pt x="72" y="76"/>
                </a:cubicBezTo>
                <a:lnTo>
                  <a:pt x="72" y="68"/>
                </a:lnTo>
                <a:close/>
                <a:moveTo>
                  <a:pt x="104" y="84"/>
                </a:moveTo>
                <a:cubicBezTo>
                  <a:pt x="128" y="84"/>
                  <a:pt x="128" y="84"/>
                  <a:pt x="128" y="84"/>
                </a:cubicBezTo>
                <a:cubicBezTo>
                  <a:pt x="128" y="60"/>
                  <a:pt x="128" y="60"/>
                  <a:pt x="128" y="60"/>
                </a:cubicBezTo>
                <a:cubicBezTo>
                  <a:pt x="104" y="60"/>
                  <a:pt x="104" y="60"/>
                  <a:pt x="104" y="60"/>
                </a:cubicBezTo>
                <a:lnTo>
                  <a:pt x="104" y="84"/>
                </a:lnTo>
                <a:close/>
                <a:moveTo>
                  <a:pt x="112" y="68"/>
                </a:moveTo>
                <a:cubicBezTo>
                  <a:pt x="120" y="68"/>
                  <a:pt x="120" y="68"/>
                  <a:pt x="120" y="68"/>
                </a:cubicBezTo>
                <a:cubicBezTo>
                  <a:pt x="120" y="76"/>
                  <a:pt x="120" y="76"/>
                  <a:pt x="120" y="76"/>
                </a:cubicBezTo>
                <a:cubicBezTo>
                  <a:pt x="112" y="76"/>
                  <a:pt x="112" y="76"/>
                  <a:pt x="112" y="76"/>
                </a:cubicBezTo>
                <a:lnTo>
                  <a:pt x="112" y="68"/>
                </a:lnTo>
                <a:close/>
                <a:moveTo>
                  <a:pt x="144" y="84"/>
                </a:moveTo>
                <a:cubicBezTo>
                  <a:pt x="168" y="84"/>
                  <a:pt x="168" y="84"/>
                  <a:pt x="168" y="84"/>
                </a:cubicBezTo>
                <a:cubicBezTo>
                  <a:pt x="168" y="60"/>
                  <a:pt x="168" y="60"/>
                  <a:pt x="168" y="60"/>
                </a:cubicBezTo>
                <a:cubicBezTo>
                  <a:pt x="144" y="60"/>
                  <a:pt x="144" y="60"/>
                  <a:pt x="144" y="60"/>
                </a:cubicBezTo>
                <a:lnTo>
                  <a:pt x="144" y="84"/>
                </a:lnTo>
                <a:close/>
                <a:moveTo>
                  <a:pt x="152" y="68"/>
                </a:moveTo>
                <a:cubicBezTo>
                  <a:pt x="160" y="68"/>
                  <a:pt x="160" y="68"/>
                  <a:pt x="160" y="68"/>
                </a:cubicBezTo>
                <a:cubicBezTo>
                  <a:pt x="160" y="76"/>
                  <a:pt x="160" y="76"/>
                  <a:pt x="160" y="76"/>
                </a:cubicBezTo>
                <a:cubicBezTo>
                  <a:pt x="152" y="76"/>
                  <a:pt x="152" y="76"/>
                  <a:pt x="152" y="76"/>
                </a:cubicBezTo>
                <a:lnTo>
                  <a:pt x="152" y="68"/>
                </a:lnTo>
                <a:close/>
                <a:moveTo>
                  <a:pt x="24" y="124"/>
                </a:moveTo>
                <a:cubicBezTo>
                  <a:pt x="48" y="124"/>
                  <a:pt x="48" y="124"/>
                  <a:pt x="48" y="124"/>
                </a:cubicBezTo>
                <a:cubicBezTo>
                  <a:pt x="48" y="100"/>
                  <a:pt x="48" y="100"/>
                  <a:pt x="48" y="100"/>
                </a:cubicBezTo>
                <a:cubicBezTo>
                  <a:pt x="24" y="100"/>
                  <a:pt x="24" y="100"/>
                  <a:pt x="24" y="100"/>
                </a:cubicBezTo>
                <a:lnTo>
                  <a:pt x="24" y="124"/>
                </a:lnTo>
                <a:close/>
                <a:moveTo>
                  <a:pt x="32" y="108"/>
                </a:moveTo>
                <a:cubicBezTo>
                  <a:pt x="40" y="108"/>
                  <a:pt x="40" y="108"/>
                  <a:pt x="40" y="108"/>
                </a:cubicBezTo>
                <a:cubicBezTo>
                  <a:pt x="40" y="116"/>
                  <a:pt x="40" y="116"/>
                  <a:pt x="40" y="116"/>
                </a:cubicBezTo>
                <a:cubicBezTo>
                  <a:pt x="32" y="116"/>
                  <a:pt x="32" y="116"/>
                  <a:pt x="32" y="116"/>
                </a:cubicBezTo>
                <a:lnTo>
                  <a:pt x="32" y="108"/>
                </a:lnTo>
                <a:close/>
                <a:moveTo>
                  <a:pt x="64" y="124"/>
                </a:moveTo>
                <a:cubicBezTo>
                  <a:pt x="88" y="124"/>
                  <a:pt x="88" y="124"/>
                  <a:pt x="88" y="124"/>
                </a:cubicBezTo>
                <a:cubicBezTo>
                  <a:pt x="88" y="100"/>
                  <a:pt x="88" y="100"/>
                  <a:pt x="88" y="100"/>
                </a:cubicBezTo>
                <a:cubicBezTo>
                  <a:pt x="64" y="100"/>
                  <a:pt x="64" y="100"/>
                  <a:pt x="64" y="100"/>
                </a:cubicBezTo>
                <a:lnTo>
                  <a:pt x="64" y="124"/>
                </a:lnTo>
                <a:close/>
                <a:moveTo>
                  <a:pt x="72" y="108"/>
                </a:moveTo>
                <a:cubicBezTo>
                  <a:pt x="80" y="108"/>
                  <a:pt x="80" y="108"/>
                  <a:pt x="80" y="108"/>
                </a:cubicBezTo>
                <a:cubicBezTo>
                  <a:pt x="80" y="116"/>
                  <a:pt x="80" y="116"/>
                  <a:pt x="80" y="116"/>
                </a:cubicBezTo>
                <a:cubicBezTo>
                  <a:pt x="72" y="116"/>
                  <a:pt x="72" y="116"/>
                  <a:pt x="72" y="116"/>
                </a:cubicBezTo>
                <a:lnTo>
                  <a:pt x="72" y="108"/>
                </a:lnTo>
                <a:close/>
                <a:moveTo>
                  <a:pt x="104" y="124"/>
                </a:moveTo>
                <a:cubicBezTo>
                  <a:pt x="128" y="124"/>
                  <a:pt x="128" y="124"/>
                  <a:pt x="128" y="124"/>
                </a:cubicBezTo>
                <a:cubicBezTo>
                  <a:pt x="128" y="100"/>
                  <a:pt x="128" y="100"/>
                  <a:pt x="128" y="100"/>
                </a:cubicBezTo>
                <a:cubicBezTo>
                  <a:pt x="104" y="100"/>
                  <a:pt x="104" y="100"/>
                  <a:pt x="104" y="100"/>
                </a:cubicBezTo>
                <a:lnTo>
                  <a:pt x="104" y="124"/>
                </a:lnTo>
                <a:close/>
                <a:moveTo>
                  <a:pt x="112" y="108"/>
                </a:moveTo>
                <a:cubicBezTo>
                  <a:pt x="120" y="108"/>
                  <a:pt x="120" y="108"/>
                  <a:pt x="120" y="108"/>
                </a:cubicBezTo>
                <a:cubicBezTo>
                  <a:pt x="120" y="116"/>
                  <a:pt x="120" y="116"/>
                  <a:pt x="120" y="116"/>
                </a:cubicBezTo>
                <a:cubicBezTo>
                  <a:pt x="112" y="116"/>
                  <a:pt x="112" y="116"/>
                  <a:pt x="112" y="116"/>
                </a:cubicBezTo>
                <a:lnTo>
                  <a:pt x="112" y="108"/>
                </a:lnTo>
                <a:close/>
                <a:moveTo>
                  <a:pt x="144" y="124"/>
                </a:moveTo>
                <a:cubicBezTo>
                  <a:pt x="168" y="124"/>
                  <a:pt x="168" y="124"/>
                  <a:pt x="168" y="124"/>
                </a:cubicBezTo>
                <a:cubicBezTo>
                  <a:pt x="168" y="100"/>
                  <a:pt x="168" y="100"/>
                  <a:pt x="168" y="100"/>
                </a:cubicBezTo>
                <a:cubicBezTo>
                  <a:pt x="144" y="100"/>
                  <a:pt x="144" y="100"/>
                  <a:pt x="144" y="100"/>
                </a:cubicBezTo>
                <a:lnTo>
                  <a:pt x="144" y="124"/>
                </a:lnTo>
                <a:close/>
                <a:moveTo>
                  <a:pt x="152" y="108"/>
                </a:moveTo>
                <a:cubicBezTo>
                  <a:pt x="160" y="108"/>
                  <a:pt x="160" y="108"/>
                  <a:pt x="160" y="108"/>
                </a:cubicBezTo>
                <a:cubicBezTo>
                  <a:pt x="160" y="116"/>
                  <a:pt x="160" y="116"/>
                  <a:pt x="160" y="116"/>
                </a:cubicBezTo>
                <a:cubicBezTo>
                  <a:pt x="152" y="116"/>
                  <a:pt x="152" y="116"/>
                  <a:pt x="152" y="116"/>
                </a:cubicBezTo>
                <a:lnTo>
                  <a:pt x="152" y="108"/>
                </a:lnTo>
                <a:close/>
                <a:moveTo>
                  <a:pt x="24" y="164"/>
                </a:moveTo>
                <a:cubicBezTo>
                  <a:pt x="48" y="164"/>
                  <a:pt x="48" y="164"/>
                  <a:pt x="48" y="164"/>
                </a:cubicBezTo>
                <a:cubicBezTo>
                  <a:pt x="48" y="140"/>
                  <a:pt x="48" y="140"/>
                  <a:pt x="48" y="140"/>
                </a:cubicBezTo>
                <a:cubicBezTo>
                  <a:pt x="24" y="140"/>
                  <a:pt x="24" y="140"/>
                  <a:pt x="24" y="140"/>
                </a:cubicBezTo>
                <a:lnTo>
                  <a:pt x="24" y="164"/>
                </a:lnTo>
                <a:close/>
                <a:moveTo>
                  <a:pt x="32" y="148"/>
                </a:moveTo>
                <a:cubicBezTo>
                  <a:pt x="40" y="148"/>
                  <a:pt x="40" y="148"/>
                  <a:pt x="40" y="148"/>
                </a:cubicBezTo>
                <a:cubicBezTo>
                  <a:pt x="40" y="156"/>
                  <a:pt x="40" y="156"/>
                  <a:pt x="40" y="156"/>
                </a:cubicBezTo>
                <a:cubicBezTo>
                  <a:pt x="32" y="156"/>
                  <a:pt x="32" y="156"/>
                  <a:pt x="32" y="156"/>
                </a:cubicBezTo>
                <a:lnTo>
                  <a:pt x="32" y="148"/>
                </a:lnTo>
                <a:close/>
                <a:moveTo>
                  <a:pt x="64" y="164"/>
                </a:moveTo>
                <a:cubicBezTo>
                  <a:pt x="88" y="164"/>
                  <a:pt x="88" y="164"/>
                  <a:pt x="88" y="164"/>
                </a:cubicBezTo>
                <a:cubicBezTo>
                  <a:pt x="88" y="140"/>
                  <a:pt x="88" y="140"/>
                  <a:pt x="88" y="140"/>
                </a:cubicBezTo>
                <a:cubicBezTo>
                  <a:pt x="64" y="140"/>
                  <a:pt x="64" y="140"/>
                  <a:pt x="64" y="140"/>
                </a:cubicBezTo>
                <a:lnTo>
                  <a:pt x="64" y="164"/>
                </a:lnTo>
                <a:close/>
                <a:moveTo>
                  <a:pt x="72" y="148"/>
                </a:moveTo>
                <a:cubicBezTo>
                  <a:pt x="80" y="148"/>
                  <a:pt x="80" y="148"/>
                  <a:pt x="80" y="148"/>
                </a:cubicBezTo>
                <a:cubicBezTo>
                  <a:pt x="80" y="156"/>
                  <a:pt x="80" y="156"/>
                  <a:pt x="80" y="156"/>
                </a:cubicBezTo>
                <a:cubicBezTo>
                  <a:pt x="72" y="156"/>
                  <a:pt x="72" y="156"/>
                  <a:pt x="72" y="156"/>
                </a:cubicBezTo>
                <a:lnTo>
                  <a:pt x="72" y="148"/>
                </a:lnTo>
                <a:close/>
                <a:moveTo>
                  <a:pt x="104" y="164"/>
                </a:moveTo>
                <a:cubicBezTo>
                  <a:pt x="128" y="164"/>
                  <a:pt x="128" y="164"/>
                  <a:pt x="128" y="164"/>
                </a:cubicBezTo>
                <a:cubicBezTo>
                  <a:pt x="128" y="140"/>
                  <a:pt x="128" y="140"/>
                  <a:pt x="128" y="140"/>
                </a:cubicBezTo>
                <a:cubicBezTo>
                  <a:pt x="104" y="140"/>
                  <a:pt x="104" y="140"/>
                  <a:pt x="104" y="140"/>
                </a:cubicBezTo>
                <a:lnTo>
                  <a:pt x="104" y="164"/>
                </a:lnTo>
                <a:close/>
                <a:moveTo>
                  <a:pt x="112" y="148"/>
                </a:moveTo>
                <a:cubicBezTo>
                  <a:pt x="120" y="148"/>
                  <a:pt x="120" y="148"/>
                  <a:pt x="120" y="148"/>
                </a:cubicBezTo>
                <a:cubicBezTo>
                  <a:pt x="120" y="156"/>
                  <a:pt x="120" y="156"/>
                  <a:pt x="120" y="156"/>
                </a:cubicBezTo>
                <a:cubicBezTo>
                  <a:pt x="112" y="156"/>
                  <a:pt x="112" y="156"/>
                  <a:pt x="112" y="156"/>
                </a:cubicBezTo>
                <a:lnTo>
                  <a:pt x="112" y="148"/>
                </a:lnTo>
                <a:close/>
                <a:moveTo>
                  <a:pt x="144" y="164"/>
                </a:moveTo>
                <a:cubicBezTo>
                  <a:pt x="168" y="164"/>
                  <a:pt x="168" y="164"/>
                  <a:pt x="168" y="164"/>
                </a:cubicBezTo>
                <a:cubicBezTo>
                  <a:pt x="168" y="140"/>
                  <a:pt x="168" y="140"/>
                  <a:pt x="168" y="140"/>
                </a:cubicBezTo>
                <a:cubicBezTo>
                  <a:pt x="144" y="140"/>
                  <a:pt x="144" y="140"/>
                  <a:pt x="144" y="140"/>
                </a:cubicBezTo>
                <a:lnTo>
                  <a:pt x="144" y="164"/>
                </a:lnTo>
                <a:close/>
                <a:moveTo>
                  <a:pt x="152" y="148"/>
                </a:moveTo>
                <a:cubicBezTo>
                  <a:pt x="160" y="148"/>
                  <a:pt x="160" y="148"/>
                  <a:pt x="160" y="148"/>
                </a:cubicBezTo>
                <a:cubicBezTo>
                  <a:pt x="160" y="156"/>
                  <a:pt x="160" y="156"/>
                  <a:pt x="160" y="156"/>
                </a:cubicBezTo>
                <a:cubicBezTo>
                  <a:pt x="152" y="156"/>
                  <a:pt x="152" y="156"/>
                  <a:pt x="152" y="156"/>
                </a:cubicBezTo>
                <a:lnTo>
                  <a:pt x="152" y="148"/>
                </a:lnTo>
                <a:close/>
              </a:path>
            </a:pathLst>
          </a:custGeom>
          <a:solidFill>
            <a:srgbClr val="FFC000"/>
          </a:solidFill>
          <a:ln>
            <a:noFill/>
          </a:ln>
        </p:spPr>
        <p:txBody>
          <a:bodyPr vert="horz" wrap="square" lIns="91407" tIns="45704" rIns="91407" bIns="45704" numCol="1" anchor="t" anchorCtr="0" compatLnSpc="1">
            <a:scene3d>
              <a:camera prst="orthographicFront"/>
              <a:lightRig rig="threePt" dir="t"/>
            </a:scene3d>
          </a:bodyPr>
          <a:lstStyle/>
          <a:p>
            <a:endParaRPr lang="en-US" sz="1350">
              <a:solidFill>
                <a:schemeClr val="accent1"/>
              </a:solidFill>
              <a:effectLst>
                <a:outerShdw blurRad="38100" dist="25400" dir="5400000" algn="ctr" rotWithShape="0">
                  <a:srgbClr val="6E747A">
                    <a:alpha val="43000"/>
                  </a:srgbClr>
                </a:outerShdw>
              </a:effectLst>
            </a:endParaRPr>
          </a:p>
        </p:txBody>
      </p:sp>
      <p:sp>
        <p:nvSpPr>
          <p:cNvPr id="8" name="标题 7"/>
          <p:cNvSpPr>
            <a:spLocks noGrp="1"/>
          </p:cNvSpPr>
          <p:nvPr>
            <p:ph type="title"/>
          </p:nvPr>
        </p:nvSpPr>
        <p:spPr>
          <a:xfrm>
            <a:off x="180000" y="360663"/>
            <a:ext cx="11833200" cy="700405"/>
          </a:xfrm>
        </p:spPr>
        <p:txBody>
          <a:bodyPr/>
          <a:lstStyle/>
          <a:p>
            <a:r>
              <a:rPr lang="zh-CN" altLang="zh-CN" dirty="0">
                <a:solidFill>
                  <a:schemeClr val="accent2"/>
                </a:solidFill>
                <a:sym typeface="+mn-ea"/>
              </a:rPr>
              <a:t>数据与数据结构</a:t>
            </a:r>
            <a:endParaRPr lang="zh-CN" altLang="zh-CN" dirty="0">
              <a:solidFill>
                <a:schemeClr val="accent2"/>
              </a:solidFill>
              <a:sym typeface="+mn-ea"/>
            </a:endParaRPr>
          </a:p>
        </p:txBody>
      </p:sp>
      <p:grpSp>
        <p:nvGrpSpPr>
          <p:cNvPr id="11" name="Group 55"/>
          <p:cNvGrpSpPr/>
          <p:nvPr/>
        </p:nvGrpSpPr>
        <p:grpSpPr>
          <a:xfrm rot="16200000" flipH="1">
            <a:off x="3328035" y="-465455"/>
            <a:ext cx="302895" cy="4800600"/>
            <a:chOff x="6007804" y="4266641"/>
            <a:chExt cx="403952" cy="2588666"/>
          </a:xfrm>
        </p:grpSpPr>
        <p:sp>
          <p:nvSpPr>
            <p:cNvPr id="121" name="Freeform: Shape 56"/>
            <p:cNvSpPr/>
            <p:nvPr/>
          </p:nvSpPr>
          <p:spPr bwMode="auto">
            <a:xfrm>
              <a:off x="6018576" y="4273373"/>
              <a:ext cx="300945" cy="490130"/>
            </a:xfrm>
            <a:custGeom>
              <a:avLst/>
              <a:gdLst>
                <a:gd name="T0" fmla="*/ 447 w 447"/>
                <a:gd name="T1" fmla="*/ 657 h 728"/>
                <a:gd name="T2" fmla="*/ 242 w 447"/>
                <a:gd name="T3" fmla="*/ 0 h 728"/>
                <a:gd name="T4" fmla="*/ 197 w 447"/>
                <a:gd name="T5" fmla="*/ 0 h 728"/>
                <a:gd name="T6" fmla="*/ 0 w 447"/>
                <a:gd name="T7" fmla="*/ 681 h 728"/>
                <a:gd name="T8" fmla="*/ 12 w 447"/>
                <a:gd name="T9" fmla="*/ 728 h 728"/>
                <a:gd name="T10" fmla="*/ 424 w 447"/>
                <a:gd name="T11" fmla="*/ 726 h 728"/>
                <a:gd name="T12" fmla="*/ 447 w 447"/>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7"/>
                  </a:moveTo>
                  <a:lnTo>
                    <a:pt x="242" y="0"/>
                  </a:lnTo>
                  <a:lnTo>
                    <a:pt x="197" y="0"/>
                  </a:lnTo>
                  <a:lnTo>
                    <a:pt x="0" y="681"/>
                  </a:lnTo>
                  <a:lnTo>
                    <a:pt x="12" y="728"/>
                  </a:lnTo>
                  <a:lnTo>
                    <a:pt x="424" y="726"/>
                  </a:lnTo>
                  <a:lnTo>
                    <a:pt x="447"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Freeform: Shape 57"/>
            <p:cNvSpPr/>
            <p:nvPr/>
          </p:nvSpPr>
          <p:spPr bwMode="auto">
            <a:xfrm>
              <a:off x="6018576" y="4273373"/>
              <a:ext cx="300945" cy="490130"/>
            </a:xfrm>
            <a:custGeom>
              <a:avLst/>
              <a:gdLst>
                <a:gd name="T0" fmla="*/ 447 w 447"/>
                <a:gd name="T1" fmla="*/ 657 h 728"/>
                <a:gd name="T2" fmla="*/ 242 w 447"/>
                <a:gd name="T3" fmla="*/ 0 h 728"/>
                <a:gd name="T4" fmla="*/ 197 w 447"/>
                <a:gd name="T5" fmla="*/ 0 h 728"/>
                <a:gd name="T6" fmla="*/ 0 w 447"/>
                <a:gd name="T7" fmla="*/ 681 h 728"/>
                <a:gd name="T8" fmla="*/ 12 w 447"/>
                <a:gd name="T9" fmla="*/ 728 h 728"/>
                <a:gd name="T10" fmla="*/ 424 w 447"/>
                <a:gd name="T11" fmla="*/ 726 h 728"/>
                <a:gd name="T12" fmla="*/ 447 w 447"/>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7"/>
                  </a:moveTo>
                  <a:lnTo>
                    <a:pt x="242" y="0"/>
                  </a:lnTo>
                  <a:lnTo>
                    <a:pt x="197" y="0"/>
                  </a:lnTo>
                  <a:lnTo>
                    <a:pt x="0" y="681"/>
                  </a:lnTo>
                  <a:lnTo>
                    <a:pt x="12" y="728"/>
                  </a:lnTo>
                  <a:lnTo>
                    <a:pt x="424" y="726"/>
                  </a:lnTo>
                  <a:lnTo>
                    <a:pt x="447"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Freeform: Shape 58"/>
            <p:cNvSpPr/>
            <p:nvPr/>
          </p:nvSpPr>
          <p:spPr bwMode="auto">
            <a:xfrm>
              <a:off x="6104752" y="4694831"/>
              <a:ext cx="125899" cy="2160476"/>
            </a:xfrm>
            <a:custGeom>
              <a:avLst/>
              <a:gdLst>
                <a:gd name="T0" fmla="*/ 79 w 79"/>
                <a:gd name="T1" fmla="*/ 1357 h 1357"/>
                <a:gd name="T2" fmla="*/ 0 w 79"/>
                <a:gd name="T3" fmla="*/ 1357 h 1357"/>
                <a:gd name="T4" fmla="*/ 0 w 79"/>
                <a:gd name="T5" fmla="*/ 32 h 1357"/>
                <a:gd name="T6" fmla="*/ 39 w 79"/>
                <a:gd name="T7" fmla="*/ 1 h 1357"/>
                <a:gd name="T8" fmla="*/ 79 w 79"/>
                <a:gd name="T9" fmla="*/ 32 h 1357"/>
                <a:gd name="T10" fmla="*/ 79 w 79"/>
                <a:gd name="T11" fmla="*/ 1357 h 1357"/>
              </a:gdLst>
              <a:ahLst/>
              <a:cxnLst>
                <a:cxn ang="0">
                  <a:pos x="T0" y="T1"/>
                </a:cxn>
                <a:cxn ang="0">
                  <a:pos x="T2" y="T3"/>
                </a:cxn>
                <a:cxn ang="0">
                  <a:pos x="T4" y="T5"/>
                </a:cxn>
                <a:cxn ang="0">
                  <a:pos x="T6" y="T7"/>
                </a:cxn>
                <a:cxn ang="0">
                  <a:pos x="T8" y="T9"/>
                </a:cxn>
                <a:cxn ang="0">
                  <a:pos x="T10" y="T11"/>
                </a:cxn>
              </a:cxnLst>
              <a:rect l="0" t="0" r="r" b="b"/>
              <a:pathLst>
                <a:path w="79" h="1357">
                  <a:moveTo>
                    <a:pt x="79" y="1357"/>
                  </a:moveTo>
                  <a:cubicBezTo>
                    <a:pt x="0" y="1357"/>
                    <a:pt x="0" y="1357"/>
                    <a:pt x="0" y="1357"/>
                  </a:cubicBezTo>
                  <a:cubicBezTo>
                    <a:pt x="0" y="32"/>
                    <a:pt x="0" y="32"/>
                    <a:pt x="0" y="32"/>
                  </a:cubicBezTo>
                  <a:cubicBezTo>
                    <a:pt x="0" y="32"/>
                    <a:pt x="5" y="1"/>
                    <a:pt x="39" y="1"/>
                  </a:cubicBezTo>
                  <a:cubicBezTo>
                    <a:pt x="73" y="0"/>
                    <a:pt x="79" y="32"/>
                    <a:pt x="79" y="32"/>
                  </a:cubicBezTo>
                  <a:cubicBezTo>
                    <a:pt x="79" y="1357"/>
                    <a:pt x="79" y="1357"/>
                    <a:pt x="79" y="1357"/>
                  </a:cubicBezTo>
                </a:path>
              </a:pathLst>
            </a:custGeom>
            <a:solidFill>
              <a:schemeClr val="accent3">
                <a:lumMod val="60000"/>
                <a:lumOff val="40000"/>
              </a:schemeClr>
            </a:solidFill>
            <a:ln>
              <a:noFill/>
            </a:ln>
          </p:spPr>
          <p:txBody>
            <a:bodyPr anchor="ctr"/>
            <a:lstStyle/>
            <a:p>
              <a:pPr algn="ctr"/>
            </a:p>
          </p:txBody>
        </p:sp>
        <p:sp>
          <p:nvSpPr>
            <p:cNvPr id="124" name="Freeform: Shape 59"/>
            <p:cNvSpPr/>
            <p:nvPr/>
          </p:nvSpPr>
          <p:spPr bwMode="auto">
            <a:xfrm>
              <a:off x="6228631" y="4692138"/>
              <a:ext cx="100315" cy="2161149"/>
            </a:xfrm>
            <a:custGeom>
              <a:avLst/>
              <a:gdLst>
                <a:gd name="T0" fmla="*/ 63 w 63"/>
                <a:gd name="T1" fmla="*/ 1358 h 1358"/>
                <a:gd name="T2" fmla="*/ 0 w 63"/>
                <a:gd name="T3" fmla="*/ 1358 h 1358"/>
                <a:gd name="T4" fmla="*/ 0 w 63"/>
                <a:gd name="T5" fmla="*/ 32 h 1358"/>
                <a:gd name="T6" fmla="*/ 30 w 63"/>
                <a:gd name="T7" fmla="*/ 0 h 1358"/>
                <a:gd name="T8" fmla="*/ 63 w 63"/>
                <a:gd name="T9" fmla="*/ 32 h 1358"/>
                <a:gd name="T10" fmla="*/ 63 w 63"/>
                <a:gd name="T11" fmla="*/ 1358 h 1358"/>
              </a:gdLst>
              <a:ahLst/>
              <a:cxnLst>
                <a:cxn ang="0">
                  <a:pos x="T0" y="T1"/>
                </a:cxn>
                <a:cxn ang="0">
                  <a:pos x="T2" y="T3"/>
                </a:cxn>
                <a:cxn ang="0">
                  <a:pos x="T4" y="T5"/>
                </a:cxn>
                <a:cxn ang="0">
                  <a:pos x="T6" y="T7"/>
                </a:cxn>
                <a:cxn ang="0">
                  <a:pos x="T8" y="T9"/>
                </a:cxn>
                <a:cxn ang="0">
                  <a:pos x="T10" y="T11"/>
                </a:cxn>
              </a:cxnLst>
              <a:rect l="0" t="0" r="r" b="b"/>
              <a:pathLst>
                <a:path w="63" h="1358">
                  <a:moveTo>
                    <a:pt x="63" y="1358"/>
                  </a:moveTo>
                  <a:cubicBezTo>
                    <a:pt x="0" y="1358"/>
                    <a:pt x="0" y="1358"/>
                    <a:pt x="0" y="1358"/>
                  </a:cubicBezTo>
                  <a:cubicBezTo>
                    <a:pt x="0" y="32"/>
                    <a:pt x="0" y="32"/>
                    <a:pt x="0" y="32"/>
                  </a:cubicBezTo>
                  <a:cubicBezTo>
                    <a:pt x="0" y="32"/>
                    <a:pt x="4" y="1"/>
                    <a:pt x="30" y="0"/>
                  </a:cubicBezTo>
                  <a:cubicBezTo>
                    <a:pt x="57" y="0"/>
                    <a:pt x="63" y="32"/>
                    <a:pt x="63" y="32"/>
                  </a:cubicBezTo>
                  <a:cubicBezTo>
                    <a:pt x="63" y="1358"/>
                    <a:pt x="63" y="1358"/>
                    <a:pt x="63" y="1358"/>
                  </a:cubicBezTo>
                </a:path>
              </a:pathLst>
            </a:custGeom>
            <a:solidFill>
              <a:srgbClr val="FFB14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Freeform: Shape 60"/>
            <p:cNvSpPr/>
            <p:nvPr/>
          </p:nvSpPr>
          <p:spPr bwMode="auto">
            <a:xfrm>
              <a:off x="6007804" y="4692138"/>
              <a:ext cx="100315" cy="2161149"/>
            </a:xfrm>
            <a:custGeom>
              <a:avLst/>
              <a:gdLst>
                <a:gd name="T0" fmla="*/ 63 w 63"/>
                <a:gd name="T1" fmla="*/ 1358 h 1358"/>
                <a:gd name="T2" fmla="*/ 0 w 63"/>
                <a:gd name="T3" fmla="*/ 1358 h 1358"/>
                <a:gd name="T4" fmla="*/ 0 w 63"/>
                <a:gd name="T5" fmla="*/ 32 h 1358"/>
                <a:gd name="T6" fmla="*/ 31 w 63"/>
                <a:gd name="T7" fmla="*/ 0 h 1358"/>
                <a:gd name="T8" fmla="*/ 63 w 63"/>
                <a:gd name="T9" fmla="*/ 32 h 1358"/>
                <a:gd name="T10" fmla="*/ 63 w 63"/>
                <a:gd name="T11" fmla="*/ 1358 h 1358"/>
              </a:gdLst>
              <a:ahLst/>
              <a:cxnLst>
                <a:cxn ang="0">
                  <a:pos x="T0" y="T1"/>
                </a:cxn>
                <a:cxn ang="0">
                  <a:pos x="T2" y="T3"/>
                </a:cxn>
                <a:cxn ang="0">
                  <a:pos x="T4" y="T5"/>
                </a:cxn>
                <a:cxn ang="0">
                  <a:pos x="T6" y="T7"/>
                </a:cxn>
                <a:cxn ang="0">
                  <a:pos x="T8" y="T9"/>
                </a:cxn>
                <a:cxn ang="0">
                  <a:pos x="T10" y="T11"/>
                </a:cxn>
              </a:cxnLst>
              <a:rect l="0" t="0" r="r" b="b"/>
              <a:pathLst>
                <a:path w="63" h="1358">
                  <a:moveTo>
                    <a:pt x="63" y="1358"/>
                  </a:moveTo>
                  <a:cubicBezTo>
                    <a:pt x="0" y="1358"/>
                    <a:pt x="0" y="1358"/>
                    <a:pt x="0" y="1358"/>
                  </a:cubicBezTo>
                  <a:cubicBezTo>
                    <a:pt x="0" y="32"/>
                    <a:pt x="0" y="32"/>
                    <a:pt x="0" y="32"/>
                  </a:cubicBezTo>
                  <a:cubicBezTo>
                    <a:pt x="0" y="32"/>
                    <a:pt x="4" y="1"/>
                    <a:pt x="31" y="0"/>
                  </a:cubicBezTo>
                  <a:cubicBezTo>
                    <a:pt x="58" y="0"/>
                    <a:pt x="63" y="32"/>
                    <a:pt x="63" y="32"/>
                  </a:cubicBezTo>
                  <a:lnTo>
                    <a:pt x="63" y="1358"/>
                  </a:lnTo>
                  <a:close/>
                </a:path>
              </a:pathLst>
            </a:custGeom>
            <a:solidFill>
              <a:schemeClr val="accent3">
                <a:lumMod val="60000"/>
                <a:lumOff val="40000"/>
              </a:schemeClr>
            </a:solidFill>
            <a:ln>
              <a:noFill/>
            </a:ln>
          </p:spPr>
          <p:txBody>
            <a:bodyPr anchor="ctr"/>
            <a:lstStyle/>
            <a:p>
              <a:pPr algn="ctr"/>
            </a:p>
          </p:txBody>
        </p:sp>
        <p:sp>
          <p:nvSpPr>
            <p:cNvPr id="126" name="Freeform: Shape 61"/>
            <p:cNvSpPr/>
            <p:nvPr/>
          </p:nvSpPr>
          <p:spPr bwMode="auto">
            <a:xfrm>
              <a:off x="6104752" y="4268661"/>
              <a:ext cx="129265" cy="185818"/>
            </a:xfrm>
            <a:custGeom>
              <a:avLst/>
              <a:gdLst>
                <a:gd name="T0" fmla="*/ 0 w 81"/>
                <a:gd name="T1" fmla="*/ 107 h 117"/>
                <a:gd name="T2" fmla="*/ 81 w 81"/>
                <a:gd name="T3" fmla="*/ 109 h 117"/>
                <a:gd name="T4" fmla="*/ 48 w 81"/>
                <a:gd name="T5" fmla="*/ 0 h 117"/>
                <a:gd name="T6" fmla="*/ 28 w 81"/>
                <a:gd name="T7" fmla="*/ 0 h 117"/>
                <a:gd name="T8" fmla="*/ 0 w 81"/>
                <a:gd name="T9" fmla="*/ 107 h 117"/>
              </a:gdLst>
              <a:ahLst/>
              <a:cxnLst>
                <a:cxn ang="0">
                  <a:pos x="T0" y="T1"/>
                </a:cxn>
                <a:cxn ang="0">
                  <a:pos x="T2" y="T3"/>
                </a:cxn>
                <a:cxn ang="0">
                  <a:pos x="T4" y="T5"/>
                </a:cxn>
                <a:cxn ang="0">
                  <a:pos x="T6" y="T7"/>
                </a:cxn>
                <a:cxn ang="0">
                  <a:pos x="T8" y="T9"/>
                </a:cxn>
              </a:cxnLst>
              <a:rect l="0" t="0" r="r" b="b"/>
              <a:pathLst>
                <a:path w="81" h="117">
                  <a:moveTo>
                    <a:pt x="0" y="107"/>
                  </a:moveTo>
                  <a:cubicBezTo>
                    <a:pt x="0" y="107"/>
                    <a:pt x="39" y="117"/>
                    <a:pt x="81" y="109"/>
                  </a:cubicBezTo>
                  <a:cubicBezTo>
                    <a:pt x="48" y="0"/>
                    <a:pt x="48" y="0"/>
                    <a:pt x="48" y="0"/>
                  </a:cubicBezTo>
                  <a:cubicBezTo>
                    <a:pt x="28" y="0"/>
                    <a:pt x="28" y="0"/>
                    <a:pt x="28" y="0"/>
                  </a:cubicBezTo>
                  <a:cubicBezTo>
                    <a:pt x="0" y="107"/>
                    <a:pt x="0" y="107"/>
                    <a:pt x="0" y="107"/>
                  </a:cubicBezTo>
                </a:path>
              </a:pathLst>
            </a:custGeom>
            <a:solidFill>
              <a:schemeClr val="accent3">
                <a:lumMod val="60000"/>
                <a:lumOff val="40000"/>
              </a:schemeClr>
            </a:solidFill>
            <a:ln>
              <a:noFill/>
            </a:ln>
          </p:spPr>
          <p:txBody>
            <a:bodyPr anchor="ctr"/>
            <a:lstStyle/>
            <a:p>
              <a:pPr algn="ctr"/>
            </a:p>
          </p:txBody>
        </p:sp>
        <p:sp>
          <p:nvSpPr>
            <p:cNvPr id="127" name="Freeform: Shape 62"/>
            <p:cNvSpPr/>
            <p:nvPr/>
          </p:nvSpPr>
          <p:spPr bwMode="auto">
            <a:xfrm>
              <a:off x="6173424" y="4266641"/>
              <a:ext cx="238332" cy="2588666"/>
            </a:xfrm>
            <a:custGeom>
              <a:avLst/>
              <a:gdLst>
                <a:gd name="T0" fmla="*/ 27 w 150"/>
                <a:gd name="T1" fmla="*/ 0 h 1626"/>
                <a:gd name="T2" fmla="*/ 0 w 150"/>
                <a:gd name="T3" fmla="*/ 1 h 1626"/>
                <a:gd name="T4" fmla="*/ 5 w 150"/>
                <a:gd name="T5" fmla="*/ 1 h 1626"/>
                <a:gd name="T6" fmla="*/ 38 w 150"/>
                <a:gd name="T7" fmla="*/ 110 h 1626"/>
                <a:gd name="T8" fmla="*/ 92 w 150"/>
                <a:gd name="T9" fmla="*/ 282 h 1626"/>
                <a:gd name="T10" fmla="*/ 92 w 150"/>
                <a:gd name="T11" fmla="*/ 284 h 1626"/>
                <a:gd name="T12" fmla="*/ 98 w 150"/>
                <a:gd name="T13" fmla="*/ 299 h 1626"/>
                <a:gd name="T14" fmla="*/ 98 w 150"/>
                <a:gd name="T15" fmla="*/ 1625 h 1626"/>
                <a:gd name="T16" fmla="*/ 36 w 150"/>
                <a:gd name="T17" fmla="*/ 1625 h 1626"/>
                <a:gd name="T18" fmla="*/ 36 w 150"/>
                <a:gd name="T19" fmla="*/ 1626 h 1626"/>
                <a:gd name="T20" fmla="*/ 150 w 150"/>
                <a:gd name="T21" fmla="*/ 1626 h 1626"/>
                <a:gd name="T22" fmla="*/ 135 w 150"/>
                <a:gd name="T23" fmla="*/ 290 h 1626"/>
                <a:gd name="T24" fmla="*/ 27 w 150"/>
                <a:gd name="T25" fmla="*/ 0 h 1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0" h="1626">
                  <a:moveTo>
                    <a:pt x="27" y="0"/>
                  </a:moveTo>
                  <a:cubicBezTo>
                    <a:pt x="0" y="1"/>
                    <a:pt x="0" y="1"/>
                    <a:pt x="0" y="1"/>
                  </a:cubicBezTo>
                  <a:cubicBezTo>
                    <a:pt x="5" y="1"/>
                    <a:pt x="5" y="1"/>
                    <a:pt x="5" y="1"/>
                  </a:cubicBezTo>
                  <a:cubicBezTo>
                    <a:pt x="38" y="110"/>
                    <a:pt x="38" y="110"/>
                    <a:pt x="38" y="110"/>
                  </a:cubicBezTo>
                  <a:cubicBezTo>
                    <a:pt x="92" y="282"/>
                    <a:pt x="92" y="282"/>
                    <a:pt x="92" y="282"/>
                  </a:cubicBezTo>
                  <a:cubicBezTo>
                    <a:pt x="92" y="284"/>
                    <a:pt x="92" y="284"/>
                    <a:pt x="92" y="284"/>
                  </a:cubicBezTo>
                  <a:cubicBezTo>
                    <a:pt x="96" y="291"/>
                    <a:pt x="98" y="299"/>
                    <a:pt x="98" y="299"/>
                  </a:cubicBezTo>
                  <a:cubicBezTo>
                    <a:pt x="98" y="1625"/>
                    <a:pt x="98" y="1625"/>
                    <a:pt x="98" y="1625"/>
                  </a:cubicBezTo>
                  <a:cubicBezTo>
                    <a:pt x="36" y="1625"/>
                    <a:pt x="36" y="1625"/>
                    <a:pt x="36" y="1625"/>
                  </a:cubicBezTo>
                  <a:cubicBezTo>
                    <a:pt x="36" y="1626"/>
                    <a:pt x="36" y="1626"/>
                    <a:pt x="36" y="1626"/>
                  </a:cubicBezTo>
                  <a:cubicBezTo>
                    <a:pt x="150" y="1626"/>
                    <a:pt x="150" y="1626"/>
                    <a:pt x="150" y="1626"/>
                  </a:cubicBezTo>
                  <a:cubicBezTo>
                    <a:pt x="135" y="290"/>
                    <a:pt x="135" y="290"/>
                    <a:pt x="135" y="290"/>
                  </a:cubicBezTo>
                  <a:cubicBezTo>
                    <a:pt x="27" y="0"/>
                    <a:pt x="27" y="0"/>
                    <a:pt x="27"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Freeform: Shape 63"/>
            <p:cNvSpPr/>
            <p:nvPr/>
          </p:nvSpPr>
          <p:spPr bwMode="auto">
            <a:xfrm>
              <a:off x="6161979" y="4441687"/>
              <a:ext cx="157542" cy="298252"/>
            </a:xfrm>
            <a:custGeom>
              <a:avLst/>
              <a:gdLst>
                <a:gd name="T0" fmla="*/ 45 w 99"/>
                <a:gd name="T1" fmla="*/ 0 h 187"/>
                <a:gd name="T2" fmla="*/ 45 w 99"/>
                <a:gd name="T3" fmla="*/ 0 h 187"/>
                <a:gd name="T4" fmla="*/ 11 w 99"/>
                <a:gd name="T5" fmla="*/ 3 h 187"/>
                <a:gd name="T6" fmla="*/ 0 w 99"/>
                <a:gd name="T7" fmla="*/ 3 h 187"/>
                <a:gd name="T8" fmla="*/ 0 w 99"/>
                <a:gd name="T9" fmla="*/ 160 h 187"/>
                <a:gd name="T10" fmla="*/ 3 w 99"/>
                <a:gd name="T11" fmla="*/ 160 h 187"/>
                <a:gd name="T12" fmla="*/ 4 w 99"/>
                <a:gd name="T13" fmla="*/ 160 h 187"/>
                <a:gd name="T14" fmla="*/ 42 w 99"/>
                <a:gd name="T15" fmla="*/ 187 h 187"/>
                <a:gd name="T16" fmla="*/ 72 w 99"/>
                <a:gd name="T17" fmla="*/ 157 h 187"/>
                <a:gd name="T18" fmla="*/ 73 w 99"/>
                <a:gd name="T19" fmla="*/ 157 h 187"/>
                <a:gd name="T20" fmla="*/ 99 w 99"/>
                <a:gd name="T21" fmla="*/ 174 h 187"/>
                <a:gd name="T22" fmla="*/ 99 w 99"/>
                <a:gd name="T23" fmla="*/ 172 h 187"/>
                <a:gd name="T24" fmla="*/ 45 w 99"/>
                <a:gd name="T25" fmla="*/ 0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9" h="187">
                  <a:moveTo>
                    <a:pt x="45" y="0"/>
                  </a:moveTo>
                  <a:cubicBezTo>
                    <a:pt x="45" y="0"/>
                    <a:pt x="45" y="0"/>
                    <a:pt x="45" y="0"/>
                  </a:cubicBezTo>
                  <a:cubicBezTo>
                    <a:pt x="33" y="2"/>
                    <a:pt x="21" y="3"/>
                    <a:pt x="11" y="3"/>
                  </a:cubicBezTo>
                  <a:cubicBezTo>
                    <a:pt x="7" y="3"/>
                    <a:pt x="3" y="3"/>
                    <a:pt x="0" y="3"/>
                  </a:cubicBezTo>
                  <a:cubicBezTo>
                    <a:pt x="0" y="160"/>
                    <a:pt x="0" y="160"/>
                    <a:pt x="0" y="160"/>
                  </a:cubicBezTo>
                  <a:cubicBezTo>
                    <a:pt x="1" y="160"/>
                    <a:pt x="2" y="160"/>
                    <a:pt x="3" y="160"/>
                  </a:cubicBezTo>
                  <a:cubicBezTo>
                    <a:pt x="3" y="160"/>
                    <a:pt x="4" y="160"/>
                    <a:pt x="4" y="160"/>
                  </a:cubicBezTo>
                  <a:cubicBezTo>
                    <a:pt x="29" y="160"/>
                    <a:pt x="39" y="178"/>
                    <a:pt x="42" y="187"/>
                  </a:cubicBezTo>
                  <a:cubicBezTo>
                    <a:pt x="44" y="179"/>
                    <a:pt x="50" y="158"/>
                    <a:pt x="72" y="157"/>
                  </a:cubicBezTo>
                  <a:cubicBezTo>
                    <a:pt x="73" y="157"/>
                    <a:pt x="73" y="157"/>
                    <a:pt x="73" y="157"/>
                  </a:cubicBezTo>
                  <a:cubicBezTo>
                    <a:pt x="87" y="157"/>
                    <a:pt x="94" y="166"/>
                    <a:pt x="99" y="174"/>
                  </a:cubicBezTo>
                  <a:cubicBezTo>
                    <a:pt x="99" y="172"/>
                    <a:pt x="99" y="172"/>
                    <a:pt x="99" y="172"/>
                  </a:cubicBezTo>
                  <a:cubicBezTo>
                    <a:pt x="45" y="0"/>
                    <a:pt x="45" y="0"/>
                    <a:pt x="45"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Freeform: Shape 64"/>
            <p:cNvSpPr/>
            <p:nvPr/>
          </p:nvSpPr>
          <p:spPr bwMode="auto">
            <a:xfrm>
              <a:off x="6161979" y="4696851"/>
              <a:ext cx="68672" cy="2158456"/>
            </a:xfrm>
            <a:custGeom>
              <a:avLst/>
              <a:gdLst>
                <a:gd name="T0" fmla="*/ 4 w 43"/>
                <a:gd name="T1" fmla="*/ 0 h 1356"/>
                <a:gd name="T2" fmla="*/ 3 w 43"/>
                <a:gd name="T3" fmla="*/ 0 h 1356"/>
                <a:gd name="T4" fmla="*/ 0 w 43"/>
                <a:gd name="T5" fmla="*/ 0 h 1356"/>
                <a:gd name="T6" fmla="*/ 0 w 43"/>
                <a:gd name="T7" fmla="*/ 1356 h 1356"/>
                <a:gd name="T8" fmla="*/ 43 w 43"/>
                <a:gd name="T9" fmla="*/ 1356 h 1356"/>
                <a:gd name="T10" fmla="*/ 43 w 43"/>
                <a:gd name="T11" fmla="*/ 1355 h 1356"/>
                <a:gd name="T12" fmla="*/ 42 w 43"/>
                <a:gd name="T13" fmla="*/ 1355 h 1356"/>
                <a:gd name="T14" fmla="*/ 42 w 43"/>
                <a:gd name="T15" fmla="*/ 29 h 1356"/>
                <a:gd name="T16" fmla="*/ 42 w 43"/>
                <a:gd name="T17" fmla="*/ 27 h 1356"/>
                <a:gd name="T18" fmla="*/ 4 w 43"/>
                <a:gd name="T19" fmla="*/ 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1356">
                  <a:moveTo>
                    <a:pt x="4" y="0"/>
                  </a:moveTo>
                  <a:cubicBezTo>
                    <a:pt x="4" y="0"/>
                    <a:pt x="3" y="0"/>
                    <a:pt x="3" y="0"/>
                  </a:cubicBezTo>
                  <a:cubicBezTo>
                    <a:pt x="2" y="0"/>
                    <a:pt x="1" y="0"/>
                    <a:pt x="0" y="0"/>
                  </a:cubicBezTo>
                  <a:cubicBezTo>
                    <a:pt x="0" y="1356"/>
                    <a:pt x="0" y="1356"/>
                    <a:pt x="0" y="1356"/>
                  </a:cubicBezTo>
                  <a:cubicBezTo>
                    <a:pt x="43" y="1356"/>
                    <a:pt x="43" y="1356"/>
                    <a:pt x="43" y="1356"/>
                  </a:cubicBezTo>
                  <a:cubicBezTo>
                    <a:pt x="43" y="1355"/>
                    <a:pt x="43" y="1355"/>
                    <a:pt x="43" y="1355"/>
                  </a:cubicBezTo>
                  <a:cubicBezTo>
                    <a:pt x="42" y="1355"/>
                    <a:pt x="42" y="1355"/>
                    <a:pt x="42" y="1355"/>
                  </a:cubicBezTo>
                  <a:cubicBezTo>
                    <a:pt x="42" y="29"/>
                    <a:pt x="42" y="29"/>
                    <a:pt x="42" y="29"/>
                  </a:cubicBezTo>
                  <a:cubicBezTo>
                    <a:pt x="42" y="29"/>
                    <a:pt x="42" y="28"/>
                    <a:pt x="42" y="27"/>
                  </a:cubicBezTo>
                  <a:cubicBezTo>
                    <a:pt x="39" y="18"/>
                    <a:pt x="29" y="0"/>
                    <a:pt x="4" y="0"/>
                  </a:cubicBezTo>
                </a:path>
              </a:pathLst>
            </a:custGeom>
            <a:solidFill>
              <a:schemeClr val="accent3"/>
            </a:solidFill>
            <a:ln>
              <a:noFill/>
            </a:ln>
          </p:spPr>
          <p:txBody>
            <a:bodyPr anchor="ctr"/>
            <a:lstStyle/>
            <a:p>
              <a:pPr algn="ctr"/>
            </a:p>
          </p:txBody>
        </p:sp>
        <p:sp>
          <p:nvSpPr>
            <p:cNvPr id="130" name="Freeform: Shape 65"/>
            <p:cNvSpPr/>
            <p:nvPr/>
          </p:nvSpPr>
          <p:spPr bwMode="auto">
            <a:xfrm>
              <a:off x="6228631" y="4692138"/>
              <a:ext cx="100315" cy="2161149"/>
            </a:xfrm>
            <a:custGeom>
              <a:avLst/>
              <a:gdLst>
                <a:gd name="T0" fmla="*/ 31 w 63"/>
                <a:gd name="T1" fmla="*/ 0 h 1358"/>
                <a:gd name="T2" fmla="*/ 30 w 63"/>
                <a:gd name="T3" fmla="*/ 0 h 1358"/>
                <a:gd name="T4" fmla="*/ 0 w 63"/>
                <a:gd name="T5" fmla="*/ 30 h 1358"/>
                <a:gd name="T6" fmla="*/ 0 w 63"/>
                <a:gd name="T7" fmla="*/ 32 h 1358"/>
                <a:gd name="T8" fmla="*/ 0 w 63"/>
                <a:gd name="T9" fmla="*/ 1358 h 1358"/>
                <a:gd name="T10" fmla="*/ 1 w 63"/>
                <a:gd name="T11" fmla="*/ 1358 h 1358"/>
                <a:gd name="T12" fmla="*/ 63 w 63"/>
                <a:gd name="T13" fmla="*/ 1358 h 1358"/>
                <a:gd name="T14" fmla="*/ 63 w 63"/>
                <a:gd name="T15" fmla="*/ 32 h 1358"/>
                <a:gd name="T16" fmla="*/ 57 w 63"/>
                <a:gd name="T17" fmla="*/ 17 h 1358"/>
                <a:gd name="T18" fmla="*/ 31 w 63"/>
                <a:gd name="T19" fmla="*/ 0 h 1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358">
                  <a:moveTo>
                    <a:pt x="31" y="0"/>
                  </a:moveTo>
                  <a:cubicBezTo>
                    <a:pt x="31" y="0"/>
                    <a:pt x="31" y="0"/>
                    <a:pt x="30" y="0"/>
                  </a:cubicBezTo>
                  <a:cubicBezTo>
                    <a:pt x="8" y="1"/>
                    <a:pt x="2" y="22"/>
                    <a:pt x="0" y="30"/>
                  </a:cubicBezTo>
                  <a:cubicBezTo>
                    <a:pt x="0" y="31"/>
                    <a:pt x="0" y="32"/>
                    <a:pt x="0" y="32"/>
                  </a:cubicBezTo>
                  <a:cubicBezTo>
                    <a:pt x="0" y="1358"/>
                    <a:pt x="0" y="1358"/>
                    <a:pt x="0" y="1358"/>
                  </a:cubicBezTo>
                  <a:cubicBezTo>
                    <a:pt x="1" y="1358"/>
                    <a:pt x="1" y="1358"/>
                    <a:pt x="1" y="1358"/>
                  </a:cubicBezTo>
                  <a:cubicBezTo>
                    <a:pt x="63" y="1358"/>
                    <a:pt x="63" y="1358"/>
                    <a:pt x="63" y="1358"/>
                  </a:cubicBezTo>
                  <a:cubicBezTo>
                    <a:pt x="63" y="32"/>
                    <a:pt x="63" y="32"/>
                    <a:pt x="63" y="32"/>
                  </a:cubicBezTo>
                  <a:cubicBezTo>
                    <a:pt x="63" y="32"/>
                    <a:pt x="61" y="24"/>
                    <a:pt x="57" y="17"/>
                  </a:cubicBezTo>
                  <a:cubicBezTo>
                    <a:pt x="52" y="9"/>
                    <a:pt x="45" y="0"/>
                    <a:pt x="31" y="0"/>
                  </a:cubicBezTo>
                </a:path>
              </a:pathLst>
            </a:custGeom>
            <a:solidFill>
              <a:schemeClr val="accent3"/>
            </a:solidFill>
            <a:ln>
              <a:noFill/>
            </a:ln>
          </p:spPr>
          <p:txBody>
            <a:bodyPr anchor="ctr"/>
            <a:lstStyle/>
            <a:p>
              <a:pPr algn="ctr"/>
            </a:p>
          </p:txBody>
        </p:sp>
        <p:sp>
          <p:nvSpPr>
            <p:cNvPr id="131" name="Freeform: Shape 66"/>
            <p:cNvSpPr/>
            <p:nvPr/>
          </p:nvSpPr>
          <p:spPr bwMode="auto">
            <a:xfrm>
              <a:off x="6161979" y="4268661"/>
              <a:ext cx="72038" cy="178413"/>
            </a:xfrm>
            <a:custGeom>
              <a:avLst/>
              <a:gdLst>
                <a:gd name="T0" fmla="*/ 12 w 45"/>
                <a:gd name="T1" fmla="*/ 0 h 112"/>
                <a:gd name="T2" fmla="*/ 7 w 45"/>
                <a:gd name="T3" fmla="*/ 0 h 112"/>
                <a:gd name="T4" fmla="*/ 0 w 45"/>
                <a:gd name="T5" fmla="*/ 0 h 112"/>
                <a:gd name="T6" fmla="*/ 0 w 45"/>
                <a:gd name="T7" fmla="*/ 112 h 112"/>
                <a:gd name="T8" fmla="*/ 11 w 45"/>
                <a:gd name="T9" fmla="*/ 112 h 112"/>
                <a:gd name="T10" fmla="*/ 45 w 45"/>
                <a:gd name="T11" fmla="*/ 109 h 112"/>
                <a:gd name="T12" fmla="*/ 45 w 45"/>
                <a:gd name="T13" fmla="*/ 109 h 112"/>
                <a:gd name="T14" fmla="*/ 12 w 45"/>
                <a:gd name="T15" fmla="*/ 0 h 1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112">
                  <a:moveTo>
                    <a:pt x="12" y="0"/>
                  </a:moveTo>
                  <a:cubicBezTo>
                    <a:pt x="7" y="0"/>
                    <a:pt x="7" y="0"/>
                    <a:pt x="7" y="0"/>
                  </a:cubicBezTo>
                  <a:cubicBezTo>
                    <a:pt x="0" y="0"/>
                    <a:pt x="0" y="0"/>
                    <a:pt x="0" y="0"/>
                  </a:cubicBezTo>
                  <a:cubicBezTo>
                    <a:pt x="0" y="112"/>
                    <a:pt x="0" y="112"/>
                    <a:pt x="0" y="112"/>
                  </a:cubicBezTo>
                  <a:cubicBezTo>
                    <a:pt x="3" y="112"/>
                    <a:pt x="7" y="112"/>
                    <a:pt x="11" y="112"/>
                  </a:cubicBezTo>
                  <a:cubicBezTo>
                    <a:pt x="21" y="112"/>
                    <a:pt x="33" y="111"/>
                    <a:pt x="45" y="109"/>
                  </a:cubicBezTo>
                  <a:cubicBezTo>
                    <a:pt x="45" y="109"/>
                    <a:pt x="45" y="109"/>
                    <a:pt x="45" y="109"/>
                  </a:cubicBezTo>
                  <a:cubicBezTo>
                    <a:pt x="12" y="0"/>
                    <a:pt x="12" y="0"/>
                    <a:pt x="12" y="0"/>
                  </a:cubicBezTo>
                </a:path>
              </a:pathLst>
            </a:custGeom>
            <a:solidFill>
              <a:schemeClr val="accent3"/>
            </a:solidFill>
            <a:ln>
              <a:noFill/>
            </a:ln>
          </p:spPr>
          <p:txBody>
            <a:bodyPr anchor="ctr"/>
            <a:lstStyle/>
            <a:p>
              <a:pPr algn="ctr"/>
            </a:p>
          </p:txBody>
        </p:sp>
      </p:grpSp>
      <p:sp>
        <p:nvSpPr>
          <p:cNvPr id="3" name="Rectangle 23"/>
          <p:cNvSpPr/>
          <p:nvPr/>
        </p:nvSpPr>
        <p:spPr>
          <a:xfrm>
            <a:off x="1109345" y="1230630"/>
            <a:ext cx="4740910" cy="553085"/>
          </a:xfrm>
          <a:prstGeom prst="rect">
            <a:avLst/>
          </a:prstGeom>
        </p:spPr>
        <p:txBody>
          <a:bodyPr wrap="square">
            <a:spAutoFit/>
          </a:bodyPr>
          <a:p>
            <a:pPr algn="ctr">
              <a:lnSpc>
                <a:spcPct val="150000"/>
              </a:lnSpc>
            </a:pPr>
            <a:r>
              <a:rPr lang="zh-CN" altLang="zh-CN" sz="2000" b="1" dirty="0">
                <a:sym typeface="+mn-ea"/>
              </a:rPr>
              <a:t>数据的存</a:t>
            </a:r>
            <a:r>
              <a:rPr lang="zh-CN" altLang="zh-CN" sz="2000" b="1" dirty="0">
                <a:sym typeface="+mn-ea"/>
              </a:rPr>
              <a:t>储</a:t>
            </a:r>
            <a:r>
              <a:rPr lang="zh-CN" altLang="zh-CN" sz="2000" b="1" dirty="0">
                <a:sym typeface="+mn-ea"/>
              </a:rPr>
              <a:t>结构</a:t>
            </a:r>
            <a:endParaRPr lang="zh-CN" altLang="zh-CN" sz="2000" b="1" dirty="0">
              <a:sym typeface="+mn-ea"/>
            </a:endParaRPr>
          </a:p>
        </p:txBody>
      </p:sp>
      <p:sp>
        <p:nvSpPr>
          <p:cNvPr id="12" name="矩形 11"/>
          <p:cNvSpPr/>
          <p:nvPr/>
        </p:nvSpPr>
        <p:spPr>
          <a:xfrm>
            <a:off x="7245985" y="1276985"/>
            <a:ext cx="4347210" cy="1568450"/>
          </a:xfrm>
          <a:prstGeom prst="rect">
            <a:avLst/>
          </a:prstGeom>
        </p:spPr>
        <p:txBody>
          <a:bodyPr wrap="square">
            <a:spAutoFit/>
          </a:bodyPr>
          <a:p>
            <a:r>
              <a:rPr lang="zh-CN" altLang="en-US" sz="1600" dirty="0">
                <a:sym typeface="+mn-ea"/>
              </a:rPr>
              <a:t>顺序存储结构：</a:t>
            </a:r>
            <a:r>
              <a:rPr lang="zh-CN" altLang="en-US" sz="1600" dirty="0">
                <a:sym typeface="+mn-ea"/>
              </a:rPr>
              <a:t>顺序存储结构在连续的存储单元中存放数据元素，元素的物理存储次序和逻辑次序一致，即物理位置相邻的元素在逻辑上也相邻，每个元素与其前驱元素和后继元素的存储位置相邻，数据元素的物理存储结构体现它们之间的逻辑关系。</a:t>
            </a:r>
            <a:endParaRPr lang="zh-CN" altLang="en-US" sz="1600" dirty="0">
              <a:sym typeface="+mn-ea"/>
            </a:endParaRPr>
          </a:p>
        </p:txBody>
      </p:sp>
      <p:sp>
        <p:nvSpPr>
          <p:cNvPr id="10" name="矩形 9"/>
          <p:cNvSpPr/>
          <p:nvPr/>
        </p:nvSpPr>
        <p:spPr>
          <a:xfrm>
            <a:off x="7245985" y="3137535"/>
            <a:ext cx="4363720" cy="1322070"/>
          </a:xfrm>
          <a:prstGeom prst="rect">
            <a:avLst/>
          </a:prstGeom>
        </p:spPr>
        <p:txBody>
          <a:bodyPr wrap="square">
            <a:spAutoFit/>
          </a:bodyPr>
          <a:p>
            <a:r>
              <a:rPr lang="zh-CN" altLang="en-US" sz="1600" dirty="0">
                <a:sym typeface="+mn-ea"/>
              </a:rPr>
              <a:t>链式存储结构：</a:t>
            </a:r>
            <a:r>
              <a:rPr lang="zh-CN" altLang="en-US" sz="1600" dirty="0">
                <a:sym typeface="+mn-ea"/>
              </a:rPr>
              <a:t>链式存储结构使用地址分散的存储单元存放数据元素，逻辑上相邻的数据元素的物理位置不一定相邻，数据元素间的逻辑关系通常由附加的指针表示，指针记录前驱元素和后继元素的存储地址。</a:t>
            </a:r>
            <a:endParaRPr lang="zh-CN" altLang="en-US" sz="1600" dirty="0">
              <a:sym typeface="+mn-ea"/>
            </a:endParaRPr>
          </a:p>
        </p:txBody>
      </p:sp>
      <p:sp>
        <p:nvSpPr>
          <p:cNvPr id="22" name="矩形 21"/>
          <p:cNvSpPr/>
          <p:nvPr/>
        </p:nvSpPr>
        <p:spPr>
          <a:xfrm>
            <a:off x="7245985" y="4894580"/>
            <a:ext cx="4439920" cy="583565"/>
          </a:xfrm>
          <a:prstGeom prst="rect">
            <a:avLst/>
          </a:prstGeom>
        </p:spPr>
        <p:txBody>
          <a:bodyPr wrap="square">
            <a:spAutoFit/>
          </a:bodyPr>
          <a:p>
            <a:r>
              <a:rPr lang="zh-CN" altLang="en-US" sz="1600" dirty="0">
                <a:sym typeface="+mn-ea"/>
              </a:rPr>
              <a:t>索引存储结构：</a:t>
            </a:r>
            <a:r>
              <a:rPr lang="zh-CN" altLang="en-US" sz="1600" dirty="0">
                <a:sym typeface="+mn-ea"/>
              </a:rPr>
              <a:t>索引存储结构在存储数据元素的基础上增加索引表。</a:t>
            </a:r>
            <a:endParaRPr lang="zh-CN" altLang="en-US" sz="1600" dirty="0">
              <a:sym typeface="+mn-ea"/>
            </a:endParaRPr>
          </a:p>
        </p:txBody>
      </p:sp>
      <p:grpSp>
        <p:nvGrpSpPr>
          <p:cNvPr id="97" name="组合 96"/>
          <p:cNvGrpSpPr/>
          <p:nvPr/>
        </p:nvGrpSpPr>
        <p:grpSpPr>
          <a:xfrm>
            <a:off x="6082030" y="4446270"/>
            <a:ext cx="896620" cy="688340"/>
            <a:chOff x="9416" y="8435"/>
            <a:chExt cx="1412" cy="1084"/>
          </a:xfrm>
        </p:grpSpPr>
        <p:sp>
          <p:nvSpPr>
            <p:cNvPr id="13" name="椭圆 12"/>
            <p:cNvSpPr/>
            <p:nvPr/>
          </p:nvSpPr>
          <p:spPr>
            <a:xfrm>
              <a:off x="9607" y="8435"/>
              <a:ext cx="1084" cy="1084"/>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srgbClr val="2C344B"/>
                </a:solidFill>
                <a:ea typeface="汉仪雅酷黑简" panose="00020600040101010101" charset="-122"/>
              </a:endParaRPr>
            </a:p>
          </p:txBody>
        </p:sp>
        <p:sp>
          <p:nvSpPr>
            <p:cNvPr id="67" name="矩形 66"/>
            <p:cNvSpPr/>
            <p:nvPr/>
          </p:nvSpPr>
          <p:spPr>
            <a:xfrm>
              <a:off x="9416" y="8663"/>
              <a:ext cx="1413" cy="628"/>
            </a:xfrm>
            <a:prstGeom prst="rect">
              <a:avLst/>
            </a:prstGeom>
            <a:effectLst/>
          </p:spPr>
          <p:txBody>
            <a:bodyPr wrap="square">
              <a:spAutoFit/>
            </a:bodyPr>
            <a:p>
              <a:pPr algn="ctr"/>
              <a:r>
                <a:rPr lang="en-US" altLang="zh-CN" sz="2000" b="1" dirty="0">
                  <a:solidFill>
                    <a:srgbClr val="2C344B"/>
                  </a:solidFill>
                  <a:latin typeface="Century" panose="02040604050505020304" charset="0"/>
                  <a:ea typeface="Century" panose="02040604050505020304" charset="0"/>
                </a:rPr>
                <a:t>03</a:t>
              </a:r>
              <a:endParaRPr lang="zh-CN" altLang="en-US" sz="2000" b="1" dirty="0">
                <a:solidFill>
                  <a:srgbClr val="2C344B"/>
                </a:solidFill>
                <a:latin typeface="Century" panose="02040604050505020304" charset="0"/>
                <a:ea typeface="Century" panose="02040604050505020304" charset="0"/>
              </a:endParaRPr>
            </a:p>
          </p:txBody>
        </p:sp>
      </p:grpSp>
      <p:grpSp>
        <p:nvGrpSpPr>
          <p:cNvPr id="99" name="组合 98"/>
          <p:cNvGrpSpPr/>
          <p:nvPr/>
        </p:nvGrpSpPr>
        <p:grpSpPr>
          <a:xfrm>
            <a:off x="6082030" y="842645"/>
            <a:ext cx="896620" cy="688340"/>
            <a:chOff x="9397" y="2408"/>
            <a:chExt cx="1412" cy="1084"/>
          </a:xfrm>
        </p:grpSpPr>
        <p:sp>
          <p:nvSpPr>
            <p:cNvPr id="30" name="椭圆 29"/>
            <p:cNvSpPr/>
            <p:nvPr/>
          </p:nvSpPr>
          <p:spPr>
            <a:xfrm>
              <a:off x="9560" y="2408"/>
              <a:ext cx="1084" cy="1084"/>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srgbClr val="2C344B"/>
                </a:solidFill>
                <a:ea typeface="汉仪雅酷黑简" panose="00020600040101010101" charset="-122"/>
              </a:endParaRPr>
            </a:p>
          </p:txBody>
        </p:sp>
        <p:sp>
          <p:nvSpPr>
            <p:cNvPr id="68" name="矩形 67"/>
            <p:cNvSpPr/>
            <p:nvPr/>
          </p:nvSpPr>
          <p:spPr>
            <a:xfrm>
              <a:off x="9397" y="2637"/>
              <a:ext cx="1413" cy="628"/>
            </a:xfrm>
            <a:prstGeom prst="rect">
              <a:avLst/>
            </a:prstGeom>
            <a:effectLst/>
          </p:spPr>
          <p:txBody>
            <a:bodyPr wrap="square">
              <a:spAutoFit/>
            </a:bodyPr>
            <a:p>
              <a:pPr algn="ctr"/>
              <a:r>
                <a:rPr lang="en-US" altLang="zh-CN" sz="2000" b="1" dirty="0">
                  <a:solidFill>
                    <a:srgbClr val="2C344B"/>
                  </a:solidFill>
                  <a:latin typeface="Century" panose="02040604050505020304" charset="0"/>
                  <a:ea typeface="Century" panose="02040604050505020304" charset="0"/>
                </a:rPr>
                <a:t>01</a:t>
              </a:r>
              <a:endParaRPr lang="zh-CN" altLang="en-US" sz="2000" b="1" dirty="0">
                <a:solidFill>
                  <a:srgbClr val="2C344B"/>
                </a:solidFill>
                <a:latin typeface="Century" panose="02040604050505020304" charset="0"/>
                <a:ea typeface="Century" panose="02040604050505020304" charset="0"/>
              </a:endParaRPr>
            </a:p>
          </p:txBody>
        </p:sp>
      </p:grpSp>
      <p:grpSp>
        <p:nvGrpSpPr>
          <p:cNvPr id="98" name="组合 97"/>
          <p:cNvGrpSpPr/>
          <p:nvPr/>
        </p:nvGrpSpPr>
        <p:grpSpPr>
          <a:xfrm>
            <a:off x="6082030" y="2792095"/>
            <a:ext cx="896620" cy="688340"/>
            <a:chOff x="9442" y="5407"/>
            <a:chExt cx="1412" cy="1084"/>
          </a:xfrm>
        </p:grpSpPr>
        <p:sp>
          <p:nvSpPr>
            <p:cNvPr id="14" name="椭圆 13"/>
            <p:cNvSpPr/>
            <p:nvPr/>
          </p:nvSpPr>
          <p:spPr>
            <a:xfrm>
              <a:off x="9562" y="5407"/>
              <a:ext cx="1084" cy="1084"/>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srgbClr val="2C344B"/>
                </a:solidFill>
                <a:ea typeface="汉仪雅酷黑简" panose="00020600040101010101" charset="-122"/>
              </a:endParaRPr>
            </a:p>
          </p:txBody>
        </p:sp>
        <p:sp>
          <p:nvSpPr>
            <p:cNvPr id="69" name="矩形 68"/>
            <p:cNvSpPr/>
            <p:nvPr/>
          </p:nvSpPr>
          <p:spPr>
            <a:xfrm>
              <a:off x="9442" y="5650"/>
              <a:ext cx="1413" cy="628"/>
            </a:xfrm>
            <a:prstGeom prst="rect">
              <a:avLst/>
            </a:prstGeom>
            <a:effectLst/>
          </p:spPr>
          <p:txBody>
            <a:bodyPr wrap="square">
              <a:spAutoFit/>
            </a:bodyPr>
            <a:p>
              <a:pPr algn="ctr"/>
              <a:r>
                <a:rPr lang="en-US" altLang="zh-CN" sz="2000" b="1" dirty="0">
                  <a:solidFill>
                    <a:srgbClr val="2C344B"/>
                  </a:solidFill>
                  <a:latin typeface="Century" panose="02040604050505020304" charset="0"/>
                  <a:ea typeface="Century" panose="02040604050505020304" charset="0"/>
                </a:rPr>
                <a:t>02</a:t>
              </a:r>
              <a:endParaRPr lang="zh-CN" altLang="en-US" sz="2000" b="1" dirty="0">
                <a:solidFill>
                  <a:srgbClr val="2C344B"/>
                </a:solidFill>
                <a:latin typeface="Century" panose="02040604050505020304" charset="0"/>
                <a:ea typeface="Century" panose="02040604050505020304" charset="0"/>
              </a:endParaRPr>
            </a:p>
          </p:txBody>
        </p:sp>
      </p:grpSp>
      <p:grpSp>
        <p:nvGrpSpPr>
          <p:cNvPr id="65" name="组合 64"/>
          <p:cNvGrpSpPr/>
          <p:nvPr/>
        </p:nvGrpSpPr>
        <p:grpSpPr>
          <a:xfrm rot="5400000" flipV="1">
            <a:off x="9453245" y="-862330"/>
            <a:ext cx="149225" cy="4128770"/>
            <a:chOff x="6709" y="2530"/>
            <a:chExt cx="1245" cy="7210"/>
          </a:xfrm>
        </p:grpSpPr>
        <p:sp>
          <p:nvSpPr>
            <p:cNvPr id="70" name="Rectangle 7"/>
            <p:cNvSpPr>
              <a:spLocks noChangeArrowheads="1"/>
            </p:cNvSpPr>
            <p:nvPr/>
          </p:nvSpPr>
          <p:spPr bwMode="auto">
            <a:xfrm>
              <a:off x="7019" y="2530"/>
              <a:ext cx="935" cy="6748"/>
            </a:xfrm>
            <a:prstGeom prst="rect">
              <a:avLst/>
            </a:prstGeom>
            <a:solidFill>
              <a:srgbClr val="2F637E"/>
            </a:solidFill>
            <a:ln w="28575">
              <a:noFill/>
              <a:round/>
            </a:ln>
            <a:effec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71" name="Oval 21"/>
            <p:cNvSpPr>
              <a:spLocks noChangeArrowheads="1"/>
            </p:cNvSpPr>
            <p:nvPr/>
          </p:nvSpPr>
          <p:spPr bwMode="auto">
            <a:xfrm>
              <a:off x="6709" y="8755"/>
              <a:ext cx="985" cy="985"/>
            </a:xfrm>
            <a:prstGeom prst="ellipse">
              <a:avLst/>
            </a:prstGeom>
            <a:solidFill>
              <a:srgbClr val="2F637E"/>
            </a:soli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prstClr val="white"/>
                </a:solidFill>
                <a:ea typeface="汉仪雅酷黑简" panose="00020600040101010101" charset="-122"/>
              </a:endParaRPr>
            </a:p>
          </p:txBody>
        </p:sp>
        <p:grpSp>
          <p:nvGrpSpPr>
            <p:cNvPr id="72" name="组合 71"/>
            <p:cNvGrpSpPr/>
            <p:nvPr/>
          </p:nvGrpSpPr>
          <p:grpSpPr>
            <a:xfrm>
              <a:off x="7019" y="9010"/>
              <a:ext cx="365" cy="365"/>
              <a:chOff x="5153025" y="5711825"/>
              <a:chExt cx="231775" cy="231775"/>
            </a:xfrm>
            <a:gradFill>
              <a:gsLst>
                <a:gs pos="0">
                  <a:srgbClr val="2C344B"/>
                </a:gs>
                <a:gs pos="100000">
                  <a:srgbClr val="21273E"/>
                </a:gs>
              </a:gsLst>
              <a:lin ang="0" scaled="0"/>
            </a:gradFill>
            <a:effectLst/>
          </p:grpSpPr>
          <p:sp>
            <p:nvSpPr>
              <p:cNvPr id="73" name="Freeform 22"/>
              <p:cNvSpPr>
                <a:spLocks noEditPoints="1"/>
              </p:cNvSpPr>
              <p:nvPr/>
            </p:nvSpPr>
            <p:spPr bwMode="auto">
              <a:xfrm>
                <a:off x="5214938" y="5711825"/>
                <a:ext cx="169862" cy="169862"/>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74" name="Freeform 23"/>
              <p:cNvSpPr/>
              <p:nvPr/>
            </p:nvSpPr>
            <p:spPr bwMode="auto">
              <a:xfrm>
                <a:off x="5153025" y="5778500"/>
                <a:ext cx="77787" cy="69850"/>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75" name="Freeform 24"/>
              <p:cNvSpPr/>
              <p:nvPr/>
            </p:nvSpPr>
            <p:spPr bwMode="auto">
              <a:xfrm>
                <a:off x="5246688" y="5865813"/>
                <a:ext cx="71437" cy="77787"/>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76" name="Freeform 25"/>
              <p:cNvSpPr/>
              <p:nvPr/>
            </p:nvSpPr>
            <p:spPr bwMode="auto">
              <a:xfrm>
                <a:off x="5214938" y="5843588"/>
                <a:ext cx="38100" cy="38100"/>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77" name="Freeform 26"/>
              <p:cNvSpPr/>
              <p:nvPr/>
            </p:nvSpPr>
            <p:spPr bwMode="auto">
              <a:xfrm>
                <a:off x="5160963" y="5865813"/>
                <a:ext cx="76200" cy="74612"/>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grpSp>
      </p:grpSp>
      <p:grpSp>
        <p:nvGrpSpPr>
          <p:cNvPr id="79" name="组合 78"/>
          <p:cNvGrpSpPr/>
          <p:nvPr/>
        </p:nvGrpSpPr>
        <p:grpSpPr>
          <a:xfrm rot="5400000" flipV="1">
            <a:off x="9546590" y="998855"/>
            <a:ext cx="149225" cy="4128770"/>
            <a:chOff x="6709" y="2530"/>
            <a:chExt cx="1245" cy="7210"/>
          </a:xfrm>
        </p:grpSpPr>
        <p:sp>
          <p:nvSpPr>
            <p:cNvPr id="80" name="Rectangle 7"/>
            <p:cNvSpPr>
              <a:spLocks noChangeArrowheads="1"/>
            </p:cNvSpPr>
            <p:nvPr/>
          </p:nvSpPr>
          <p:spPr bwMode="auto">
            <a:xfrm>
              <a:off x="7019" y="2530"/>
              <a:ext cx="935" cy="6748"/>
            </a:xfrm>
            <a:prstGeom prst="rect">
              <a:avLst/>
            </a:prstGeom>
            <a:solidFill>
              <a:srgbClr val="2F637E"/>
            </a:solidFill>
            <a:ln w="28575">
              <a:noFill/>
              <a:round/>
            </a:ln>
            <a:effec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81" name="Oval 21"/>
            <p:cNvSpPr>
              <a:spLocks noChangeArrowheads="1"/>
            </p:cNvSpPr>
            <p:nvPr/>
          </p:nvSpPr>
          <p:spPr bwMode="auto">
            <a:xfrm>
              <a:off x="6709" y="8755"/>
              <a:ext cx="985" cy="985"/>
            </a:xfrm>
            <a:prstGeom prst="ellipse">
              <a:avLst/>
            </a:prstGeom>
            <a:solidFill>
              <a:srgbClr val="2F637E"/>
            </a:soli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prstClr val="white"/>
                </a:solidFill>
                <a:ea typeface="汉仪雅酷黑简" panose="00020600040101010101" charset="-122"/>
              </a:endParaRPr>
            </a:p>
          </p:txBody>
        </p:sp>
        <p:grpSp>
          <p:nvGrpSpPr>
            <p:cNvPr id="82" name="组合 81"/>
            <p:cNvGrpSpPr/>
            <p:nvPr/>
          </p:nvGrpSpPr>
          <p:grpSpPr>
            <a:xfrm>
              <a:off x="7019" y="9010"/>
              <a:ext cx="365" cy="365"/>
              <a:chOff x="5153025" y="5711825"/>
              <a:chExt cx="231775" cy="231775"/>
            </a:xfrm>
            <a:gradFill>
              <a:gsLst>
                <a:gs pos="0">
                  <a:srgbClr val="2C344B"/>
                </a:gs>
                <a:gs pos="100000">
                  <a:srgbClr val="21273E"/>
                </a:gs>
              </a:gsLst>
              <a:lin ang="0" scaled="0"/>
            </a:gradFill>
            <a:effectLst/>
          </p:grpSpPr>
          <p:sp>
            <p:nvSpPr>
              <p:cNvPr id="83" name="Freeform 22"/>
              <p:cNvSpPr>
                <a:spLocks noEditPoints="1"/>
              </p:cNvSpPr>
              <p:nvPr/>
            </p:nvSpPr>
            <p:spPr bwMode="auto">
              <a:xfrm>
                <a:off x="5214938" y="5711825"/>
                <a:ext cx="169862" cy="169862"/>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84" name="Freeform 23"/>
              <p:cNvSpPr/>
              <p:nvPr/>
            </p:nvSpPr>
            <p:spPr bwMode="auto">
              <a:xfrm>
                <a:off x="5153025" y="5778500"/>
                <a:ext cx="77787" cy="69850"/>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85" name="Freeform 24"/>
              <p:cNvSpPr/>
              <p:nvPr/>
            </p:nvSpPr>
            <p:spPr bwMode="auto">
              <a:xfrm>
                <a:off x="5246688" y="5865813"/>
                <a:ext cx="71437" cy="77787"/>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86" name="Freeform 25"/>
              <p:cNvSpPr/>
              <p:nvPr/>
            </p:nvSpPr>
            <p:spPr bwMode="auto">
              <a:xfrm>
                <a:off x="5214938" y="5843588"/>
                <a:ext cx="38100" cy="38100"/>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87" name="Freeform 26"/>
              <p:cNvSpPr/>
              <p:nvPr/>
            </p:nvSpPr>
            <p:spPr bwMode="auto">
              <a:xfrm>
                <a:off x="5160963" y="5865813"/>
                <a:ext cx="76200" cy="74612"/>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grpSp>
      </p:grpSp>
      <p:grpSp>
        <p:nvGrpSpPr>
          <p:cNvPr id="88" name="组合 87"/>
          <p:cNvGrpSpPr/>
          <p:nvPr/>
        </p:nvGrpSpPr>
        <p:grpSpPr>
          <a:xfrm rot="5400000" flipV="1">
            <a:off x="9546590" y="2755900"/>
            <a:ext cx="149225" cy="4128770"/>
            <a:chOff x="6709" y="2530"/>
            <a:chExt cx="1245" cy="7210"/>
          </a:xfrm>
        </p:grpSpPr>
        <p:sp>
          <p:nvSpPr>
            <p:cNvPr id="89" name="Rectangle 7"/>
            <p:cNvSpPr>
              <a:spLocks noChangeArrowheads="1"/>
            </p:cNvSpPr>
            <p:nvPr/>
          </p:nvSpPr>
          <p:spPr bwMode="auto">
            <a:xfrm>
              <a:off x="7019" y="2530"/>
              <a:ext cx="935" cy="6748"/>
            </a:xfrm>
            <a:prstGeom prst="rect">
              <a:avLst/>
            </a:prstGeom>
            <a:solidFill>
              <a:srgbClr val="2F637E"/>
            </a:solidFill>
            <a:ln w="28575">
              <a:noFill/>
              <a:round/>
            </a:ln>
            <a:effec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90" name="Oval 21"/>
            <p:cNvSpPr>
              <a:spLocks noChangeArrowheads="1"/>
            </p:cNvSpPr>
            <p:nvPr/>
          </p:nvSpPr>
          <p:spPr bwMode="auto">
            <a:xfrm>
              <a:off x="6709" y="8755"/>
              <a:ext cx="985" cy="985"/>
            </a:xfrm>
            <a:prstGeom prst="ellipse">
              <a:avLst/>
            </a:prstGeom>
            <a:solidFill>
              <a:srgbClr val="2F637E"/>
            </a:soli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prstClr val="white"/>
                </a:solidFill>
                <a:ea typeface="汉仪雅酷黑简" panose="00020600040101010101" charset="-122"/>
              </a:endParaRPr>
            </a:p>
          </p:txBody>
        </p:sp>
        <p:grpSp>
          <p:nvGrpSpPr>
            <p:cNvPr id="91" name="组合 90"/>
            <p:cNvGrpSpPr/>
            <p:nvPr/>
          </p:nvGrpSpPr>
          <p:grpSpPr>
            <a:xfrm>
              <a:off x="7019" y="9010"/>
              <a:ext cx="365" cy="365"/>
              <a:chOff x="5153025" y="5711825"/>
              <a:chExt cx="231775" cy="231775"/>
            </a:xfrm>
            <a:gradFill>
              <a:gsLst>
                <a:gs pos="0">
                  <a:srgbClr val="2C344B"/>
                </a:gs>
                <a:gs pos="100000">
                  <a:srgbClr val="21273E"/>
                </a:gs>
              </a:gsLst>
              <a:lin ang="0" scaled="0"/>
            </a:gradFill>
            <a:effectLst/>
          </p:grpSpPr>
          <p:sp>
            <p:nvSpPr>
              <p:cNvPr id="92" name="Freeform 22"/>
              <p:cNvSpPr>
                <a:spLocks noEditPoints="1"/>
              </p:cNvSpPr>
              <p:nvPr/>
            </p:nvSpPr>
            <p:spPr bwMode="auto">
              <a:xfrm>
                <a:off x="5214938" y="5711825"/>
                <a:ext cx="169862" cy="169862"/>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93" name="Freeform 23"/>
              <p:cNvSpPr/>
              <p:nvPr/>
            </p:nvSpPr>
            <p:spPr bwMode="auto">
              <a:xfrm>
                <a:off x="5153025" y="5778500"/>
                <a:ext cx="77787" cy="69850"/>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94" name="Freeform 24"/>
              <p:cNvSpPr/>
              <p:nvPr/>
            </p:nvSpPr>
            <p:spPr bwMode="auto">
              <a:xfrm>
                <a:off x="5246688" y="5865813"/>
                <a:ext cx="71437" cy="77787"/>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95" name="Freeform 25"/>
              <p:cNvSpPr/>
              <p:nvPr/>
            </p:nvSpPr>
            <p:spPr bwMode="auto">
              <a:xfrm>
                <a:off x="5214938" y="5843588"/>
                <a:ext cx="38100" cy="38100"/>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96" name="Freeform 26"/>
              <p:cNvSpPr/>
              <p:nvPr/>
            </p:nvSpPr>
            <p:spPr bwMode="auto">
              <a:xfrm>
                <a:off x="5160963" y="5865813"/>
                <a:ext cx="76200" cy="74612"/>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grpSp>
      </p:grpSp>
      <p:sp>
        <p:nvSpPr>
          <p:cNvPr id="39" name="矩形 38"/>
          <p:cNvSpPr/>
          <p:nvPr/>
        </p:nvSpPr>
        <p:spPr>
          <a:xfrm>
            <a:off x="7263130" y="5871845"/>
            <a:ext cx="4347210" cy="829945"/>
          </a:xfrm>
          <a:prstGeom prst="rect">
            <a:avLst/>
          </a:prstGeom>
        </p:spPr>
        <p:txBody>
          <a:bodyPr wrap="square">
            <a:spAutoFit/>
          </a:bodyPr>
          <a:p>
            <a:r>
              <a:rPr lang="zh-CN" altLang="en-US" sz="1600" dirty="0">
                <a:sym typeface="+mn-ea"/>
              </a:rPr>
              <a:t>散列存储结构：</a:t>
            </a:r>
            <a:r>
              <a:rPr lang="zh-CN" altLang="en-US" sz="1600" dirty="0">
                <a:sym typeface="+mn-ea"/>
              </a:rPr>
              <a:t>散列存储结构</a:t>
            </a:r>
            <a:r>
              <a:rPr lang="zh-CN" altLang="en-US" sz="1600" dirty="0">
                <a:sym typeface="+mn-ea"/>
              </a:rPr>
              <a:t>也叫哈希存储结构，数据元素的具体存储地址根据该数据元素的关键字值通过散列函数直接计算出来。</a:t>
            </a:r>
            <a:endParaRPr lang="zh-CN" altLang="en-US" sz="1600" dirty="0">
              <a:sym typeface="+mn-ea"/>
            </a:endParaRPr>
          </a:p>
        </p:txBody>
      </p:sp>
      <p:grpSp>
        <p:nvGrpSpPr>
          <p:cNvPr id="40" name="组合 39"/>
          <p:cNvGrpSpPr/>
          <p:nvPr/>
        </p:nvGrpSpPr>
        <p:grpSpPr>
          <a:xfrm>
            <a:off x="6099175" y="5437505"/>
            <a:ext cx="897255" cy="688340"/>
            <a:chOff x="9397" y="2408"/>
            <a:chExt cx="1413" cy="1084"/>
          </a:xfrm>
        </p:grpSpPr>
        <p:sp>
          <p:nvSpPr>
            <p:cNvPr id="41" name="椭圆 40"/>
            <p:cNvSpPr/>
            <p:nvPr/>
          </p:nvSpPr>
          <p:spPr>
            <a:xfrm>
              <a:off x="9560" y="2408"/>
              <a:ext cx="1084" cy="1084"/>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srgbClr val="2C344B"/>
                </a:solidFill>
                <a:ea typeface="汉仪雅酷黑简" panose="00020600040101010101" charset="-122"/>
              </a:endParaRPr>
            </a:p>
          </p:txBody>
        </p:sp>
        <p:sp>
          <p:nvSpPr>
            <p:cNvPr id="42" name="矩形 41"/>
            <p:cNvSpPr/>
            <p:nvPr/>
          </p:nvSpPr>
          <p:spPr>
            <a:xfrm>
              <a:off x="9397" y="2637"/>
              <a:ext cx="1413" cy="628"/>
            </a:xfrm>
            <a:prstGeom prst="rect">
              <a:avLst/>
            </a:prstGeom>
            <a:effectLst/>
          </p:spPr>
          <p:txBody>
            <a:bodyPr wrap="square">
              <a:spAutoFit/>
            </a:bodyPr>
            <a:p>
              <a:pPr algn="ctr"/>
              <a:r>
                <a:rPr lang="en-US" altLang="zh-CN" sz="2000" b="1" dirty="0">
                  <a:solidFill>
                    <a:srgbClr val="2C344B"/>
                  </a:solidFill>
                  <a:latin typeface="Century" panose="02040604050505020304" charset="0"/>
                  <a:ea typeface="Century" panose="02040604050505020304" charset="0"/>
                </a:rPr>
                <a:t>04</a:t>
              </a:r>
              <a:endParaRPr lang="zh-CN" altLang="en-US" sz="2000" b="1" dirty="0">
                <a:solidFill>
                  <a:srgbClr val="2C344B"/>
                </a:solidFill>
                <a:latin typeface="Century" panose="02040604050505020304" charset="0"/>
                <a:ea typeface="Century" panose="02040604050505020304" charset="0"/>
              </a:endParaRPr>
            </a:p>
          </p:txBody>
        </p:sp>
      </p:grpSp>
      <p:grpSp>
        <p:nvGrpSpPr>
          <p:cNvPr id="43" name="组合 42"/>
          <p:cNvGrpSpPr/>
          <p:nvPr/>
        </p:nvGrpSpPr>
        <p:grpSpPr>
          <a:xfrm rot="5400000" flipV="1">
            <a:off x="9470390" y="3732530"/>
            <a:ext cx="149225" cy="4128770"/>
            <a:chOff x="6709" y="2530"/>
            <a:chExt cx="1245" cy="7210"/>
          </a:xfrm>
        </p:grpSpPr>
        <p:sp>
          <p:nvSpPr>
            <p:cNvPr id="44" name="Rectangle 7"/>
            <p:cNvSpPr>
              <a:spLocks noChangeArrowheads="1"/>
            </p:cNvSpPr>
            <p:nvPr/>
          </p:nvSpPr>
          <p:spPr bwMode="auto">
            <a:xfrm>
              <a:off x="7019" y="2530"/>
              <a:ext cx="935" cy="6748"/>
            </a:xfrm>
            <a:prstGeom prst="rect">
              <a:avLst/>
            </a:prstGeom>
            <a:solidFill>
              <a:srgbClr val="2F637E"/>
            </a:solidFill>
            <a:ln w="28575">
              <a:noFill/>
              <a:round/>
            </a:ln>
            <a:effec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45" name="Oval 21"/>
            <p:cNvSpPr>
              <a:spLocks noChangeArrowheads="1"/>
            </p:cNvSpPr>
            <p:nvPr/>
          </p:nvSpPr>
          <p:spPr bwMode="auto">
            <a:xfrm>
              <a:off x="6709" y="8755"/>
              <a:ext cx="985" cy="985"/>
            </a:xfrm>
            <a:prstGeom prst="ellipse">
              <a:avLst/>
            </a:prstGeom>
            <a:solidFill>
              <a:srgbClr val="2F637E"/>
            </a:soli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prstClr val="white"/>
                </a:solidFill>
                <a:ea typeface="汉仪雅酷黑简" panose="00020600040101010101" charset="-122"/>
              </a:endParaRPr>
            </a:p>
          </p:txBody>
        </p:sp>
        <p:grpSp>
          <p:nvGrpSpPr>
            <p:cNvPr id="46" name="组合 45"/>
            <p:cNvGrpSpPr/>
            <p:nvPr/>
          </p:nvGrpSpPr>
          <p:grpSpPr>
            <a:xfrm>
              <a:off x="7019" y="9010"/>
              <a:ext cx="365" cy="365"/>
              <a:chOff x="5153025" y="5711825"/>
              <a:chExt cx="231775" cy="231775"/>
            </a:xfrm>
            <a:gradFill>
              <a:gsLst>
                <a:gs pos="0">
                  <a:srgbClr val="2C344B"/>
                </a:gs>
                <a:gs pos="100000">
                  <a:srgbClr val="21273E"/>
                </a:gs>
              </a:gsLst>
              <a:lin ang="0" scaled="0"/>
            </a:gradFill>
            <a:effectLst/>
          </p:grpSpPr>
          <p:sp>
            <p:nvSpPr>
              <p:cNvPr id="47" name="Freeform 22"/>
              <p:cNvSpPr>
                <a:spLocks noEditPoints="1"/>
              </p:cNvSpPr>
              <p:nvPr/>
            </p:nvSpPr>
            <p:spPr bwMode="auto">
              <a:xfrm>
                <a:off x="5214938" y="5711825"/>
                <a:ext cx="169862" cy="169862"/>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48" name="Freeform 23"/>
              <p:cNvSpPr/>
              <p:nvPr/>
            </p:nvSpPr>
            <p:spPr bwMode="auto">
              <a:xfrm>
                <a:off x="5153025" y="5778500"/>
                <a:ext cx="77787" cy="69850"/>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49" name="Freeform 24"/>
              <p:cNvSpPr/>
              <p:nvPr/>
            </p:nvSpPr>
            <p:spPr bwMode="auto">
              <a:xfrm>
                <a:off x="5246688" y="5865813"/>
                <a:ext cx="71437" cy="77787"/>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50" name="Freeform 25"/>
              <p:cNvSpPr/>
              <p:nvPr/>
            </p:nvSpPr>
            <p:spPr bwMode="auto">
              <a:xfrm>
                <a:off x="5214938" y="5843588"/>
                <a:ext cx="38100" cy="38100"/>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51" name="Freeform 26"/>
              <p:cNvSpPr/>
              <p:nvPr/>
            </p:nvSpPr>
            <p:spPr bwMode="auto">
              <a:xfrm>
                <a:off x="5160963" y="5865813"/>
                <a:ext cx="76200" cy="74612"/>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grpSp>
      </p:grpSp>
      <p:sp>
        <p:nvSpPr>
          <p:cNvPr id="52" name="Rectangle 23"/>
          <p:cNvSpPr/>
          <p:nvPr/>
        </p:nvSpPr>
        <p:spPr>
          <a:xfrm>
            <a:off x="6891020" y="233045"/>
            <a:ext cx="4740910" cy="553085"/>
          </a:xfrm>
          <a:prstGeom prst="rect">
            <a:avLst/>
          </a:prstGeom>
        </p:spPr>
        <p:txBody>
          <a:bodyPr wrap="square">
            <a:spAutoFit/>
          </a:bodyPr>
          <a:p>
            <a:pPr algn="ctr">
              <a:lnSpc>
                <a:spcPct val="150000"/>
              </a:lnSpc>
            </a:pPr>
            <a:r>
              <a:rPr lang="zh-CN" altLang="zh-CN" sz="2000" b="1" dirty="0">
                <a:sym typeface="+mn-ea"/>
              </a:rPr>
              <a:t>数据存储结构分为以下四类</a:t>
            </a:r>
            <a:endParaRPr lang="zh-CN" altLang="zh-CN" sz="2000" b="1" dirty="0">
              <a:sym typeface="+mn-ea"/>
            </a:endParaRPr>
          </a:p>
        </p:txBody>
      </p:sp>
    </p:spTree>
  </p:cSld>
  <p:clrMapOvr>
    <a:masterClrMapping/>
  </p:clrMapOvr>
  <p:transition spd="slow" advClick="0" advTm="0">
    <p:cover dir="d"/>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p:nvPr/>
        </p:nvSpPr>
        <p:spPr>
          <a:xfrm>
            <a:off x="1139190" y="2472055"/>
            <a:ext cx="4606290" cy="2861310"/>
          </a:xfrm>
          <a:prstGeom prst="rect">
            <a:avLst/>
          </a:prstGeom>
        </p:spPr>
        <p:txBody>
          <a:bodyPr wrap="square">
            <a:spAutoFit/>
          </a:bodyPr>
          <a:lstStyle/>
          <a:p>
            <a:pPr>
              <a:lnSpc>
                <a:spcPct val="150000"/>
              </a:lnSpc>
            </a:pPr>
            <a:r>
              <a:rPr lang="zh-CN" altLang="zh-CN" sz="2000" b="1" dirty="0">
                <a:sym typeface="+mn-ea"/>
              </a:rPr>
              <a:t>数据操作是指对数据结构中的数据元素进行运算或处理。数据操作定义在数据的逻辑结构上，每种逻辑结构都需要一组对其数据元素进行处理以实现特定功能的操作，如插入、删除、更新等。数据操作的实现依赖于数据的存储结构。</a:t>
            </a:r>
            <a:endParaRPr lang="zh-CN" altLang="zh-CN" sz="2000" b="1" dirty="0">
              <a:sym typeface="+mn-ea"/>
            </a:endParaRPr>
          </a:p>
        </p:txBody>
      </p:sp>
      <p:sp>
        <p:nvSpPr>
          <p:cNvPr id="31" name="Freeform 141"/>
          <p:cNvSpPr>
            <a:spLocks noEditPoints="1"/>
          </p:cNvSpPr>
          <p:nvPr/>
        </p:nvSpPr>
        <p:spPr bwMode="auto">
          <a:xfrm>
            <a:off x="501577" y="2669122"/>
            <a:ext cx="637627" cy="621275"/>
          </a:xfrm>
          <a:custGeom>
            <a:avLst/>
            <a:gdLst>
              <a:gd name="T0" fmla="*/ 144 w 196"/>
              <a:gd name="T1" fmla="*/ 4 h 192"/>
              <a:gd name="T2" fmla="*/ 136 w 196"/>
              <a:gd name="T3" fmla="*/ 20 h 192"/>
              <a:gd name="T4" fmla="*/ 96 w 196"/>
              <a:gd name="T5" fmla="*/ 0 h 192"/>
              <a:gd name="T6" fmla="*/ 56 w 196"/>
              <a:gd name="T7" fmla="*/ 20 h 192"/>
              <a:gd name="T8" fmla="*/ 48 w 196"/>
              <a:gd name="T9" fmla="*/ 4 h 192"/>
              <a:gd name="T10" fmla="*/ 0 w 196"/>
              <a:gd name="T11" fmla="*/ 32 h 192"/>
              <a:gd name="T12" fmla="*/ 184 w 196"/>
              <a:gd name="T13" fmla="*/ 192 h 192"/>
              <a:gd name="T14" fmla="*/ 184 w 196"/>
              <a:gd name="T15" fmla="*/ 20 h 192"/>
              <a:gd name="T16" fmla="*/ 12 w 196"/>
              <a:gd name="T17" fmla="*/ 184 h 192"/>
              <a:gd name="T18" fmla="*/ 12 w 196"/>
              <a:gd name="T19" fmla="*/ 28 h 192"/>
              <a:gd name="T20" fmla="*/ 52 w 196"/>
              <a:gd name="T21" fmla="*/ 44 h 192"/>
              <a:gd name="T22" fmla="*/ 92 w 196"/>
              <a:gd name="T23" fmla="*/ 28 h 192"/>
              <a:gd name="T24" fmla="*/ 100 w 196"/>
              <a:gd name="T25" fmla="*/ 40 h 192"/>
              <a:gd name="T26" fmla="*/ 136 w 196"/>
              <a:gd name="T27" fmla="*/ 40 h 192"/>
              <a:gd name="T28" fmla="*/ 144 w 196"/>
              <a:gd name="T29" fmla="*/ 28 h 192"/>
              <a:gd name="T30" fmla="*/ 188 w 196"/>
              <a:gd name="T31" fmla="*/ 180 h 192"/>
              <a:gd name="T32" fmla="*/ 48 w 196"/>
              <a:gd name="T33" fmla="*/ 60 h 192"/>
              <a:gd name="T34" fmla="*/ 32 w 196"/>
              <a:gd name="T35" fmla="*/ 68 h 192"/>
              <a:gd name="T36" fmla="*/ 32 w 196"/>
              <a:gd name="T37" fmla="*/ 76 h 192"/>
              <a:gd name="T38" fmla="*/ 88 w 196"/>
              <a:gd name="T39" fmla="*/ 84 h 192"/>
              <a:gd name="T40" fmla="*/ 64 w 196"/>
              <a:gd name="T41" fmla="*/ 84 h 192"/>
              <a:gd name="T42" fmla="*/ 80 w 196"/>
              <a:gd name="T43" fmla="*/ 76 h 192"/>
              <a:gd name="T44" fmla="*/ 104 w 196"/>
              <a:gd name="T45" fmla="*/ 84 h 192"/>
              <a:gd name="T46" fmla="*/ 104 w 196"/>
              <a:gd name="T47" fmla="*/ 60 h 192"/>
              <a:gd name="T48" fmla="*/ 120 w 196"/>
              <a:gd name="T49" fmla="*/ 68 h 192"/>
              <a:gd name="T50" fmla="*/ 112 w 196"/>
              <a:gd name="T51" fmla="*/ 68 h 192"/>
              <a:gd name="T52" fmla="*/ 168 w 196"/>
              <a:gd name="T53" fmla="*/ 60 h 192"/>
              <a:gd name="T54" fmla="*/ 152 w 196"/>
              <a:gd name="T55" fmla="*/ 68 h 192"/>
              <a:gd name="T56" fmla="*/ 152 w 196"/>
              <a:gd name="T57" fmla="*/ 76 h 192"/>
              <a:gd name="T58" fmla="*/ 48 w 196"/>
              <a:gd name="T59" fmla="*/ 124 h 192"/>
              <a:gd name="T60" fmla="*/ 24 w 196"/>
              <a:gd name="T61" fmla="*/ 124 h 192"/>
              <a:gd name="T62" fmla="*/ 40 w 196"/>
              <a:gd name="T63" fmla="*/ 116 h 192"/>
              <a:gd name="T64" fmla="*/ 64 w 196"/>
              <a:gd name="T65" fmla="*/ 124 h 192"/>
              <a:gd name="T66" fmla="*/ 64 w 196"/>
              <a:gd name="T67" fmla="*/ 100 h 192"/>
              <a:gd name="T68" fmla="*/ 80 w 196"/>
              <a:gd name="T69" fmla="*/ 108 h 192"/>
              <a:gd name="T70" fmla="*/ 72 w 196"/>
              <a:gd name="T71" fmla="*/ 108 h 192"/>
              <a:gd name="T72" fmla="*/ 128 w 196"/>
              <a:gd name="T73" fmla="*/ 100 h 192"/>
              <a:gd name="T74" fmla="*/ 112 w 196"/>
              <a:gd name="T75" fmla="*/ 108 h 192"/>
              <a:gd name="T76" fmla="*/ 112 w 196"/>
              <a:gd name="T77" fmla="*/ 116 h 192"/>
              <a:gd name="T78" fmla="*/ 168 w 196"/>
              <a:gd name="T79" fmla="*/ 124 h 192"/>
              <a:gd name="T80" fmla="*/ 144 w 196"/>
              <a:gd name="T81" fmla="*/ 124 h 192"/>
              <a:gd name="T82" fmla="*/ 160 w 196"/>
              <a:gd name="T83" fmla="*/ 116 h 192"/>
              <a:gd name="T84" fmla="*/ 24 w 196"/>
              <a:gd name="T85" fmla="*/ 164 h 192"/>
              <a:gd name="T86" fmla="*/ 24 w 196"/>
              <a:gd name="T87" fmla="*/ 140 h 192"/>
              <a:gd name="T88" fmla="*/ 40 w 196"/>
              <a:gd name="T89" fmla="*/ 148 h 192"/>
              <a:gd name="T90" fmla="*/ 32 w 196"/>
              <a:gd name="T91" fmla="*/ 148 h 192"/>
              <a:gd name="T92" fmla="*/ 88 w 196"/>
              <a:gd name="T93" fmla="*/ 140 h 192"/>
              <a:gd name="T94" fmla="*/ 72 w 196"/>
              <a:gd name="T95" fmla="*/ 148 h 192"/>
              <a:gd name="T96" fmla="*/ 72 w 196"/>
              <a:gd name="T97" fmla="*/ 156 h 192"/>
              <a:gd name="T98" fmla="*/ 128 w 196"/>
              <a:gd name="T99" fmla="*/ 164 h 192"/>
              <a:gd name="T100" fmla="*/ 104 w 196"/>
              <a:gd name="T101" fmla="*/ 164 h 192"/>
              <a:gd name="T102" fmla="*/ 120 w 196"/>
              <a:gd name="T103" fmla="*/ 156 h 192"/>
              <a:gd name="T104" fmla="*/ 144 w 196"/>
              <a:gd name="T105" fmla="*/ 164 h 192"/>
              <a:gd name="T106" fmla="*/ 144 w 196"/>
              <a:gd name="T107" fmla="*/ 140 h 192"/>
              <a:gd name="T108" fmla="*/ 160 w 196"/>
              <a:gd name="T109" fmla="*/ 148 h 192"/>
              <a:gd name="T110" fmla="*/ 152 w 196"/>
              <a:gd name="T111" fmla="*/ 148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96" h="192">
                <a:moveTo>
                  <a:pt x="184" y="20"/>
                </a:moveTo>
                <a:cubicBezTo>
                  <a:pt x="144" y="20"/>
                  <a:pt x="144" y="20"/>
                  <a:pt x="144" y="20"/>
                </a:cubicBezTo>
                <a:cubicBezTo>
                  <a:pt x="144" y="4"/>
                  <a:pt x="144" y="4"/>
                  <a:pt x="144" y="4"/>
                </a:cubicBezTo>
                <a:cubicBezTo>
                  <a:pt x="144" y="2"/>
                  <a:pt x="142" y="0"/>
                  <a:pt x="140" y="0"/>
                </a:cubicBezTo>
                <a:cubicBezTo>
                  <a:pt x="138" y="0"/>
                  <a:pt x="136" y="2"/>
                  <a:pt x="136" y="4"/>
                </a:cubicBezTo>
                <a:cubicBezTo>
                  <a:pt x="136" y="20"/>
                  <a:pt x="136" y="20"/>
                  <a:pt x="136" y="20"/>
                </a:cubicBezTo>
                <a:cubicBezTo>
                  <a:pt x="100" y="20"/>
                  <a:pt x="100" y="20"/>
                  <a:pt x="100" y="20"/>
                </a:cubicBezTo>
                <a:cubicBezTo>
                  <a:pt x="100" y="4"/>
                  <a:pt x="100" y="4"/>
                  <a:pt x="100" y="4"/>
                </a:cubicBezTo>
                <a:cubicBezTo>
                  <a:pt x="100" y="2"/>
                  <a:pt x="98" y="0"/>
                  <a:pt x="96" y="0"/>
                </a:cubicBezTo>
                <a:cubicBezTo>
                  <a:pt x="94" y="0"/>
                  <a:pt x="92" y="2"/>
                  <a:pt x="92" y="4"/>
                </a:cubicBezTo>
                <a:cubicBezTo>
                  <a:pt x="92" y="20"/>
                  <a:pt x="92" y="20"/>
                  <a:pt x="92" y="20"/>
                </a:cubicBezTo>
                <a:cubicBezTo>
                  <a:pt x="56" y="20"/>
                  <a:pt x="56" y="20"/>
                  <a:pt x="56" y="20"/>
                </a:cubicBezTo>
                <a:cubicBezTo>
                  <a:pt x="56" y="4"/>
                  <a:pt x="56" y="4"/>
                  <a:pt x="56" y="4"/>
                </a:cubicBezTo>
                <a:cubicBezTo>
                  <a:pt x="56" y="2"/>
                  <a:pt x="54" y="0"/>
                  <a:pt x="52" y="0"/>
                </a:cubicBezTo>
                <a:cubicBezTo>
                  <a:pt x="50" y="0"/>
                  <a:pt x="48" y="2"/>
                  <a:pt x="48" y="4"/>
                </a:cubicBezTo>
                <a:cubicBezTo>
                  <a:pt x="48" y="20"/>
                  <a:pt x="48" y="20"/>
                  <a:pt x="48" y="20"/>
                </a:cubicBezTo>
                <a:cubicBezTo>
                  <a:pt x="12" y="20"/>
                  <a:pt x="12" y="20"/>
                  <a:pt x="12" y="20"/>
                </a:cubicBezTo>
                <a:cubicBezTo>
                  <a:pt x="5" y="20"/>
                  <a:pt x="0" y="25"/>
                  <a:pt x="0" y="32"/>
                </a:cubicBezTo>
                <a:cubicBezTo>
                  <a:pt x="0" y="180"/>
                  <a:pt x="0" y="180"/>
                  <a:pt x="0" y="180"/>
                </a:cubicBezTo>
                <a:cubicBezTo>
                  <a:pt x="0" y="187"/>
                  <a:pt x="5" y="192"/>
                  <a:pt x="12" y="192"/>
                </a:cubicBezTo>
                <a:cubicBezTo>
                  <a:pt x="184" y="192"/>
                  <a:pt x="184" y="192"/>
                  <a:pt x="184" y="192"/>
                </a:cubicBezTo>
                <a:cubicBezTo>
                  <a:pt x="191" y="192"/>
                  <a:pt x="196" y="187"/>
                  <a:pt x="196" y="180"/>
                </a:cubicBezTo>
                <a:cubicBezTo>
                  <a:pt x="196" y="32"/>
                  <a:pt x="196" y="32"/>
                  <a:pt x="196" y="32"/>
                </a:cubicBezTo>
                <a:cubicBezTo>
                  <a:pt x="196" y="25"/>
                  <a:pt x="191" y="20"/>
                  <a:pt x="184" y="20"/>
                </a:cubicBezTo>
                <a:close/>
                <a:moveTo>
                  <a:pt x="188" y="180"/>
                </a:moveTo>
                <a:cubicBezTo>
                  <a:pt x="188" y="182"/>
                  <a:pt x="186" y="184"/>
                  <a:pt x="184" y="184"/>
                </a:cubicBezTo>
                <a:cubicBezTo>
                  <a:pt x="12" y="184"/>
                  <a:pt x="12" y="184"/>
                  <a:pt x="12" y="184"/>
                </a:cubicBezTo>
                <a:cubicBezTo>
                  <a:pt x="10" y="184"/>
                  <a:pt x="8" y="182"/>
                  <a:pt x="8" y="180"/>
                </a:cubicBezTo>
                <a:cubicBezTo>
                  <a:pt x="8" y="32"/>
                  <a:pt x="8" y="32"/>
                  <a:pt x="8" y="32"/>
                </a:cubicBezTo>
                <a:cubicBezTo>
                  <a:pt x="8" y="30"/>
                  <a:pt x="10" y="28"/>
                  <a:pt x="12" y="28"/>
                </a:cubicBezTo>
                <a:cubicBezTo>
                  <a:pt x="48" y="28"/>
                  <a:pt x="48" y="28"/>
                  <a:pt x="48" y="28"/>
                </a:cubicBezTo>
                <a:cubicBezTo>
                  <a:pt x="48" y="40"/>
                  <a:pt x="48" y="40"/>
                  <a:pt x="48" y="40"/>
                </a:cubicBezTo>
                <a:cubicBezTo>
                  <a:pt x="48" y="42"/>
                  <a:pt x="50" y="44"/>
                  <a:pt x="52" y="44"/>
                </a:cubicBezTo>
                <a:cubicBezTo>
                  <a:pt x="54" y="44"/>
                  <a:pt x="56" y="42"/>
                  <a:pt x="56" y="40"/>
                </a:cubicBezTo>
                <a:cubicBezTo>
                  <a:pt x="56" y="28"/>
                  <a:pt x="56" y="28"/>
                  <a:pt x="56" y="28"/>
                </a:cubicBezTo>
                <a:cubicBezTo>
                  <a:pt x="92" y="28"/>
                  <a:pt x="92" y="28"/>
                  <a:pt x="92" y="28"/>
                </a:cubicBezTo>
                <a:cubicBezTo>
                  <a:pt x="92" y="40"/>
                  <a:pt x="92" y="40"/>
                  <a:pt x="92" y="40"/>
                </a:cubicBezTo>
                <a:cubicBezTo>
                  <a:pt x="92" y="42"/>
                  <a:pt x="94" y="44"/>
                  <a:pt x="96" y="44"/>
                </a:cubicBezTo>
                <a:cubicBezTo>
                  <a:pt x="98" y="44"/>
                  <a:pt x="100" y="42"/>
                  <a:pt x="100" y="40"/>
                </a:cubicBezTo>
                <a:cubicBezTo>
                  <a:pt x="100" y="28"/>
                  <a:pt x="100" y="28"/>
                  <a:pt x="100" y="28"/>
                </a:cubicBezTo>
                <a:cubicBezTo>
                  <a:pt x="136" y="28"/>
                  <a:pt x="136" y="28"/>
                  <a:pt x="136" y="28"/>
                </a:cubicBezTo>
                <a:cubicBezTo>
                  <a:pt x="136" y="40"/>
                  <a:pt x="136" y="40"/>
                  <a:pt x="136" y="40"/>
                </a:cubicBezTo>
                <a:cubicBezTo>
                  <a:pt x="136" y="42"/>
                  <a:pt x="138" y="44"/>
                  <a:pt x="140" y="44"/>
                </a:cubicBezTo>
                <a:cubicBezTo>
                  <a:pt x="142" y="44"/>
                  <a:pt x="144" y="42"/>
                  <a:pt x="144" y="40"/>
                </a:cubicBezTo>
                <a:cubicBezTo>
                  <a:pt x="144" y="28"/>
                  <a:pt x="144" y="28"/>
                  <a:pt x="144" y="28"/>
                </a:cubicBezTo>
                <a:cubicBezTo>
                  <a:pt x="184" y="28"/>
                  <a:pt x="184" y="28"/>
                  <a:pt x="184" y="28"/>
                </a:cubicBezTo>
                <a:cubicBezTo>
                  <a:pt x="186" y="28"/>
                  <a:pt x="188" y="30"/>
                  <a:pt x="188" y="32"/>
                </a:cubicBezTo>
                <a:lnTo>
                  <a:pt x="188" y="180"/>
                </a:lnTo>
                <a:close/>
                <a:moveTo>
                  <a:pt x="24" y="84"/>
                </a:moveTo>
                <a:cubicBezTo>
                  <a:pt x="48" y="84"/>
                  <a:pt x="48" y="84"/>
                  <a:pt x="48" y="84"/>
                </a:cubicBezTo>
                <a:cubicBezTo>
                  <a:pt x="48" y="60"/>
                  <a:pt x="48" y="60"/>
                  <a:pt x="48" y="60"/>
                </a:cubicBezTo>
                <a:cubicBezTo>
                  <a:pt x="24" y="60"/>
                  <a:pt x="24" y="60"/>
                  <a:pt x="24" y="60"/>
                </a:cubicBezTo>
                <a:lnTo>
                  <a:pt x="24" y="84"/>
                </a:lnTo>
                <a:close/>
                <a:moveTo>
                  <a:pt x="32" y="68"/>
                </a:moveTo>
                <a:cubicBezTo>
                  <a:pt x="40" y="68"/>
                  <a:pt x="40" y="68"/>
                  <a:pt x="40" y="68"/>
                </a:cubicBezTo>
                <a:cubicBezTo>
                  <a:pt x="40" y="76"/>
                  <a:pt x="40" y="76"/>
                  <a:pt x="40" y="76"/>
                </a:cubicBezTo>
                <a:cubicBezTo>
                  <a:pt x="32" y="76"/>
                  <a:pt x="32" y="76"/>
                  <a:pt x="32" y="76"/>
                </a:cubicBezTo>
                <a:lnTo>
                  <a:pt x="32" y="68"/>
                </a:lnTo>
                <a:close/>
                <a:moveTo>
                  <a:pt x="64" y="84"/>
                </a:moveTo>
                <a:cubicBezTo>
                  <a:pt x="88" y="84"/>
                  <a:pt x="88" y="84"/>
                  <a:pt x="88" y="84"/>
                </a:cubicBezTo>
                <a:cubicBezTo>
                  <a:pt x="88" y="60"/>
                  <a:pt x="88" y="60"/>
                  <a:pt x="88" y="60"/>
                </a:cubicBezTo>
                <a:cubicBezTo>
                  <a:pt x="64" y="60"/>
                  <a:pt x="64" y="60"/>
                  <a:pt x="64" y="60"/>
                </a:cubicBezTo>
                <a:lnTo>
                  <a:pt x="64" y="84"/>
                </a:lnTo>
                <a:close/>
                <a:moveTo>
                  <a:pt x="72" y="68"/>
                </a:moveTo>
                <a:cubicBezTo>
                  <a:pt x="80" y="68"/>
                  <a:pt x="80" y="68"/>
                  <a:pt x="80" y="68"/>
                </a:cubicBezTo>
                <a:cubicBezTo>
                  <a:pt x="80" y="76"/>
                  <a:pt x="80" y="76"/>
                  <a:pt x="80" y="76"/>
                </a:cubicBezTo>
                <a:cubicBezTo>
                  <a:pt x="72" y="76"/>
                  <a:pt x="72" y="76"/>
                  <a:pt x="72" y="76"/>
                </a:cubicBezTo>
                <a:lnTo>
                  <a:pt x="72" y="68"/>
                </a:lnTo>
                <a:close/>
                <a:moveTo>
                  <a:pt x="104" y="84"/>
                </a:moveTo>
                <a:cubicBezTo>
                  <a:pt x="128" y="84"/>
                  <a:pt x="128" y="84"/>
                  <a:pt x="128" y="84"/>
                </a:cubicBezTo>
                <a:cubicBezTo>
                  <a:pt x="128" y="60"/>
                  <a:pt x="128" y="60"/>
                  <a:pt x="128" y="60"/>
                </a:cubicBezTo>
                <a:cubicBezTo>
                  <a:pt x="104" y="60"/>
                  <a:pt x="104" y="60"/>
                  <a:pt x="104" y="60"/>
                </a:cubicBezTo>
                <a:lnTo>
                  <a:pt x="104" y="84"/>
                </a:lnTo>
                <a:close/>
                <a:moveTo>
                  <a:pt x="112" y="68"/>
                </a:moveTo>
                <a:cubicBezTo>
                  <a:pt x="120" y="68"/>
                  <a:pt x="120" y="68"/>
                  <a:pt x="120" y="68"/>
                </a:cubicBezTo>
                <a:cubicBezTo>
                  <a:pt x="120" y="76"/>
                  <a:pt x="120" y="76"/>
                  <a:pt x="120" y="76"/>
                </a:cubicBezTo>
                <a:cubicBezTo>
                  <a:pt x="112" y="76"/>
                  <a:pt x="112" y="76"/>
                  <a:pt x="112" y="76"/>
                </a:cubicBezTo>
                <a:lnTo>
                  <a:pt x="112" y="68"/>
                </a:lnTo>
                <a:close/>
                <a:moveTo>
                  <a:pt x="144" y="84"/>
                </a:moveTo>
                <a:cubicBezTo>
                  <a:pt x="168" y="84"/>
                  <a:pt x="168" y="84"/>
                  <a:pt x="168" y="84"/>
                </a:cubicBezTo>
                <a:cubicBezTo>
                  <a:pt x="168" y="60"/>
                  <a:pt x="168" y="60"/>
                  <a:pt x="168" y="60"/>
                </a:cubicBezTo>
                <a:cubicBezTo>
                  <a:pt x="144" y="60"/>
                  <a:pt x="144" y="60"/>
                  <a:pt x="144" y="60"/>
                </a:cubicBezTo>
                <a:lnTo>
                  <a:pt x="144" y="84"/>
                </a:lnTo>
                <a:close/>
                <a:moveTo>
                  <a:pt x="152" y="68"/>
                </a:moveTo>
                <a:cubicBezTo>
                  <a:pt x="160" y="68"/>
                  <a:pt x="160" y="68"/>
                  <a:pt x="160" y="68"/>
                </a:cubicBezTo>
                <a:cubicBezTo>
                  <a:pt x="160" y="76"/>
                  <a:pt x="160" y="76"/>
                  <a:pt x="160" y="76"/>
                </a:cubicBezTo>
                <a:cubicBezTo>
                  <a:pt x="152" y="76"/>
                  <a:pt x="152" y="76"/>
                  <a:pt x="152" y="76"/>
                </a:cubicBezTo>
                <a:lnTo>
                  <a:pt x="152" y="68"/>
                </a:lnTo>
                <a:close/>
                <a:moveTo>
                  <a:pt x="24" y="124"/>
                </a:moveTo>
                <a:cubicBezTo>
                  <a:pt x="48" y="124"/>
                  <a:pt x="48" y="124"/>
                  <a:pt x="48" y="124"/>
                </a:cubicBezTo>
                <a:cubicBezTo>
                  <a:pt x="48" y="100"/>
                  <a:pt x="48" y="100"/>
                  <a:pt x="48" y="100"/>
                </a:cubicBezTo>
                <a:cubicBezTo>
                  <a:pt x="24" y="100"/>
                  <a:pt x="24" y="100"/>
                  <a:pt x="24" y="100"/>
                </a:cubicBezTo>
                <a:lnTo>
                  <a:pt x="24" y="124"/>
                </a:lnTo>
                <a:close/>
                <a:moveTo>
                  <a:pt x="32" y="108"/>
                </a:moveTo>
                <a:cubicBezTo>
                  <a:pt x="40" y="108"/>
                  <a:pt x="40" y="108"/>
                  <a:pt x="40" y="108"/>
                </a:cubicBezTo>
                <a:cubicBezTo>
                  <a:pt x="40" y="116"/>
                  <a:pt x="40" y="116"/>
                  <a:pt x="40" y="116"/>
                </a:cubicBezTo>
                <a:cubicBezTo>
                  <a:pt x="32" y="116"/>
                  <a:pt x="32" y="116"/>
                  <a:pt x="32" y="116"/>
                </a:cubicBezTo>
                <a:lnTo>
                  <a:pt x="32" y="108"/>
                </a:lnTo>
                <a:close/>
                <a:moveTo>
                  <a:pt x="64" y="124"/>
                </a:moveTo>
                <a:cubicBezTo>
                  <a:pt x="88" y="124"/>
                  <a:pt x="88" y="124"/>
                  <a:pt x="88" y="124"/>
                </a:cubicBezTo>
                <a:cubicBezTo>
                  <a:pt x="88" y="100"/>
                  <a:pt x="88" y="100"/>
                  <a:pt x="88" y="100"/>
                </a:cubicBezTo>
                <a:cubicBezTo>
                  <a:pt x="64" y="100"/>
                  <a:pt x="64" y="100"/>
                  <a:pt x="64" y="100"/>
                </a:cubicBezTo>
                <a:lnTo>
                  <a:pt x="64" y="124"/>
                </a:lnTo>
                <a:close/>
                <a:moveTo>
                  <a:pt x="72" y="108"/>
                </a:moveTo>
                <a:cubicBezTo>
                  <a:pt x="80" y="108"/>
                  <a:pt x="80" y="108"/>
                  <a:pt x="80" y="108"/>
                </a:cubicBezTo>
                <a:cubicBezTo>
                  <a:pt x="80" y="116"/>
                  <a:pt x="80" y="116"/>
                  <a:pt x="80" y="116"/>
                </a:cubicBezTo>
                <a:cubicBezTo>
                  <a:pt x="72" y="116"/>
                  <a:pt x="72" y="116"/>
                  <a:pt x="72" y="116"/>
                </a:cubicBezTo>
                <a:lnTo>
                  <a:pt x="72" y="108"/>
                </a:lnTo>
                <a:close/>
                <a:moveTo>
                  <a:pt x="104" y="124"/>
                </a:moveTo>
                <a:cubicBezTo>
                  <a:pt x="128" y="124"/>
                  <a:pt x="128" y="124"/>
                  <a:pt x="128" y="124"/>
                </a:cubicBezTo>
                <a:cubicBezTo>
                  <a:pt x="128" y="100"/>
                  <a:pt x="128" y="100"/>
                  <a:pt x="128" y="100"/>
                </a:cubicBezTo>
                <a:cubicBezTo>
                  <a:pt x="104" y="100"/>
                  <a:pt x="104" y="100"/>
                  <a:pt x="104" y="100"/>
                </a:cubicBezTo>
                <a:lnTo>
                  <a:pt x="104" y="124"/>
                </a:lnTo>
                <a:close/>
                <a:moveTo>
                  <a:pt x="112" y="108"/>
                </a:moveTo>
                <a:cubicBezTo>
                  <a:pt x="120" y="108"/>
                  <a:pt x="120" y="108"/>
                  <a:pt x="120" y="108"/>
                </a:cubicBezTo>
                <a:cubicBezTo>
                  <a:pt x="120" y="116"/>
                  <a:pt x="120" y="116"/>
                  <a:pt x="120" y="116"/>
                </a:cubicBezTo>
                <a:cubicBezTo>
                  <a:pt x="112" y="116"/>
                  <a:pt x="112" y="116"/>
                  <a:pt x="112" y="116"/>
                </a:cubicBezTo>
                <a:lnTo>
                  <a:pt x="112" y="108"/>
                </a:lnTo>
                <a:close/>
                <a:moveTo>
                  <a:pt x="144" y="124"/>
                </a:moveTo>
                <a:cubicBezTo>
                  <a:pt x="168" y="124"/>
                  <a:pt x="168" y="124"/>
                  <a:pt x="168" y="124"/>
                </a:cubicBezTo>
                <a:cubicBezTo>
                  <a:pt x="168" y="100"/>
                  <a:pt x="168" y="100"/>
                  <a:pt x="168" y="100"/>
                </a:cubicBezTo>
                <a:cubicBezTo>
                  <a:pt x="144" y="100"/>
                  <a:pt x="144" y="100"/>
                  <a:pt x="144" y="100"/>
                </a:cubicBezTo>
                <a:lnTo>
                  <a:pt x="144" y="124"/>
                </a:lnTo>
                <a:close/>
                <a:moveTo>
                  <a:pt x="152" y="108"/>
                </a:moveTo>
                <a:cubicBezTo>
                  <a:pt x="160" y="108"/>
                  <a:pt x="160" y="108"/>
                  <a:pt x="160" y="108"/>
                </a:cubicBezTo>
                <a:cubicBezTo>
                  <a:pt x="160" y="116"/>
                  <a:pt x="160" y="116"/>
                  <a:pt x="160" y="116"/>
                </a:cubicBezTo>
                <a:cubicBezTo>
                  <a:pt x="152" y="116"/>
                  <a:pt x="152" y="116"/>
                  <a:pt x="152" y="116"/>
                </a:cubicBezTo>
                <a:lnTo>
                  <a:pt x="152" y="108"/>
                </a:lnTo>
                <a:close/>
                <a:moveTo>
                  <a:pt x="24" y="164"/>
                </a:moveTo>
                <a:cubicBezTo>
                  <a:pt x="48" y="164"/>
                  <a:pt x="48" y="164"/>
                  <a:pt x="48" y="164"/>
                </a:cubicBezTo>
                <a:cubicBezTo>
                  <a:pt x="48" y="140"/>
                  <a:pt x="48" y="140"/>
                  <a:pt x="48" y="140"/>
                </a:cubicBezTo>
                <a:cubicBezTo>
                  <a:pt x="24" y="140"/>
                  <a:pt x="24" y="140"/>
                  <a:pt x="24" y="140"/>
                </a:cubicBezTo>
                <a:lnTo>
                  <a:pt x="24" y="164"/>
                </a:lnTo>
                <a:close/>
                <a:moveTo>
                  <a:pt x="32" y="148"/>
                </a:moveTo>
                <a:cubicBezTo>
                  <a:pt x="40" y="148"/>
                  <a:pt x="40" y="148"/>
                  <a:pt x="40" y="148"/>
                </a:cubicBezTo>
                <a:cubicBezTo>
                  <a:pt x="40" y="156"/>
                  <a:pt x="40" y="156"/>
                  <a:pt x="40" y="156"/>
                </a:cubicBezTo>
                <a:cubicBezTo>
                  <a:pt x="32" y="156"/>
                  <a:pt x="32" y="156"/>
                  <a:pt x="32" y="156"/>
                </a:cubicBezTo>
                <a:lnTo>
                  <a:pt x="32" y="148"/>
                </a:lnTo>
                <a:close/>
                <a:moveTo>
                  <a:pt x="64" y="164"/>
                </a:moveTo>
                <a:cubicBezTo>
                  <a:pt x="88" y="164"/>
                  <a:pt x="88" y="164"/>
                  <a:pt x="88" y="164"/>
                </a:cubicBezTo>
                <a:cubicBezTo>
                  <a:pt x="88" y="140"/>
                  <a:pt x="88" y="140"/>
                  <a:pt x="88" y="140"/>
                </a:cubicBezTo>
                <a:cubicBezTo>
                  <a:pt x="64" y="140"/>
                  <a:pt x="64" y="140"/>
                  <a:pt x="64" y="140"/>
                </a:cubicBezTo>
                <a:lnTo>
                  <a:pt x="64" y="164"/>
                </a:lnTo>
                <a:close/>
                <a:moveTo>
                  <a:pt x="72" y="148"/>
                </a:moveTo>
                <a:cubicBezTo>
                  <a:pt x="80" y="148"/>
                  <a:pt x="80" y="148"/>
                  <a:pt x="80" y="148"/>
                </a:cubicBezTo>
                <a:cubicBezTo>
                  <a:pt x="80" y="156"/>
                  <a:pt x="80" y="156"/>
                  <a:pt x="80" y="156"/>
                </a:cubicBezTo>
                <a:cubicBezTo>
                  <a:pt x="72" y="156"/>
                  <a:pt x="72" y="156"/>
                  <a:pt x="72" y="156"/>
                </a:cubicBezTo>
                <a:lnTo>
                  <a:pt x="72" y="148"/>
                </a:lnTo>
                <a:close/>
                <a:moveTo>
                  <a:pt x="104" y="164"/>
                </a:moveTo>
                <a:cubicBezTo>
                  <a:pt x="128" y="164"/>
                  <a:pt x="128" y="164"/>
                  <a:pt x="128" y="164"/>
                </a:cubicBezTo>
                <a:cubicBezTo>
                  <a:pt x="128" y="140"/>
                  <a:pt x="128" y="140"/>
                  <a:pt x="128" y="140"/>
                </a:cubicBezTo>
                <a:cubicBezTo>
                  <a:pt x="104" y="140"/>
                  <a:pt x="104" y="140"/>
                  <a:pt x="104" y="140"/>
                </a:cubicBezTo>
                <a:lnTo>
                  <a:pt x="104" y="164"/>
                </a:lnTo>
                <a:close/>
                <a:moveTo>
                  <a:pt x="112" y="148"/>
                </a:moveTo>
                <a:cubicBezTo>
                  <a:pt x="120" y="148"/>
                  <a:pt x="120" y="148"/>
                  <a:pt x="120" y="148"/>
                </a:cubicBezTo>
                <a:cubicBezTo>
                  <a:pt x="120" y="156"/>
                  <a:pt x="120" y="156"/>
                  <a:pt x="120" y="156"/>
                </a:cubicBezTo>
                <a:cubicBezTo>
                  <a:pt x="112" y="156"/>
                  <a:pt x="112" y="156"/>
                  <a:pt x="112" y="156"/>
                </a:cubicBezTo>
                <a:lnTo>
                  <a:pt x="112" y="148"/>
                </a:lnTo>
                <a:close/>
                <a:moveTo>
                  <a:pt x="144" y="164"/>
                </a:moveTo>
                <a:cubicBezTo>
                  <a:pt x="168" y="164"/>
                  <a:pt x="168" y="164"/>
                  <a:pt x="168" y="164"/>
                </a:cubicBezTo>
                <a:cubicBezTo>
                  <a:pt x="168" y="140"/>
                  <a:pt x="168" y="140"/>
                  <a:pt x="168" y="140"/>
                </a:cubicBezTo>
                <a:cubicBezTo>
                  <a:pt x="144" y="140"/>
                  <a:pt x="144" y="140"/>
                  <a:pt x="144" y="140"/>
                </a:cubicBezTo>
                <a:lnTo>
                  <a:pt x="144" y="164"/>
                </a:lnTo>
                <a:close/>
                <a:moveTo>
                  <a:pt x="152" y="148"/>
                </a:moveTo>
                <a:cubicBezTo>
                  <a:pt x="160" y="148"/>
                  <a:pt x="160" y="148"/>
                  <a:pt x="160" y="148"/>
                </a:cubicBezTo>
                <a:cubicBezTo>
                  <a:pt x="160" y="156"/>
                  <a:pt x="160" y="156"/>
                  <a:pt x="160" y="156"/>
                </a:cubicBezTo>
                <a:cubicBezTo>
                  <a:pt x="152" y="156"/>
                  <a:pt x="152" y="156"/>
                  <a:pt x="152" y="156"/>
                </a:cubicBezTo>
                <a:lnTo>
                  <a:pt x="152" y="148"/>
                </a:lnTo>
                <a:close/>
              </a:path>
            </a:pathLst>
          </a:custGeom>
          <a:solidFill>
            <a:srgbClr val="FFC000"/>
          </a:solidFill>
          <a:ln>
            <a:noFill/>
          </a:ln>
        </p:spPr>
        <p:txBody>
          <a:bodyPr vert="horz" wrap="square" lIns="91407" tIns="45704" rIns="91407" bIns="45704" numCol="1" anchor="t" anchorCtr="0" compatLnSpc="1">
            <a:scene3d>
              <a:camera prst="orthographicFront"/>
              <a:lightRig rig="threePt" dir="t"/>
            </a:scene3d>
          </a:bodyPr>
          <a:lstStyle/>
          <a:p>
            <a:endParaRPr lang="en-US" sz="1350">
              <a:solidFill>
                <a:schemeClr val="accent1"/>
              </a:solidFill>
              <a:effectLst>
                <a:outerShdw blurRad="38100" dist="25400" dir="5400000" algn="ctr" rotWithShape="0">
                  <a:srgbClr val="6E747A">
                    <a:alpha val="43000"/>
                  </a:srgbClr>
                </a:outerShdw>
              </a:effectLst>
            </a:endParaRPr>
          </a:p>
        </p:txBody>
      </p:sp>
      <p:sp>
        <p:nvSpPr>
          <p:cNvPr id="8" name="标题 7"/>
          <p:cNvSpPr>
            <a:spLocks noGrp="1"/>
          </p:cNvSpPr>
          <p:nvPr>
            <p:ph type="title"/>
          </p:nvPr>
        </p:nvSpPr>
        <p:spPr>
          <a:xfrm>
            <a:off x="180000" y="360663"/>
            <a:ext cx="11833200" cy="700405"/>
          </a:xfrm>
        </p:spPr>
        <p:txBody>
          <a:bodyPr/>
          <a:lstStyle/>
          <a:p>
            <a:r>
              <a:rPr lang="zh-CN" altLang="zh-CN" dirty="0">
                <a:solidFill>
                  <a:schemeClr val="accent2"/>
                </a:solidFill>
                <a:sym typeface="+mn-ea"/>
              </a:rPr>
              <a:t>数据与数据结构</a:t>
            </a:r>
            <a:endParaRPr lang="zh-CN" altLang="zh-CN" dirty="0">
              <a:solidFill>
                <a:schemeClr val="accent2"/>
              </a:solidFill>
              <a:sym typeface="+mn-ea"/>
            </a:endParaRPr>
          </a:p>
        </p:txBody>
      </p:sp>
      <p:grpSp>
        <p:nvGrpSpPr>
          <p:cNvPr id="11" name="Group 55"/>
          <p:cNvGrpSpPr/>
          <p:nvPr/>
        </p:nvGrpSpPr>
        <p:grpSpPr>
          <a:xfrm rot="16200000" flipH="1">
            <a:off x="3328035" y="-465455"/>
            <a:ext cx="302895" cy="4800600"/>
            <a:chOff x="6007804" y="4266641"/>
            <a:chExt cx="403952" cy="2588666"/>
          </a:xfrm>
        </p:grpSpPr>
        <p:sp>
          <p:nvSpPr>
            <p:cNvPr id="121" name="Freeform: Shape 56"/>
            <p:cNvSpPr/>
            <p:nvPr/>
          </p:nvSpPr>
          <p:spPr bwMode="auto">
            <a:xfrm>
              <a:off x="6018576" y="4273373"/>
              <a:ext cx="300945" cy="490130"/>
            </a:xfrm>
            <a:custGeom>
              <a:avLst/>
              <a:gdLst>
                <a:gd name="T0" fmla="*/ 447 w 447"/>
                <a:gd name="T1" fmla="*/ 657 h 728"/>
                <a:gd name="T2" fmla="*/ 242 w 447"/>
                <a:gd name="T3" fmla="*/ 0 h 728"/>
                <a:gd name="T4" fmla="*/ 197 w 447"/>
                <a:gd name="T5" fmla="*/ 0 h 728"/>
                <a:gd name="T6" fmla="*/ 0 w 447"/>
                <a:gd name="T7" fmla="*/ 681 h 728"/>
                <a:gd name="T8" fmla="*/ 12 w 447"/>
                <a:gd name="T9" fmla="*/ 728 h 728"/>
                <a:gd name="T10" fmla="*/ 424 w 447"/>
                <a:gd name="T11" fmla="*/ 726 h 728"/>
                <a:gd name="T12" fmla="*/ 447 w 447"/>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7"/>
                  </a:moveTo>
                  <a:lnTo>
                    <a:pt x="242" y="0"/>
                  </a:lnTo>
                  <a:lnTo>
                    <a:pt x="197" y="0"/>
                  </a:lnTo>
                  <a:lnTo>
                    <a:pt x="0" y="681"/>
                  </a:lnTo>
                  <a:lnTo>
                    <a:pt x="12" y="728"/>
                  </a:lnTo>
                  <a:lnTo>
                    <a:pt x="424" y="726"/>
                  </a:lnTo>
                  <a:lnTo>
                    <a:pt x="447"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Freeform: Shape 57"/>
            <p:cNvSpPr/>
            <p:nvPr/>
          </p:nvSpPr>
          <p:spPr bwMode="auto">
            <a:xfrm>
              <a:off x="6018576" y="4273373"/>
              <a:ext cx="300945" cy="490130"/>
            </a:xfrm>
            <a:custGeom>
              <a:avLst/>
              <a:gdLst>
                <a:gd name="T0" fmla="*/ 447 w 447"/>
                <a:gd name="T1" fmla="*/ 657 h 728"/>
                <a:gd name="T2" fmla="*/ 242 w 447"/>
                <a:gd name="T3" fmla="*/ 0 h 728"/>
                <a:gd name="T4" fmla="*/ 197 w 447"/>
                <a:gd name="T5" fmla="*/ 0 h 728"/>
                <a:gd name="T6" fmla="*/ 0 w 447"/>
                <a:gd name="T7" fmla="*/ 681 h 728"/>
                <a:gd name="T8" fmla="*/ 12 w 447"/>
                <a:gd name="T9" fmla="*/ 728 h 728"/>
                <a:gd name="T10" fmla="*/ 424 w 447"/>
                <a:gd name="T11" fmla="*/ 726 h 728"/>
                <a:gd name="T12" fmla="*/ 447 w 447"/>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7"/>
                  </a:moveTo>
                  <a:lnTo>
                    <a:pt x="242" y="0"/>
                  </a:lnTo>
                  <a:lnTo>
                    <a:pt x="197" y="0"/>
                  </a:lnTo>
                  <a:lnTo>
                    <a:pt x="0" y="681"/>
                  </a:lnTo>
                  <a:lnTo>
                    <a:pt x="12" y="728"/>
                  </a:lnTo>
                  <a:lnTo>
                    <a:pt x="424" y="726"/>
                  </a:lnTo>
                  <a:lnTo>
                    <a:pt x="447"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Freeform: Shape 58"/>
            <p:cNvSpPr/>
            <p:nvPr/>
          </p:nvSpPr>
          <p:spPr bwMode="auto">
            <a:xfrm>
              <a:off x="6104752" y="4694831"/>
              <a:ext cx="125899" cy="2160476"/>
            </a:xfrm>
            <a:custGeom>
              <a:avLst/>
              <a:gdLst>
                <a:gd name="T0" fmla="*/ 79 w 79"/>
                <a:gd name="T1" fmla="*/ 1357 h 1357"/>
                <a:gd name="T2" fmla="*/ 0 w 79"/>
                <a:gd name="T3" fmla="*/ 1357 h 1357"/>
                <a:gd name="T4" fmla="*/ 0 w 79"/>
                <a:gd name="T5" fmla="*/ 32 h 1357"/>
                <a:gd name="T6" fmla="*/ 39 w 79"/>
                <a:gd name="T7" fmla="*/ 1 h 1357"/>
                <a:gd name="T8" fmla="*/ 79 w 79"/>
                <a:gd name="T9" fmla="*/ 32 h 1357"/>
                <a:gd name="T10" fmla="*/ 79 w 79"/>
                <a:gd name="T11" fmla="*/ 1357 h 1357"/>
              </a:gdLst>
              <a:ahLst/>
              <a:cxnLst>
                <a:cxn ang="0">
                  <a:pos x="T0" y="T1"/>
                </a:cxn>
                <a:cxn ang="0">
                  <a:pos x="T2" y="T3"/>
                </a:cxn>
                <a:cxn ang="0">
                  <a:pos x="T4" y="T5"/>
                </a:cxn>
                <a:cxn ang="0">
                  <a:pos x="T6" y="T7"/>
                </a:cxn>
                <a:cxn ang="0">
                  <a:pos x="T8" y="T9"/>
                </a:cxn>
                <a:cxn ang="0">
                  <a:pos x="T10" y="T11"/>
                </a:cxn>
              </a:cxnLst>
              <a:rect l="0" t="0" r="r" b="b"/>
              <a:pathLst>
                <a:path w="79" h="1357">
                  <a:moveTo>
                    <a:pt x="79" y="1357"/>
                  </a:moveTo>
                  <a:cubicBezTo>
                    <a:pt x="0" y="1357"/>
                    <a:pt x="0" y="1357"/>
                    <a:pt x="0" y="1357"/>
                  </a:cubicBezTo>
                  <a:cubicBezTo>
                    <a:pt x="0" y="32"/>
                    <a:pt x="0" y="32"/>
                    <a:pt x="0" y="32"/>
                  </a:cubicBezTo>
                  <a:cubicBezTo>
                    <a:pt x="0" y="32"/>
                    <a:pt x="5" y="1"/>
                    <a:pt x="39" y="1"/>
                  </a:cubicBezTo>
                  <a:cubicBezTo>
                    <a:pt x="73" y="0"/>
                    <a:pt x="79" y="32"/>
                    <a:pt x="79" y="32"/>
                  </a:cubicBezTo>
                  <a:cubicBezTo>
                    <a:pt x="79" y="1357"/>
                    <a:pt x="79" y="1357"/>
                    <a:pt x="79" y="1357"/>
                  </a:cubicBezTo>
                </a:path>
              </a:pathLst>
            </a:custGeom>
            <a:solidFill>
              <a:schemeClr val="accent3">
                <a:lumMod val="60000"/>
                <a:lumOff val="40000"/>
              </a:schemeClr>
            </a:solidFill>
            <a:ln>
              <a:noFill/>
            </a:ln>
          </p:spPr>
          <p:txBody>
            <a:bodyPr anchor="ctr"/>
            <a:lstStyle/>
            <a:p>
              <a:pPr algn="ctr"/>
            </a:p>
          </p:txBody>
        </p:sp>
        <p:sp>
          <p:nvSpPr>
            <p:cNvPr id="124" name="Freeform: Shape 59"/>
            <p:cNvSpPr/>
            <p:nvPr/>
          </p:nvSpPr>
          <p:spPr bwMode="auto">
            <a:xfrm>
              <a:off x="6228631" y="4692138"/>
              <a:ext cx="100315" cy="2161149"/>
            </a:xfrm>
            <a:custGeom>
              <a:avLst/>
              <a:gdLst>
                <a:gd name="T0" fmla="*/ 63 w 63"/>
                <a:gd name="T1" fmla="*/ 1358 h 1358"/>
                <a:gd name="T2" fmla="*/ 0 w 63"/>
                <a:gd name="T3" fmla="*/ 1358 h 1358"/>
                <a:gd name="T4" fmla="*/ 0 w 63"/>
                <a:gd name="T5" fmla="*/ 32 h 1358"/>
                <a:gd name="T6" fmla="*/ 30 w 63"/>
                <a:gd name="T7" fmla="*/ 0 h 1358"/>
                <a:gd name="T8" fmla="*/ 63 w 63"/>
                <a:gd name="T9" fmla="*/ 32 h 1358"/>
                <a:gd name="T10" fmla="*/ 63 w 63"/>
                <a:gd name="T11" fmla="*/ 1358 h 1358"/>
              </a:gdLst>
              <a:ahLst/>
              <a:cxnLst>
                <a:cxn ang="0">
                  <a:pos x="T0" y="T1"/>
                </a:cxn>
                <a:cxn ang="0">
                  <a:pos x="T2" y="T3"/>
                </a:cxn>
                <a:cxn ang="0">
                  <a:pos x="T4" y="T5"/>
                </a:cxn>
                <a:cxn ang="0">
                  <a:pos x="T6" y="T7"/>
                </a:cxn>
                <a:cxn ang="0">
                  <a:pos x="T8" y="T9"/>
                </a:cxn>
                <a:cxn ang="0">
                  <a:pos x="T10" y="T11"/>
                </a:cxn>
              </a:cxnLst>
              <a:rect l="0" t="0" r="r" b="b"/>
              <a:pathLst>
                <a:path w="63" h="1358">
                  <a:moveTo>
                    <a:pt x="63" y="1358"/>
                  </a:moveTo>
                  <a:cubicBezTo>
                    <a:pt x="0" y="1358"/>
                    <a:pt x="0" y="1358"/>
                    <a:pt x="0" y="1358"/>
                  </a:cubicBezTo>
                  <a:cubicBezTo>
                    <a:pt x="0" y="32"/>
                    <a:pt x="0" y="32"/>
                    <a:pt x="0" y="32"/>
                  </a:cubicBezTo>
                  <a:cubicBezTo>
                    <a:pt x="0" y="32"/>
                    <a:pt x="4" y="1"/>
                    <a:pt x="30" y="0"/>
                  </a:cubicBezTo>
                  <a:cubicBezTo>
                    <a:pt x="57" y="0"/>
                    <a:pt x="63" y="32"/>
                    <a:pt x="63" y="32"/>
                  </a:cubicBezTo>
                  <a:cubicBezTo>
                    <a:pt x="63" y="1358"/>
                    <a:pt x="63" y="1358"/>
                    <a:pt x="63" y="1358"/>
                  </a:cubicBezTo>
                </a:path>
              </a:pathLst>
            </a:custGeom>
            <a:solidFill>
              <a:srgbClr val="FFB14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Freeform: Shape 60"/>
            <p:cNvSpPr/>
            <p:nvPr/>
          </p:nvSpPr>
          <p:spPr bwMode="auto">
            <a:xfrm>
              <a:off x="6007804" y="4692138"/>
              <a:ext cx="100315" cy="2161149"/>
            </a:xfrm>
            <a:custGeom>
              <a:avLst/>
              <a:gdLst>
                <a:gd name="T0" fmla="*/ 63 w 63"/>
                <a:gd name="T1" fmla="*/ 1358 h 1358"/>
                <a:gd name="T2" fmla="*/ 0 w 63"/>
                <a:gd name="T3" fmla="*/ 1358 h 1358"/>
                <a:gd name="T4" fmla="*/ 0 w 63"/>
                <a:gd name="T5" fmla="*/ 32 h 1358"/>
                <a:gd name="T6" fmla="*/ 31 w 63"/>
                <a:gd name="T7" fmla="*/ 0 h 1358"/>
                <a:gd name="T8" fmla="*/ 63 w 63"/>
                <a:gd name="T9" fmla="*/ 32 h 1358"/>
                <a:gd name="T10" fmla="*/ 63 w 63"/>
                <a:gd name="T11" fmla="*/ 1358 h 1358"/>
              </a:gdLst>
              <a:ahLst/>
              <a:cxnLst>
                <a:cxn ang="0">
                  <a:pos x="T0" y="T1"/>
                </a:cxn>
                <a:cxn ang="0">
                  <a:pos x="T2" y="T3"/>
                </a:cxn>
                <a:cxn ang="0">
                  <a:pos x="T4" y="T5"/>
                </a:cxn>
                <a:cxn ang="0">
                  <a:pos x="T6" y="T7"/>
                </a:cxn>
                <a:cxn ang="0">
                  <a:pos x="T8" y="T9"/>
                </a:cxn>
                <a:cxn ang="0">
                  <a:pos x="T10" y="T11"/>
                </a:cxn>
              </a:cxnLst>
              <a:rect l="0" t="0" r="r" b="b"/>
              <a:pathLst>
                <a:path w="63" h="1358">
                  <a:moveTo>
                    <a:pt x="63" y="1358"/>
                  </a:moveTo>
                  <a:cubicBezTo>
                    <a:pt x="0" y="1358"/>
                    <a:pt x="0" y="1358"/>
                    <a:pt x="0" y="1358"/>
                  </a:cubicBezTo>
                  <a:cubicBezTo>
                    <a:pt x="0" y="32"/>
                    <a:pt x="0" y="32"/>
                    <a:pt x="0" y="32"/>
                  </a:cubicBezTo>
                  <a:cubicBezTo>
                    <a:pt x="0" y="32"/>
                    <a:pt x="4" y="1"/>
                    <a:pt x="31" y="0"/>
                  </a:cubicBezTo>
                  <a:cubicBezTo>
                    <a:pt x="58" y="0"/>
                    <a:pt x="63" y="32"/>
                    <a:pt x="63" y="32"/>
                  </a:cubicBezTo>
                  <a:lnTo>
                    <a:pt x="63" y="1358"/>
                  </a:lnTo>
                  <a:close/>
                </a:path>
              </a:pathLst>
            </a:custGeom>
            <a:solidFill>
              <a:schemeClr val="accent3">
                <a:lumMod val="60000"/>
                <a:lumOff val="40000"/>
              </a:schemeClr>
            </a:solidFill>
            <a:ln>
              <a:noFill/>
            </a:ln>
          </p:spPr>
          <p:txBody>
            <a:bodyPr anchor="ctr"/>
            <a:lstStyle/>
            <a:p>
              <a:pPr algn="ctr"/>
            </a:p>
          </p:txBody>
        </p:sp>
        <p:sp>
          <p:nvSpPr>
            <p:cNvPr id="126" name="Freeform: Shape 61"/>
            <p:cNvSpPr/>
            <p:nvPr/>
          </p:nvSpPr>
          <p:spPr bwMode="auto">
            <a:xfrm>
              <a:off x="6104752" y="4268661"/>
              <a:ext cx="129265" cy="185818"/>
            </a:xfrm>
            <a:custGeom>
              <a:avLst/>
              <a:gdLst>
                <a:gd name="T0" fmla="*/ 0 w 81"/>
                <a:gd name="T1" fmla="*/ 107 h 117"/>
                <a:gd name="T2" fmla="*/ 81 w 81"/>
                <a:gd name="T3" fmla="*/ 109 h 117"/>
                <a:gd name="T4" fmla="*/ 48 w 81"/>
                <a:gd name="T5" fmla="*/ 0 h 117"/>
                <a:gd name="T6" fmla="*/ 28 w 81"/>
                <a:gd name="T7" fmla="*/ 0 h 117"/>
                <a:gd name="T8" fmla="*/ 0 w 81"/>
                <a:gd name="T9" fmla="*/ 107 h 117"/>
              </a:gdLst>
              <a:ahLst/>
              <a:cxnLst>
                <a:cxn ang="0">
                  <a:pos x="T0" y="T1"/>
                </a:cxn>
                <a:cxn ang="0">
                  <a:pos x="T2" y="T3"/>
                </a:cxn>
                <a:cxn ang="0">
                  <a:pos x="T4" y="T5"/>
                </a:cxn>
                <a:cxn ang="0">
                  <a:pos x="T6" y="T7"/>
                </a:cxn>
                <a:cxn ang="0">
                  <a:pos x="T8" y="T9"/>
                </a:cxn>
              </a:cxnLst>
              <a:rect l="0" t="0" r="r" b="b"/>
              <a:pathLst>
                <a:path w="81" h="117">
                  <a:moveTo>
                    <a:pt x="0" y="107"/>
                  </a:moveTo>
                  <a:cubicBezTo>
                    <a:pt x="0" y="107"/>
                    <a:pt x="39" y="117"/>
                    <a:pt x="81" y="109"/>
                  </a:cubicBezTo>
                  <a:cubicBezTo>
                    <a:pt x="48" y="0"/>
                    <a:pt x="48" y="0"/>
                    <a:pt x="48" y="0"/>
                  </a:cubicBezTo>
                  <a:cubicBezTo>
                    <a:pt x="28" y="0"/>
                    <a:pt x="28" y="0"/>
                    <a:pt x="28" y="0"/>
                  </a:cubicBezTo>
                  <a:cubicBezTo>
                    <a:pt x="0" y="107"/>
                    <a:pt x="0" y="107"/>
                    <a:pt x="0" y="107"/>
                  </a:cubicBezTo>
                </a:path>
              </a:pathLst>
            </a:custGeom>
            <a:solidFill>
              <a:schemeClr val="accent3">
                <a:lumMod val="60000"/>
                <a:lumOff val="40000"/>
              </a:schemeClr>
            </a:solidFill>
            <a:ln>
              <a:noFill/>
            </a:ln>
          </p:spPr>
          <p:txBody>
            <a:bodyPr anchor="ctr"/>
            <a:lstStyle/>
            <a:p>
              <a:pPr algn="ctr"/>
            </a:p>
          </p:txBody>
        </p:sp>
        <p:sp>
          <p:nvSpPr>
            <p:cNvPr id="127" name="Freeform: Shape 62"/>
            <p:cNvSpPr/>
            <p:nvPr/>
          </p:nvSpPr>
          <p:spPr bwMode="auto">
            <a:xfrm>
              <a:off x="6173424" y="4266641"/>
              <a:ext cx="238332" cy="2588666"/>
            </a:xfrm>
            <a:custGeom>
              <a:avLst/>
              <a:gdLst>
                <a:gd name="T0" fmla="*/ 27 w 150"/>
                <a:gd name="T1" fmla="*/ 0 h 1626"/>
                <a:gd name="T2" fmla="*/ 0 w 150"/>
                <a:gd name="T3" fmla="*/ 1 h 1626"/>
                <a:gd name="T4" fmla="*/ 5 w 150"/>
                <a:gd name="T5" fmla="*/ 1 h 1626"/>
                <a:gd name="T6" fmla="*/ 38 w 150"/>
                <a:gd name="T7" fmla="*/ 110 h 1626"/>
                <a:gd name="T8" fmla="*/ 92 w 150"/>
                <a:gd name="T9" fmla="*/ 282 h 1626"/>
                <a:gd name="T10" fmla="*/ 92 w 150"/>
                <a:gd name="T11" fmla="*/ 284 h 1626"/>
                <a:gd name="T12" fmla="*/ 98 w 150"/>
                <a:gd name="T13" fmla="*/ 299 h 1626"/>
                <a:gd name="T14" fmla="*/ 98 w 150"/>
                <a:gd name="T15" fmla="*/ 1625 h 1626"/>
                <a:gd name="T16" fmla="*/ 36 w 150"/>
                <a:gd name="T17" fmla="*/ 1625 h 1626"/>
                <a:gd name="T18" fmla="*/ 36 w 150"/>
                <a:gd name="T19" fmla="*/ 1626 h 1626"/>
                <a:gd name="T20" fmla="*/ 150 w 150"/>
                <a:gd name="T21" fmla="*/ 1626 h 1626"/>
                <a:gd name="T22" fmla="*/ 135 w 150"/>
                <a:gd name="T23" fmla="*/ 290 h 1626"/>
                <a:gd name="T24" fmla="*/ 27 w 150"/>
                <a:gd name="T25" fmla="*/ 0 h 1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0" h="1626">
                  <a:moveTo>
                    <a:pt x="27" y="0"/>
                  </a:moveTo>
                  <a:cubicBezTo>
                    <a:pt x="0" y="1"/>
                    <a:pt x="0" y="1"/>
                    <a:pt x="0" y="1"/>
                  </a:cubicBezTo>
                  <a:cubicBezTo>
                    <a:pt x="5" y="1"/>
                    <a:pt x="5" y="1"/>
                    <a:pt x="5" y="1"/>
                  </a:cubicBezTo>
                  <a:cubicBezTo>
                    <a:pt x="38" y="110"/>
                    <a:pt x="38" y="110"/>
                    <a:pt x="38" y="110"/>
                  </a:cubicBezTo>
                  <a:cubicBezTo>
                    <a:pt x="92" y="282"/>
                    <a:pt x="92" y="282"/>
                    <a:pt x="92" y="282"/>
                  </a:cubicBezTo>
                  <a:cubicBezTo>
                    <a:pt x="92" y="284"/>
                    <a:pt x="92" y="284"/>
                    <a:pt x="92" y="284"/>
                  </a:cubicBezTo>
                  <a:cubicBezTo>
                    <a:pt x="96" y="291"/>
                    <a:pt x="98" y="299"/>
                    <a:pt x="98" y="299"/>
                  </a:cubicBezTo>
                  <a:cubicBezTo>
                    <a:pt x="98" y="1625"/>
                    <a:pt x="98" y="1625"/>
                    <a:pt x="98" y="1625"/>
                  </a:cubicBezTo>
                  <a:cubicBezTo>
                    <a:pt x="36" y="1625"/>
                    <a:pt x="36" y="1625"/>
                    <a:pt x="36" y="1625"/>
                  </a:cubicBezTo>
                  <a:cubicBezTo>
                    <a:pt x="36" y="1626"/>
                    <a:pt x="36" y="1626"/>
                    <a:pt x="36" y="1626"/>
                  </a:cubicBezTo>
                  <a:cubicBezTo>
                    <a:pt x="150" y="1626"/>
                    <a:pt x="150" y="1626"/>
                    <a:pt x="150" y="1626"/>
                  </a:cubicBezTo>
                  <a:cubicBezTo>
                    <a:pt x="135" y="290"/>
                    <a:pt x="135" y="290"/>
                    <a:pt x="135" y="290"/>
                  </a:cubicBezTo>
                  <a:cubicBezTo>
                    <a:pt x="27" y="0"/>
                    <a:pt x="27" y="0"/>
                    <a:pt x="27"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Freeform: Shape 63"/>
            <p:cNvSpPr/>
            <p:nvPr/>
          </p:nvSpPr>
          <p:spPr bwMode="auto">
            <a:xfrm>
              <a:off x="6161979" y="4441687"/>
              <a:ext cx="157542" cy="298252"/>
            </a:xfrm>
            <a:custGeom>
              <a:avLst/>
              <a:gdLst>
                <a:gd name="T0" fmla="*/ 45 w 99"/>
                <a:gd name="T1" fmla="*/ 0 h 187"/>
                <a:gd name="T2" fmla="*/ 45 w 99"/>
                <a:gd name="T3" fmla="*/ 0 h 187"/>
                <a:gd name="T4" fmla="*/ 11 w 99"/>
                <a:gd name="T5" fmla="*/ 3 h 187"/>
                <a:gd name="T6" fmla="*/ 0 w 99"/>
                <a:gd name="T7" fmla="*/ 3 h 187"/>
                <a:gd name="T8" fmla="*/ 0 w 99"/>
                <a:gd name="T9" fmla="*/ 160 h 187"/>
                <a:gd name="T10" fmla="*/ 3 w 99"/>
                <a:gd name="T11" fmla="*/ 160 h 187"/>
                <a:gd name="T12" fmla="*/ 4 w 99"/>
                <a:gd name="T13" fmla="*/ 160 h 187"/>
                <a:gd name="T14" fmla="*/ 42 w 99"/>
                <a:gd name="T15" fmla="*/ 187 h 187"/>
                <a:gd name="T16" fmla="*/ 72 w 99"/>
                <a:gd name="T17" fmla="*/ 157 h 187"/>
                <a:gd name="T18" fmla="*/ 73 w 99"/>
                <a:gd name="T19" fmla="*/ 157 h 187"/>
                <a:gd name="T20" fmla="*/ 99 w 99"/>
                <a:gd name="T21" fmla="*/ 174 h 187"/>
                <a:gd name="T22" fmla="*/ 99 w 99"/>
                <a:gd name="T23" fmla="*/ 172 h 187"/>
                <a:gd name="T24" fmla="*/ 45 w 99"/>
                <a:gd name="T25" fmla="*/ 0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9" h="187">
                  <a:moveTo>
                    <a:pt x="45" y="0"/>
                  </a:moveTo>
                  <a:cubicBezTo>
                    <a:pt x="45" y="0"/>
                    <a:pt x="45" y="0"/>
                    <a:pt x="45" y="0"/>
                  </a:cubicBezTo>
                  <a:cubicBezTo>
                    <a:pt x="33" y="2"/>
                    <a:pt x="21" y="3"/>
                    <a:pt x="11" y="3"/>
                  </a:cubicBezTo>
                  <a:cubicBezTo>
                    <a:pt x="7" y="3"/>
                    <a:pt x="3" y="3"/>
                    <a:pt x="0" y="3"/>
                  </a:cubicBezTo>
                  <a:cubicBezTo>
                    <a:pt x="0" y="160"/>
                    <a:pt x="0" y="160"/>
                    <a:pt x="0" y="160"/>
                  </a:cubicBezTo>
                  <a:cubicBezTo>
                    <a:pt x="1" y="160"/>
                    <a:pt x="2" y="160"/>
                    <a:pt x="3" y="160"/>
                  </a:cubicBezTo>
                  <a:cubicBezTo>
                    <a:pt x="3" y="160"/>
                    <a:pt x="4" y="160"/>
                    <a:pt x="4" y="160"/>
                  </a:cubicBezTo>
                  <a:cubicBezTo>
                    <a:pt x="29" y="160"/>
                    <a:pt x="39" y="178"/>
                    <a:pt x="42" y="187"/>
                  </a:cubicBezTo>
                  <a:cubicBezTo>
                    <a:pt x="44" y="179"/>
                    <a:pt x="50" y="158"/>
                    <a:pt x="72" y="157"/>
                  </a:cubicBezTo>
                  <a:cubicBezTo>
                    <a:pt x="73" y="157"/>
                    <a:pt x="73" y="157"/>
                    <a:pt x="73" y="157"/>
                  </a:cubicBezTo>
                  <a:cubicBezTo>
                    <a:pt x="87" y="157"/>
                    <a:pt x="94" y="166"/>
                    <a:pt x="99" y="174"/>
                  </a:cubicBezTo>
                  <a:cubicBezTo>
                    <a:pt x="99" y="172"/>
                    <a:pt x="99" y="172"/>
                    <a:pt x="99" y="172"/>
                  </a:cubicBezTo>
                  <a:cubicBezTo>
                    <a:pt x="45" y="0"/>
                    <a:pt x="45" y="0"/>
                    <a:pt x="45"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Freeform: Shape 64"/>
            <p:cNvSpPr/>
            <p:nvPr/>
          </p:nvSpPr>
          <p:spPr bwMode="auto">
            <a:xfrm>
              <a:off x="6161979" y="4696851"/>
              <a:ext cx="68672" cy="2158456"/>
            </a:xfrm>
            <a:custGeom>
              <a:avLst/>
              <a:gdLst>
                <a:gd name="T0" fmla="*/ 4 w 43"/>
                <a:gd name="T1" fmla="*/ 0 h 1356"/>
                <a:gd name="T2" fmla="*/ 3 w 43"/>
                <a:gd name="T3" fmla="*/ 0 h 1356"/>
                <a:gd name="T4" fmla="*/ 0 w 43"/>
                <a:gd name="T5" fmla="*/ 0 h 1356"/>
                <a:gd name="T6" fmla="*/ 0 w 43"/>
                <a:gd name="T7" fmla="*/ 1356 h 1356"/>
                <a:gd name="T8" fmla="*/ 43 w 43"/>
                <a:gd name="T9" fmla="*/ 1356 h 1356"/>
                <a:gd name="T10" fmla="*/ 43 w 43"/>
                <a:gd name="T11" fmla="*/ 1355 h 1356"/>
                <a:gd name="T12" fmla="*/ 42 w 43"/>
                <a:gd name="T13" fmla="*/ 1355 h 1356"/>
                <a:gd name="T14" fmla="*/ 42 w 43"/>
                <a:gd name="T15" fmla="*/ 29 h 1356"/>
                <a:gd name="T16" fmla="*/ 42 w 43"/>
                <a:gd name="T17" fmla="*/ 27 h 1356"/>
                <a:gd name="T18" fmla="*/ 4 w 43"/>
                <a:gd name="T19" fmla="*/ 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1356">
                  <a:moveTo>
                    <a:pt x="4" y="0"/>
                  </a:moveTo>
                  <a:cubicBezTo>
                    <a:pt x="4" y="0"/>
                    <a:pt x="3" y="0"/>
                    <a:pt x="3" y="0"/>
                  </a:cubicBezTo>
                  <a:cubicBezTo>
                    <a:pt x="2" y="0"/>
                    <a:pt x="1" y="0"/>
                    <a:pt x="0" y="0"/>
                  </a:cubicBezTo>
                  <a:cubicBezTo>
                    <a:pt x="0" y="1356"/>
                    <a:pt x="0" y="1356"/>
                    <a:pt x="0" y="1356"/>
                  </a:cubicBezTo>
                  <a:cubicBezTo>
                    <a:pt x="43" y="1356"/>
                    <a:pt x="43" y="1356"/>
                    <a:pt x="43" y="1356"/>
                  </a:cubicBezTo>
                  <a:cubicBezTo>
                    <a:pt x="43" y="1355"/>
                    <a:pt x="43" y="1355"/>
                    <a:pt x="43" y="1355"/>
                  </a:cubicBezTo>
                  <a:cubicBezTo>
                    <a:pt x="42" y="1355"/>
                    <a:pt x="42" y="1355"/>
                    <a:pt x="42" y="1355"/>
                  </a:cubicBezTo>
                  <a:cubicBezTo>
                    <a:pt x="42" y="29"/>
                    <a:pt x="42" y="29"/>
                    <a:pt x="42" y="29"/>
                  </a:cubicBezTo>
                  <a:cubicBezTo>
                    <a:pt x="42" y="29"/>
                    <a:pt x="42" y="28"/>
                    <a:pt x="42" y="27"/>
                  </a:cubicBezTo>
                  <a:cubicBezTo>
                    <a:pt x="39" y="18"/>
                    <a:pt x="29" y="0"/>
                    <a:pt x="4" y="0"/>
                  </a:cubicBezTo>
                </a:path>
              </a:pathLst>
            </a:custGeom>
            <a:solidFill>
              <a:schemeClr val="accent3"/>
            </a:solidFill>
            <a:ln>
              <a:noFill/>
            </a:ln>
          </p:spPr>
          <p:txBody>
            <a:bodyPr anchor="ctr"/>
            <a:lstStyle/>
            <a:p>
              <a:pPr algn="ctr"/>
            </a:p>
          </p:txBody>
        </p:sp>
        <p:sp>
          <p:nvSpPr>
            <p:cNvPr id="130" name="Freeform: Shape 65"/>
            <p:cNvSpPr/>
            <p:nvPr/>
          </p:nvSpPr>
          <p:spPr bwMode="auto">
            <a:xfrm>
              <a:off x="6228631" y="4692138"/>
              <a:ext cx="100315" cy="2161149"/>
            </a:xfrm>
            <a:custGeom>
              <a:avLst/>
              <a:gdLst>
                <a:gd name="T0" fmla="*/ 31 w 63"/>
                <a:gd name="T1" fmla="*/ 0 h 1358"/>
                <a:gd name="T2" fmla="*/ 30 w 63"/>
                <a:gd name="T3" fmla="*/ 0 h 1358"/>
                <a:gd name="T4" fmla="*/ 0 w 63"/>
                <a:gd name="T5" fmla="*/ 30 h 1358"/>
                <a:gd name="T6" fmla="*/ 0 w 63"/>
                <a:gd name="T7" fmla="*/ 32 h 1358"/>
                <a:gd name="T8" fmla="*/ 0 w 63"/>
                <a:gd name="T9" fmla="*/ 1358 h 1358"/>
                <a:gd name="T10" fmla="*/ 1 w 63"/>
                <a:gd name="T11" fmla="*/ 1358 h 1358"/>
                <a:gd name="T12" fmla="*/ 63 w 63"/>
                <a:gd name="T13" fmla="*/ 1358 h 1358"/>
                <a:gd name="T14" fmla="*/ 63 w 63"/>
                <a:gd name="T15" fmla="*/ 32 h 1358"/>
                <a:gd name="T16" fmla="*/ 57 w 63"/>
                <a:gd name="T17" fmla="*/ 17 h 1358"/>
                <a:gd name="T18" fmla="*/ 31 w 63"/>
                <a:gd name="T19" fmla="*/ 0 h 1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358">
                  <a:moveTo>
                    <a:pt x="31" y="0"/>
                  </a:moveTo>
                  <a:cubicBezTo>
                    <a:pt x="31" y="0"/>
                    <a:pt x="31" y="0"/>
                    <a:pt x="30" y="0"/>
                  </a:cubicBezTo>
                  <a:cubicBezTo>
                    <a:pt x="8" y="1"/>
                    <a:pt x="2" y="22"/>
                    <a:pt x="0" y="30"/>
                  </a:cubicBezTo>
                  <a:cubicBezTo>
                    <a:pt x="0" y="31"/>
                    <a:pt x="0" y="32"/>
                    <a:pt x="0" y="32"/>
                  </a:cubicBezTo>
                  <a:cubicBezTo>
                    <a:pt x="0" y="1358"/>
                    <a:pt x="0" y="1358"/>
                    <a:pt x="0" y="1358"/>
                  </a:cubicBezTo>
                  <a:cubicBezTo>
                    <a:pt x="1" y="1358"/>
                    <a:pt x="1" y="1358"/>
                    <a:pt x="1" y="1358"/>
                  </a:cubicBezTo>
                  <a:cubicBezTo>
                    <a:pt x="63" y="1358"/>
                    <a:pt x="63" y="1358"/>
                    <a:pt x="63" y="1358"/>
                  </a:cubicBezTo>
                  <a:cubicBezTo>
                    <a:pt x="63" y="32"/>
                    <a:pt x="63" y="32"/>
                    <a:pt x="63" y="32"/>
                  </a:cubicBezTo>
                  <a:cubicBezTo>
                    <a:pt x="63" y="32"/>
                    <a:pt x="61" y="24"/>
                    <a:pt x="57" y="17"/>
                  </a:cubicBezTo>
                  <a:cubicBezTo>
                    <a:pt x="52" y="9"/>
                    <a:pt x="45" y="0"/>
                    <a:pt x="31" y="0"/>
                  </a:cubicBezTo>
                </a:path>
              </a:pathLst>
            </a:custGeom>
            <a:solidFill>
              <a:schemeClr val="accent3"/>
            </a:solidFill>
            <a:ln>
              <a:noFill/>
            </a:ln>
          </p:spPr>
          <p:txBody>
            <a:bodyPr anchor="ctr"/>
            <a:lstStyle/>
            <a:p>
              <a:pPr algn="ctr"/>
            </a:p>
          </p:txBody>
        </p:sp>
        <p:sp>
          <p:nvSpPr>
            <p:cNvPr id="131" name="Freeform: Shape 66"/>
            <p:cNvSpPr/>
            <p:nvPr/>
          </p:nvSpPr>
          <p:spPr bwMode="auto">
            <a:xfrm>
              <a:off x="6161979" y="4268661"/>
              <a:ext cx="72038" cy="178413"/>
            </a:xfrm>
            <a:custGeom>
              <a:avLst/>
              <a:gdLst>
                <a:gd name="T0" fmla="*/ 12 w 45"/>
                <a:gd name="T1" fmla="*/ 0 h 112"/>
                <a:gd name="T2" fmla="*/ 7 w 45"/>
                <a:gd name="T3" fmla="*/ 0 h 112"/>
                <a:gd name="T4" fmla="*/ 0 w 45"/>
                <a:gd name="T5" fmla="*/ 0 h 112"/>
                <a:gd name="T6" fmla="*/ 0 w 45"/>
                <a:gd name="T7" fmla="*/ 112 h 112"/>
                <a:gd name="T8" fmla="*/ 11 w 45"/>
                <a:gd name="T9" fmla="*/ 112 h 112"/>
                <a:gd name="T10" fmla="*/ 45 w 45"/>
                <a:gd name="T11" fmla="*/ 109 h 112"/>
                <a:gd name="T12" fmla="*/ 45 w 45"/>
                <a:gd name="T13" fmla="*/ 109 h 112"/>
                <a:gd name="T14" fmla="*/ 12 w 45"/>
                <a:gd name="T15" fmla="*/ 0 h 1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112">
                  <a:moveTo>
                    <a:pt x="12" y="0"/>
                  </a:moveTo>
                  <a:cubicBezTo>
                    <a:pt x="7" y="0"/>
                    <a:pt x="7" y="0"/>
                    <a:pt x="7" y="0"/>
                  </a:cubicBezTo>
                  <a:cubicBezTo>
                    <a:pt x="0" y="0"/>
                    <a:pt x="0" y="0"/>
                    <a:pt x="0" y="0"/>
                  </a:cubicBezTo>
                  <a:cubicBezTo>
                    <a:pt x="0" y="112"/>
                    <a:pt x="0" y="112"/>
                    <a:pt x="0" y="112"/>
                  </a:cubicBezTo>
                  <a:cubicBezTo>
                    <a:pt x="3" y="112"/>
                    <a:pt x="7" y="112"/>
                    <a:pt x="11" y="112"/>
                  </a:cubicBezTo>
                  <a:cubicBezTo>
                    <a:pt x="21" y="112"/>
                    <a:pt x="33" y="111"/>
                    <a:pt x="45" y="109"/>
                  </a:cubicBezTo>
                  <a:cubicBezTo>
                    <a:pt x="45" y="109"/>
                    <a:pt x="45" y="109"/>
                    <a:pt x="45" y="109"/>
                  </a:cubicBezTo>
                  <a:cubicBezTo>
                    <a:pt x="12" y="0"/>
                    <a:pt x="12" y="0"/>
                    <a:pt x="12" y="0"/>
                  </a:cubicBezTo>
                </a:path>
              </a:pathLst>
            </a:custGeom>
            <a:solidFill>
              <a:schemeClr val="accent3"/>
            </a:solidFill>
            <a:ln>
              <a:noFill/>
            </a:ln>
          </p:spPr>
          <p:txBody>
            <a:bodyPr anchor="ctr"/>
            <a:lstStyle/>
            <a:p>
              <a:pPr algn="ctr"/>
            </a:p>
          </p:txBody>
        </p:sp>
      </p:grpSp>
      <p:sp>
        <p:nvSpPr>
          <p:cNvPr id="3" name="Rectangle 23"/>
          <p:cNvSpPr/>
          <p:nvPr/>
        </p:nvSpPr>
        <p:spPr>
          <a:xfrm>
            <a:off x="1109345" y="1230630"/>
            <a:ext cx="4740910" cy="553085"/>
          </a:xfrm>
          <a:prstGeom prst="rect">
            <a:avLst/>
          </a:prstGeom>
        </p:spPr>
        <p:txBody>
          <a:bodyPr wrap="square">
            <a:spAutoFit/>
          </a:bodyPr>
          <a:p>
            <a:pPr algn="ctr">
              <a:lnSpc>
                <a:spcPct val="150000"/>
              </a:lnSpc>
            </a:pPr>
            <a:r>
              <a:rPr lang="zh-CN" altLang="zh-CN" sz="2000" b="1" dirty="0">
                <a:sym typeface="+mn-ea"/>
              </a:rPr>
              <a:t>数据操作</a:t>
            </a:r>
            <a:endParaRPr lang="zh-CN" altLang="zh-CN" sz="2000" b="1" dirty="0">
              <a:sym typeface="+mn-ea"/>
            </a:endParaRPr>
          </a:p>
        </p:txBody>
      </p:sp>
      <p:sp>
        <p:nvSpPr>
          <p:cNvPr id="2" name="任意多边形 126"/>
          <p:cNvSpPr/>
          <p:nvPr/>
        </p:nvSpPr>
        <p:spPr bwMode="auto">
          <a:xfrm>
            <a:off x="6585585" y="1771650"/>
            <a:ext cx="5364000" cy="135890"/>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solidFill>
              <a:srgbClr val="93C3D3"/>
            </a:solidFill>
          </a:ln>
        </p:spPr>
        <p:txBody>
          <a:bodyPr anchor="ctr"/>
          <a:p>
            <a:endParaRPr lang="zh-CN" altLang="en-US" sz="1400"/>
          </a:p>
        </p:txBody>
      </p:sp>
      <p:sp>
        <p:nvSpPr>
          <p:cNvPr id="4" name="任意多边形 126"/>
          <p:cNvSpPr/>
          <p:nvPr/>
        </p:nvSpPr>
        <p:spPr bwMode="auto">
          <a:xfrm flipV="1">
            <a:off x="7618095" y="4491990"/>
            <a:ext cx="4594860"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D5DCE9"/>
          </a:solidFill>
          <a:ln>
            <a:solidFill>
              <a:srgbClr val="D5DCE9"/>
            </a:solidFill>
          </a:ln>
        </p:spPr>
        <p:txBody>
          <a:bodyPr anchor="ctr"/>
          <a:p>
            <a:endParaRPr lang="zh-CN" altLang="en-US" sz="1400"/>
          </a:p>
        </p:txBody>
      </p:sp>
      <p:sp>
        <p:nvSpPr>
          <p:cNvPr id="5" name="文本框 16"/>
          <p:cNvSpPr txBox="1"/>
          <p:nvPr/>
        </p:nvSpPr>
        <p:spPr>
          <a:xfrm>
            <a:off x="7038340" y="2189480"/>
            <a:ext cx="4974590" cy="2019935"/>
          </a:xfrm>
          <a:prstGeom prst="rect">
            <a:avLst/>
          </a:prstGeom>
          <a:noFill/>
        </p:spPr>
        <p:txBody>
          <a:bodyPr wrap="square"/>
          <a:p>
            <a:pPr algn="just" defTabSz="914400">
              <a:lnSpc>
                <a:spcPct val="120000"/>
              </a:lnSpc>
              <a:spcBef>
                <a:spcPct val="0"/>
              </a:spcBef>
              <a:defRPr/>
            </a:pPr>
            <a:r>
              <a:rPr lang="zh-CN" sz="2400" dirty="0">
                <a:latin typeface="微软雅黑" panose="020B0503020204020204" charset="-122"/>
                <a:ea typeface="微软雅黑" panose="020B0503020204020204" charset="-122"/>
                <a:sym typeface="+mn-ea"/>
              </a:rPr>
              <a:t>常用的数据操作：</a:t>
            </a:r>
            <a:endParaRPr lang="zh-CN" sz="2400" dirty="0">
              <a:latin typeface="微软雅黑" panose="020B0503020204020204" charset="-122"/>
              <a:ea typeface="微软雅黑" panose="020B0503020204020204" charset="-122"/>
              <a:sym typeface="+mn-ea"/>
            </a:endParaRPr>
          </a:p>
          <a:p>
            <a:pPr algn="just" defTabSz="914400">
              <a:lnSpc>
                <a:spcPct val="120000"/>
              </a:lnSpc>
              <a:spcBef>
                <a:spcPct val="0"/>
              </a:spcBef>
              <a:defRPr/>
            </a:pPr>
            <a:r>
              <a:rPr lang="zh-CN" sz="2400" dirty="0">
                <a:latin typeface="微软雅黑" panose="020B0503020204020204" charset="-122"/>
                <a:ea typeface="微软雅黑" panose="020B0503020204020204" charset="-122"/>
                <a:sym typeface="+mn-ea"/>
              </a:rPr>
              <a:t>创建操作、插入操作、删除操作、查找操作、修改操作、遍历操作、销毁操作</a:t>
            </a:r>
            <a:endParaRPr lang="zh-CN" sz="2400" dirty="0">
              <a:latin typeface="微软雅黑" panose="020B0503020204020204" charset="-122"/>
              <a:ea typeface="微软雅黑" panose="020B0503020204020204" charset="-122"/>
              <a:sym typeface="+mn-ea"/>
            </a:endParaRPr>
          </a:p>
        </p:txBody>
      </p:sp>
    </p:spTree>
  </p:cSld>
  <p:clrMapOvr>
    <a:masterClrMapping/>
  </p:clrMapOvr>
  <p:transition spd="slow" advClick="0" advTm="0">
    <p:cover dir="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zh-CN" dirty="0">
                <a:solidFill>
                  <a:schemeClr val="accent2"/>
                </a:solidFill>
                <a:sym typeface="+mn-ea"/>
              </a:rPr>
              <a:t>数据类型</a:t>
            </a:r>
            <a:endParaRPr lang="zh-CN" altLang="zh-CN" dirty="0">
              <a:solidFill>
                <a:schemeClr val="accent2"/>
              </a:solidFill>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9" name="标题 1"/>
          <p:cNvSpPr>
            <a:spLocks noGrp="1"/>
          </p:cNvSpPr>
          <p:nvPr/>
        </p:nvSpPr>
        <p:spPr>
          <a:xfrm>
            <a:off x="-131338" y="1237937"/>
            <a:ext cx="7076968" cy="6109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lvl="1" algn="l" rtl="0">
              <a:lnSpc>
                <a:spcPct val="90000"/>
              </a:lnSpc>
              <a:spcBef>
                <a:spcPct val="0"/>
              </a:spcBef>
            </a:pPr>
            <a:r>
              <a:rPr lang="en-US" altLang="zh-CN" sz="3600" kern="1200" dirty="0">
                <a:solidFill>
                  <a:schemeClr val="tx1"/>
                </a:solidFill>
                <a:latin typeface="+mj-lt"/>
                <a:ea typeface="+mj-ea"/>
                <a:cs typeface="+mj-cs"/>
              </a:rPr>
              <a:t>--</a:t>
            </a:r>
            <a:r>
              <a:rPr lang="zh-CN" altLang="zh-CN" sz="3600" kern="1200" dirty="0">
                <a:solidFill>
                  <a:schemeClr val="tx1"/>
                </a:solidFill>
                <a:latin typeface="+mj-lt"/>
                <a:ea typeface="+mj-ea"/>
                <a:cs typeface="+mj-cs"/>
              </a:rPr>
              <a:t>数据类型</a:t>
            </a:r>
            <a:endParaRPr lang="zh-CN" altLang="zh-CN" sz="3600" kern="1200" dirty="0">
              <a:solidFill>
                <a:schemeClr val="tx1"/>
              </a:solidFill>
              <a:latin typeface="+mj-lt"/>
              <a:ea typeface="+mj-ea"/>
              <a:cs typeface="+mj-cs"/>
            </a:endParaRPr>
          </a:p>
        </p:txBody>
      </p:sp>
      <p:grpSp>
        <p:nvGrpSpPr>
          <p:cNvPr id="17413" name="Group 85"/>
          <p:cNvGrpSpPr>
            <a:grpSpLocks noChangeAspect="1"/>
          </p:cNvGrpSpPr>
          <p:nvPr/>
        </p:nvGrpSpPr>
        <p:grpSpPr bwMode="auto">
          <a:xfrm>
            <a:off x="7227570" y="1580515"/>
            <a:ext cx="4794250" cy="3910330"/>
            <a:chOff x="816" y="444"/>
            <a:chExt cx="2310" cy="1884"/>
          </a:xfrm>
        </p:grpSpPr>
        <p:sp>
          <p:nvSpPr>
            <p:cNvPr id="17431" name="AutoShape 84"/>
            <p:cNvSpPr>
              <a:spLocks noChangeAspect="1" noChangeArrowheads="1" noTextEdit="1"/>
            </p:cNvSpPr>
            <p:nvPr/>
          </p:nvSpPr>
          <p:spPr bwMode="auto">
            <a:xfrm>
              <a:off x="816" y="468"/>
              <a:ext cx="2310" cy="1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mn-lt"/>
                <a:cs typeface="+mn-ea"/>
                <a:sym typeface="+mn-lt"/>
              </a:endParaRPr>
            </a:p>
          </p:txBody>
        </p:sp>
        <p:sp>
          <p:nvSpPr>
            <p:cNvPr id="17432" name="Freeform 86"/>
            <p:cNvSpPr/>
            <p:nvPr/>
          </p:nvSpPr>
          <p:spPr bwMode="auto">
            <a:xfrm>
              <a:off x="1544" y="2054"/>
              <a:ext cx="847" cy="238"/>
            </a:xfrm>
            <a:custGeom>
              <a:avLst/>
              <a:gdLst>
                <a:gd name="T0" fmla="*/ 563 w 847"/>
                <a:gd name="T1" fmla="*/ 65 h 238"/>
                <a:gd name="T2" fmla="*/ 563 w 847"/>
                <a:gd name="T3" fmla="*/ 0 h 238"/>
                <a:gd name="T4" fmla="*/ 281 w 847"/>
                <a:gd name="T5" fmla="*/ 0 h 238"/>
                <a:gd name="T6" fmla="*/ 281 w 847"/>
                <a:gd name="T7" fmla="*/ 102 h 238"/>
                <a:gd name="T8" fmla="*/ 0 w 847"/>
                <a:gd name="T9" fmla="*/ 102 h 238"/>
                <a:gd name="T10" fmla="*/ 0 w 847"/>
                <a:gd name="T11" fmla="*/ 238 h 238"/>
                <a:gd name="T12" fmla="*/ 281 w 847"/>
                <a:gd name="T13" fmla="*/ 238 h 238"/>
                <a:gd name="T14" fmla="*/ 563 w 847"/>
                <a:gd name="T15" fmla="*/ 238 h 238"/>
                <a:gd name="T16" fmla="*/ 847 w 847"/>
                <a:gd name="T17" fmla="*/ 238 h 238"/>
                <a:gd name="T18" fmla="*/ 847 w 847"/>
                <a:gd name="T19" fmla="*/ 65 h 238"/>
                <a:gd name="T20" fmla="*/ 563 w 847"/>
                <a:gd name="T21" fmla="*/ 65 h 23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47"/>
                <a:gd name="T34" fmla="*/ 0 h 238"/>
                <a:gd name="T35" fmla="*/ 847 w 847"/>
                <a:gd name="T36" fmla="*/ 238 h 23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47" h="238">
                  <a:moveTo>
                    <a:pt x="563" y="65"/>
                  </a:moveTo>
                  <a:lnTo>
                    <a:pt x="563" y="0"/>
                  </a:lnTo>
                  <a:lnTo>
                    <a:pt x="281" y="0"/>
                  </a:lnTo>
                  <a:lnTo>
                    <a:pt x="281" y="102"/>
                  </a:lnTo>
                  <a:lnTo>
                    <a:pt x="0" y="102"/>
                  </a:lnTo>
                  <a:lnTo>
                    <a:pt x="0" y="238"/>
                  </a:lnTo>
                  <a:lnTo>
                    <a:pt x="281" y="238"/>
                  </a:lnTo>
                  <a:lnTo>
                    <a:pt x="563" y="238"/>
                  </a:lnTo>
                  <a:lnTo>
                    <a:pt x="847" y="238"/>
                  </a:lnTo>
                  <a:lnTo>
                    <a:pt x="847" y="65"/>
                  </a:lnTo>
                  <a:lnTo>
                    <a:pt x="563" y="6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33" name="Rectangle 87"/>
            <p:cNvSpPr>
              <a:spLocks noChangeArrowheads="1"/>
            </p:cNvSpPr>
            <p:nvPr/>
          </p:nvSpPr>
          <p:spPr bwMode="auto">
            <a:xfrm>
              <a:off x="1312" y="2138"/>
              <a:ext cx="432" cy="187"/>
            </a:xfrm>
            <a:prstGeom prst="rect">
              <a:avLst/>
            </a:prstGeom>
            <a:solidFill>
              <a:schemeClr val="dk2">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4" name="Rectangle 88"/>
            <p:cNvSpPr>
              <a:spLocks noChangeArrowheads="1"/>
            </p:cNvSpPr>
            <p:nvPr/>
          </p:nvSpPr>
          <p:spPr bwMode="auto">
            <a:xfrm>
              <a:off x="1741" y="1992"/>
              <a:ext cx="430" cy="333"/>
            </a:xfrm>
            <a:prstGeom prst="rect">
              <a:avLst/>
            </a:prstGeom>
            <a:solidFill>
              <a:schemeClr val="dk2">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5" name="Rectangle 89"/>
            <p:cNvSpPr>
              <a:spLocks noChangeArrowheads="1"/>
            </p:cNvSpPr>
            <p:nvPr/>
          </p:nvSpPr>
          <p:spPr bwMode="auto">
            <a:xfrm>
              <a:off x="2171" y="2086"/>
              <a:ext cx="429" cy="239"/>
            </a:xfrm>
            <a:prstGeom prst="rect">
              <a:avLst/>
            </a:prstGeom>
            <a:solidFill>
              <a:schemeClr val="accent2">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6" name="Oval 90"/>
            <p:cNvSpPr>
              <a:spLocks noChangeArrowheads="1"/>
            </p:cNvSpPr>
            <p:nvPr/>
          </p:nvSpPr>
          <p:spPr bwMode="auto">
            <a:xfrm>
              <a:off x="2510" y="715"/>
              <a:ext cx="456" cy="451"/>
            </a:xfrm>
            <a:prstGeom prst="ellipse">
              <a:avLst/>
            </a:pr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7" name="Freeform 91"/>
            <p:cNvSpPr/>
            <p:nvPr/>
          </p:nvSpPr>
          <p:spPr bwMode="auto">
            <a:xfrm>
              <a:off x="2472" y="961"/>
              <a:ext cx="241" cy="242"/>
            </a:xfrm>
            <a:custGeom>
              <a:avLst/>
              <a:gdLst>
                <a:gd name="T0" fmla="*/ 331 w 171"/>
                <a:gd name="T1" fmla="*/ 99 h 189"/>
                <a:gd name="T2" fmla="*/ 314 w 171"/>
                <a:gd name="T3" fmla="*/ 90 h 189"/>
                <a:gd name="T4" fmla="*/ 297 w 171"/>
                <a:gd name="T5" fmla="*/ 67 h 189"/>
                <a:gd name="T6" fmla="*/ 262 w 171"/>
                <a:gd name="T7" fmla="*/ 35 h 189"/>
                <a:gd name="T8" fmla="*/ 238 w 171"/>
                <a:gd name="T9" fmla="*/ 24 h 189"/>
                <a:gd name="T10" fmla="*/ 227 w 171"/>
                <a:gd name="T11" fmla="*/ 6 h 189"/>
                <a:gd name="T12" fmla="*/ 207 w 171"/>
                <a:gd name="T13" fmla="*/ 12 h 189"/>
                <a:gd name="T14" fmla="*/ 4 w 171"/>
                <a:gd name="T15" fmla="*/ 284 h 189"/>
                <a:gd name="T16" fmla="*/ 4 w 171"/>
                <a:gd name="T17" fmla="*/ 302 h 189"/>
                <a:gd name="T18" fmla="*/ 6 w 171"/>
                <a:gd name="T19" fmla="*/ 302 h 189"/>
                <a:gd name="T20" fmla="*/ 6 w 171"/>
                <a:gd name="T21" fmla="*/ 306 h 189"/>
                <a:gd name="T22" fmla="*/ 28 w 171"/>
                <a:gd name="T23" fmla="*/ 306 h 189"/>
                <a:gd name="T24" fmla="*/ 328 w 171"/>
                <a:gd name="T25" fmla="*/ 118 h 189"/>
                <a:gd name="T26" fmla="*/ 331 w 171"/>
                <a:gd name="T27" fmla="*/ 99 h 18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1"/>
                <a:gd name="T43" fmla="*/ 0 h 189"/>
                <a:gd name="T44" fmla="*/ 171 w 171"/>
                <a:gd name="T45" fmla="*/ 189 h 18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1" h="189">
                  <a:moveTo>
                    <a:pt x="167" y="60"/>
                  </a:moveTo>
                  <a:cubicBezTo>
                    <a:pt x="165" y="55"/>
                    <a:pt x="161" y="53"/>
                    <a:pt x="158" y="55"/>
                  </a:cubicBezTo>
                  <a:cubicBezTo>
                    <a:pt x="156" y="49"/>
                    <a:pt x="154" y="45"/>
                    <a:pt x="150" y="41"/>
                  </a:cubicBezTo>
                  <a:cubicBezTo>
                    <a:pt x="132" y="21"/>
                    <a:pt x="132" y="21"/>
                    <a:pt x="132" y="21"/>
                  </a:cubicBezTo>
                  <a:cubicBezTo>
                    <a:pt x="129" y="16"/>
                    <a:pt x="125" y="15"/>
                    <a:pt x="120" y="15"/>
                  </a:cubicBezTo>
                  <a:cubicBezTo>
                    <a:pt x="121" y="11"/>
                    <a:pt x="120" y="7"/>
                    <a:pt x="114" y="4"/>
                  </a:cubicBezTo>
                  <a:cubicBezTo>
                    <a:pt x="112" y="0"/>
                    <a:pt x="105" y="2"/>
                    <a:pt x="104" y="7"/>
                  </a:cubicBezTo>
                  <a:cubicBezTo>
                    <a:pt x="2" y="173"/>
                    <a:pt x="2" y="173"/>
                    <a:pt x="2" y="173"/>
                  </a:cubicBezTo>
                  <a:cubicBezTo>
                    <a:pt x="0" y="177"/>
                    <a:pt x="0" y="180"/>
                    <a:pt x="2" y="184"/>
                  </a:cubicBezTo>
                  <a:cubicBezTo>
                    <a:pt x="3" y="184"/>
                    <a:pt x="3" y="184"/>
                    <a:pt x="3" y="184"/>
                  </a:cubicBezTo>
                  <a:cubicBezTo>
                    <a:pt x="3" y="187"/>
                    <a:pt x="3" y="187"/>
                    <a:pt x="3" y="187"/>
                  </a:cubicBezTo>
                  <a:cubicBezTo>
                    <a:pt x="7" y="189"/>
                    <a:pt x="11" y="189"/>
                    <a:pt x="14" y="187"/>
                  </a:cubicBezTo>
                  <a:cubicBezTo>
                    <a:pt x="165" y="72"/>
                    <a:pt x="165" y="72"/>
                    <a:pt x="165" y="72"/>
                  </a:cubicBezTo>
                  <a:cubicBezTo>
                    <a:pt x="169" y="70"/>
                    <a:pt x="171" y="63"/>
                    <a:pt x="167" y="60"/>
                  </a:cubicBezTo>
                  <a:close/>
                </a:path>
              </a:pathLst>
            </a:cu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38" name="Freeform 92"/>
            <p:cNvSpPr/>
            <p:nvPr/>
          </p:nvSpPr>
          <p:spPr bwMode="auto">
            <a:xfrm>
              <a:off x="1449" y="1662"/>
              <a:ext cx="157" cy="155"/>
            </a:xfrm>
            <a:custGeom>
              <a:avLst/>
              <a:gdLst>
                <a:gd name="T0" fmla="*/ 110 w 111"/>
                <a:gd name="T1" fmla="*/ 199 h 121"/>
                <a:gd name="T2" fmla="*/ 222 w 111"/>
                <a:gd name="T3" fmla="*/ 100 h 121"/>
                <a:gd name="T4" fmla="*/ 110 w 111"/>
                <a:gd name="T5" fmla="*/ 0 h 121"/>
                <a:gd name="T6" fmla="*/ 0 w 111"/>
                <a:gd name="T7" fmla="*/ 100 h 121"/>
                <a:gd name="T8" fmla="*/ 110 w 111"/>
                <a:gd name="T9" fmla="*/ 199 h 121"/>
                <a:gd name="T10" fmla="*/ 0 60000 65536"/>
                <a:gd name="T11" fmla="*/ 0 60000 65536"/>
                <a:gd name="T12" fmla="*/ 0 60000 65536"/>
                <a:gd name="T13" fmla="*/ 0 60000 65536"/>
                <a:gd name="T14" fmla="*/ 0 60000 65536"/>
                <a:gd name="T15" fmla="*/ 0 w 111"/>
                <a:gd name="T16" fmla="*/ 0 h 121"/>
                <a:gd name="T17" fmla="*/ 111 w 111"/>
                <a:gd name="T18" fmla="*/ 121 h 121"/>
              </a:gdLst>
              <a:ahLst/>
              <a:cxnLst>
                <a:cxn ang="T10">
                  <a:pos x="T0" y="T1"/>
                </a:cxn>
                <a:cxn ang="T11">
                  <a:pos x="T2" y="T3"/>
                </a:cxn>
                <a:cxn ang="T12">
                  <a:pos x="T4" y="T5"/>
                </a:cxn>
                <a:cxn ang="T13">
                  <a:pos x="T6" y="T7"/>
                </a:cxn>
                <a:cxn ang="T14">
                  <a:pos x="T8" y="T9"/>
                </a:cxn>
              </a:cxnLst>
              <a:rect l="T15" t="T16" r="T17" b="T18"/>
              <a:pathLst>
                <a:path w="111" h="121">
                  <a:moveTo>
                    <a:pt x="55" y="121"/>
                  </a:moveTo>
                  <a:cubicBezTo>
                    <a:pt x="87" y="121"/>
                    <a:pt x="111" y="95"/>
                    <a:pt x="111" y="61"/>
                  </a:cubicBezTo>
                  <a:cubicBezTo>
                    <a:pt x="111" y="29"/>
                    <a:pt x="87" y="0"/>
                    <a:pt x="55" y="0"/>
                  </a:cubicBezTo>
                  <a:cubicBezTo>
                    <a:pt x="25" y="0"/>
                    <a:pt x="0" y="29"/>
                    <a:pt x="0" y="61"/>
                  </a:cubicBezTo>
                  <a:cubicBezTo>
                    <a:pt x="0" y="95"/>
                    <a:pt x="25" y="121"/>
                    <a:pt x="55" y="121"/>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39" name="Freeform 93"/>
            <p:cNvSpPr/>
            <p:nvPr/>
          </p:nvSpPr>
          <p:spPr bwMode="auto">
            <a:xfrm>
              <a:off x="1582" y="2056"/>
              <a:ext cx="80" cy="208"/>
            </a:xfrm>
            <a:custGeom>
              <a:avLst/>
              <a:gdLst>
                <a:gd name="T0" fmla="*/ 62 w 57"/>
                <a:gd name="T1" fmla="*/ 30 h 162"/>
                <a:gd name="T2" fmla="*/ 29 w 57"/>
                <a:gd name="T3" fmla="*/ 0 h 162"/>
                <a:gd name="T4" fmla="*/ 0 w 57"/>
                <a:gd name="T5" fmla="*/ 42 h 162"/>
                <a:gd name="T6" fmla="*/ 0 w 57"/>
                <a:gd name="T7" fmla="*/ 222 h 162"/>
                <a:gd name="T8" fmla="*/ 51 w 57"/>
                <a:gd name="T9" fmla="*/ 267 h 162"/>
                <a:gd name="T10" fmla="*/ 65 w 57"/>
                <a:gd name="T11" fmla="*/ 267 h 162"/>
                <a:gd name="T12" fmla="*/ 112 w 57"/>
                <a:gd name="T13" fmla="*/ 222 h 162"/>
                <a:gd name="T14" fmla="*/ 112 w 57"/>
                <a:gd name="T15" fmla="*/ 42 h 162"/>
                <a:gd name="T16" fmla="*/ 112 w 57"/>
                <a:gd name="T17" fmla="*/ 30 h 162"/>
                <a:gd name="T18" fmla="*/ 62 w 57"/>
                <a:gd name="T19" fmla="*/ 30 h 1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
                <a:gd name="T31" fmla="*/ 0 h 162"/>
                <a:gd name="T32" fmla="*/ 57 w 57"/>
                <a:gd name="T33" fmla="*/ 162 h 16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 h="162">
                  <a:moveTo>
                    <a:pt x="31" y="18"/>
                  </a:moveTo>
                  <a:cubicBezTo>
                    <a:pt x="24" y="15"/>
                    <a:pt x="19" y="8"/>
                    <a:pt x="15" y="0"/>
                  </a:cubicBezTo>
                  <a:cubicBezTo>
                    <a:pt x="5" y="4"/>
                    <a:pt x="0" y="15"/>
                    <a:pt x="0" y="26"/>
                  </a:cubicBezTo>
                  <a:cubicBezTo>
                    <a:pt x="0" y="135"/>
                    <a:pt x="0" y="135"/>
                    <a:pt x="0" y="135"/>
                  </a:cubicBezTo>
                  <a:cubicBezTo>
                    <a:pt x="0" y="149"/>
                    <a:pt x="11" y="162"/>
                    <a:pt x="26" y="162"/>
                  </a:cubicBezTo>
                  <a:cubicBezTo>
                    <a:pt x="33" y="162"/>
                    <a:pt x="33" y="162"/>
                    <a:pt x="33" y="162"/>
                  </a:cubicBezTo>
                  <a:cubicBezTo>
                    <a:pt x="47" y="162"/>
                    <a:pt x="57" y="149"/>
                    <a:pt x="57" y="135"/>
                  </a:cubicBezTo>
                  <a:cubicBezTo>
                    <a:pt x="57" y="26"/>
                    <a:pt x="57" y="26"/>
                    <a:pt x="57" y="26"/>
                  </a:cubicBezTo>
                  <a:cubicBezTo>
                    <a:pt x="57" y="25"/>
                    <a:pt x="57" y="23"/>
                    <a:pt x="57" y="18"/>
                  </a:cubicBezTo>
                  <a:cubicBezTo>
                    <a:pt x="49" y="23"/>
                    <a:pt x="40" y="23"/>
                    <a:pt x="31" y="18"/>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0" name="Freeform 94"/>
            <p:cNvSpPr/>
            <p:nvPr/>
          </p:nvSpPr>
          <p:spPr bwMode="auto">
            <a:xfrm>
              <a:off x="1385" y="2061"/>
              <a:ext cx="84" cy="203"/>
            </a:xfrm>
            <a:custGeom>
              <a:avLst/>
              <a:gdLst>
                <a:gd name="T0" fmla="*/ 97 w 59"/>
                <a:gd name="T1" fmla="*/ 0 h 158"/>
                <a:gd name="T2" fmla="*/ 67 w 59"/>
                <a:gd name="T3" fmla="*/ 27 h 158"/>
                <a:gd name="T4" fmla="*/ 4 w 59"/>
                <a:gd name="T5" fmla="*/ 23 h 158"/>
                <a:gd name="T6" fmla="*/ 0 w 59"/>
                <a:gd name="T7" fmla="*/ 36 h 158"/>
                <a:gd name="T8" fmla="*/ 0 w 59"/>
                <a:gd name="T9" fmla="*/ 216 h 158"/>
                <a:gd name="T10" fmla="*/ 53 w 59"/>
                <a:gd name="T11" fmla="*/ 261 h 158"/>
                <a:gd name="T12" fmla="*/ 67 w 59"/>
                <a:gd name="T13" fmla="*/ 261 h 158"/>
                <a:gd name="T14" fmla="*/ 120 w 59"/>
                <a:gd name="T15" fmla="*/ 216 h 158"/>
                <a:gd name="T16" fmla="*/ 120 w 59"/>
                <a:gd name="T17" fmla="*/ 36 h 158"/>
                <a:gd name="T18" fmla="*/ 97 w 59"/>
                <a:gd name="T19" fmla="*/ 0 h 15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9"/>
                <a:gd name="T31" fmla="*/ 0 h 158"/>
                <a:gd name="T32" fmla="*/ 59 w 59"/>
                <a:gd name="T33" fmla="*/ 158 h 15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9" h="158">
                  <a:moveTo>
                    <a:pt x="48" y="0"/>
                  </a:moveTo>
                  <a:cubicBezTo>
                    <a:pt x="45" y="6"/>
                    <a:pt x="41" y="12"/>
                    <a:pt x="33" y="16"/>
                  </a:cubicBezTo>
                  <a:cubicBezTo>
                    <a:pt x="22" y="21"/>
                    <a:pt x="10" y="21"/>
                    <a:pt x="2" y="14"/>
                  </a:cubicBezTo>
                  <a:cubicBezTo>
                    <a:pt x="0" y="16"/>
                    <a:pt x="0" y="19"/>
                    <a:pt x="0" y="22"/>
                  </a:cubicBezTo>
                  <a:cubicBezTo>
                    <a:pt x="0" y="131"/>
                    <a:pt x="0" y="131"/>
                    <a:pt x="0" y="131"/>
                  </a:cubicBezTo>
                  <a:cubicBezTo>
                    <a:pt x="0" y="145"/>
                    <a:pt x="10" y="158"/>
                    <a:pt x="26" y="158"/>
                  </a:cubicBezTo>
                  <a:cubicBezTo>
                    <a:pt x="33" y="158"/>
                    <a:pt x="33" y="158"/>
                    <a:pt x="33" y="158"/>
                  </a:cubicBezTo>
                  <a:cubicBezTo>
                    <a:pt x="48" y="158"/>
                    <a:pt x="59" y="145"/>
                    <a:pt x="59" y="131"/>
                  </a:cubicBezTo>
                  <a:cubicBezTo>
                    <a:pt x="59" y="22"/>
                    <a:pt x="59" y="22"/>
                    <a:pt x="59" y="22"/>
                  </a:cubicBezTo>
                  <a:cubicBezTo>
                    <a:pt x="59" y="14"/>
                    <a:pt x="56" y="6"/>
                    <a:pt x="48" y="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1" name="Freeform 95"/>
            <p:cNvSpPr/>
            <p:nvPr/>
          </p:nvSpPr>
          <p:spPr bwMode="auto">
            <a:xfrm>
              <a:off x="1322" y="1740"/>
              <a:ext cx="412" cy="389"/>
            </a:xfrm>
            <a:custGeom>
              <a:avLst/>
              <a:gdLst>
                <a:gd name="T0" fmla="*/ 576 w 292"/>
                <a:gd name="T1" fmla="*/ 212 h 304"/>
                <a:gd name="T2" fmla="*/ 525 w 292"/>
                <a:gd name="T3" fmla="*/ 113 h 304"/>
                <a:gd name="T4" fmla="*/ 480 w 292"/>
                <a:gd name="T5" fmla="*/ 26 h 304"/>
                <a:gd name="T6" fmla="*/ 432 w 292"/>
                <a:gd name="T7" fmla="*/ 0 h 304"/>
                <a:gd name="T8" fmla="*/ 420 w 292"/>
                <a:gd name="T9" fmla="*/ 0 h 304"/>
                <a:gd name="T10" fmla="*/ 289 w 292"/>
                <a:gd name="T11" fmla="*/ 119 h 304"/>
                <a:gd name="T12" fmla="*/ 155 w 292"/>
                <a:gd name="T13" fmla="*/ 0 h 304"/>
                <a:gd name="T14" fmla="*/ 145 w 292"/>
                <a:gd name="T15" fmla="*/ 0 h 304"/>
                <a:gd name="T16" fmla="*/ 97 w 292"/>
                <a:gd name="T17" fmla="*/ 26 h 304"/>
                <a:gd name="T18" fmla="*/ 56 w 292"/>
                <a:gd name="T19" fmla="*/ 113 h 304"/>
                <a:gd name="T20" fmla="*/ 4 w 292"/>
                <a:gd name="T21" fmla="*/ 212 h 304"/>
                <a:gd name="T22" fmla="*/ 0 w 292"/>
                <a:gd name="T23" fmla="*/ 229 h 304"/>
                <a:gd name="T24" fmla="*/ 4 w 292"/>
                <a:gd name="T25" fmla="*/ 247 h 304"/>
                <a:gd name="T26" fmla="*/ 83 w 292"/>
                <a:gd name="T27" fmla="*/ 392 h 304"/>
                <a:gd name="T28" fmla="*/ 145 w 292"/>
                <a:gd name="T29" fmla="*/ 411 h 304"/>
                <a:gd name="T30" fmla="*/ 164 w 292"/>
                <a:gd name="T31" fmla="*/ 353 h 304"/>
                <a:gd name="T32" fmla="*/ 97 w 292"/>
                <a:gd name="T33" fmla="*/ 229 h 304"/>
                <a:gd name="T34" fmla="*/ 110 w 292"/>
                <a:gd name="T35" fmla="*/ 203 h 304"/>
                <a:gd name="T36" fmla="*/ 145 w 292"/>
                <a:gd name="T37" fmla="*/ 136 h 304"/>
                <a:gd name="T38" fmla="*/ 145 w 292"/>
                <a:gd name="T39" fmla="*/ 265 h 304"/>
                <a:gd name="T40" fmla="*/ 189 w 292"/>
                <a:gd name="T41" fmla="*/ 351 h 304"/>
                <a:gd name="T42" fmla="*/ 198 w 292"/>
                <a:gd name="T43" fmla="*/ 388 h 304"/>
                <a:gd name="T44" fmla="*/ 233 w 292"/>
                <a:gd name="T45" fmla="*/ 445 h 304"/>
                <a:gd name="T46" fmla="*/ 233 w 292"/>
                <a:gd name="T47" fmla="*/ 498 h 304"/>
                <a:gd name="T48" fmla="*/ 336 w 292"/>
                <a:gd name="T49" fmla="*/ 498 h 304"/>
                <a:gd name="T50" fmla="*/ 336 w 292"/>
                <a:gd name="T51" fmla="*/ 445 h 304"/>
                <a:gd name="T52" fmla="*/ 388 w 292"/>
                <a:gd name="T53" fmla="*/ 385 h 304"/>
                <a:gd name="T54" fmla="*/ 396 w 292"/>
                <a:gd name="T55" fmla="*/ 347 h 304"/>
                <a:gd name="T56" fmla="*/ 432 w 292"/>
                <a:gd name="T57" fmla="*/ 275 h 304"/>
                <a:gd name="T58" fmla="*/ 432 w 292"/>
                <a:gd name="T59" fmla="*/ 133 h 304"/>
                <a:gd name="T60" fmla="*/ 470 w 292"/>
                <a:gd name="T61" fmla="*/ 206 h 304"/>
                <a:gd name="T62" fmla="*/ 480 w 292"/>
                <a:gd name="T63" fmla="*/ 229 h 304"/>
                <a:gd name="T64" fmla="*/ 413 w 292"/>
                <a:gd name="T65" fmla="*/ 353 h 304"/>
                <a:gd name="T66" fmla="*/ 437 w 292"/>
                <a:gd name="T67" fmla="*/ 411 h 304"/>
                <a:gd name="T68" fmla="*/ 499 w 292"/>
                <a:gd name="T69" fmla="*/ 392 h 304"/>
                <a:gd name="T70" fmla="*/ 576 w 292"/>
                <a:gd name="T71" fmla="*/ 247 h 304"/>
                <a:gd name="T72" fmla="*/ 576 w 292"/>
                <a:gd name="T73" fmla="*/ 229 h 304"/>
                <a:gd name="T74" fmla="*/ 576 w 292"/>
                <a:gd name="T75" fmla="*/ 212 h 30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92"/>
                <a:gd name="T115" fmla="*/ 0 h 304"/>
                <a:gd name="T116" fmla="*/ 292 w 292"/>
                <a:gd name="T117" fmla="*/ 304 h 30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92" h="304">
                  <a:moveTo>
                    <a:pt x="289" y="130"/>
                  </a:moveTo>
                  <a:cubicBezTo>
                    <a:pt x="264" y="69"/>
                    <a:pt x="264" y="69"/>
                    <a:pt x="264" y="69"/>
                  </a:cubicBezTo>
                  <a:cubicBezTo>
                    <a:pt x="241" y="16"/>
                    <a:pt x="241" y="16"/>
                    <a:pt x="241" y="16"/>
                  </a:cubicBezTo>
                  <a:cubicBezTo>
                    <a:pt x="238" y="7"/>
                    <a:pt x="229" y="0"/>
                    <a:pt x="217" y="0"/>
                  </a:cubicBezTo>
                  <a:cubicBezTo>
                    <a:pt x="211" y="0"/>
                    <a:pt x="211" y="0"/>
                    <a:pt x="211" y="0"/>
                  </a:cubicBezTo>
                  <a:cubicBezTo>
                    <a:pt x="211" y="40"/>
                    <a:pt x="183" y="73"/>
                    <a:pt x="145" y="73"/>
                  </a:cubicBezTo>
                  <a:cubicBezTo>
                    <a:pt x="108" y="73"/>
                    <a:pt x="78" y="40"/>
                    <a:pt x="78" y="0"/>
                  </a:cubicBezTo>
                  <a:cubicBezTo>
                    <a:pt x="73" y="0"/>
                    <a:pt x="73" y="0"/>
                    <a:pt x="73" y="0"/>
                  </a:cubicBezTo>
                  <a:cubicBezTo>
                    <a:pt x="64" y="0"/>
                    <a:pt x="55" y="7"/>
                    <a:pt x="49" y="16"/>
                  </a:cubicBezTo>
                  <a:cubicBezTo>
                    <a:pt x="28" y="69"/>
                    <a:pt x="28" y="69"/>
                    <a:pt x="28" y="69"/>
                  </a:cubicBezTo>
                  <a:cubicBezTo>
                    <a:pt x="2" y="130"/>
                    <a:pt x="2" y="130"/>
                    <a:pt x="2" y="130"/>
                  </a:cubicBezTo>
                  <a:cubicBezTo>
                    <a:pt x="0" y="134"/>
                    <a:pt x="0" y="138"/>
                    <a:pt x="0" y="140"/>
                  </a:cubicBezTo>
                  <a:cubicBezTo>
                    <a:pt x="0" y="144"/>
                    <a:pt x="0" y="147"/>
                    <a:pt x="2" y="151"/>
                  </a:cubicBezTo>
                  <a:cubicBezTo>
                    <a:pt x="42" y="239"/>
                    <a:pt x="42" y="239"/>
                    <a:pt x="42" y="239"/>
                  </a:cubicBezTo>
                  <a:cubicBezTo>
                    <a:pt x="47" y="251"/>
                    <a:pt x="59" y="257"/>
                    <a:pt x="73" y="251"/>
                  </a:cubicBezTo>
                  <a:cubicBezTo>
                    <a:pt x="83" y="245"/>
                    <a:pt x="90" y="231"/>
                    <a:pt x="82" y="216"/>
                  </a:cubicBezTo>
                  <a:cubicBezTo>
                    <a:pt x="49" y="140"/>
                    <a:pt x="49" y="140"/>
                    <a:pt x="49" y="140"/>
                  </a:cubicBezTo>
                  <a:cubicBezTo>
                    <a:pt x="55" y="124"/>
                    <a:pt x="55" y="124"/>
                    <a:pt x="55" y="124"/>
                  </a:cubicBezTo>
                  <a:cubicBezTo>
                    <a:pt x="73" y="83"/>
                    <a:pt x="73" y="83"/>
                    <a:pt x="73" y="83"/>
                  </a:cubicBezTo>
                  <a:cubicBezTo>
                    <a:pt x="73" y="162"/>
                    <a:pt x="73" y="162"/>
                    <a:pt x="73" y="162"/>
                  </a:cubicBezTo>
                  <a:cubicBezTo>
                    <a:pt x="95" y="214"/>
                    <a:pt x="95" y="214"/>
                    <a:pt x="95" y="214"/>
                  </a:cubicBezTo>
                  <a:cubicBezTo>
                    <a:pt x="99" y="223"/>
                    <a:pt x="99" y="229"/>
                    <a:pt x="99" y="237"/>
                  </a:cubicBezTo>
                  <a:cubicBezTo>
                    <a:pt x="109" y="242"/>
                    <a:pt x="117" y="257"/>
                    <a:pt x="117" y="272"/>
                  </a:cubicBezTo>
                  <a:cubicBezTo>
                    <a:pt x="117" y="304"/>
                    <a:pt x="117" y="304"/>
                    <a:pt x="117" y="304"/>
                  </a:cubicBezTo>
                  <a:cubicBezTo>
                    <a:pt x="169" y="304"/>
                    <a:pt x="169" y="304"/>
                    <a:pt x="169" y="304"/>
                  </a:cubicBezTo>
                  <a:cubicBezTo>
                    <a:pt x="169" y="272"/>
                    <a:pt x="169" y="272"/>
                    <a:pt x="169" y="272"/>
                  </a:cubicBezTo>
                  <a:cubicBezTo>
                    <a:pt x="169" y="255"/>
                    <a:pt x="180" y="239"/>
                    <a:pt x="195" y="235"/>
                  </a:cubicBezTo>
                  <a:cubicBezTo>
                    <a:pt x="195" y="227"/>
                    <a:pt x="195" y="221"/>
                    <a:pt x="199" y="212"/>
                  </a:cubicBezTo>
                  <a:cubicBezTo>
                    <a:pt x="217" y="168"/>
                    <a:pt x="217" y="168"/>
                    <a:pt x="217" y="168"/>
                  </a:cubicBezTo>
                  <a:cubicBezTo>
                    <a:pt x="217" y="81"/>
                    <a:pt x="217" y="81"/>
                    <a:pt x="217" y="81"/>
                  </a:cubicBezTo>
                  <a:cubicBezTo>
                    <a:pt x="236" y="126"/>
                    <a:pt x="236" y="126"/>
                    <a:pt x="236" y="126"/>
                  </a:cubicBezTo>
                  <a:cubicBezTo>
                    <a:pt x="241" y="140"/>
                    <a:pt x="241" y="140"/>
                    <a:pt x="241" y="140"/>
                  </a:cubicBezTo>
                  <a:cubicBezTo>
                    <a:pt x="208" y="216"/>
                    <a:pt x="208" y="216"/>
                    <a:pt x="208" y="216"/>
                  </a:cubicBezTo>
                  <a:cubicBezTo>
                    <a:pt x="203" y="231"/>
                    <a:pt x="208" y="245"/>
                    <a:pt x="220" y="251"/>
                  </a:cubicBezTo>
                  <a:cubicBezTo>
                    <a:pt x="231" y="257"/>
                    <a:pt x="245" y="251"/>
                    <a:pt x="251" y="239"/>
                  </a:cubicBezTo>
                  <a:cubicBezTo>
                    <a:pt x="289" y="151"/>
                    <a:pt x="289" y="151"/>
                    <a:pt x="289" y="151"/>
                  </a:cubicBezTo>
                  <a:cubicBezTo>
                    <a:pt x="289" y="147"/>
                    <a:pt x="292" y="144"/>
                    <a:pt x="289" y="140"/>
                  </a:cubicBezTo>
                  <a:cubicBezTo>
                    <a:pt x="292" y="138"/>
                    <a:pt x="289" y="134"/>
                    <a:pt x="289" y="13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2" name="Freeform 96"/>
            <p:cNvSpPr/>
            <p:nvPr/>
          </p:nvSpPr>
          <p:spPr bwMode="auto">
            <a:xfrm>
              <a:off x="1750" y="1010"/>
              <a:ext cx="421" cy="973"/>
            </a:xfrm>
            <a:custGeom>
              <a:avLst/>
              <a:gdLst>
                <a:gd name="T0" fmla="*/ 551 w 298"/>
                <a:gd name="T1" fmla="*/ 0 h 760"/>
                <a:gd name="T2" fmla="*/ 504 w 298"/>
                <a:gd name="T3" fmla="*/ 41 h 760"/>
                <a:gd name="T4" fmla="*/ 504 w 298"/>
                <a:gd name="T5" fmla="*/ 187 h 760"/>
                <a:gd name="T6" fmla="*/ 386 w 298"/>
                <a:gd name="T7" fmla="*/ 335 h 760"/>
                <a:gd name="T8" fmla="*/ 212 w 298"/>
                <a:gd name="T9" fmla="*/ 335 h 760"/>
                <a:gd name="T10" fmla="*/ 96 w 298"/>
                <a:gd name="T11" fmla="*/ 192 h 760"/>
                <a:gd name="T12" fmla="*/ 96 w 298"/>
                <a:gd name="T13" fmla="*/ 41 h 760"/>
                <a:gd name="T14" fmla="*/ 48 w 298"/>
                <a:gd name="T15" fmla="*/ 0 h 760"/>
                <a:gd name="T16" fmla="*/ 0 w 298"/>
                <a:gd name="T17" fmla="*/ 41 h 760"/>
                <a:gd name="T18" fmla="*/ 0 w 298"/>
                <a:gd name="T19" fmla="*/ 200 h 760"/>
                <a:gd name="T20" fmla="*/ 0 w 298"/>
                <a:gd name="T21" fmla="*/ 204 h 760"/>
                <a:gd name="T22" fmla="*/ 4 w 298"/>
                <a:gd name="T23" fmla="*/ 216 h 760"/>
                <a:gd name="T24" fmla="*/ 4 w 298"/>
                <a:gd name="T25" fmla="*/ 221 h 760"/>
                <a:gd name="T26" fmla="*/ 10 w 298"/>
                <a:gd name="T27" fmla="*/ 228 h 760"/>
                <a:gd name="T28" fmla="*/ 144 w 298"/>
                <a:gd name="T29" fmla="*/ 398 h 760"/>
                <a:gd name="T30" fmla="*/ 154 w 298"/>
                <a:gd name="T31" fmla="*/ 407 h 760"/>
                <a:gd name="T32" fmla="*/ 154 w 298"/>
                <a:gd name="T33" fmla="*/ 824 h 760"/>
                <a:gd name="T34" fmla="*/ 154 w 298"/>
                <a:gd name="T35" fmla="*/ 837 h 760"/>
                <a:gd name="T36" fmla="*/ 154 w 298"/>
                <a:gd name="T37" fmla="*/ 1006 h 760"/>
                <a:gd name="T38" fmla="*/ 155 w 298"/>
                <a:gd name="T39" fmla="*/ 1013 h 760"/>
                <a:gd name="T40" fmla="*/ 154 w 298"/>
                <a:gd name="T41" fmla="*/ 1019 h 760"/>
                <a:gd name="T42" fmla="*/ 154 w 298"/>
                <a:gd name="T43" fmla="*/ 1200 h 760"/>
                <a:gd name="T44" fmla="*/ 203 w 298"/>
                <a:gd name="T45" fmla="*/ 1246 h 760"/>
                <a:gd name="T46" fmla="*/ 219 w 298"/>
                <a:gd name="T47" fmla="*/ 1246 h 760"/>
                <a:gd name="T48" fmla="*/ 271 w 298"/>
                <a:gd name="T49" fmla="*/ 1200 h 760"/>
                <a:gd name="T50" fmla="*/ 271 w 298"/>
                <a:gd name="T51" fmla="*/ 1019 h 760"/>
                <a:gd name="T52" fmla="*/ 271 w 298"/>
                <a:gd name="T53" fmla="*/ 1013 h 760"/>
                <a:gd name="T54" fmla="*/ 271 w 298"/>
                <a:gd name="T55" fmla="*/ 1006 h 760"/>
                <a:gd name="T56" fmla="*/ 271 w 298"/>
                <a:gd name="T57" fmla="*/ 837 h 760"/>
                <a:gd name="T58" fmla="*/ 332 w 298"/>
                <a:gd name="T59" fmla="*/ 837 h 760"/>
                <a:gd name="T60" fmla="*/ 332 w 298"/>
                <a:gd name="T61" fmla="*/ 1006 h 760"/>
                <a:gd name="T62" fmla="*/ 332 w 298"/>
                <a:gd name="T63" fmla="*/ 1013 h 760"/>
                <a:gd name="T64" fmla="*/ 332 w 298"/>
                <a:gd name="T65" fmla="*/ 1019 h 760"/>
                <a:gd name="T66" fmla="*/ 332 w 298"/>
                <a:gd name="T67" fmla="*/ 1200 h 760"/>
                <a:gd name="T68" fmla="*/ 381 w 298"/>
                <a:gd name="T69" fmla="*/ 1246 h 760"/>
                <a:gd name="T70" fmla="*/ 396 w 298"/>
                <a:gd name="T71" fmla="*/ 1246 h 760"/>
                <a:gd name="T72" fmla="*/ 446 w 298"/>
                <a:gd name="T73" fmla="*/ 1200 h 760"/>
                <a:gd name="T74" fmla="*/ 446 w 298"/>
                <a:gd name="T75" fmla="*/ 1019 h 760"/>
                <a:gd name="T76" fmla="*/ 446 w 298"/>
                <a:gd name="T77" fmla="*/ 1013 h 760"/>
                <a:gd name="T78" fmla="*/ 446 w 298"/>
                <a:gd name="T79" fmla="*/ 1006 h 760"/>
                <a:gd name="T80" fmla="*/ 446 w 298"/>
                <a:gd name="T81" fmla="*/ 837 h 760"/>
                <a:gd name="T82" fmla="*/ 446 w 298"/>
                <a:gd name="T83" fmla="*/ 824 h 760"/>
                <a:gd name="T84" fmla="*/ 446 w 298"/>
                <a:gd name="T85" fmla="*/ 398 h 760"/>
                <a:gd name="T86" fmla="*/ 455 w 298"/>
                <a:gd name="T87" fmla="*/ 398 h 760"/>
                <a:gd name="T88" fmla="*/ 589 w 298"/>
                <a:gd name="T89" fmla="*/ 228 h 760"/>
                <a:gd name="T90" fmla="*/ 593 w 298"/>
                <a:gd name="T91" fmla="*/ 216 h 760"/>
                <a:gd name="T92" fmla="*/ 595 w 298"/>
                <a:gd name="T93" fmla="*/ 204 h 760"/>
                <a:gd name="T94" fmla="*/ 595 w 298"/>
                <a:gd name="T95" fmla="*/ 200 h 760"/>
                <a:gd name="T96" fmla="*/ 595 w 298"/>
                <a:gd name="T97" fmla="*/ 41 h 760"/>
                <a:gd name="T98" fmla="*/ 551 w 298"/>
                <a:gd name="T99" fmla="*/ 0 h 76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98"/>
                <a:gd name="T151" fmla="*/ 0 h 760"/>
                <a:gd name="T152" fmla="*/ 298 w 298"/>
                <a:gd name="T153" fmla="*/ 760 h 76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98" h="760">
                  <a:moveTo>
                    <a:pt x="276" y="0"/>
                  </a:moveTo>
                  <a:cubicBezTo>
                    <a:pt x="264" y="0"/>
                    <a:pt x="253" y="11"/>
                    <a:pt x="253" y="25"/>
                  </a:cubicBezTo>
                  <a:cubicBezTo>
                    <a:pt x="253" y="114"/>
                    <a:pt x="253" y="114"/>
                    <a:pt x="253" y="114"/>
                  </a:cubicBezTo>
                  <a:cubicBezTo>
                    <a:pt x="193" y="205"/>
                    <a:pt x="193" y="205"/>
                    <a:pt x="193" y="205"/>
                  </a:cubicBezTo>
                  <a:cubicBezTo>
                    <a:pt x="106" y="205"/>
                    <a:pt x="106" y="205"/>
                    <a:pt x="106" y="205"/>
                  </a:cubicBezTo>
                  <a:cubicBezTo>
                    <a:pt x="48" y="117"/>
                    <a:pt x="48" y="117"/>
                    <a:pt x="48" y="117"/>
                  </a:cubicBezTo>
                  <a:cubicBezTo>
                    <a:pt x="48" y="25"/>
                    <a:pt x="48" y="25"/>
                    <a:pt x="48" y="25"/>
                  </a:cubicBezTo>
                  <a:cubicBezTo>
                    <a:pt x="48" y="11"/>
                    <a:pt x="37" y="0"/>
                    <a:pt x="24" y="0"/>
                  </a:cubicBezTo>
                  <a:cubicBezTo>
                    <a:pt x="11" y="0"/>
                    <a:pt x="0" y="11"/>
                    <a:pt x="0" y="25"/>
                  </a:cubicBezTo>
                  <a:cubicBezTo>
                    <a:pt x="0" y="122"/>
                    <a:pt x="0" y="122"/>
                    <a:pt x="0" y="122"/>
                  </a:cubicBezTo>
                  <a:cubicBezTo>
                    <a:pt x="0" y="124"/>
                    <a:pt x="0" y="124"/>
                    <a:pt x="0" y="124"/>
                  </a:cubicBezTo>
                  <a:cubicBezTo>
                    <a:pt x="0" y="128"/>
                    <a:pt x="2" y="130"/>
                    <a:pt x="2" y="132"/>
                  </a:cubicBezTo>
                  <a:cubicBezTo>
                    <a:pt x="2" y="132"/>
                    <a:pt x="2" y="132"/>
                    <a:pt x="2" y="135"/>
                  </a:cubicBezTo>
                  <a:cubicBezTo>
                    <a:pt x="3" y="136"/>
                    <a:pt x="3" y="136"/>
                    <a:pt x="5" y="139"/>
                  </a:cubicBezTo>
                  <a:cubicBezTo>
                    <a:pt x="72" y="243"/>
                    <a:pt x="72" y="243"/>
                    <a:pt x="72" y="243"/>
                  </a:cubicBezTo>
                  <a:cubicBezTo>
                    <a:pt x="72" y="243"/>
                    <a:pt x="74" y="246"/>
                    <a:pt x="77" y="248"/>
                  </a:cubicBezTo>
                  <a:cubicBezTo>
                    <a:pt x="77" y="503"/>
                    <a:pt x="77" y="503"/>
                    <a:pt x="77" y="503"/>
                  </a:cubicBezTo>
                  <a:cubicBezTo>
                    <a:pt x="77" y="511"/>
                    <a:pt x="77" y="511"/>
                    <a:pt x="77" y="511"/>
                  </a:cubicBezTo>
                  <a:cubicBezTo>
                    <a:pt x="77" y="614"/>
                    <a:pt x="77" y="614"/>
                    <a:pt x="77" y="614"/>
                  </a:cubicBezTo>
                  <a:cubicBezTo>
                    <a:pt x="77" y="617"/>
                    <a:pt x="78" y="617"/>
                    <a:pt x="78" y="618"/>
                  </a:cubicBezTo>
                  <a:cubicBezTo>
                    <a:pt x="77" y="622"/>
                    <a:pt x="77" y="622"/>
                    <a:pt x="77" y="622"/>
                  </a:cubicBezTo>
                  <a:cubicBezTo>
                    <a:pt x="77" y="732"/>
                    <a:pt x="77" y="732"/>
                    <a:pt x="77" y="732"/>
                  </a:cubicBezTo>
                  <a:cubicBezTo>
                    <a:pt x="77" y="749"/>
                    <a:pt x="90" y="760"/>
                    <a:pt x="102" y="760"/>
                  </a:cubicBezTo>
                  <a:cubicBezTo>
                    <a:pt x="110" y="760"/>
                    <a:pt x="110" y="760"/>
                    <a:pt x="110" y="760"/>
                  </a:cubicBezTo>
                  <a:cubicBezTo>
                    <a:pt x="124" y="760"/>
                    <a:pt x="136" y="749"/>
                    <a:pt x="136" y="732"/>
                  </a:cubicBezTo>
                  <a:cubicBezTo>
                    <a:pt x="136" y="622"/>
                    <a:pt x="136" y="622"/>
                    <a:pt x="136" y="622"/>
                  </a:cubicBezTo>
                  <a:cubicBezTo>
                    <a:pt x="136" y="618"/>
                    <a:pt x="136" y="618"/>
                    <a:pt x="136" y="618"/>
                  </a:cubicBezTo>
                  <a:cubicBezTo>
                    <a:pt x="136" y="617"/>
                    <a:pt x="136" y="617"/>
                    <a:pt x="136" y="614"/>
                  </a:cubicBezTo>
                  <a:cubicBezTo>
                    <a:pt x="136" y="511"/>
                    <a:pt x="136" y="511"/>
                    <a:pt x="136" y="511"/>
                  </a:cubicBezTo>
                  <a:cubicBezTo>
                    <a:pt x="166" y="511"/>
                    <a:pt x="166" y="511"/>
                    <a:pt x="166" y="511"/>
                  </a:cubicBezTo>
                  <a:cubicBezTo>
                    <a:pt x="166" y="614"/>
                    <a:pt x="166" y="614"/>
                    <a:pt x="166" y="614"/>
                  </a:cubicBezTo>
                  <a:cubicBezTo>
                    <a:pt x="166" y="617"/>
                    <a:pt x="166" y="617"/>
                    <a:pt x="166" y="618"/>
                  </a:cubicBezTo>
                  <a:cubicBezTo>
                    <a:pt x="166" y="622"/>
                    <a:pt x="166" y="622"/>
                    <a:pt x="166" y="622"/>
                  </a:cubicBezTo>
                  <a:cubicBezTo>
                    <a:pt x="166" y="732"/>
                    <a:pt x="166" y="732"/>
                    <a:pt x="166" y="732"/>
                  </a:cubicBezTo>
                  <a:cubicBezTo>
                    <a:pt x="166" y="749"/>
                    <a:pt x="177" y="760"/>
                    <a:pt x="191" y="760"/>
                  </a:cubicBezTo>
                  <a:cubicBezTo>
                    <a:pt x="198" y="760"/>
                    <a:pt x="198" y="760"/>
                    <a:pt x="198" y="760"/>
                  </a:cubicBezTo>
                  <a:cubicBezTo>
                    <a:pt x="214" y="760"/>
                    <a:pt x="224" y="749"/>
                    <a:pt x="224" y="732"/>
                  </a:cubicBezTo>
                  <a:cubicBezTo>
                    <a:pt x="224" y="622"/>
                    <a:pt x="224" y="622"/>
                    <a:pt x="224" y="622"/>
                  </a:cubicBezTo>
                  <a:cubicBezTo>
                    <a:pt x="224" y="618"/>
                    <a:pt x="224" y="618"/>
                    <a:pt x="224" y="618"/>
                  </a:cubicBezTo>
                  <a:cubicBezTo>
                    <a:pt x="224" y="617"/>
                    <a:pt x="224" y="617"/>
                    <a:pt x="224" y="614"/>
                  </a:cubicBezTo>
                  <a:cubicBezTo>
                    <a:pt x="224" y="511"/>
                    <a:pt x="224" y="511"/>
                    <a:pt x="224" y="511"/>
                  </a:cubicBezTo>
                  <a:cubicBezTo>
                    <a:pt x="224" y="503"/>
                    <a:pt x="224" y="503"/>
                    <a:pt x="224" y="503"/>
                  </a:cubicBezTo>
                  <a:cubicBezTo>
                    <a:pt x="224" y="243"/>
                    <a:pt x="224" y="243"/>
                    <a:pt x="224" y="243"/>
                  </a:cubicBezTo>
                  <a:cubicBezTo>
                    <a:pt x="227" y="243"/>
                    <a:pt x="227" y="243"/>
                    <a:pt x="228" y="243"/>
                  </a:cubicBezTo>
                  <a:cubicBezTo>
                    <a:pt x="295" y="139"/>
                    <a:pt x="295" y="139"/>
                    <a:pt x="295" y="139"/>
                  </a:cubicBezTo>
                  <a:cubicBezTo>
                    <a:pt x="295" y="136"/>
                    <a:pt x="297" y="135"/>
                    <a:pt x="297" y="132"/>
                  </a:cubicBezTo>
                  <a:cubicBezTo>
                    <a:pt x="298" y="128"/>
                    <a:pt x="298" y="126"/>
                    <a:pt x="298" y="124"/>
                  </a:cubicBezTo>
                  <a:cubicBezTo>
                    <a:pt x="298" y="122"/>
                    <a:pt x="298" y="122"/>
                    <a:pt x="298" y="122"/>
                  </a:cubicBezTo>
                  <a:cubicBezTo>
                    <a:pt x="298" y="25"/>
                    <a:pt x="298" y="25"/>
                    <a:pt x="298" y="25"/>
                  </a:cubicBezTo>
                  <a:cubicBezTo>
                    <a:pt x="298" y="11"/>
                    <a:pt x="290" y="0"/>
                    <a:pt x="276" y="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3" name="Oval 97"/>
            <p:cNvSpPr>
              <a:spLocks noChangeArrowheads="1"/>
            </p:cNvSpPr>
            <p:nvPr/>
          </p:nvSpPr>
          <p:spPr bwMode="auto">
            <a:xfrm>
              <a:off x="1884" y="1093"/>
              <a:ext cx="158" cy="156"/>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44" name="Freeform 98"/>
            <p:cNvSpPr/>
            <p:nvPr/>
          </p:nvSpPr>
          <p:spPr bwMode="auto">
            <a:xfrm>
              <a:off x="2133" y="1361"/>
              <a:ext cx="476" cy="708"/>
            </a:xfrm>
            <a:custGeom>
              <a:avLst/>
              <a:gdLst>
                <a:gd name="T0" fmla="*/ 664 w 337"/>
                <a:gd name="T1" fmla="*/ 188 h 553"/>
                <a:gd name="T2" fmla="*/ 661 w 337"/>
                <a:gd name="T3" fmla="*/ 183 h 553"/>
                <a:gd name="T4" fmla="*/ 483 w 337"/>
                <a:gd name="T5" fmla="*/ 4 h 553"/>
                <a:gd name="T6" fmla="*/ 192 w 337"/>
                <a:gd name="T7" fmla="*/ 0 h 553"/>
                <a:gd name="T8" fmla="*/ 145 w 337"/>
                <a:gd name="T9" fmla="*/ 18 h 553"/>
                <a:gd name="T10" fmla="*/ 8 w 337"/>
                <a:gd name="T11" fmla="*/ 187 h 553"/>
                <a:gd name="T12" fmla="*/ 4 w 337"/>
                <a:gd name="T13" fmla="*/ 193 h 553"/>
                <a:gd name="T14" fmla="*/ 0 w 337"/>
                <a:gd name="T15" fmla="*/ 210 h 553"/>
                <a:gd name="T16" fmla="*/ 4 w 337"/>
                <a:gd name="T17" fmla="*/ 227 h 553"/>
                <a:gd name="T18" fmla="*/ 16 w 337"/>
                <a:gd name="T19" fmla="*/ 245 h 553"/>
                <a:gd name="T20" fmla="*/ 23 w 337"/>
                <a:gd name="T21" fmla="*/ 246 h 553"/>
                <a:gd name="T22" fmla="*/ 237 w 337"/>
                <a:gd name="T23" fmla="*/ 315 h 553"/>
                <a:gd name="T24" fmla="*/ 116 w 337"/>
                <a:gd name="T25" fmla="*/ 201 h 553"/>
                <a:gd name="T26" fmla="*/ 192 w 337"/>
                <a:gd name="T27" fmla="*/ 210 h 553"/>
                <a:gd name="T28" fmla="*/ 261 w 337"/>
                <a:gd name="T29" fmla="*/ 329 h 553"/>
                <a:gd name="T30" fmla="*/ 192 w 337"/>
                <a:gd name="T31" fmla="*/ 358 h 553"/>
                <a:gd name="T32" fmla="*/ 192 w 337"/>
                <a:gd name="T33" fmla="*/ 499 h 553"/>
                <a:gd name="T34" fmla="*/ 192 w 337"/>
                <a:gd name="T35" fmla="*/ 673 h 553"/>
                <a:gd name="T36" fmla="*/ 192 w 337"/>
                <a:gd name="T37" fmla="*/ 860 h 553"/>
                <a:gd name="T38" fmla="*/ 253 w 337"/>
                <a:gd name="T39" fmla="*/ 906 h 553"/>
                <a:gd name="T40" fmla="*/ 309 w 337"/>
                <a:gd name="T41" fmla="*/ 682 h 553"/>
                <a:gd name="T42" fmla="*/ 309 w 337"/>
                <a:gd name="T43" fmla="*/ 668 h 553"/>
                <a:gd name="T44" fmla="*/ 364 w 337"/>
                <a:gd name="T45" fmla="*/ 499 h 553"/>
                <a:gd name="T46" fmla="*/ 364 w 337"/>
                <a:gd name="T47" fmla="*/ 673 h 553"/>
                <a:gd name="T48" fmla="*/ 364 w 337"/>
                <a:gd name="T49" fmla="*/ 860 h 553"/>
                <a:gd name="T50" fmla="*/ 431 w 337"/>
                <a:gd name="T51" fmla="*/ 906 h 553"/>
                <a:gd name="T52" fmla="*/ 483 w 337"/>
                <a:gd name="T53" fmla="*/ 682 h 553"/>
                <a:gd name="T54" fmla="*/ 483 w 337"/>
                <a:gd name="T55" fmla="*/ 668 h 553"/>
                <a:gd name="T56" fmla="*/ 483 w 337"/>
                <a:gd name="T57" fmla="*/ 485 h 553"/>
                <a:gd name="T58" fmla="*/ 468 w 337"/>
                <a:gd name="T59" fmla="*/ 358 h 553"/>
                <a:gd name="T60" fmla="*/ 431 w 337"/>
                <a:gd name="T61" fmla="*/ 236 h 553"/>
                <a:gd name="T62" fmla="*/ 483 w 337"/>
                <a:gd name="T63" fmla="*/ 113 h 553"/>
                <a:gd name="T64" fmla="*/ 446 w 337"/>
                <a:gd name="T65" fmla="*/ 256 h 553"/>
                <a:gd name="T66" fmla="*/ 493 w 337"/>
                <a:gd name="T67" fmla="*/ 329 h 553"/>
                <a:gd name="T68" fmla="*/ 648 w 337"/>
                <a:gd name="T69" fmla="*/ 245 h 553"/>
                <a:gd name="T70" fmla="*/ 664 w 337"/>
                <a:gd name="T71" fmla="*/ 233 h 553"/>
                <a:gd name="T72" fmla="*/ 668 w 337"/>
                <a:gd name="T73" fmla="*/ 216 h 553"/>
                <a:gd name="T74" fmla="*/ 668 w 337"/>
                <a:gd name="T75" fmla="*/ 204 h 55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37"/>
                <a:gd name="T115" fmla="*/ 0 h 553"/>
                <a:gd name="T116" fmla="*/ 337 w 337"/>
                <a:gd name="T117" fmla="*/ 553 h 55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37" h="553">
                  <a:moveTo>
                    <a:pt x="333" y="118"/>
                  </a:moveTo>
                  <a:cubicBezTo>
                    <a:pt x="333" y="115"/>
                    <a:pt x="333" y="115"/>
                    <a:pt x="333" y="115"/>
                  </a:cubicBezTo>
                  <a:cubicBezTo>
                    <a:pt x="333" y="115"/>
                    <a:pt x="333" y="115"/>
                    <a:pt x="331" y="114"/>
                  </a:cubicBezTo>
                  <a:cubicBezTo>
                    <a:pt x="331" y="114"/>
                    <a:pt x="331" y="114"/>
                    <a:pt x="331" y="112"/>
                  </a:cubicBezTo>
                  <a:cubicBezTo>
                    <a:pt x="262" y="11"/>
                    <a:pt x="262" y="11"/>
                    <a:pt x="262" y="11"/>
                  </a:cubicBezTo>
                  <a:cubicBezTo>
                    <a:pt x="256" y="4"/>
                    <a:pt x="249" y="0"/>
                    <a:pt x="242" y="2"/>
                  </a:cubicBezTo>
                  <a:cubicBezTo>
                    <a:pt x="242" y="0"/>
                    <a:pt x="242" y="0"/>
                    <a:pt x="242" y="0"/>
                  </a:cubicBezTo>
                  <a:cubicBezTo>
                    <a:pt x="96" y="0"/>
                    <a:pt x="96" y="0"/>
                    <a:pt x="96" y="0"/>
                  </a:cubicBezTo>
                  <a:cubicBezTo>
                    <a:pt x="96" y="2"/>
                    <a:pt x="96" y="2"/>
                    <a:pt x="96" y="2"/>
                  </a:cubicBezTo>
                  <a:cubicBezTo>
                    <a:pt x="85" y="0"/>
                    <a:pt x="78" y="4"/>
                    <a:pt x="73" y="11"/>
                  </a:cubicBezTo>
                  <a:cubicBezTo>
                    <a:pt x="4" y="112"/>
                    <a:pt x="4" y="112"/>
                    <a:pt x="4" y="112"/>
                  </a:cubicBezTo>
                  <a:cubicBezTo>
                    <a:pt x="4" y="114"/>
                    <a:pt x="4" y="114"/>
                    <a:pt x="4" y="114"/>
                  </a:cubicBezTo>
                  <a:cubicBezTo>
                    <a:pt x="2" y="114"/>
                    <a:pt x="2" y="114"/>
                    <a:pt x="2" y="114"/>
                  </a:cubicBezTo>
                  <a:cubicBezTo>
                    <a:pt x="2" y="115"/>
                    <a:pt x="2" y="115"/>
                    <a:pt x="2" y="118"/>
                  </a:cubicBezTo>
                  <a:cubicBezTo>
                    <a:pt x="2" y="120"/>
                    <a:pt x="0" y="123"/>
                    <a:pt x="0" y="124"/>
                  </a:cubicBezTo>
                  <a:cubicBezTo>
                    <a:pt x="0" y="124"/>
                    <a:pt x="0" y="125"/>
                    <a:pt x="0" y="128"/>
                  </a:cubicBezTo>
                  <a:cubicBezTo>
                    <a:pt x="0" y="129"/>
                    <a:pt x="0" y="132"/>
                    <a:pt x="0" y="132"/>
                  </a:cubicBezTo>
                  <a:cubicBezTo>
                    <a:pt x="0" y="136"/>
                    <a:pt x="2" y="136"/>
                    <a:pt x="2" y="138"/>
                  </a:cubicBezTo>
                  <a:cubicBezTo>
                    <a:pt x="2" y="139"/>
                    <a:pt x="2" y="139"/>
                    <a:pt x="2" y="142"/>
                  </a:cubicBezTo>
                  <a:cubicBezTo>
                    <a:pt x="4" y="144"/>
                    <a:pt x="5" y="146"/>
                    <a:pt x="8" y="149"/>
                  </a:cubicBezTo>
                  <a:cubicBezTo>
                    <a:pt x="10" y="149"/>
                    <a:pt x="10" y="149"/>
                    <a:pt x="10" y="149"/>
                  </a:cubicBezTo>
                  <a:cubicBezTo>
                    <a:pt x="10" y="149"/>
                    <a:pt x="10" y="150"/>
                    <a:pt x="11" y="150"/>
                  </a:cubicBezTo>
                  <a:cubicBezTo>
                    <a:pt x="87" y="201"/>
                    <a:pt x="87" y="201"/>
                    <a:pt x="87" y="201"/>
                  </a:cubicBezTo>
                  <a:cubicBezTo>
                    <a:pt x="98" y="209"/>
                    <a:pt x="113" y="204"/>
                    <a:pt x="119" y="192"/>
                  </a:cubicBezTo>
                  <a:cubicBezTo>
                    <a:pt x="127" y="180"/>
                    <a:pt x="122" y="165"/>
                    <a:pt x="112" y="156"/>
                  </a:cubicBezTo>
                  <a:cubicBezTo>
                    <a:pt x="58" y="123"/>
                    <a:pt x="58" y="123"/>
                    <a:pt x="58" y="123"/>
                  </a:cubicBezTo>
                  <a:cubicBezTo>
                    <a:pt x="96" y="68"/>
                    <a:pt x="96" y="68"/>
                    <a:pt x="96" y="68"/>
                  </a:cubicBezTo>
                  <a:cubicBezTo>
                    <a:pt x="96" y="128"/>
                    <a:pt x="96" y="128"/>
                    <a:pt x="96" y="128"/>
                  </a:cubicBezTo>
                  <a:cubicBezTo>
                    <a:pt x="119" y="144"/>
                    <a:pt x="119" y="144"/>
                    <a:pt x="119" y="144"/>
                  </a:cubicBezTo>
                  <a:cubicBezTo>
                    <a:pt x="138" y="156"/>
                    <a:pt x="143" y="180"/>
                    <a:pt x="131" y="201"/>
                  </a:cubicBezTo>
                  <a:cubicBezTo>
                    <a:pt x="124" y="214"/>
                    <a:pt x="113" y="219"/>
                    <a:pt x="100" y="219"/>
                  </a:cubicBezTo>
                  <a:cubicBezTo>
                    <a:pt x="98" y="219"/>
                    <a:pt x="97" y="219"/>
                    <a:pt x="96" y="219"/>
                  </a:cubicBezTo>
                  <a:cubicBezTo>
                    <a:pt x="96" y="296"/>
                    <a:pt x="96" y="296"/>
                    <a:pt x="96" y="296"/>
                  </a:cubicBezTo>
                  <a:cubicBezTo>
                    <a:pt x="96" y="305"/>
                    <a:pt x="96" y="305"/>
                    <a:pt x="96" y="305"/>
                  </a:cubicBezTo>
                  <a:cubicBezTo>
                    <a:pt x="96" y="408"/>
                    <a:pt x="96" y="408"/>
                    <a:pt x="96" y="408"/>
                  </a:cubicBezTo>
                  <a:cubicBezTo>
                    <a:pt x="96" y="408"/>
                    <a:pt x="96" y="409"/>
                    <a:pt x="96" y="411"/>
                  </a:cubicBezTo>
                  <a:cubicBezTo>
                    <a:pt x="96" y="411"/>
                    <a:pt x="96" y="413"/>
                    <a:pt x="96" y="416"/>
                  </a:cubicBezTo>
                  <a:cubicBezTo>
                    <a:pt x="96" y="525"/>
                    <a:pt x="96" y="525"/>
                    <a:pt x="96" y="525"/>
                  </a:cubicBezTo>
                  <a:cubicBezTo>
                    <a:pt x="96" y="541"/>
                    <a:pt x="106" y="553"/>
                    <a:pt x="119" y="553"/>
                  </a:cubicBezTo>
                  <a:cubicBezTo>
                    <a:pt x="127" y="553"/>
                    <a:pt x="127" y="553"/>
                    <a:pt x="127" y="553"/>
                  </a:cubicBezTo>
                  <a:cubicBezTo>
                    <a:pt x="142" y="553"/>
                    <a:pt x="155" y="541"/>
                    <a:pt x="155" y="525"/>
                  </a:cubicBezTo>
                  <a:cubicBezTo>
                    <a:pt x="155" y="416"/>
                    <a:pt x="155" y="416"/>
                    <a:pt x="155" y="416"/>
                  </a:cubicBezTo>
                  <a:cubicBezTo>
                    <a:pt x="155" y="413"/>
                    <a:pt x="153" y="411"/>
                    <a:pt x="153" y="411"/>
                  </a:cubicBezTo>
                  <a:cubicBezTo>
                    <a:pt x="153" y="409"/>
                    <a:pt x="155" y="408"/>
                    <a:pt x="155" y="408"/>
                  </a:cubicBezTo>
                  <a:cubicBezTo>
                    <a:pt x="155" y="305"/>
                    <a:pt x="155" y="305"/>
                    <a:pt x="155" y="305"/>
                  </a:cubicBezTo>
                  <a:cubicBezTo>
                    <a:pt x="183" y="305"/>
                    <a:pt x="183" y="305"/>
                    <a:pt x="183" y="305"/>
                  </a:cubicBezTo>
                  <a:cubicBezTo>
                    <a:pt x="183" y="408"/>
                    <a:pt x="183" y="408"/>
                    <a:pt x="183" y="408"/>
                  </a:cubicBezTo>
                  <a:cubicBezTo>
                    <a:pt x="183" y="408"/>
                    <a:pt x="183" y="409"/>
                    <a:pt x="183" y="411"/>
                  </a:cubicBezTo>
                  <a:cubicBezTo>
                    <a:pt x="183" y="411"/>
                    <a:pt x="183" y="413"/>
                    <a:pt x="183" y="416"/>
                  </a:cubicBezTo>
                  <a:cubicBezTo>
                    <a:pt x="183" y="525"/>
                    <a:pt x="183" y="525"/>
                    <a:pt x="183" y="525"/>
                  </a:cubicBezTo>
                  <a:cubicBezTo>
                    <a:pt x="183" y="541"/>
                    <a:pt x="196" y="553"/>
                    <a:pt x="208" y="553"/>
                  </a:cubicBezTo>
                  <a:cubicBezTo>
                    <a:pt x="216" y="553"/>
                    <a:pt x="216" y="553"/>
                    <a:pt x="216" y="553"/>
                  </a:cubicBezTo>
                  <a:cubicBezTo>
                    <a:pt x="230" y="553"/>
                    <a:pt x="242" y="541"/>
                    <a:pt x="242" y="525"/>
                  </a:cubicBezTo>
                  <a:cubicBezTo>
                    <a:pt x="242" y="416"/>
                    <a:pt x="242" y="416"/>
                    <a:pt x="242" y="416"/>
                  </a:cubicBezTo>
                  <a:cubicBezTo>
                    <a:pt x="242" y="413"/>
                    <a:pt x="242" y="411"/>
                    <a:pt x="242" y="411"/>
                  </a:cubicBezTo>
                  <a:cubicBezTo>
                    <a:pt x="242" y="409"/>
                    <a:pt x="242" y="408"/>
                    <a:pt x="242" y="408"/>
                  </a:cubicBezTo>
                  <a:cubicBezTo>
                    <a:pt x="242" y="305"/>
                    <a:pt x="242" y="305"/>
                    <a:pt x="242" y="305"/>
                  </a:cubicBezTo>
                  <a:cubicBezTo>
                    <a:pt x="242" y="296"/>
                    <a:pt x="242" y="296"/>
                    <a:pt x="242" y="296"/>
                  </a:cubicBezTo>
                  <a:cubicBezTo>
                    <a:pt x="242" y="219"/>
                    <a:pt x="242" y="219"/>
                    <a:pt x="242" y="219"/>
                  </a:cubicBezTo>
                  <a:cubicBezTo>
                    <a:pt x="240" y="219"/>
                    <a:pt x="238" y="219"/>
                    <a:pt x="234" y="219"/>
                  </a:cubicBezTo>
                  <a:cubicBezTo>
                    <a:pt x="221" y="219"/>
                    <a:pt x="209" y="214"/>
                    <a:pt x="203" y="201"/>
                  </a:cubicBezTo>
                  <a:cubicBezTo>
                    <a:pt x="193" y="180"/>
                    <a:pt x="199" y="156"/>
                    <a:pt x="216" y="144"/>
                  </a:cubicBezTo>
                  <a:cubicBezTo>
                    <a:pt x="242" y="125"/>
                    <a:pt x="242" y="125"/>
                    <a:pt x="242" y="125"/>
                  </a:cubicBezTo>
                  <a:cubicBezTo>
                    <a:pt x="242" y="69"/>
                    <a:pt x="242" y="69"/>
                    <a:pt x="242" y="69"/>
                  </a:cubicBezTo>
                  <a:cubicBezTo>
                    <a:pt x="277" y="123"/>
                    <a:pt x="277" y="123"/>
                    <a:pt x="277" y="123"/>
                  </a:cubicBezTo>
                  <a:cubicBezTo>
                    <a:pt x="224" y="156"/>
                    <a:pt x="224" y="156"/>
                    <a:pt x="224" y="156"/>
                  </a:cubicBezTo>
                  <a:cubicBezTo>
                    <a:pt x="212" y="165"/>
                    <a:pt x="208" y="180"/>
                    <a:pt x="216" y="192"/>
                  </a:cubicBezTo>
                  <a:cubicBezTo>
                    <a:pt x="221" y="204"/>
                    <a:pt x="236" y="209"/>
                    <a:pt x="247" y="201"/>
                  </a:cubicBezTo>
                  <a:cubicBezTo>
                    <a:pt x="323" y="150"/>
                    <a:pt x="323" y="150"/>
                    <a:pt x="323" y="150"/>
                  </a:cubicBezTo>
                  <a:cubicBezTo>
                    <a:pt x="325" y="150"/>
                    <a:pt x="325" y="149"/>
                    <a:pt x="325" y="149"/>
                  </a:cubicBezTo>
                  <a:cubicBezTo>
                    <a:pt x="327" y="149"/>
                    <a:pt x="327" y="149"/>
                    <a:pt x="327" y="149"/>
                  </a:cubicBezTo>
                  <a:cubicBezTo>
                    <a:pt x="329" y="146"/>
                    <a:pt x="331" y="144"/>
                    <a:pt x="333" y="142"/>
                  </a:cubicBezTo>
                  <a:cubicBezTo>
                    <a:pt x="333" y="139"/>
                    <a:pt x="333" y="139"/>
                    <a:pt x="333" y="139"/>
                  </a:cubicBezTo>
                  <a:cubicBezTo>
                    <a:pt x="335" y="138"/>
                    <a:pt x="335" y="136"/>
                    <a:pt x="335" y="132"/>
                  </a:cubicBezTo>
                  <a:cubicBezTo>
                    <a:pt x="337" y="132"/>
                    <a:pt x="335" y="129"/>
                    <a:pt x="335" y="128"/>
                  </a:cubicBezTo>
                  <a:cubicBezTo>
                    <a:pt x="335" y="125"/>
                    <a:pt x="337" y="125"/>
                    <a:pt x="335" y="124"/>
                  </a:cubicBezTo>
                  <a:cubicBezTo>
                    <a:pt x="335" y="123"/>
                    <a:pt x="335" y="120"/>
                    <a:pt x="333" y="118"/>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5" name="Freeform 99"/>
            <p:cNvSpPr/>
            <p:nvPr/>
          </p:nvSpPr>
          <p:spPr bwMode="auto">
            <a:xfrm>
              <a:off x="2291" y="1176"/>
              <a:ext cx="160" cy="160"/>
            </a:xfrm>
            <a:custGeom>
              <a:avLst/>
              <a:gdLst>
                <a:gd name="T0" fmla="*/ 110 w 113"/>
                <a:gd name="T1" fmla="*/ 205 h 125"/>
                <a:gd name="T2" fmla="*/ 227 w 113"/>
                <a:gd name="T3" fmla="*/ 101 h 125"/>
                <a:gd name="T4" fmla="*/ 110 w 113"/>
                <a:gd name="T5" fmla="*/ 0 h 125"/>
                <a:gd name="T6" fmla="*/ 0 w 113"/>
                <a:gd name="T7" fmla="*/ 101 h 125"/>
                <a:gd name="T8" fmla="*/ 110 w 113"/>
                <a:gd name="T9" fmla="*/ 205 h 125"/>
                <a:gd name="T10" fmla="*/ 0 60000 65536"/>
                <a:gd name="T11" fmla="*/ 0 60000 65536"/>
                <a:gd name="T12" fmla="*/ 0 60000 65536"/>
                <a:gd name="T13" fmla="*/ 0 60000 65536"/>
                <a:gd name="T14" fmla="*/ 0 60000 65536"/>
                <a:gd name="T15" fmla="*/ 0 w 113"/>
                <a:gd name="T16" fmla="*/ 0 h 125"/>
                <a:gd name="T17" fmla="*/ 113 w 113"/>
                <a:gd name="T18" fmla="*/ 125 h 125"/>
              </a:gdLst>
              <a:ahLst/>
              <a:cxnLst>
                <a:cxn ang="T10">
                  <a:pos x="T0" y="T1"/>
                </a:cxn>
                <a:cxn ang="T11">
                  <a:pos x="T2" y="T3"/>
                </a:cxn>
                <a:cxn ang="T12">
                  <a:pos x="T4" y="T5"/>
                </a:cxn>
                <a:cxn ang="T13">
                  <a:pos x="T6" y="T7"/>
                </a:cxn>
                <a:cxn ang="T14">
                  <a:pos x="T8" y="T9"/>
                </a:cxn>
              </a:cxnLst>
              <a:rect l="T15" t="T16" r="T17" b="T18"/>
              <a:pathLst>
                <a:path w="113" h="125">
                  <a:moveTo>
                    <a:pt x="55" y="125"/>
                  </a:moveTo>
                  <a:cubicBezTo>
                    <a:pt x="87" y="125"/>
                    <a:pt x="113" y="96"/>
                    <a:pt x="113" y="62"/>
                  </a:cubicBezTo>
                  <a:cubicBezTo>
                    <a:pt x="113" y="29"/>
                    <a:pt x="87" y="0"/>
                    <a:pt x="55" y="0"/>
                  </a:cubicBezTo>
                  <a:cubicBezTo>
                    <a:pt x="26" y="0"/>
                    <a:pt x="0" y="29"/>
                    <a:pt x="0" y="62"/>
                  </a:cubicBezTo>
                  <a:cubicBezTo>
                    <a:pt x="0" y="96"/>
                    <a:pt x="26" y="125"/>
                    <a:pt x="55" y="125"/>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6" name="Oval 100"/>
            <p:cNvSpPr>
              <a:spLocks noChangeArrowheads="1"/>
            </p:cNvSpPr>
            <p:nvPr/>
          </p:nvSpPr>
          <p:spPr bwMode="auto">
            <a:xfrm>
              <a:off x="950" y="1160"/>
              <a:ext cx="459" cy="453"/>
            </a:xfrm>
            <a:prstGeom prst="ellipse">
              <a:avLst/>
            </a:pr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47" name="Freeform 101"/>
            <p:cNvSpPr/>
            <p:nvPr/>
          </p:nvSpPr>
          <p:spPr bwMode="auto">
            <a:xfrm>
              <a:off x="1206" y="1408"/>
              <a:ext cx="243" cy="242"/>
            </a:xfrm>
            <a:custGeom>
              <a:avLst/>
              <a:gdLst>
                <a:gd name="T0" fmla="*/ 8 w 172"/>
                <a:gd name="T1" fmla="*/ 92 h 189"/>
                <a:gd name="T2" fmla="*/ 25 w 172"/>
                <a:gd name="T3" fmla="*/ 87 h 189"/>
                <a:gd name="T4" fmla="*/ 38 w 172"/>
                <a:gd name="T5" fmla="*/ 65 h 189"/>
                <a:gd name="T6" fmla="*/ 78 w 172"/>
                <a:gd name="T7" fmla="*/ 33 h 189"/>
                <a:gd name="T8" fmla="*/ 102 w 172"/>
                <a:gd name="T9" fmla="*/ 18 h 189"/>
                <a:gd name="T10" fmla="*/ 110 w 172"/>
                <a:gd name="T11" fmla="*/ 4 h 189"/>
                <a:gd name="T12" fmla="*/ 134 w 172"/>
                <a:gd name="T13" fmla="*/ 10 h 189"/>
                <a:gd name="T14" fmla="*/ 335 w 172"/>
                <a:gd name="T15" fmla="*/ 282 h 189"/>
                <a:gd name="T16" fmla="*/ 335 w 172"/>
                <a:gd name="T17" fmla="*/ 298 h 189"/>
                <a:gd name="T18" fmla="*/ 335 w 172"/>
                <a:gd name="T19" fmla="*/ 303 h 189"/>
                <a:gd name="T20" fmla="*/ 329 w 172"/>
                <a:gd name="T21" fmla="*/ 306 h 189"/>
                <a:gd name="T22" fmla="*/ 311 w 172"/>
                <a:gd name="T23" fmla="*/ 306 h 189"/>
                <a:gd name="T24" fmla="*/ 14 w 172"/>
                <a:gd name="T25" fmla="*/ 115 h 189"/>
                <a:gd name="T26" fmla="*/ 8 w 172"/>
                <a:gd name="T27" fmla="*/ 92 h 18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2"/>
                <a:gd name="T43" fmla="*/ 0 h 189"/>
                <a:gd name="T44" fmla="*/ 172 w 172"/>
                <a:gd name="T45" fmla="*/ 189 h 18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2" h="189">
                  <a:moveTo>
                    <a:pt x="4" y="56"/>
                  </a:moveTo>
                  <a:cubicBezTo>
                    <a:pt x="7" y="54"/>
                    <a:pt x="9" y="53"/>
                    <a:pt x="13" y="53"/>
                  </a:cubicBezTo>
                  <a:cubicBezTo>
                    <a:pt x="13" y="48"/>
                    <a:pt x="15" y="45"/>
                    <a:pt x="19" y="40"/>
                  </a:cubicBezTo>
                  <a:cubicBezTo>
                    <a:pt x="39" y="20"/>
                    <a:pt x="39" y="20"/>
                    <a:pt x="39" y="20"/>
                  </a:cubicBezTo>
                  <a:cubicBezTo>
                    <a:pt x="44" y="15"/>
                    <a:pt x="47" y="14"/>
                    <a:pt x="51" y="11"/>
                  </a:cubicBezTo>
                  <a:cubicBezTo>
                    <a:pt x="51" y="8"/>
                    <a:pt x="53" y="4"/>
                    <a:pt x="55" y="2"/>
                  </a:cubicBezTo>
                  <a:cubicBezTo>
                    <a:pt x="58" y="0"/>
                    <a:pt x="63" y="0"/>
                    <a:pt x="67" y="6"/>
                  </a:cubicBezTo>
                  <a:cubicBezTo>
                    <a:pt x="168" y="172"/>
                    <a:pt x="168" y="172"/>
                    <a:pt x="168" y="172"/>
                  </a:cubicBezTo>
                  <a:cubicBezTo>
                    <a:pt x="172" y="177"/>
                    <a:pt x="172" y="180"/>
                    <a:pt x="168" y="182"/>
                  </a:cubicBezTo>
                  <a:cubicBezTo>
                    <a:pt x="168" y="185"/>
                    <a:pt x="168" y="185"/>
                    <a:pt x="168" y="185"/>
                  </a:cubicBezTo>
                  <a:cubicBezTo>
                    <a:pt x="168" y="185"/>
                    <a:pt x="165" y="185"/>
                    <a:pt x="165" y="187"/>
                  </a:cubicBezTo>
                  <a:cubicBezTo>
                    <a:pt x="162" y="189"/>
                    <a:pt x="158" y="189"/>
                    <a:pt x="156" y="187"/>
                  </a:cubicBezTo>
                  <a:cubicBezTo>
                    <a:pt x="7" y="70"/>
                    <a:pt x="7" y="70"/>
                    <a:pt x="7" y="70"/>
                  </a:cubicBezTo>
                  <a:cubicBezTo>
                    <a:pt x="3" y="66"/>
                    <a:pt x="0" y="61"/>
                    <a:pt x="4" y="56"/>
                  </a:cubicBezTo>
                  <a:close/>
                </a:path>
              </a:pathLst>
            </a:cu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8" name="Freeform 102"/>
            <p:cNvSpPr/>
            <p:nvPr/>
          </p:nvSpPr>
          <p:spPr bwMode="auto">
            <a:xfrm>
              <a:off x="1724" y="444"/>
              <a:ext cx="503" cy="498"/>
            </a:xfrm>
            <a:custGeom>
              <a:avLst/>
              <a:gdLst>
                <a:gd name="T0" fmla="*/ 585 w 356"/>
                <a:gd name="T1" fmla="*/ 113 h 389"/>
                <a:gd name="T2" fmla="*/ 576 w 356"/>
                <a:gd name="T3" fmla="*/ 525 h 389"/>
                <a:gd name="T4" fmla="*/ 120 w 356"/>
                <a:gd name="T5" fmla="*/ 521 h 389"/>
                <a:gd name="T6" fmla="*/ 127 w 356"/>
                <a:gd name="T7" fmla="*/ 111 h 389"/>
                <a:gd name="T8" fmla="*/ 585 w 356"/>
                <a:gd name="T9" fmla="*/ 113 h 389"/>
                <a:gd name="T10" fmla="*/ 0 60000 65536"/>
                <a:gd name="T11" fmla="*/ 0 60000 65536"/>
                <a:gd name="T12" fmla="*/ 0 60000 65536"/>
                <a:gd name="T13" fmla="*/ 0 60000 65536"/>
                <a:gd name="T14" fmla="*/ 0 60000 65536"/>
                <a:gd name="T15" fmla="*/ 0 w 356"/>
                <a:gd name="T16" fmla="*/ 0 h 389"/>
                <a:gd name="T17" fmla="*/ 356 w 356"/>
                <a:gd name="T18" fmla="*/ 389 h 389"/>
              </a:gdLst>
              <a:ahLst/>
              <a:cxnLst>
                <a:cxn ang="T10">
                  <a:pos x="T0" y="T1"/>
                </a:cxn>
                <a:cxn ang="T11">
                  <a:pos x="T2" y="T3"/>
                </a:cxn>
                <a:cxn ang="T12">
                  <a:pos x="T4" y="T5"/>
                </a:cxn>
                <a:cxn ang="T13">
                  <a:pos x="T6" y="T7"/>
                </a:cxn>
                <a:cxn ang="T14">
                  <a:pos x="T8" y="T9"/>
                </a:cxn>
              </a:cxnLst>
              <a:rect l="T15" t="T16" r="T17" b="T18"/>
              <a:pathLst>
                <a:path w="356" h="389">
                  <a:moveTo>
                    <a:pt x="293" y="69"/>
                  </a:moveTo>
                  <a:cubicBezTo>
                    <a:pt x="356" y="142"/>
                    <a:pt x="354" y="253"/>
                    <a:pt x="289" y="320"/>
                  </a:cubicBezTo>
                  <a:cubicBezTo>
                    <a:pt x="226" y="389"/>
                    <a:pt x="124" y="386"/>
                    <a:pt x="60" y="318"/>
                  </a:cubicBezTo>
                  <a:cubicBezTo>
                    <a:pt x="0" y="248"/>
                    <a:pt x="0" y="135"/>
                    <a:pt x="64" y="68"/>
                  </a:cubicBezTo>
                  <a:cubicBezTo>
                    <a:pt x="128" y="0"/>
                    <a:pt x="230" y="1"/>
                    <a:pt x="293" y="69"/>
                  </a:cubicBezTo>
                  <a:close/>
                </a:path>
              </a:pathLst>
            </a:custGeom>
            <a:solidFill>
              <a:schemeClr val="dk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9" name="Freeform 103"/>
            <p:cNvSpPr/>
            <p:nvPr/>
          </p:nvSpPr>
          <p:spPr bwMode="auto">
            <a:xfrm>
              <a:off x="1905" y="779"/>
              <a:ext cx="125" cy="278"/>
            </a:xfrm>
            <a:custGeom>
              <a:avLst/>
              <a:gdLst>
                <a:gd name="T0" fmla="*/ 163 w 88"/>
                <a:gd name="T1" fmla="*/ 4 h 217"/>
                <a:gd name="T2" fmla="*/ 141 w 88"/>
                <a:gd name="T3" fmla="*/ 10 h 217"/>
                <a:gd name="T4" fmla="*/ 115 w 88"/>
                <a:gd name="T5" fmla="*/ 4 h 217"/>
                <a:gd name="T6" fmla="*/ 63 w 88"/>
                <a:gd name="T7" fmla="*/ 4 h 217"/>
                <a:gd name="T8" fmla="*/ 37 w 88"/>
                <a:gd name="T9" fmla="*/ 10 h 217"/>
                <a:gd name="T10" fmla="*/ 18 w 88"/>
                <a:gd name="T11" fmla="*/ 4 h 217"/>
                <a:gd name="T12" fmla="*/ 1 w 88"/>
                <a:gd name="T13" fmla="*/ 22 h 217"/>
                <a:gd name="T14" fmla="*/ 71 w 88"/>
                <a:gd name="T15" fmla="*/ 343 h 217"/>
                <a:gd name="T16" fmla="*/ 85 w 88"/>
                <a:gd name="T17" fmla="*/ 356 h 217"/>
                <a:gd name="T18" fmla="*/ 87 w 88"/>
                <a:gd name="T19" fmla="*/ 356 h 217"/>
                <a:gd name="T20" fmla="*/ 92 w 88"/>
                <a:gd name="T21" fmla="*/ 356 h 217"/>
                <a:gd name="T22" fmla="*/ 109 w 88"/>
                <a:gd name="T23" fmla="*/ 343 h 217"/>
                <a:gd name="T24" fmla="*/ 176 w 88"/>
                <a:gd name="T25" fmla="*/ 22 h 217"/>
                <a:gd name="T26" fmla="*/ 163 w 88"/>
                <a:gd name="T27" fmla="*/ 4 h 21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8"/>
                <a:gd name="T43" fmla="*/ 0 h 217"/>
                <a:gd name="T44" fmla="*/ 88 w 88"/>
                <a:gd name="T45" fmla="*/ 217 h 21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8" h="217">
                  <a:moveTo>
                    <a:pt x="81" y="2"/>
                  </a:moveTo>
                  <a:cubicBezTo>
                    <a:pt x="78" y="0"/>
                    <a:pt x="73" y="2"/>
                    <a:pt x="70" y="6"/>
                  </a:cubicBezTo>
                  <a:cubicBezTo>
                    <a:pt x="67" y="5"/>
                    <a:pt x="62" y="2"/>
                    <a:pt x="57" y="2"/>
                  </a:cubicBezTo>
                  <a:cubicBezTo>
                    <a:pt x="31" y="2"/>
                    <a:pt x="31" y="2"/>
                    <a:pt x="31" y="2"/>
                  </a:cubicBezTo>
                  <a:cubicBezTo>
                    <a:pt x="26" y="2"/>
                    <a:pt x="22" y="5"/>
                    <a:pt x="18" y="6"/>
                  </a:cubicBezTo>
                  <a:cubicBezTo>
                    <a:pt x="16" y="2"/>
                    <a:pt x="12" y="0"/>
                    <a:pt x="9" y="2"/>
                  </a:cubicBezTo>
                  <a:cubicBezTo>
                    <a:pt x="4" y="2"/>
                    <a:pt x="0" y="9"/>
                    <a:pt x="1" y="13"/>
                  </a:cubicBezTo>
                  <a:cubicBezTo>
                    <a:pt x="35" y="209"/>
                    <a:pt x="35" y="209"/>
                    <a:pt x="35" y="209"/>
                  </a:cubicBezTo>
                  <a:cubicBezTo>
                    <a:pt x="36" y="214"/>
                    <a:pt x="38" y="217"/>
                    <a:pt x="42" y="217"/>
                  </a:cubicBezTo>
                  <a:cubicBezTo>
                    <a:pt x="43" y="217"/>
                    <a:pt x="43" y="217"/>
                    <a:pt x="43" y="217"/>
                  </a:cubicBezTo>
                  <a:cubicBezTo>
                    <a:pt x="46" y="217"/>
                    <a:pt x="46" y="217"/>
                    <a:pt x="46" y="217"/>
                  </a:cubicBezTo>
                  <a:cubicBezTo>
                    <a:pt x="50" y="217"/>
                    <a:pt x="54" y="214"/>
                    <a:pt x="54" y="209"/>
                  </a:cubicBezTo>
                  <a:cubicBezTo>
                    <a:pt x="87" y="13"/>
                    <a:pt x="87" y="13"/>
                    <a:pt x="87" y="13"/>
                  </a:cubicBezTo>
                  <a:cubicBezTo>
                    <a:pt x="88" y="9"/>
                    <a:pt x="85" y="2"/>
                    <a:pt x="81" y="2"/>
                  </a:cubicBezTo>
                  <a:close/>
                </a:path>
              </a:pathLst>
            </a:custGeom>
            <a:solidFill>
              <a:schemeClr val="dk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grpSp>
      <p:sp>
        <p:nvSpPr>
          <p:cNvPr id="5" name="矩形 4"/>
          <p:cNvSpPr/>
          <p:nvPr/>
        </p:nvSpPr>
        <p:spPr>
          <a:xfrm>
            <a:off x="7138035" y="3343910"/>
            <a:ext cx="1856105" cy="521970"/>
          </a:xfrm>
          <a:prstGeom prst="rect">
            <a:avLst/>
          </a:prstGeom>
          <a:noFill/>
          <a:ln>
            <a:noFill/>
          </a:ln>
        </p:spPr>
        <p:txBody>
          <a:bodyPr wrap="square" rtlCol="0" anchor="t">
            <a:spAutoFit/>
          </a:bodyPr>
          <a:lstStyle/>
          <a:p>
            <a:pPr algn="ctr"/>
            <a:r>
              <a:rPr lang="zh-CN" altLang="en-US" sz="2800" b="1">
                <a:solidFill>
                  <a:schemeClr val="tx1"/>
                </a:solidFill>
                <a:effectLst>
                  <a:outerShdw blurRad="38100" dist="19050" dir="2700000" algn="tl" rotWithShape="0">
                    <a:schemeClr val="dk1">
                      <a:alpha val="40000"/>
                    </a:schemeClr>
                  </a:outerShdw>
                </a:effectLst>
              </a:rPr>
              <a:t>性质</a:t>
            </a:r>
            <a:endParaRPr lang="zh-CN" altLang="en-US" sz="2800" b="1">
              <a:solidFill>
                <a:schemeClr val="tx1"/>
              </a:solidFill>
              <a:effectLst>
                <a:outerShdw blurRad="38100" dist="19050" dir="2700000" algn="tl" rotWithShape="0">
                  <a:schemeClr val="dk1">
                    <a:alpha val="40000"/>
                  </a:schemeClr>
                </a:outerShdw>
              </a:effectLst>
            </a:endParaRPr>
          </a:p>
        </p:txBody>
      </p:sp>
      <p:sp>
        <p:nvSpPr>
          <p:cNvPr id="7" name="矩形 6"/>
          <p:cNvSpPr/>
          <p:nvPr/>
        </p:nvSpPr>
        <p:spPr>
          <a:xfrm>
            <a:off x="8752205" y="1937385"/>
            <a:ext cx="1856105" cy="521970"/>
          </a:xfrm>
          <a:prstGeom prst="rect">
            <a:avLst/>
          </a:prstGeom>
          <a:noFill/>
          <a:ln>
            <a:noFill/>
          </a:ln>
        </p:spPr>
        <p:txBody>
          <a:bodyPr wrap="square" rtlCol="0" anchor="t">
            <a:spAutoFit/>
          </a:bodyPr>
          <a:lstStyle/>
          <a:p>
            <a:pPr algn="ctr"/>
            <a:r>
              <a:rPr lang="zh-CN" altLang="en-US" sz="2800" b="1">
                <a:solidFill>
                  <a:schemeClr val="tx1"/>
                </a:solidFill>
                <a:effectLst>
                  <a:outerShdw blurRad="38100" dist="19050" dir="2700000" algn="tl" rotWithShape="0">
                    <a:schemeClr val="dk1">
                      <a:alpha val="40000"/>
                    </a:schemeClr>
                  </a:outerShdw>
                </a:effectLst>
              </a:rPr>
              <a:t>状态</a:t>
            </a:r>
            <a:endParaRPr lang="zh-CN" altLang="en-US" sz="2800" b="1">
              <a:solidFill>
                <a:schemeClr val="tx1"/>
              </a:solidFill>
              <a:effectLst>
                <a:outerShdw blurRad="38100" dist="19050" dir="2700000" algn="tl" rotWithShape="0">
                  <a:schemeClr val="dk1">
                    <a:alpha val="40000"/>
                  </a:schemeClr>
                </a:outerShdw>
              </a:effectLst>
            </a:endParaRPr>
          </a:p>
        </p:txBody>
      </p:sp>
      <p:sp>
        <p:nvSpPr>
          <p:cNvPr id="8" name="矩形 7"/>
          <p:cNvSpPr/>
          <p:nvPr/>
        </p:nvSpPr>
        <p:spPr>
          <a:xfrm>
            <a:off x="10297795" y="2459355"/>
            <a:ext cx="1856105" cy="521970"/>
          </a:xfrm>
          <a:prstGeom prst="rect">
            <a:avLst/>
          </a:prstGeom>
          <a:noFill/>
          <a:ln>
            <a:noFill/>
          </a:ln>
        </p:spPr>
        <p:txBody>
          <a:bodyPr wrap="square" rtlCol="0" anchor="t">
            <a:spAutoFit/>
          </a:bodyPr>
          <a:lstStyle/>
          <a:p>
            <a:pPr algn="ctr"/>
            <a:r>
              <a:rPr lang="zh-CN" altLang="en-US" sz="2800" b="1">
                <a:solidFill>
                  <a:schemeClr val="tx1"/>
                </a:solidFill>
                <a:effectLst>
                  <a:outerShdw blurRad="38100" dist="19050" dir="2700000" algn="tl" rotWithShape="0">
                    <a:schemeClr val="dk1">
                      <a:alpha val="40000"/>
                    </a:schemeClr>
                  </a:outerShdw>
                </a:effectLst>
              </a:rPr>
              <a:t>关系</a:t>
            </a:r>
            <a:endParaRPr lang="zh-CN" altLang="en-US" sz="2800" b="1">
              <a:solidFill>
                <a:schemeClr val="tx1"/>
              </a:solidFill>
              <a:effectLst>
                <a:outerShdw blurRad="38100" dist="19050" dir="2700000" algn="tl" rotWithShape="0">
                  <a:schemeClr val="dk1">
                    <a:alpha val="40000"/>
                  </a:schemeClr>
                </a:outerShdw>
              </a:effectLst>
            </a:endParaRPr>
          </a:p>
        </p:txBody>
      </p:sp>
      <p:sp>
        <p:nvSpPr>
          <p:cNvPr id="10" name="内容占位符 9"/>
          <p:cNvSpPr>
            <a:spLocks noGrp="1"/>
          </p:cNvSpPr>
          <p:nvPr>
            <p:ph idx="1"/>
          </p:nvPr>
        </p:nvSpPr>
        <p:spPr>
          <a:xfrm>
            <a:off x="356235" y="1849120"/>
            <a:ext cx="6595110" cy="4932680"/>
          </a:xfrm>
        </p:spPr>
        <p:txBody>
          <a:bodyPr>
            <a:normAutofit/>
          </a:bodyPr>
          <a:lstStyle/>
          <a:p>
            <a:pPr marL="0" indent="0">
              <a:lnSpc>
                <a:spcPct val="150000"/>
              </a:lnSpc>
              <a:buNone/>
            </a:pPr>
            <a:r>
              <a:rPr lang="zh-CN" altLang="zh-CN" sz="1800" dirty="0"/>
              <a:t>数据类型(Data Type)是一组性质相同的值的集合和定义在此集合上的一组操作的总称。在用高级程序语言编写的程序中必须对程序中出现的每个变量、常量明确说明它们所属的数据类型。</a:t>
            </a:r>
            <a:endParaRPr lang="zh-CN" altLang="zh-CN" sz="1800" dirty="0"/>
          </a:p>
          <a:p>
            <a:pPr>
              <a:lnSpc>
                <a:spcPct val="150000"/>
              </a:lnSpc>
            </a:pPr>
            <a:endParaRPr lang="zh-CN" altLang="zh-CN" sz="1800" dirty="0">
              <a:solidFill>
                <a:schemeClr val="tx1"/>
              </a:solidFill>
            </a:endParaRPr>
          </a:p>
          <a:p>
            <a:pPr marL="0" indent="0">
              <a:lnSpc>
                <a:spcPct val="150000"/>
              </a:lnSpc>
              <a:buNone/>
            </a:pPr>
            <a:r>
              <a:rPr lang="zh-CN" altLang="zh-CN" sz="1800" dirty="0">
                <a:solidFill>
                  <a:schemeClr val="tx1"/>
                </a:solidFill>
              </a:rPr>
              <a:t>高级程序设计语言通常预定义</a:t>
            </a:r>
            <a:r>
              <a:rPr lang="zh-CN" altLang="zh-CN" sz="1800" dirty="0">
                <a:solidFill>
                  <a:srgbClr val="FF0000"/>
                </a:solidFill>
              </a:rPr>
              <a:t>基本数据类型</a:t>
            </a:r>
            <a:r>
              <a:rPr lang="zh-CN" altLang="zh-CN" sz="1800" dirty="0">
                <a:solidFill>
                  <a:schemeClr val="tx1"/>
                </a:solidFill>
              </a:rPr>
              <a:t>和</a:t>
            </a:r>
            <a:r>
              <a:rPr lang="zh-CN" altLang="zh-CN" sz="1800" dirty="0">
                <a:solidFill>
                  <a:srgbClr val="FF0000"/>
                </a:solidFill>
              </a:rPr>
              <a:t>构造数据类型</a:t>
            </a:r>
            <a:r>
              <a:rPr lang="zh-CN" altLang="zh-CN" sz="1800" dirty="0">
                <a:solidFill>
                  <a:schemeClr val="tx1"/>
                </a:solidFill>
              </a:rPr>
              <a:t>。</a:t>
            </a:r>
            <a:endParaRPr lang="zh-CN" altLang="zh-CN" sz="1800" dirty="0">
              <a:solidFill>
                <a:schemeClr val="tx1"/>
              </a:solidFill>
            </a:endParaRPr>
          </a:p>
          <a:p>
            <a:pPr>
              <a:lnSpc>
                <a:spcPct val="150000"/>
              </a:lnSpc>
            </a:pPr>
            <a:r>
              <a:rPr lang="zh-CN" altLang="zh-CN" sz="1800" dirty="0">
                <a:solidFill>
                  <a:schemeClr val="tx1"/>
                </a:solidFill>
              </a:rPr>
              <a:t>基本数据类型：只能作为一个整体来进行处理不可分解的数据类型。</a:t>
            </a:r>
            <a:endParaRPr lang="zh-CN" altLang="zh-CN" sz="1800" dirty="0">
              <a:solidFill>
                <a:schemeClr val="tx1"/>
              </a:solidFill>
            </a:endParaRPr>
          </a:p>
          <a:p>
            <a:pPr>
              <a:lnSpc>
                <a:spcPct val="150000"/>
              </a:lnSpc>
            </a:pPr>
            <a:r>
              <a:rPr lang="zh-CN" altLang="zh-CN" sz="1800" dirty="0">
                <a:solidFill>
                  <a:schemeClr val="tx1"/>
                </a:solidFill>
              </a:rPr>
              <a:t>构造数据类型：使用已有的基本数据类型和已定义的构造数据类型通过一定的语法规则组织起来的数据类型。</a:t>
            </a:r>
            <a:endParaRPr lang="zh-CN" altLang="zh-CN" sz="1800" dirty="0">
              <a:solidFill>
                <a:schemeClr val="tx1"/>
              </a:solidFill>
            </a:endParaRPr>
          </a:p>
        </p:txBody>
      </p:sp>
      <p:sp>
        <p:nvSpPr>
          <p:cNvPr id="13" name="矩形 12"/>
          <p:cNvSpPr>
            <a:spLocks noGrp="1" noRot="1" noChangeAspect="1" noMove="1" noResize="1" noEditPoints="1" noAdjustHandles="1" noChangeArrowheads="1" noChangeShapeType="1" noTextEdit="1"/>
          </p:cNvSpPr>
          <p:nvPr/>
        </p:nvSpPr>
        <p:spPr>
          <a:blipFill rotWithShape="1">
            <a:blip r:embed="rId1"/>
            <a:stretch>
              <a:fillRect l="-1809" t="-2574" r="-3101"/>
            </a:stretch>
          </a:blipFill>
        </p:spPr>
      </p:sp>
    </p:spTree>
  </p:cSld>
  <p:clrMapOvr>
    <a:masterClrMapping/>
  </p:clrMapOvr>
  <p:transition>
    <p:cover dir="d"/>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zh-CN" dirty="0">
                <a:solidFill>
                  <a:schemeClr val="accent2"/>
                </a:solidFill>
                <a:sym typeface="+mn-ea"/>
              </a:rPr>
              <a:t>数据类型</a:t>
            </a:r>
            <a:endParaRPr lang="zh-CN" altLang="zh-CN" dirty="0">
              <a:solidFill>
                <a:schemeClr val="accent2"/>
              </a:solidFill>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9" name="标题 1"/>
          <p:cNvSpPr>
            <a:spLocks noGrp="1"/>
          </p:cNvSpPr>
          <p:nvPr/>
        </p:nvSpPr>
        <p:spPr>
          <a:xfrm>
            <a:off x="-131338" y="1237937"/>
            <a:ext cx="7076968" cy="6109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lvl="1" algn="l" rtl="0">
              <a:lnSpc>
                <a:spcPct val="90000"/>
              </a:lnSpc>
              <a:spcBef>
                <a:spcPct val="0"/>
              </a:spcBef>
            </a:pPr>
            <a:r>
              <a:rPr lang="en-US" altLang="zh-CN" sz="3600" kern="1200" dirty="0">
                <a:solidFill>
                  <a:schemeClr val="tx1"/>
                </a:solidFill>
                <a:latin typeface="+mj-lt"/>
                <a:ea typeface="+mj-ea"/>
                <a:cs typeface="+mj-cs"/>
              </a:rPr>
              <a:t>--</a:t>
            </a:r>
            <a:r>
              <a:rPr lang="zh-CN" altLang="zh-CN" sz="3600" kern="1200" dirty="0">
                <a:solidFill>
                  <a:schemeClr val="tx1"/>
                </a:solidFill>
                <a:latin typeface="+mj-lt"/>
                <a:ea typeface="+mj-ea"/>
                <a:cs typeface="+mj-cs"/>
              </a:rPr>
              <a:t>数据</a:t>
            </a:r>
            <a:r>
              <a:rPr lang="zh-CN" altLang="zh-CN" sz="3600" kern="1200" dirty="0">
                <a:solidFill>
                  <a:schemeClr val="tx1"/>
                </a:solidFill>
                <a:latin typeface="+mj-lt"/>
                <a:ea typeface="+mj-ea"/>
                <a:cs typeface="+mj-cs"/>
              </a:rPr>
              <a:t>抽象</a:t>
            </a:r>
            <a:endParaRPr lang="zh-CN" altLang="zh-CN" sz="3600" kern="1200" dirty="0">
              <a:solidFill>
                <a:schemeClr val="tx1"/>
              </a:solidFill>
              <a:latin typeface="+mj-lt"/>
              <a:ea typeface="+mj-ea"/>
              <a:cs typeface="+mj-cs"/>
            </a:endParaRPr>
          </a:p>
        </p:txBody>
      </p:sp>
      <p:grpSp>
        <p:nvGrpSpPr>
          <p:cNvPr id="17413" name="Group 85"/>
          <p:cNvGrpSpPr>
            <a:grpSpLocks noChangeAspect="1"/>
          </p:cNvGrpSpPr>
          <p:nvPr/>
        </p:nvGrpSpPr>
        <p:grpSpPr bwMode="auto">
          <a:xfrm>
            <a:off x="7227570" y="1580515"/>
            <a:ext cx="4794250" cy="3910330"/>
            <a:chOff x="816" y="444"/>
            <a:chExt cx="2310" cy="1884"/>
          </a:xfrm>
        </p:grpSpPr>
        <p:sp>
          <p:nvSpPr>
            <p:cNvPr id="17431" name="AutoShape 84"/>
            <p:cNvSpPr>
              <a:spLocks noChangeAspect="1" noChangeArrowheads="1" noTextEdit="1"/>
            </p:cNvSpPr>
            <p:nvPr/>
          </p:nvSpPr>
          <p:spPr bwMode="auto">
            <a:xfrm>
              <a:off x="816" y="468"/>
              <a:ext cx="2310" cy="1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mn-lt"/>
                <a:cs typeface="+mn-ea"/>
                <a:sym typeface="+mn-lt"/>
              </a:endParaRPr>
            </a:p>
          </p:txBody>
        </p:sp>
        <p:sp>
          <p:nvSpPr>
            <p:cNvPr id="17432" name="Freeform 86"/>
            <p:cNvSpPr/>
            <p:nvPr/>
          </p:nvSpPr>
          <p:spPr bwMode="auto">
            <a:xfrm>
              <a:off x="1544" y="2054"/>
              <a:ext cx="847" cy="238"/>
            </a:xfrm>
            <a:custGeom>
              <a:avLst/>
              <a:gdLst>
                <a:gd name="T0" fmla="*/ 563 w 847"/>
                <a:gd name="T1" fmla="*/ 65 h 238"/>
                <a:gd name="T2" fmla="*/ 563 w 847"/>
                <a:gd name="T3" fmla="*/ 0 h 238"/>
                <a:gd name="T4" fmla="*/ 281 w 847"/>
                <a:gd name="T5" fmla="*/ 0 h 238"/>
                <a:gd name="T6" fmla="*/ 281 w 847"/>
                <a:gd name="T7" fmla="*/ 102 h 238"/>
                <a:gd name="T8" fmla="*/ 0 w 847"/>
                <a:gd name="T9" fmla="*/ 102 h 238"/>
                <a:gd name="T10" fmla="*/ 0 w 847"/>
                <a:gd name="T11" fmla="*/ 238 h 238"/>
                <a:gd name="T12" fmla="*/ 281 w 847"/>
                <a:gd name="T13" fmla="*/ 238 h 238"/>
                <a:gd name="T14" fmla="*/ 563 w 847"/>
                <a:gd name="T15" fmla="*/ 238 h 238"/>
                <a:gd name="T16" fmla="*/ 847 w 847"/>
                <a:gd name="T17" fmla="*/ 238 h 238"/>
                <a:gd name="T18" fmla="*/ 847 w 847"/>
                <a:gd name="T19" fmla="*/ 65 h 238"/>
                <a:gd name="T20" fmla="*/ 563 w 847"/>
                <a:gd name="T21" fmla="*/ 65 h 23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47"/>
                <a:gd name="T34" fmla="*/ 0 h 238"/>
                <a:gd name="T35" fmla="*/ 847 w 847"/>
                <a:gd name="T36" fmla="*/ 238 h 23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47" h="238">
                  <a:moveTo>
                    <a:pt x="563" y="65"/>
                  </a:moveTo>
                  <a:lnTo>
                    <a:pt x="563" y="0"/>
                  </a:lnTo>
                  <a:lnTo>
                    <a:pt x="281" y="0"/>
                  </a:lnTo>
                  <a:lnTo>
                    <a:pt x="281" y="102"/>
                  </a:lnTo>
                  <a:lnTo>
                    <a:pt x="0" y="102"/>
                  </a:lnTo>
                  <a:lnTo>
                    <a:pt x="0" y="238"/>
                  </a:lnTo>
                  <a:lnTo>
                    <a:pt x="281" y="238"/>
                  </a:lnTo>
                  <a:lnTo>
                    <a:pt x="563" y="238"/>
                  </a:lnTo>
                  <a:lnTo>
                    <a:pt x="847" y="238"/>
                  </a:lnTo>
                  <a:lnTo>
                    <a:pt x="847" y="65"/>
                  </a:lnTo>
                  <a:lnTo>
                    <a:pt x="563" y="6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33" name="Rectangle 87"/>
            <p:cNvSpPr>
              <a:spLocks noChangeArrowheads="1"/>
            </p:cNvSpPr>
            <p:nvPr/>
          </p:nvSpPr>
          <p:spPr bwMode="auto">
            <a:xfrm>
              <a:off x="1312" y="2138"/>
              <a:ext cx="432" cy="187"/>
            </a:xfrm>
            <a:prstGeom prst="rect">
              <a:avLst/>
            </a:prstGeom>
            <a:solidFill>
              <a:schemeClr val="dk2">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4" name="Rectangle 88"/>
            <p:cNvSpPr>
              <a:spLocks noChangeArrowheads="1"/>
            </p:cNvSpPr>
            <p:nvPr/>
          </p:nvSpPr>
          <p:spPr bwMode="auto">
            <a:xfrm>
              <a:off x="1741" y="1992"/>
              <a:ext cx="430" cy="333"/>
            </a:xfrm>
            <a:prstGeom prst="rect">
              <a:avLst/>
            </a:prstGeom>
            <a:solidFill>
              <a:schemeClr val="dk2">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5" name="Rectangle 89"/>
            <p:cNvSpPr>
              <a:spLocks noChangeArrowheads="1"/>
            </p:cNvSpPr>
            <p:nvPr/>
          </p:nvSpPr>
          <p:spPr bwMode="auto">
            <a:xfrm>
              <a:off x="2171" y="2086"/>
              <a:ext cx="429" cy="239"/>
            </a:xfrm>
            <a:prstGeom prst="rect">
              <a:avLst/>
            </a:prstGeom>
            <a:solidFill>
              <a:schemeClr val="accent2">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6" name="Oval 90"/>
            <p:cNvSpPr>
              <a:spLocks noChangeArrowheads="1"/>
            </p:cNvSpPr>
            <p:nvPr/>
          </p:nvSpPr>
          <p:spPr bwMode="auto">
            <a:xfrm>
              <a:off x="2510" y="715"/>
              <a:ext cx="456" cy="451"/>
            </a:xfrm>
            <a:prstGeom prst="ellipse">
              <a:avLst/>
            </a:pr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7" name="Freeform 91"/>
            <p:cNvSpPr/>
            <p:nvPr/>
          </p:nvSpPr>
          <p:spPr bwMode="auto">
            <a:xfrm>
              <a:off x="2472" y="961"/>
              <a:ext cx="241" cy="242"/>
            </a:xfrm>
            <a:custGeom>
              <a:avLst/>
              <a:gdLst>
                <a:gd name="T0" fmla="*/ 331 w 171"/>
                <a:gd name="T1" fmla="*/ 99 h 189"/>
                <a:gd name="T2" fmla="*/ 314 w 171"/>
                <a:gd name="T3" fmla="*/ 90 h 189"/>
                <a:gd name="T4" fmla="*/ 297 w 171"/>
                <a:gd name="T5" fmla="*/ 67 h 189"/>
                <a:gd name="T6" fmla="*/ 262 w 171"/>
                <a:gd name="T7" fmla="*/ 35 h 189"/>
                <a:gd name="T8" fmla="*/ 238 w 171"/>
                <a:gd name="T9" fmla="*/ 24 h 189"/>
                <a:gd name="T10" fmla="*/ 227 w 171"/>
                <a:gd name="T11" fmla="*/ 6 h 189"/>
                <a:gd name="T12" fmla="*/ 207 w 171"/>
                <a:gd name="T13" fmla="*/ 12 h 189"/>
                <a:gd name="T14" fmla="*/ 4 w 171"/>
                <a:gd name="T15" fmla="*/ 284 h 189"/>
                <a:gd name="T16" fmla="*/ 4 w 171"/>
                <a:gd name="T17" fmla="*/ 302 h 189"/>
                <a:gd name="T18" fmla="*/ 6 w 171"/>
                <a:gd name="T19" fmla="*/ 302 h 189"/>
                <a:gd name="T20" fmla="*/ 6 w 171"/>
                <a:gd name="T21" fmla="*/ 306 h 189"/>
                <a:gd name="T22" fmla="*/ 28 w 171"/>
                <a:gd name="T23" fmla="*/ 306 h 189"/>
                <a:gd name="T24" fmla="*/ 328 w 171"/>
                <a:gd name="T25" fmla="*/ 118 h 189"/>
                <a:gd name="T26" fmla="*/ 331 w 171"/>
                <a:gd name="T27" fmla="*/ 99 h 18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1"/>
                <a:gd name="T43" fmla="*/ 0 h 189"/>
                <a:gd name="T44" fmla="*/ 171 w 171"/>
                <a:gd name="T45" fmla="*/ 189 h 18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1" h="189">
                  <a:moveTo>
                    <a:pt x="167" y="60"/>
                  </a:moveTo>
                  <a:cubicBezTo>
                    <a:pt x="165" y="55"/>
                    <a:pt x="161" y="53"/>
                    <a:pt x="158" y="55"/>
                  </a:cubicBezTo>
                  <a:cubicBezTo>
                    <a:pt x="156" y="49"/>
                    <a:pt x="154" y="45"/>
                    <a:pt x="150" y="41"/>
                  </a:cubicBezTo>
                  <a:cubicBezTo>
                    <a:pt x="132" y="21"/>
                    <a:pt x="132" y="21"/>
                    <a:pt x="132" y="21"/>
                  </a:cubicBezTo>
                  <a:cubicBezTo>
                    <a:pt x="129" y="16"/>
                    <a:pt x="125" y="15"/>
                    <a:pt x="120" y="15"/>
                  </a:cubicBezTo>
                  <a:cubicBezTo>
                    <a:pt x="121" y="11"/>
                    <a:pt x="120" y="7"/>
                    <a:pt x="114" y="4"/>
                  </a:cubicBezTo>
                  <a:cubicBezTo>
                    <a:pt x="112" y="0"/>
                    <a:pt x="105" y="2"/>
                    <a:pt x="104" y="7"/>
                  </a:cubicBezTo>
                  <a:cubicBezTo>
                    <a:pt x="2" y="173"/>
                    <a:pt x="2" y="173"/>
                    <a:pt x="2" y="173"/>
                  </a:cubicBezTo>
                  <a:cubicBezTo>
                    <a:pt x="0" y="177"/>
                    <a:pt x="0" y="180"/>
                    <a:pt x="2" y="184"/>
                  </a:cubicBezTo>
                  <a:cubicBezTo>
                    <a:pt x="3" y="184"/>
                    <a:pt x="3" y="184"/>
                    <a:pt x="3" y="184"/>
                  </a:cubicBezTo>
                  <a:cubicBezTo>
                    <a:pt x="3" y="187"/>
                    <a:pt x="3" y="187"/>
                    <a:pt x="3" y="187"/>
                  </a:cubicBezTo>
                  <a:cubicBezTo>
                    <a:pt x="7" y="189"/>
                    <a:pt x="11" y="189"/>
                    <a:pt x="14" y="187"/>
                  </a:cubicBezTo>
                  <a:cubicBezTo>
                    <a:pt x="165" y="72"/>
                    <a:pt x="165" y="72"/>
                    <a:pt x="165" y="72"/>
                  </a:cubicBezTo>
                  <a:cubicBezTo>
                    <a:pt x="169" y="70"/>
                    <a:pt x="171" y="63"/>
                    <a:pt x="167" y="60"/>
                  </a:cubicBezTo>
                  <a:close/>
                </a:path>
              </a:pathLst>
            </a:cu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38" name="Freeform 92"/>
            <p:cNvSpPr/>
            <p:nvPr/>
          </p:nvSpPr>
          <p:spPr bwMode="auto">
            <a:xfrm>
              <a:off x="1449" y="1662"/>
              <a:ext cx="157" cy="155"/>
            </a:xfrm>
            <a:custGeom>
              <a:avLst/>
              <a:gdLst>
                <a:gd name="T0" fmla="*/ 110 w 111"/>
                <a:gd name="T1" fmla="*/ 199 h 121"/>
                <a:gd name="T2" fmla="*/ 222 w 111"/>
                <a:gd name="T3" fmla="*/ 100 h 121"/>
                <a:gd name="T4" fmla="*/ 110 w 111"/>
                <a:gd name="T5" fmla="*/ 0 h 121"/>
                <a:gd name="T6" fmla="*/ 0 w 111"/>
                <a:gd name="T7" fmla="*/ 100 h 121"/>
                <a:gd name="T8" fmla="*/ 110 w 111"/>
                <a:gd name="T9" fmla="*/ 199 h 121"/>
                <a:gd name="T10" fmla="*/ 0 60000 65536"/>
                <a:gd name="T11" fmla="*/ 0 60000 65536"/>
                <a:gd name="T12" fmla="*/ 0 60000 65536"/>
                <a:gd name="T13" fmla="*/ 0 60000 65536"/>
                <a:gd name="T14" fmla="*/ 0 60000 65536"/>
                <a:gd name="T15" fmla="*/ 0 w 111"/>
                <a:gd name="T16" fmla="*/ 0 h 121"/>
                <a:gd name="T17" fmla="*/ 111 w 111"/>
                <a:gd name="T18" fmla="*/ 121 h 121"/>
              </a:gdLst>
              <a:ahLst/>
              <a:cxnLst>
                <a:cxn ang="T10">
                  <a:pos x="T0" y="T1"/>
                </a:cxn>
                <a:cxn ang="T11">
                  <a:pos x="T2" y="T3"/>
                </a:cxn>
                <a:cxn ang="T12">
                  <a:pos x="T4" y="T5"/>
                </a:cxn>
                <a:cxn ang="T13">
                  <a:pos x="T6" y="T7"/>
                </a:cxn>
                <a:cxn ang="T14">
                  <a:pos x="T8" y="T9"/>
                </a:cxn>
              </a:cxnLst>
              <a:rect l="T15" t="T16" r="T17" b="T18"/>
              <a:pathLst>
                <a:path w="111" h="121">
                  <a:moveTo>
                    <a:pt x="55" y="121"/>
                  </a:moveTo>
                  <a:cubicBezTo>
                    <a:pt x="87" y="121"/>
                    <a:pt x="111" y="95"/>
                    <a:pt x="111" y="61"/>
                  </a:cubicBezTo>
                  <a:cubicBezTo>
                    <a:pt x="111" y="29"/>
                    <a:pt x="87" y="0"/>
                    <a:pt x="55" y="0"/>
                  </a:cubicBezTo>
                  <a:cubicBezTo>
                    <a:pt x="25" y="0"/>
                    <a:pt x="0" y="29"/>
                    <a:pt x="0" y="61"/>
                  </a:cubicBezTo>
                  <a:cubicBezTo>
                    <a:pt x="0" y="95"/>
                    <a:pt x="25" y="121"/>
                    <a:pt x="55" y="121"/>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39" name="Freeform 93"/>
            <p:cNvSpPr/>
            <p:nvPr/>
          </p:nvSpPr>
          <p:spPr bwMode="auto">
            <a:xfrm>
              <a:off x="1582" y="2056"/>
              <a:ext cx="80" cy="208"/>
            </a:xfrm>
            <a:custGeom>
              <a:avLst/>
              <a:gdLst>
                <a:gd name="T0" fmla="*/ 62 w 57"/>
                <a:gd name="T1" fmla="*/ 30 h 162"/>
                <a:gd name="T2" fmla="*/ 29 w 57"/>
                <a:gd name="T3" fmla="*/ 0 h 162"/>
                <a:gd name="T4" fmla="*/ 0 w 57"/>
                <a:gd name="T5" fmla="*/ 42 h 162"/>
                <a:gd name="T6" fmla="*/ 0 w 57"/>
                <a:gd name="T7" fmla="*/ 222 h 162"/>
                <a:gd name="T8" fmla="*/ 51 w 57"/>
                <a:gd name="T9" fmla="*/ 267 h 162"/>
                <a:gd name="T10" fmla="*/ 65 w 57"/>
                <a:gd name="T11" fmla="*/ 267 h 162"/>
                <a:gd name="T12" fmla="*/ 112 w 57"/>
                <a:gd name="T13" fmla="*/ 222 h 162"/>
                <a:gd name="T14" fmla="*/ 112 w 57"/>
                <a:gd name="T15" fmla="*/ 42 h 162"/>
                <a:gd name="T16" fmla="*/ 112 w 57"/>
                <a:gd name="T17" fmla="*/ 30 h 162"/>
                <a:gd name="T18" fmla="*/ 62 w 57"/>
                <a:gd name="T19" fmla="*/ 30 h 1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
                <a:gd name="T31" fmla="*/ 0 h 162"/>
                <a:gd name="T32" fmla="*/ 57 w 57"/>
                <a:gd name="T33" fmla="*/ 162 h 16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 h="162">
                  <a:moveTo>
                    <a:pt x="31" y="18"/>
                  </a:moveTo>
                  <a:cubicBezTo>
                    <a:pt x="24" y="15"/>
                    <a:pt x="19" y="8"/>
                    <a:pt x="15" y="0"/>
                  </a:cubicBezTo>
                  <a:cubicBezTo>
                    <a:pt x="5" y="4"/>
                    <a:pt x="0" y="15"/>
                    <a:pt x="0" y="26"/>
                  </a:cubicBezTo>
                  <a:cubicBezTo>
                    <a:pt x="0" y="135"/>
                    <a:pt x="0" y="135"/>
                    <a:pt x="0" y="135"/>
                  </a:cubicBezTo>
                  <a:cubicBezTo>
                    <a:pt x="0" y="149"/>
                    <a:pt x="11" y="162"/>
                    <a:pt x="26" y="162"/>
                  </a:cubicBezTo>
                  <a:cubicBezTo>
                    <a:pt x="33" y="162"/>
                    <a:pt x="33" y="162"/>
                    <a:pt x="33" y="162"/>
                  </a:cubicBezTo>
                  <a:cubicBezTo>
                    <a:pt x="47" y="162"/>
                    <a:pt x="57" y="149"/>
                    <a:pt x="57" y="135"/>
                  </a:cubicBezTo>
                  <a:cubicBezTo>
                    <a:pt x="57" y="26"/>
                    <a:pt x="57" y="26"/>
                    <a:pt x="57" y="26"/>
                  </a:cubicBezTo>
                  <a:cubicBezTo>
                    <a:pt x="57" y="25"/>
                    <a:pt x="57" y="23"/>
                    <a:pt x="57" y="18"/>
                  </a:cubicBezTo>
                  <a:cubicBezTo>
                    <a:pt x="49" y="23"/>
                    <a:pt x="40" y="23"/>
                    <a:pt x="31" y="18"/>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0" name="Freeform 94"/>
            <p:cNvSpPr/>
            <p:nvPr/>
          </p:nvSpPr>
          <p:spPr bwMode="auto">
            <a:xfrm>
              <a:off x="1385" y="2061"/>
              <a:ext cx="84" cy="203"/>
            </a:xfrm>
            <a:custGeom>
              <a:avLst/>
              <a:gdLst>
                <a:gd name="T0" fmla="*/ 97 w 59"/>
                <a:gd name="T1" fmla="*/ 0 h 158"/>
                <a:gd name="T2" fmla="*/ 67 w 59"/>
                <a:gd name="T3" fmla="*/ 27 h 158"/>
                <a:gd name="T4" fmla="*/ 4 w 59"/>
                <a:gd name="T5" fmla="*/ 23 h 158"/>
                <a:gd name="T6" fmla="*/ 0 w 59"/>
                <a:gd name="T7" fmla="*/ 36 h 158"/>
                <a:gd name="T8" fmla="*/ 0 w 59"/>
                <a:gd name="T9" fmla="*/ 216 h 158"/>
                <a:gd name="T10" fmla="*/ 53 w 59"/>
                <a:gd name="T11" fmla="*/ 261 h 158"/>
                <a:gd name="T12" fmla="*/ 67 w 59"/>
                <a:gd name="T13" fmla="*/ 261 h 158"/>
                <a:gd name="T14" fmla="*/ 120 w 59"/>
                <a:gd name="T15" fmla="*/ 216 h 158"/>
                <a:gd name="T16" fmla="*/ 120 w 59"/>
                <a:gd name="T17" fmla="*/ 36 h 158"/>
                <a:gd name="T18" fmla="*/ 97 w 59"/>
                <a:gd name="T19" fmla="*/ 0 h 15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9"/>
                <a:gd name="T31" fmla="*/ 0 h 158"/>
                <a:gd name="T32" fmla="*/ 59 w 59"/>
                <a:gd name="T33" fmla="*/ 158 h 15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9" h="158">
                  <a:moveTo>
                    <a:pt x="48" y="0"/>
                  </a:moveTo>
                  <a:cubicBezTo>
                    <a:pt x="45" y="6"/>
                    <a:pt x="41" y="12"/>
                    <a:pt x="33" y="16"/>
                  </a:cubicBezTo>
                  <a:cubicBezTo>
                    <a:pt x="22" y="21"/>
                    <a:pt x="10" y="21"/>
                    <a:pt x="2" y="14"/>
                  </a:cubicBezTo>
                  <a:cubicBezTo>
                    <a:pt x="0" y="16"/>
                    <a:pt x="0" y="19"/>
                    <a:pt x="0" y="22"/>
                  </a:cubicBezTo>
                  <a:cubicBezTo>
                    <a:pt x="0" y="131"/>
                    <a:pt x="0" y="131"/>
                    <a:pt x="0" y="131"/>
                  </a:cubicBezTo>
                  <a:cubicBezTo>
                    <a:pt x="0" y="145"/>
                    <a:pt x="10" y="158"/>
                    <a:pt x="26" y="158"/>
                  </a:cubicBezTo>
                  <a:cubicBezTo>
                    <a:pt x="33" y="158"/>
                    <a:pt x="33" y="158"/>
                    <a:pt x="33" y="158"/>
                  </a:cubicBezTo>
                  <a:cubicBezTo>
                    <a:pt x="48" y="158"/>
                    <a:pt x="59" y="145"/>
                    <a:pt x="59" y="131"/>
                  </a:cubicBezTo>
                  <a:cubicBezTo>
                    <a:pt x="59" y="22"/>
                    <a:pt x="59" y="22"/>
                    <a:pt x="59" y="22"/>
                  </a:cubicBezTo>
                  <a:cubicBezTo>
                    <a:pt x="59" y="14"/>
                    <a:pt x="56" y="6"/>
                    <a:pt x="48" y="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1" name="Freeform 95"/>
            <p:cNvSpPr/>
            <p:nvPr/>
          </p:nvSpPr>
          <p:spPr bwMode="auto">
            <a:xfrm>
              <a:off x="1322" y="1740"/>
              <a:ext cx="412" cy="389"/>
            </a:xfrm>
            <a:custGeom>
              <a:avLst/>
              <a:gdLst>
                <a:gd name="T0" fmla="*/ 576 w 292"/>
                <a:gd name="T1" fmla="*/ 212 h 304"/>
                <a:gd name="T2" fmla="*/ 525 w 292"/>
                <a:gd name="T3" fmla="*/ 113 h 304"/>
                <a:gd name="T4" fmla="*/ 480 w 292"/>
                <a:gd name="T5" fmla="*/ 26 h 304"/>
                <a:gd name="T6" fmla="*/ 432 w 292"/>
                <a:gd name="T7" fmla="*/ 0 h 304"/>
                <a:gd name="T8" fmla="*/ 420 w 292"/>
                <a:gd name="T9" fmla="*/ 0 h 304"/>
                <a:gd name="T10" fmla="*/ 289 w 292"/>
                <a:gd name="T11" fmla="*/ 119 h 304"/>
                <a:gd name="T12" fmla="*/ 155 w 292"/>
                <a:gd name="T13" fmla="*/ 0 h 304"/>
                <a:gd name="T14" fmla="*/ 145 w 292"/>
                <a:gd name="T15" fmla="*/ 0 h 304"/>
                <a:gd name="T16" fmla="*/ 97 w 292"/>
                <a:gd name="T17" fmla="*/ 26 h 304"/>
                <a:gd name="T18" fmla="*/ 56 w 292"/>
                <a:gd name="T19" fmla="*/ 113 h 304"/>
                <a:gd name="T20" fmla="*/ 4 w 292"/>
                <a:gd name="T21" fmla="*/ 212 h 304"/>
                <a:gd name="T22" fmla="*/ 0 w 292"/>
                <a:gd name="T23" fmla="*/ 229 h 304"/>
                <a:gd name="T24" fmla="*/ 4 w 292"/>
                <a:gd name="T25" fmla="*/ 247 h 304"/>
                <a:gd name="T26" fmla="*/ 83 w 292"/>
                <a:gd name="T27" fmla="*/ 392 h 304"/>
                <a:gd name="T28" fmla="*/ 145 w 292"/>
                <a:gd name="T29" fmla="*/ 411 h 304"/>
                <a:gd name="T30" fmla="*/ 164 w 292"/>
                <a:gd name="T31" fmla="*/ 353 h 304"/>
                <a:gd name="T32" fmla="*/ 97 w 292"/>
                <a:gd name="T33" fmla="*/ 229 h 304"/>
                <a:gd name="T34" fmla="*/ 110 w 292"/>
                <a:gd name="T35" fmla="*/ 203 h 304"/>
                <a:gd name="T36" fmla="*/ 145 w 292"/>
                <a:gd name="T37" fmla="*/ 136 h 304"/>
                <a:gd name="T38" fmla="*/ 145 w 292"/>
                <a:gd name="T39" fmla="*/ 265 h 304"/>
                <a:gd name="T40" fmla="*/ 189 w 292"/>
                <a:gd name="T41" fmla="*/ 351 h 304"/>
                <a:gd name="T42" fmla="*/ 198 w 292"/>
                <a:gd name="T43" fmla="*/ 388 h 304"/>
                <a:gd name="T44" fmla="*/ 233 w 292"/>
                <a:gd name="T45" fmla="*/ 445 h 304"/>
                <a:gd name="T46" fmla="*/ 233 w 292"/>
                <a:gd name="T47" fmla="*/ 498 h 304"/>
                <a:gd name="T48" fmla="*/ 336 w 292"/>
                <a:gd name="T49" fmla="*/ 498 h 304"/>
                <a:gd name="T50" fmla="*/ 336 w 292"/>
                <a:gd name="T51" fmla="*/ 445 h 304"/>
                <a:gd name="T52" fmla="*/ 388 w 292"/>
                <a:gd name="T53" fmla="*/ 385 h 304"/>
                <a:gd name="T54" fmla="*/ 396 w 292"/>
                <a:gd name="T55" fmla="*/ 347 h 304"/>
                <a:gd name="T56" fmla="*/ 432 w 292"/>
                <a:gd name="T57" fmla="*/ 275 h 304"/>
                <a:gd name="T58" fmla="*/ 432 w 292"/>
                <a:gd name="T59" fmla="*/ 133 h 304"/>
                <a:gd name="T60" fmla="*/ 470 w 292"/>
                <a:gd name="T61" fmla="*/ 206 h 304"/>
                <a:gd name="T62" fmla="*/ 480 w 292"/>
                <a:gd name="T63" fmla="*/ 229 h 304"/>
                <a:gd name="T64" fmla="*/ 413 w 292"/>
                <a:gd name="T65" fmla="*/ 353 h 304"/>
                <a:gd name="T66" fmla="*/ 437 w 292"/>
                <a:gd name="T67" fmla="*/ 411 h 304"/>
                <a:gd name="T68" fmla="*/ 499 w 292"/>
                <a:gd name="T69" fmla="*/ 392 h 304"/>
                <a:gd name="T70" fmla="*/ 576 w 292"/>
                <a:gd name="T71" fmla="*/ 247 h 304"/>
                <a:gd name="T72" fmla="*/ 576 w 292"/>
                <a:gd name="T73" fmla="*/ 229 h 304"/>
                <a:gd name="T74" fmla="*/ 576 w 292"/>
                <a:gd name="T75" fmla="*/ 212 h 30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92"/>
                <a:gd name="T115" fmla="*/ 0 h 304"/>
                <a:gd name="T116" fmla="*/ 292 w 292"/>
                <a:gd name="T117" fmla="*/ 304 h 30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92" h="304">
                  <a:moveTo>
                    <a:pt x="289" y="130"/>
                  </a:moveTo>
                  <a:cubicBezTo>
                    <a:pt x="264" y="69"/>
                    <a:pt x="264" y="69"/>
                    <a:pt x="264" y="69"/>
                  </a:cubicBezTo>
                  <a:cubicBezTo>
                    <a:pt x="241" y="16"/>
                    <a:pt x="241" y="16"/>
                    <a:pt x="241" y="16"/>
                  </a:cubicBezTo>
                  <a:cubicBezTo>
                    <a:pt x="238" y="7"/>
                    <a:pt x="229" y="0"/>
                    <a:pt x="217" y="0"/>
                  </a:cubicBezTo>
                  <a:cubicBezTo>
                    <a:pt x="211" y="0"/>
                    <a:pt x="211" y="0"/>
                    <a:pt x="211" y="0"/>
                  </a:cubicBezTo>
                  <a:cubicBezTo>
                    <a:pt x="211" y="40"/>
                    <a:pt x="183" y="73"/>
                    <a:pt x="145" y="73"/>
                  </a:cubicBezTo>
                  <a:cubicBezTo>
                    <a:pt x="108" y="73"/>
                    <a:pt x="78" y="40"/>
                    <a:pt x="78" y="0"/>
                  </a:cubicBezTo>
                  <a:cubicBezTo>
                    <a:pt x="73" y="0"/>
                    <a:pt x="73" y="0"/>
                    <a:pt x="73" y="0"/>
                  </a:cubicBezTo>
                  <a:cubicBezTo>
                    <a:pt x="64" y="0"/>
                    <a:pt x="55" y="7"/>
                    <a:pt x="49" y="16"/>
                  </a:cubicBezTo>
                  <a:cubicBezTo>
                    <a:pt x="28" y="69"/>
                    <a:pt x="28" y="69"/>
                    <a:pt x="28" y="69"/>
                  </a:cubicBezTo>
                  <a:cubicBezTo>
                    <a:pt x="2" y="130"/>
                    <a:pt x="2" y="130"/>
                    <a:pt x="2" y="130"/>
                  </a:cubicBezTo>
                  <a:cubicBezTo>
                    <a:pt x="0" y="134"/>
                    <a:pt x="0" y="138"/>
                    <a:pt x="0" y="140"/>
                  </a:cubicBezTo>
                  <a:cubicBezTo>
                    <a:pt x="0" y="144"/>
                    <a:pt x="0" y="147"/>
                    <a:pt x="2" y="151"/>
                  </a:cubicBezTo>
                  <a:cubicBezTo>
                    <a:pt x="42" y="239"/>
                    <a:pt x="42" y="239"/>
                    <a:pt x="42" y="239"/>
                  </a:cubicBezTo>
                  <a:cubicBezTo>
                    <a:pt x="47" y="251"/>
                    <a:pt x="59" y="257"/>
                    <a:pt x="73" y="251"/>
                  </a:cubicBezTo>
                  <a:cubicBezTo>
                    <a:pt x="83" y="245"/>
                    <a:pt x="90" y="231"/>
                    <a:pt x="82" y="216"/>
                  </a:cubicBezTo>
                  <a:cubicBezTo>
                    <a:pt x="49" y="140"/>
                    <a:pt x="49" y="140"/>
                    <a:pt x="49" y="140"/>
                  </a:cubicBezTo>
                  <a:cubicBezTo>
                    <a:pt x="55" y="124"/>
                    <a:pt x="55" y="124"/>
                    <a:pt x="55" y="124"/>
                  </a:cubicBezTo>
                  <a:cubicBezTo>
                    <a:pt x="73" y="83"/>
                    <a:pt x="73" y="83"/>
                    <a:pt x="73" y="83"/>
                  </a:cubicBezTo>
                  <a:cubicBezTo>
                    <a:pt x="73" y="162"/>
                    <a:pt x="73" y="162"/>
                    <a:pt x="73" y="162"/>
                  </a:cubicBezTo>
                  <a:cubicBezTo>
                    <a:pt x="95" y="214"/>
                    <a:pt x="95" y="214"/>
                    <a:pt x="95" y="214"/>
                  </a:cubicBezTo>
                  <a:cubicBezTo>
                    <a:pt x="99" y="223"/>
                    <a:pt x="99" y="229"/>
                    <a:pt x="99" y="237"/>
                  </a:cubicBezTo>
                  <a:cubicBezTo>
                    <a:pt x="109" y="242"/>
                    <a:pt x="117" y="257"/>
                    <a:pt x="117" y="272"/>
                  </a:cubicBezTo>
                  <a:cubicBezTo>
                    <a:pt x="117" y="304"/>
                    <a:pt x="117" y="304"/>
                    <a:pt x="117" y="304"/>
                  </a:cubicBezTo>
                  <a:cubicBezTo>
                    <a:pt x="169" y="304"/>
                    <a:pt x="169" y="304"/>
                    <a:pt x="169" y="304"/>
                  </a:cubicBezTo>
                  <a:cubicBezTo>
                    <a:pt x="169" y="272"/>
                    <a:pt x="169" y="272"/>
                    <a:pt x="169" y="272"/>
                  </a:cubicBezTo>
                  <a:cubicBezTo>
                    <a:pt x="169" y="255"/>
                    <a:pt x="180" y="239"/>
                    <a:pt x="195" y="235"/>
                  </a:cubicBezTo>
                  <a:cubicBezTo>
                    <a:pt x="195" y="227"/>
                    <a:pt x="195" y="221"/>
                    <a:pt x="199" y="212"/>
                  </a:cubicBezTo>
                  <a:cubicBezTo>
                    <a:pt x="217" y="168"/>
                    <a:pt x="217" y="168"/>
                    <a:pt x="217" y="168"/>
                  </a:cubicBezTo>
                  <a:cubicBezTo>
                    <a:pt x="217" y="81"/>
                    <a:pt x="217" y="81"/>
                    <a:pt x="217" y="81"/>
                  </a:cubicBezTo>
                  <a:cubicBezTo>
                    <a:pt x="236" y="126"/>
                    <a:pt x="236" y="126"/>
                    <a:pt x="236" y="126"/>
                  </a:cubicBezTo>
                  <a:cubicBezTo>
                    <a:pt x="241" y="140"/>
                    <a:pt x="241" y="140"/>
                    <a:pt x="241" y="140"/>
                  </a:cubicBezTo>
                  <a:cubicBezTo>
                    <a:pt x="208" y="216"/>
                    <a:pt x="208" y="216"/>
                    <a:pt x="208" y="216"/>
                  </a:cubicBezTo>
                  <a:cubicBezTo>
                    <a:pt x="203" y="231"/>
                    <a:pt x="208" y="245"/>
                    <a:pt x="220" y="251"/>
                  </a:cubicBezTo>
                  <a:cubicBezTo>
                    <a:pt x="231" y="257"/>
                    <a:pt x="245" y="251"/>
                    <a:pt x="251" y="239"/>
                  </a:cubicBezTo>
                  <a:cubicBezTo>
                    <a:pt x="289" y="151"/>
                    <a:pt x="289" y="151"/>
                    <a:pt x="289" y="151"/>
                  </a:cubicBezTo>
                  <a:cubicBezTo>
                    <a:pt x="289" y="147"/>
                    <a:pt x="292" y="144"/>
                    <a:pt x="289" y="140"/>
                  </a:cubicBezTo>
                  <a:cubicBezTo>
                    <a:pt x="292" y="138"/>
                    <a:pt x="289" y="134"/>
                    <a:pt x="289" y="13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2" name="Freeform 96"/>
            <p:cNvSpPr/>
            <p:nvPr/>
          </p:nvSpPr>
          <p:spPr bwMode="auto">
            <a:xfrm>
              <a:off x="1750" y="1010"/>
              <a:ext cx="421" cy="973"/>
            </a:xfrm>
            <a:custGeom>
              <a:avLst/>
              <a:gdLst>
                <a:gd name="T0" fmla="*/ 551 w 298"/>
                <a:gd name="T1" fmla="*/ 0 h 760"/>
                <a:gd name="T2" fmla="*/ 504 w 298"/>
                <a:gd name="T3" fmla="*/ 41 h 760"/>
                <a:gd name="T4" fmla="*/ 504 w 298"/>
                <a:gd name="T5" fmla="*/ 187 h 760"/>
                <a:gd name="T6" fmla="*/ 386 w 298"/>
                <a:gd name="T7" fmla="*/ 335 h 760"/>
                <a:gd name="T8" fmla="*/ 212 w 298"/>
                <a:gd name="T9" fmla="*/ 335 h 760"/>
                <a:gd name="T10" fmla="*/ 96 w 298"/>
                <a:gd name="T11" fmla="*/ 192 h 760"/>
                <a:gd name="T12" fmla="*/ 96 w 298"/>
                <a:gd name="T13" fmla="*/ 41 h 760"/>
                <a:gd name="T14" fmla="*/ 48 w 298"/>
                <a:gd name="T15" fmla="*/ 0 h 760"/>
                <a:gd name="T16" fmla="*/ 0 w 298"/>
                <a:gd name="T17" fmla="*/ 41 h 760"/>
                <a:gd name="T18" fmla="*/ 0 w 298"/>
                <a:gd name="T19" fmla="*/ 200 h 760"/>
                <a:gd name="T20" fmla="*/ 0 w 298"/>
                <a:gd name="T21" fmla="*/ 204 h 760"/>
                <a:gd name="T22" fmla="*/ 4 w 298"/>
                <a:gd name="T23" fmla="*/ 216 h 760"/>
                <a:gd name="T24" fmla="*/ 4 w 298"/>
                <a:gd name="T25" fmla="*/ 221 h 760"/>
                <a:gd name="T26" fmla="*/ 10 w 298"/>
                <a:gd name="T27" fmla="*/ 228 h 760"/>
                <a:gd name="T28" fmla="*/ 144 w 298"/>
                <a:gd name="T29" fmla="*/ 398 h 760"/>
                <a:gd name="T30" fmla="*/ 154 w 298"/>
                <a:gd name="T31" fmla="*/ 407 h 760"/>
                <a:gd name="T32" fmla="*/ 154 w 298"/>
                <a:gd name="T33" fmla="*/ 824 h 760"/>
                <a:gd name="T34" fmla="*/ 154 w 298"/>
                <a:gd name="T35" fmla="*/ 837 h 760"/>
                <a:gd name="T36" fmla="*/ 154 w 298"/>
                <a:gd name="T37" fmla="*/ 1006 h 760"/>
                <a:gd name="T38" fmla="*/ 155 w 298"/>
                <a:gd name="T39" fmla="*/ 1013 h 760"/>
                <a:gd name="T40" fmla="*/ 154 w 298"/>
                <a:gd name="T41" fmla="*/ 1019 h 760"/>
                <a:gd name="T42" fmla="*/ 154 w 298"/>
                <a:gd name="T43" fmla="*/ 1200 h 760"/>
                <a:gd name="T44" fmla="*/ 203 w 298"/>
                <a:gd name="T45" fmla="*/ 1246 h 760"/>
                <a:gd name="T46" fmla="*/ 219 w 298"/>
                <a:gd name="T47" fmla="*/ 1246 h 760"/>
                <a:gd name="T48" fmla="*/ 271 w 298"/>
                <a:gd name="T49" fmla="*/ 1200 h 760"/>
                <a:gd name="T50" fmla="*/ 271 w 298"/>
                <a:gd name="T51" fmla="*/ 1019 h 760"/>
                <a:gd name="T52" fmla="*/ 271 w 298"/>
                <a:gd name="T53" fmla="*/ 1013 h 760"/>
                <a:gd name="T54" fmla="*/ 271 w 298"/>
                <a:gd name="T55" fmla="*/ 1006 h 760"/>
                <a:gd name="T56" fmla="*/ 271 w 298"/>
                <a:gd name="T57" fmla="*/ 837 h 760"/>
                <a:gd name="T58" fmla="*/ 332 w 298"/>
                <a:gd name="T59" fmla="*/ 837 h 760"/>
                <a:gd name="T60" fmla="*/ 332 w 298"/>
                <a:gd name="T61" fmla="*/ 1006 h 760"/>
                <a:gd name="T62" fmla="*/ 332 w 298"/>
                <a:gd name="T63" fmla="*/ 1013 h 760"/>
                <a:gd name="T64" fmla="*/ 332 w 298"/>
                <a:gd name="T65" fmla="*/ 1019 h 760"/>
                <a:gd name="T66" fmla="*/ 332 w 298"/>
                <a:gd name="T67" fmla="*/ 1200 h 760"/>
                <a:gd name="T68" fmla="*/ 381 w 298"/>
                <a:gd name="T69" fmla="*/ 1246 h 760"/>
                <a:gd name="T70" fmla="*/ 396 w 298"/>
                <a:gd name="T71" fmla="*/ 1246 h 760"/>
                <a:gd name="T72" fmla="*/ 446 w 298"/>
                <a:gd name="T73" fmla="*/ 1200 h 760"/>
                <a:gd name="T74" fmla="*/ 446 w 298"/>
                <a:gd name="T75" fmla="*/ 1019 h 760"/>
                <a:gd name="T76" fmla="*/ 446 w 298"/>
                <a:gd name="T77" fmla="*/ 1013 h 760"/>
                <a:gd name="T78" fmla="*/ 446 w 298"/>
                <a:gd name="T79" fmla="*/ 1006 h 760"/>
                <a:gd name="T80" fmla="*/ 446 w 298"/>
                <a:gd name="T81" fmla="*/ 837 h 760"/>
                <a:gd name="T82" fmla="*/ 446 w 298"/>
                <a:gd name="T83" fmla="*/ 824 h 760"/>
                <a:gd name="T84" fmla="*/ 446 w 298"/>
                <a:gd name="T85" fmla="*/ 398 h 760"/>
                <a:gd name="T86" fmla="*/ 455 w 298"/>
                <a:gd name="T87" fmla="*/ 398 h 760"/>
                <a:gd name="T88" fmla="*/ 589 w 298"/>
                <a:gd name="T89" fmla="*/ 228 h 760"/>
                <a:gd name="T90" fmla="*/ 593 w 298"/>
                <a:gd name="T91" fmla="*/ 216 h 760"/>
                <a:gd name="T92" fmla="*/ 595 w 298"/>
                <a:gd name="T93" fmla="*/ 204 h 760"/>
                <a:gd name="T94" fmla="*/ 595 w 298"/>
                <a:gd name="T95" fmla="*/ 200 h 760"/>
                <a:gd name="T96" fmla="*/ 595 w 298"/>
                <a:gd name="T97" fmla="*/ 41 h 760"/>
                <a:gd name="T98" fmla="*/ 551 w 298"/>
                <a:gd name="T99" fmla="*/ 0 h 76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98"/>
                <a:gd name="T151" fmla="*/ 0 h 760"/>
                <a:gd name="T152" fmla="*/ 298 w 298"/>
                <a:gd name="T153" fmla="*/ 760 h 76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98" h="760">
                  <a:moveTo>
                    <a:pt x="276" y="0"/>
                  </a:moveTo>
                  <a:cubicBezTo>
                    <a:pt x="264" y="0"/>
                    <a:pt x="253" y="11"/>
                    <a:pt x="253" y="25"/>
                  </a:cubicBezTo>
                  <a:cubicBezTo>
                    <a:pt x="253" y="114"/>
                    <a:pt x="253" y="114"/>
                    <a:pt x="253" y="114"/>
                  </a:cubicBezTo>
                  <a:cubicBezTo>
                    <a:pt x="193" y="205"/>
                    <a:pt x="193" y="205"/>
                    <a:pt x="193" y="205"/>
                  </a:cubicBezTo>
                  <a:cubicBezTo>
                    <a:pt x="106" y="205"/>
                    <a:pt x="106" y="205"/>
                    <a:pt x="106" y="205"/>
                  </a:cubicBezTo>
                  <a:cubicBezTo>
                    <a:pt x="48" y="117"/>
                    <a:pt x="48" y="117"/>
                    <a:pt x="48" y="117"/>
                  </a:cubicBezTo>
                  <a:cubicBezTo>
                    <a:pt x="48" y="25"/>
                    <a:pt x="48" y="25"/>
                    <a:pt x="48" y="25"/>
                  </a:cubicBezTo>
                  <a:cubicBezTo>
                    <a:pt x="48" y="11"/>
                    <a:pt x="37" y="0"/>
                    <a:pt x="24" y="0"/>
                  </a:cubicBezTo>
                  <a:cubicBezTo>
                    <a:pt x="11" y="0"/>
                    <a:pt x="0" y="11"/>
                    <a:pt x="0" y="25"/>
                  </a:cubicBezTo>
                  <a:cubicBezTo>
                    <a:pt x="0" y="122"/>
                    <a:pt x="0" y="122"/>
                    <a:pt x="0" y="122"/>
                  </a:cubicBezTo>
                  <a:cubicBezTo>
                    <a:pt x="0" y="124"/>
                    <a:pt x="0" y="124"/>
                    <a:pt x="0" y="124"/>
                  </a:cubicBezTo>
                  <a:cubicBezTo>
                    <a:pt x="0" y="128"/>
                    <a:pt x="2" y="130"/>
                    <a:pt x="2" y="132"/>
                  </a:cubicBezTo>
                  <a:cubicBezTo>
                    <a:pt x="2" y="132"/>
                    <a:pt x="2" y="132"/>
                    <a:pt x="2" y="135"/>
                  </a:cubicBezTo>
                  <a:cubicBezTo>
                    <a:pt x="3" y="136"/>
                    <a:pt x="3" y="136"/>
                    <a:pt x="5" y="139"/>
                  </a:cubicBezTo>
                  <a:cubicBezTo>
                    <a:pt x="72" y="243"/>
                    <a:pt x="72" y="243"/>
                    <a:pt x="72" y="243"/>
                  </a:cubicBezTo>
                  <a:cubicBezTo>
                    <a:pt x="72" y="243"/>
                    <a:pt x="74" y="246"/>
                    <a:pt x="77" y="248"/>
                  </a:cubicBezTo>
                  <a:cubicBezTo>
                    <a:pt x="77" y="503"/>
                    <a:pt x="77" y="503"/>
                    <a:pt x="77" y="503"/>
                  </a:cubicBezTo>
                  <a:cubicBezTo>
                    <a:pt x="77" y="511"/>
                    <a:pt x="77" y="511"/>
                    <a:pt x="77" y="511"/>
                  </a:cubicBezTo>
                  <a:cubicBezTo>
                    <a:pt x="77" y="614"/>
                    <a:pt x="77" y="614"/>
                    <a:pt x="77" y="614"/>
                  </a:cubicBezTo>
                  <a:cubicBezTo>
                    <a:pt x="77" y="617"/>
                    <a:pt x="78" y="617"/>
                    <a:pt x="78" y="618"/>
                  </a:cubicBezTo>
                  <a:cubicBezTo>
                    <a:pt x="77" y="622"/>
                    <a:pt x="77" y="622"/>
                    <a:pt x="77" y="622"/>
                  </a:cubicBezTo>
                  <a:cubicBezTo>
                    <a:pt x="77" y="732"/>
                    <a:pt x="77" y="732"/>
                    <a:pt x="77" y="732"/>
                  </a:cubicBezTo>
                  <a:cubicBezTo>
                    <a:pt x="77" y="749"/>
                    <a:pt x="90" y="760"/>
                    <a:pt x="102" y="760"/>
                  </a:cubicBezTo>
                  <a:cubicBezTo>
                    <a:pt x="110" y="760"/>
                    <a:pt x="110" y="760"/>
                    <a:pt x="110" y="760"/>
                  </a:cubicBezTo>
                  <a:cubicBezTo>
                    <a:pt x="124" y="760"/>
                    <a:pt x="136" y="749"/>
                    <a:pt x="136" y="732"/>
                  </a:cubicBezTo>
                  <a:cubicBezTo>
                    <a:pt x="136" y="622"/>
                    <a:pt x="136" y="622"/>
                    <a:pt x="136" y="622"/>
                  </a:cubicBezTo>
                  <a:cubicBezTo>
                    <a:pt x="136" y="618"/>
                    <a:pt x="136" y="618"/>
                    <a:pt x="136" y="618"/>
                  </a:cubicBezTo>
                  <a:cubicBezTo>
                    <a:pt x="136" y="617"/>
                    <a:pt x="136" y="617"/>
                    <a:pt x="136" y="614"/>
                  </a:cubicBezTo>
                  <a:cubicBezTo>
                    <a:pt x="136" y="511"/>
                    <a:pt x="136" y="511"/>
                    <a:pt x="136" y="511"/>
                  </a:cubicBezTo>
                  <a:cubicBezTo>
                    <a:pt x="166" y="511"/>
                    <a:pt x="166" y="511"/>
                    <a:pt x="166" y="511"/>
                  </a:cubicBezTo>
                  <a:cubicBezTo>
                    <a:pt x="166" y="614"/>
                    <a:pt x="166" y="614"/>
                    <a:pt x="166" y="614"/>
                  </a:cubicBezTo>
                  <a:cubicBezTo>
                    <a:pt x="166" y="617"/>
                    <a:pt x="166" y="617"/>
                    <a:pt x="166" y="618"/>
                  </a:cubicBezTo>
                  <a:cubicBezTo>
                    <a:pt x="166" y="622"/>
                    <a:pt x="166" y="622"/>
                    <a:pt x="166" y="622"/>
                  </a:cubicBezTo>
                  <a:cubicBezTo>
                    <a:pt x="166" y="732"/>
                    <a:pt x="166" y="732"/>
                    <a:pt x="166" y="732"/>
                  </a:cubicBezTo>
                  <a:cubicBezTo>
                    <a:pt x="166" y="749"/>
                    <a:pt x="177" y="760"/>
                    <a:pt x="191" y="760"/>
                  </a:cubicBezTo>
                  <a:cubicBezTo>
                    <a:pt x="198" y="760"/>
                    <a:pt x="198" y="760"/>
                    <a:pt x="198" y="760"/>
                  </a:cubicBezTo>
                  <a:cubicBezTo>
                    <a:pt x="214" y="760"/>
                    <a:pt x="224" y="749"/>
                    <a:pt x="224" y="732"/>
                  </a:cubicBezTo>
                  <a:cubicBezTo>
                    <a:pt x="224" y="622"/>
                    <a:pt x="224" y="622"/>
                    <a:pt x="224" y="622"/>
                  </a:cubicBezTo>
                  <a:cubicBezTo>
                    <a:pt x="224" y="618"/>
                    <a:pt x="224" y="618"/>
                    <a:pt x="224" y="618"/>
                  </a:cubicBezTo>
                  <a:cubicBezTo>
                    <a:pt x="224" y="617"/>
                    <a:pt x="224" y="617"/>
                    <a:pt x="224" y="614"/>
                  </a:cubicBezTo>
                  <a:cubicBezTo>
                    <a:pt x="224" y="511"/>
                    <a:pt x="224" y="511"/>
                    <a:pt x="224" y="511"/>
                  </a:cubicBezTo>
                  <a:cubicBezTo>
                    <a:pt x="224" y="503"/>
                    <a:pt x="224" y="503"/>
                    <a:pt x="224" y="503"/>
                  </a:cubicBezTo>
                  <a:cubicBezTo>
                    <a:pt x="224" y="243"/>
                    <a:pt x="224" y="243"/>
                    <a:pt x="224" y="243"/>
                  </a:cubicBezTo>
                  <a:cubicBezTo>
                    <a:pt x="227" y="243"/>
                    <a:pt x="227" y="243"/>
                    <a:pt x="228" y="243"/>
                  </a:cubicBezTo>
                  <a:cubicBezTo>
                    <a:pt x="295" y="139"/>
                    <a:pt x="295" y="139"/>
                    <a:pt x="295" y="139"/>
                  </a:cubicBezTo>
                  <a:cubicBezTo>
                    <a:pt x="295" y="136"/>
                    <a:pt x="297" y="135"/>
                    <a:pt x="297" y="132"/>
                  </a:cubicBezTo>
                  <a:cubicBezTo>
                    <a:pt x="298" y="128"/>
                    <a:pt x="298" y="126"/>
                    <a:pt x="298" y="124"/>
                  </a:cubicBezTo>
                  <a:cubicBezTo>
                    <a:pt x="298" y="122"/>
                    <a:pt x="298" y="122"/>
                    <a:pt x="298" y="122"/>
                  </a:cubicBezTo>
                  <a:cubicBezTo>
                    <a:pt x="298" y="25"/>
                    <a:pt x="298" y="25"/>
                    <a:pt x="298" y="25"/>
                  </a:cubicBezTo>
                  <a:cubicBezTo>
                    <a:pt x="298" y="11"/>
                    <a:pt x="290" y="0"/>
                    <a:pt x="276" y="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3" name="Oval 97"/>
            <p:cNvSpPr>
              <a:spLocks noChangeArrowheads="1"/>
            </p:cNvSpPr>
            <p:nvPr/>
          </p:nvSpPr>
          <p:spPr bwMode="auto">
            <a:xfrm>
              <a:off x="1884" y="1093"/>
              <a:ext cx="158" cy="156"/>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44" name="Freeform 98"/>
            <p:cNvSpPr/>
            <p:nvPr/>
          </p:nvSpPr>
          <p:spPr bwMode="auto">
            <a:xfrm>
              <a:off x="2133" y="1361"/>
              <a:ext cx="476" cy="708"/>
            </a:xfrm>
            <a:custGeom>
              <a:avLst/>
              <a:gdLst>
                <a:gd name="T0" fmla="*/ 664 w 337"/>
                <a:gd name="T1" fmla="*/ 188 h 553"/>
                <a:gd name="T2" fmla="*/ 661 w 337"/>
                <a:gd name="T3" fmla="*/ 183 h 553"/>
                <a:gd name="T4" fmla="*/ 483 w 337"/>
                <a:gd name="T5" fmla="*/ 4 h 553"/>
                <a:gd name="T6" fmla="*/ 192 w 337"/>
                <a:gd name="T7" fmla="*/ 0 h 553"/>
                <a:gd name="T8" fmla="*/ 145 w 337"/>
                <a:gd name="T9" fmla="*/ 18 h 553"/>
                <a:gd name="T10" fmla="*/ 8 w 337"/>
                <a:gd name="T11" fmla="*/ 187 h 553"/>
                <a:gd name="T12" fmla="*/ 4 w 337"/>
                <a:gd name="T13" fmla="*/ 193 h 553"/>
                <a:gd name="T14" fmla="*/ 0 w 337"/>
                <a:gd name="T15" fmla="*/ 210 h 553"/>
                <a:gd name="T16" fmla="*/ 4 w 337"/>
                <a:gd name="T17" fmla="*/ 227 h 553"/>
                <a:gd name="T18" fmla="*/ 16 w 337"/>
                <a:gd name="T19" fmla="*/ 245 h 553"/>
                <a:gd name="T20" fmla="*/ 23 w 337"/>
                <a:gd name="T21" fmla="*/ 246 h 553"/>
                <a:gd name="T22" fmla="*/ 237 w 337"/>
                <a:gd name="T23" fmla="*/ 315 h 553"/>
                <a:gd name="T24" fmla="*/ 116 w 337"/>
                <a:gd name="T25" fmla="*/ 201 h 553"/>
                <a:gd name="T26" fmla="*/ 192 w 337"/>
                <a:gd name="T27" fmla="*/ 210 h 553"/>
                <a:gd name="T28" fmla="*/ 261 w 337"/>
                <a:gd name="T29" fmla="*/ 329 h 553"/>
                <a:gd name="T30" fmla="*/ 192 w 337"/>
                <a:gd name="T31" fmla="*/ 358 h 553"/>
                <a:gd name="T32" fmla="*/ 192 w 337"/>
                <a:gd name="T33" fmla="*/ 499 h 553"/>
                <a:gd name="T34" fmla="*/ 192 w 337"/>
                <a:gd name="T35" fmla="*/ 673 h 553"/>
                <a:gd name="T36" fmla="*/ 192 w 337"/>
                <a:gd name="T37" fmla="*/ 860 h 553"/>
                <a:gd name="T38" fmla="*/ 253 w 337"/>
                <a:gd name="T39" fmla="*/ 906 h 553"/>
                <a:gd name="T40" fmla="*/ 309 w 337"/>
                <a:gd name="T41" fmla="*/ 682 h 553"/>
                <a:gd name="T42" fmla="*/ 309 w 337"/>
                <a:gd name="T43" fmla="*/ 668 h 553"/>
                <a:gd name="T44" fmla="*/ 364 w 337"/>
                <a:gd name="T45" fmla="*/ 499 h 553"/>
                <a:gd name="T46" fmla="*/ 364 w 337"/>
                <a:gd name="T47" fmla="*/ 673 h 553"/>
                <a:gd name="T48" fmla="*/ 364 w 337"/>
                <a:gd name="T49" fmla="*/ 860 h 553"/>
                <a:gd name="T50" fmla="*/ 431 w 337"/>
                <a:gd name="T51" fmla="*/ 906 h 553"/>
                <a:gd name="T52" fmla="*/ 483 w 337"/>
                <a:gd name="T53" fmla="*/ 682 h 553"/>
                <a:gd name="T54" fmla="*/ 483 w 337"/>
                <a:gd name="T55" fmla="*/ 668 h 553"/>
                <a:gd name="T56" fmla="*/ 483 w 337"/>
                <a:gd name="T57" fmla="*/ 485 h 553"/>
                <a:gd name="T58" fmla="*/ 468 w 337"/>
                <a:gd name="T59" fmla="*/ 358 h 553"/>
                <a:gd name="T60" fmla="*/ 431 w 337"/>
                <a:gd name="T61" fmla="*/ 236 h 553"/>
                <a:gd name="T62" fmla="*/ 483 w 337"/>
                <a:gd name="T63" fmla="*/ 113 h 553"/>
                <a:gd name="T64" fmla="*/ 446 w 337"/>
                <a:gd name="T65" fmla="*/ 256 h 553"/>
                <a:gd name="T66" fmla="*/ 493 w 337"/>
                <a:gd name="T67" fmla="*/ 329 h 553"/>
                <a:gd name="T68" fmla="*/ 648 w 337"/>
                <a:gd name="T69" fmla="*/ 245 h 553"/>
                <a:gd name="T70" fmla="*/ 664 w 337"/>
                <a:gd name="T71" fmla="*/ 233 h 553"/>
                <a:gd name="T72" fmla="*/ 668 w 337"/>
                <a:gd name="T73" fmla="*/ 216 h 553"/>
                <a:gd name="T74" fmla="*/ 668 w 337"/>
                <a:gd name="T75" fmla="*/ 204 h 55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37"/>
                <a:gd name="T115" fmla="*/ 0 h 553"/>
                <a:gd name="T116" fmla="*/ 337 w 337"/>
                <a:gd name="T117" fmla="*/ 553 h 55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37" h="553">
                  <a:moveTo>
                    <a:pt x="333" y="118"/>
                  </a:moveTo>
                  <a:cubicBezTo>
                    <a:pt x="333" y="115"/>
                    <a:pt x="333" y="115"/>
                    <a:pt x="333" y="115"/>
                  </a:cubicBezTo>
                  <a:cubicBezTo>
                    <a:pt x="333" y="115"/>
                    <a:pt x="333" y="115"/>
                    <a:pt x="331" y="114"/>
                  </a:cubicBezTo>
                  <a:cubicBezTo>
                    <a:pt x="331" y="114"/>
                    <a:pt x="331" y="114"/>
                    <a:pt x="331" y="112"/>
                  </a:cubicBezTo>
                  <a:cubicBezTo>
                    <a:pt x="262" y="11"/>
                    <a:pt x="262" y="11"/>
                    <a:pt x="262" y="11"/>
                  </a:cubicBezTo>
                  <a:cubicBezTo>
                    <a:pt x="256" y="4"/>
                    <a:pt x="249" y="0"/>
                    <a:pt x="242" y="2"/>
                  </a:cubicBezTo>
                  <a:cubicBezTo>
                    <a:pt x="242" y="0"/>
                    <a:pt x="242" y="0"/>
                    <a:pt x="242" y="0"/>
                  </a:cubicBezTo>
                  <a:cubicBezTo>
                    <a:pt x="96" y="0"/>
                    <a:pt x="96" y="0"/>
                    <a:pt x="96" y="0"/>
                  </a:cubicBezTo>
                  <a:cubicBezTo>
                    <a:pt x="96" y="2"/>
                    <a:pt x="96" y="2"/>
                    <a:pt x="96" y="2"/>
                  </a:cubicBezTo>
                  <a:cubicBezTo>
                    <a:pt x="85" y="0"/>
                    <a:pt x="78" y="4"/>
                    <a:pt x="73" y="11"/>
                  </a:cubicBezTo>
                  <a:cubicBezTo>
                    <a:pt x="4" y="112"/>
                    <a:pt x="4" y="112"/>
                    <a:pt x="4" y="112"/>
                  </a:cubicBezTo>
                  <a:cubicBezTo>
                    <a:pt x="4" y="114"/>
                    <a:pt x="4" y="114"/>
                    <a:pt x="4" y="114"/>
                  </a:cubicBezTo>
                  <a:cubicBezTo>
                    <a:pt x="2" y="114"/>
                    <a:pt x="2" y="114"/>
                    <a:pt x="2" y="114"/>
                  </a:cubicBezTo>
                  <a:cubicBezTo>
                    <a:pt x="2" y="115"/>
                    <a:pt x="2" y="115"/>
                    <a:pt x="2" y="118"/>
                  </a:cubicBezTo>
                  <a:cubicBezTo>
                    <a:pt x="2" y="120"/>
                    <a:pt x="0" y="123"/>
                    <a:pt x="0" y="124"/>
                  </a:cubicBezTo>
                  <a:cubicBezTo>
                    <a:pt x="0" y="124"/>
                    <a:pt x="0" y="125"/>
                    <a:pt x="0" y="128"/>
                  </a:cubicBezTo>
                  <a:cubicBezTo>
                    <a:pt x="0" y="129"/>
                    <a:pt x="0" y="132"/>
                    <a:pt x="0" y="132"/>
                  </a:cubicBezTo>
                  <a:cubicBezTo>
                    <a:pt x="0" y="136"/>
                    <a:pt x="2" y="136"/>
                    <a:pt x="2" y="138"/>
                  </a:cubicBezTo>
                  <a:cubicBezTo>
                    <a:pt x="2" y="139"/>
                    <a:pt x="2" y="139"/>
                    <a:pt x="2" y="142"/>
                  </a:cubicBezTo>
                  <a:cubicBezTo>
                    <a:pt x="4" y="144"/>
                    <a:pt x="5" y="146"/>
                    <a:pt x="8" y="149"/>
                  </a:cubicBezTo>
                  <a:cubicBezTo>
                    <a:pt x="10" y="149"/>
                    <a:pt x="10" y="149"/>
                    <a:pt x="10" y="149"/>
                  </a:cubicBezTo>
                  <a:cubicBezTo>
                    <a:pt x="10" y="149"/>
                    <a:pt x="10" y="150"/>
                    <a:pt x="11" y="150"/>
                  </a:cubicBezTo>
                  <a:cubicBezTo>
                    <a:pt x="87" y="201"/>
                    <a:pt x="87" y="201"/>
                    <a:pt x="87" y="201"/>
                  </a:cubicBezTo>
                  <a:cubicBezTo>
                    <a:pt x="98" y="209"/>
                    <a:pt x="113" y="204"/>
                    <a:pt x="119" y="192"/>
                  </a:cubicBezTo>
                  <a:cubicBezTo>
                    <a:pt x="127" y="180"/>
                    <a:pt x="122" y="165"/>
                    <a:pt x="112" y="156"/>
                  </a:cubicBezTo>
                  <a:cubicBezTo>
                    <a:pt x="58" y="123"/>
                    <a:pt x="58" y="123"/>
                    <a:pt x="58" y="123"/>
                  </a:cubicBezTo>
                  <a:cubicBezTo>
                    <a:pt x="96" y="68"/>
                    <a:pt x="96" y="68"/>
                    <a:pt x="96" y="68"/>
                  </a:cubicBezTo>
                  <a:cubicBezTo>
                    <a:pt x="96" y="128"/>
                    <a:pt x="96" y="128"/>
                    <a:pt x="96" y="128"/>
                  </a:cubicBezTo>
                  <a:cubicBezTo>
                    <a:pt x="119" y="144"/>
                    <a:pt x="119" y="144"/>
                    <a:pt x="119" y="144"/>
                  </a:cubicBezTo>
                  <a:cubicBezTo>
                    <a:pt x="138" y="156"/>
                    <a:pt x="143" y="180"/>
                    <a:pt x="131" y="201"/>
                  </a:cubicBezTo>
                  <a:cubicBezTo>
                    <a:pt x="124" y="214"/>
                    <a:pt x="113" y="219"/>
                    <a:pt x="100" y="219"/>
                  </a:cubicBezTo>
                  <a:cubicBezTo>
                    <a:pt x="98" y="219"/>
                    <a:pt x="97" y="219"/>
                    <a:pt x="96" y="219"/>
                  </a:cubicBezTo>
                  <a:cubicBezTo>
                    <a:pt x="96" y="296"/>
                    <a:pt x="96" y="296"/>
                    <a:pt x="96" y="296"/>
                  </a:cubicBezTo>
                  <a:cubicBezTo>
                    <a:pt x="96" y="305"/>
                    <a:pt x="96" y="305"/>
                    <a:pt x="96" y="305"/>
                  </a:cubicBezTo>
                  <a:cubicBezTo>
                    <a:pt x="96" y="408"/>
                    <a:pt x="96" y="408"/>
                    <a:pt x="96" y="408"/>
                  </a:cubicBezTo>
                  <a:cubicBezTo>
                    <a:pt x="96" y="408"/>
                    <a:pt x="96" y="409"/>
                    <a:pt x="96" y="411"/>
                  </a:cubicBezTo>
                  <a:cubicBezTo>
                    <a:pt x="96" y="411"/>
                    <a:pt x="96" y="413"/>
                    <a:pt x="96" y="416"/>
                  </a:cubicBezTo>
                  <a:cubicBezTo>
                    <a:pt x="96" y="525"/>
                    <a:pt x="96" y="525"/>
                    <a:pt x="96" y="525"/>
                  </a:cubicBezTo>
                  <a:cubicBezTo>
                    <a:pt x="96" y="541"/>
                    <a:pt x="106" y="553"/>
                    <a:pt x="119" y="553"/>
                  </a:cubicBezTo>
                  <a:cubicBezTo>
                    <a:pt x="127" y="553"/>
                    <a:pt x="127" y="553"/>
                    <a:pt x="127" y="553"/>
                  </a:cubicBezTo>
                  <a:cubicBezTo>
                    <a:pt x="142" y="553"/>
                    <a:pt x="155" y="541"/>
                    <a:pt x="155" y="525"/>
                  </a:cubicBezTo>
                  <a:cubicBezTo>
                    <a:pt x="155" y="416"/>
                    <a:pt x="155" y="416"/>
                    <a:pt x="155" y="416"/>
                  </a:cubicBezTo>
                  <a:cubicBezTo>
                    <a:pt x="155" y="413"/>
                    <a:pt x="153" y="411"/>
                    <a:pt x="153" y="411"/>
                  </a:cubicBezTo>
                  <a:cubicBezTo>
                    <a:pt x="153" y="409"/>
                    <a:pt x="155" y="408"/>
                    <a:pt x="155" y="408"/>
                  </a:cubicBezTo>
                  <a:cubicBezTo>
                    <a:pt x="155" y="305"/>
                    <a:pt x="155" y="305"/>
                    <a:pt x="155" y="305"/>
                  </a:cubicBezTo>
                  <a:cubicBezTo>
                    <a:pt x="183" y="305"/>
                    <a:pt x="183" y="305"/>
                    <a:pt x="183" y="305"/>
                  </a:cubicBezTo>
                  <a:cubicBezTo>
                    <a:pt x="183" y="408"/>
                    <a:pt x="183" y="408"/>
                    <a:pt x="183" y="408"/>
                  </a:cubicBezTo>
                  <a:cubicBezTo>
                    <a:pt x="183" y="408"/>
                    <a:pt x="183" y="409"/>
                    <a:pt x="183" y="411"/>
                  </a:cubicBezTo>
                  <a:cubicBezTo>
                    <a:pt x="183" y="411"/>
                    <a:pt x="183" y="413"/>
                    <a:pt x="183" y="416"/>
                  </a:cubicBezTo>
                  <a:cubicBezTo>
                    <a:pt x="183" y="525"/>
                    <a:pt x="183" y="525"/>
                    <a:pt x="183" y="525"/>
                  </a:cubicBezTo>
                  <a:cubicBezTo>
                    <a:pt x="183" y="541"/>
                    <a:pt x="196" y="553"/>
                    <a:pt x="208" y="553"/>
                  </a:cubicBezTo>
                  <a:cubicBezTo>
                    <a:pt x="216" y="553"/>
                    <a:pt x="216" y="553"/>
                    <a:pt x="216" y="553"/>
                  </a:cubicBezTo>
                  <a:cubicBezTo>
                    <a:pt x="230" y="553"/>
                    <a:pt x="242" y="541"/>
                    <a:pt x="242" y="525"/>
                  </a:cubicBezTo>
                  <a:cubicBezTo>
                    <a:pt x="242" y="416"/>
                    <a:pt x="242" y="416"/>
                    <a:pt x="242" y="416"/>
                  </a:cubicBezTo>
                  <a:cubicBezTo>
                    <a:pt x="242" y="413"/>
                    <a:pt x="242" y="411"/>
                    <a:pt x="242" y="411"/>
                  </a:cubicBezTo>
                  <a:cubicBezTo>
                    <a:pt x="242" y="409"/>
                    <a:pt x="242" y="408"/>
                    <a:pt x="242" y="408"/>
                  </a:cubicBezTo>
                  <a:cubicBezTo>
                    <a:pt x="242" y="305"/>
                    <a:pt x="242" y="305"/>
                    <a:pt x="242" y="305"/>
                  </a:cubicBezTo>
                  <a:cubicBezTo>
                    <a:pt x="242" y="296"/>
                    <a:pt x="242" y="296"/>
                    <a:pt x="242" y="296"/>
                  </a:cubicBezTo>
                  <a:cubicBezTo>
                    <a:pt x="242" y="219"/>
                    <a:pt x="242" y="219"/>
                    <a:pt x="242" y="219"/>
                  </a:cubicBezTo>
                  <a:cubicBezTo>
                    <a:pt x="240" y="219"/>
                    <a:pt x="238" y="219"/>
                    <a:pt x="234" y="219"/>
                  </a:cubicBezTo>
                  <a:cubicBezTo>
                    <a:pt x="221" y="219"/>
                    <a:pt x="209" y="214"/>
                    <a:pt x="203" y="201"/>
                  </a:cubicBezTo>
                  <a:cubicBezTo>
                    <a:pt x="193" y="180"/>
                    <a:pt x="199" y="156"/>
                    <a:pt x="216" y="144"/>
                  </a:cubicBezTo>
                  <a:cubicBezTo>
                    <a:pt x="242" y="125"/>
                    <a:pt x="242" y="125"/>
                    <a:pt x="242" y="125"/>
                  </a:cubicBezTo>
                  <a:cubicBezTo>
                    <a:pt x="242" y="69"/>
                    <a:pt x="242" y="69"/>
                    <a:pt x="242" y="69"/>
                  </a:cubicBezTo>
                  <a:cubicBezTo>
                    <a:pt x="277" y="123"/>
                    <a:pt x="277" y="123"/>
                    <a:pt x="277" y="123"/>
                  </a:cubicBezTo>
                  <a:cubicBezTo>
                    <a:pt x="224" y="156"/>
                    <a:pt x="224" y="156"/>
                    <a:pt x="224" y="156"/>
                  </a:cubicBezTo>
                  <a:cubicBezTo>
                    <a:pt x="212" y="165"/>
                    <a:pt x="208" y="180"/>
                    <a:pt x="216" y="192"/>
                  </a:cubicBezTo>
                  <a:cubicBezTo>
                    <a:pt x="221" y="204"/>
                    <a:pt x="236" y="209"/>
                    <a:pt x="247" y="201"/>
                  </a:cubicBezTo>
                  <a:cubicBezTo>
                    <a:pt x="323" y="150"/>
                    <a:pt x="323" y="150"/>
                    <a:pt x="323" y="150"/>
                  </a:cubicBezTo>
                  <a:cubicBezTo>
                    <a:pt x="325" y="150"/>
                    <a:pt x="325" y="149"/>
                    <a:pt x="325" y="149"/>
                  </a:cubicBezTo>
                  <a:cubicBezTo>
                    <a:pt x="327" y="149"/>
                    <a:pt x="327" y="149"/>
                    <a:pt x="327" y="149"/>
                  </a:cubicBezTo>
                  <a:cubicBezTo>
                    <a:pt x="329" y="146"/>
                    <a:pt x="331" y="144"/>
                    <a:pt x="333" y="142"/>
                  </a:cubicBezTo>
                  <a:cubicBezTo>
                    <a:pt x="333" y="139"/>
                    <a:pt x="333" y="139"/>
                    <a:pt x="333" y="139"/>
                  </a:cubicBezTo>
                  <a:cubicBezTo>
                    <a:pt x="335" y="138"/>
                    <a:pt x="335" y="136"/>
                    <a:pt x="335" y="132"/>
                  </a:cubicBezTo>
                  <a:cubicBezTo>
                    <a:pt x="337" y="132"/>
                    <a:pt x="335" y="129"/>
                    <a:pt x="335" y="128"/>
                  </a:cubicBezTo>
                  <a:cubicBezTo>
                    <a:pt x="335" y="125"/>
                    <a:pt x="337" y="125"/>
                    <a:pt x="335" y="124"/>
                  </a:cubicBezTo>
                  <a:cubicBezTo>
                    <a:pt x="335" y="123"/>
                    <a:pt x="335" y="120"/>
                    <a:pt x="333" y="118"/>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5" name="Freeform 99"/>
            <p:cNvSpPr/>
            <p:nvPr/>
          </p:nvSpPr>
          <p:spPr bwMode="auto">
            <a:xfrm>
              <a:off x="2291" y="1176"/>
              <a:ext cx="160" cy="160"/>
            </a:xfrm>
            <a:custGeom>
              <a:avLst/>
              <a:gdLst>
                <a:gd name="T0" fmla="*/ 110 w 113"/>
                <a:gd name="T1" fmla="*/ 205 h 125"/>
                <a:gd name="T2" fmla="*/ 227 w 113"/>
                <a:gd name="T3" fmla="*/ 101 h 125"/>
                <a:gd name="T4" fmla="*/ 110 w 113"/>
                <a:gd name="T5" fmla="*/ 0 h 125"/>
                <a:gd name="T6" fmla="*/ 0 w 113"/>
                <a:gd name="T7" fmla="*/ 101 h 125"/>
                <a:gd name="T8" fmla="*/ 110 w 113"/>
                <a:gd name="T9" fmla="*/ 205 h 125"/>
                <a:gd name="T10" fmla="*/ 0 60000 65536"/>
                <a:gd name="T11" fmla="*/ 0 60000 65536"/>
                <a:gd name="T12" fmla="*/ 0 60000 65536"/>
                <a:gd name="T13" fmla="*/ 0 60000 65536"/>
                <a:gd name="T14" fmla="*/ 0 60000 65536"/>
                <a:gd name="T15" fmla="*/ 0 w 113"/>
                <a:gd name="T16" fmla="*/ 0 h 125"/>
                <a:gd name="T17" fmla="*/ 113 w 113"/>
                <a:gd name="T18" fmla="*/ 125 h 125"/>
              </a:gdLst>
              <a:ahLst/>
              <a:cxnLst>
                <a:cxn ang="T10">
                  <a:pos x="T0" y="T1"/>
                </a:cxn>
                <a:cxn ang="T11">
                  <a:pos x="T2" y="T3"/>
                </a:cxn>
                <a:cxn ang="T12">
                  <a:pos x="T4" y="T5"/>
                </a:cxn>
                <a:cxn ang="T13">
                  <a:pos x="T6" y="T7"/>
                </a:cxn>
                <a:cxn ang="T14">
                  <a:pos x="T8" y="T9"/>
                </a:cxn>
              </a:cxnLst>
              <a:rect l="T15" t="T16" r="T17" b="T18"/>
              <a:pathLst>
                <a:path w="113" h="125">
                  <a:moveTo>
                    <a:pt x="55" y="125"/>
                  </a:moveTo>
                  <a:cubicBezTo>
                    <a:pt x="87" y="125"/>
                    <a:pt x="113" y="96"/>
                    <a:pt x="113" y="62"/>
                  </a:cubicBezTo>
                  <a:cubicBezTo>
                    <a:pt x="113" y="29"/>
                    <a:pt x="87" y="0"/>
                    <a:pt x="55" y="0"/>
                  </a:cubicBezTo>
                  <a:cubicBezTo>
                    <a:pt x="26" y="0"/>
                    <a:pt x="0" y="29"/>
                    <a:pt x="0" y="62"/>
                  </a:cubicBezTo>
                  <a:cubicBezTo>
                    <a:pt x="0" y="96"/>
                    <a:pt x="26" y="125"/>
                    <a:pt x="55" y="125"/>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6" name="Oval 100"/>
            <p:cNvSpPr>
              <a:spLocks noChangeArrowheads="1"/>
            </p:cNvSpPr>
            <p:nvPr/>
          </p:nvSpPr>
          <p:spPr bwMode="auto">
            <a:xfrm>
              <a:off x="950" y="1160"/>
              <a:ext cx="459" cy="453"/>
            </a:xfrm>
            <a:prstGeom prst="ellipse">
              <a:avLst/>
            </a:pr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47" name="Freeform 101"/>
            <p:cNvSpPr/>
            <p:nvPr/>
          </p:nvSpPr>
          <p:spPr bwMode="auto">
            <a:xfrm>
              <a:off x="1206" y="1408"/>
              <a:ext cx="243" cy="242"/>
            </a:xfrm>
            <a:custGeom>
              <a:avLst/>
              <a:gdLst>
                <a:gd name="T0" fmla="*/ 8 w 172"/>
                <a:gd name="T1" fmla="*/ 92 h 189"/>
                <a:gd name="T2" fmla="*/ 25 w 172"/>
                <a:gd name="T3" fmla="*/ 87 h 189"/>
                <a:gd name="T4" fmla="*/ 38 w 172"/>
                <a:gd name="T5" fmla="*/ 65 h 189"/>
                <a:gd name="T6" fmla="*/ 78 w 172"/>
                <a:gd name="T7" fmla="*/ 33 h 189"/>
                <a:gd name="T8" fmla="*/ 102 w 172"/>
                <a:gd name="T9" fmla="*/ 18 h 189"/>
                <a:gd name="T10" fmla="*/ 110 w 172"/>
                <a:gd name="T11" fmla="*/ 4 h 189"/>
                <a:gd name="T12" fmla="*/ 134 w 172"/>
                <a:gd name="T13" fmla="*/ 10 h 189"/>
                <a:gd name="T14" fmla="*/ 335 w 172"/>
                <a:gd name="T15" fmla="*/ 282 h 189"/>
                <a:gd name="T16" fmla="*/ 335 w 172"/>
                <a:gd name="T17" fmla="*/ 298 h 189"/>
                <a:gd name="T18" fmla="*/ 335 w 172"/>
                <a:gd name="T19" fmla="*/ 303 h 189"/>
                <a:gd name="T20" fmla="*/ 329 w 172"/>
                <a:gd name="T21" fmla="*/ 306 h 189"/>
                <a:gd name="T22" fmla="*/ 311 w 172"/>
                <a:gd name="T23" fmla="*/ 306 h 189"/>
                <a:gd name="T24" fmla="*/ 14 w 172"/>
                <a:gd name="T25" fmla="*/ 115 h 189"/>
                <a:gd name="T26" fmla="*/ 8 w 172"/>
                <a:gd name="T27" fmla="*/ 92 h 18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2"/>
                <a:gd name="T43" fmla="*/ 0 h 189"/>
                <a:gd name="T44" fmla="*/ 172 w 172"/>
                <a:gd name="T45" fmla="*/ 189 h 18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2" h="189">
                  <a:moveTo>
                    <a:pt x="4" y="56"/>
                  </a:moveTo>
                  <a:cubicBezTo>
                    <a:pt x="7" y="54"/>
                    <a:pt x="9" y="53"/>
                    <a:pt x="13" y="53"/>
                  </a:cubicBezTo>
                  <a:cubicBezTo>
                    <a:pt x="13" y="48"/>
                    <a:pt x="15" y="45"/>
                    <a:pt x="19" y="40"/>
                  </a:cubicBezTo>
                  <a:cubicBezTo>
                    <a:pt x="39" y="20"/>
                    <a:pt x="39" y="20"/>
                    <a:pt x="39" y="20"/>
                  </a:cubicBezTo>
                  <a:cubicBezTo>
                    <a:pt x="44" y="15"/>
                    <a:pt x="47" y="14"/>
                    <a:pt x="51" y="11"/>
                  </a:cubicBezTo>
                  <a:cubicBezTo>
                    <a:pt x="51" y="8"/>
                    <a:pt x="53" y="4"/>
                    <a:pt x="55" y="2"/>
                  </a:cubicBezTo>
                  <a:cubicBezTo>
                    <a:pt x="58" y="0"/>
                    <a:pt x="63" y="0"/>
                    <a:pt x="67" y="6"/>
                  </a:cubicBezTo>
                  <a:cubicBezTo>
                    <a:pt x="168" y="172"/>
                    <a:pt x="168" y="172"/>
                    <a:pt x="168" y="172"/>
                  </a:cubicBezTo>
                  <a:cubicBezTo>
                    <a:pt x="172" y="177"/>
                    <a:pt x="172" y="180"/>
                    <a:pt x="168" y="182"/>
                  </a:cubicBezTo>
                  <a:cubicBezTo>
                    <a:pt x="168" y="185"/>
                    <a:pt x="168" y="185"/>
                    <a:pt x="168" y="185"/>
                  </a:cubicBezTo>
                  <a:cubicBezTo>
                    <a:pt x="168" y="185"/>
                    <a:pt x="165" y="185"/>
                    <a:pt x="165" y="187"/>
                  </a:cubicBezTo>
                  <a:cubicBezTo>
                    <a:pt x="162" y="189"/>
                    <a:pt x="158" y="189"/>
                    <a:pt x="156" y="187"/>
                  </a:cubicBezTo>
                  <a:cubicBezTo>
                    <a:pt x="7" y="70"/>
                    <a:pt x="7" y="70"/>
                    <a:pt x="7" y="70"/>
                  </a:cubicBezTo>
                  <a:cubicBezTo>
                    <a:pt x="3" y="66"/>
                    <a:pt x="0" y="61"/>
                    <a:pt x="4" y="56"/>
                  </a:cubicBezTo>
                  <a:close/>
                </a:path>
              </a:pathLst>
            </a:cu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8" name="Freeform 102"/>
            <p:cNvSpPr/>
            <p:nvPr/>
          </p:nvSpPr>
          <p:spPr bwMode="auto">
            <a:xfrm>
              <a:off x="1724" y="444"/>
              <a:ext cx="503" cy="498"/>
            </a:xfrm>
            <a:custGeom>
              <a:avLst/>
              <a:gdLst>
                <a:gd name="T0" fmla="*/ 585 w 356"/>
                <a:gd name="T1" fmla="*/ 113 h 389"/>
                <a:gd name="T2" fmla="*/ 576 w 356"/>
                <a:gd name="T3" fmla="*/ 525 h 389"/>
                <a:gd name="T4" fmla="*/ 120 w 356"/>
                <a:gd name="T5" fmla="*/ 521 h 389"/>
                <a:gd name="T6" fmla="*/ 127 w 356"/>
                <a:gd name="T7" fmla="*/ 111 h 389"/>
                <a:gd name="T8" fmla="*/ 585 w 356"/>
                <a:gd name="T9" fmla="*/ 113 h 389"/>
                <a:gd name="T10" fmla="*/ 0 60000 65536"/>
                <a:gd name="T11" fmla="*/ 0 60000 65536"/>
                <a:gd name="T12" fmla="*/ 0 60000 65536"/>
                <a:gd name="T13" fmla="*/ 0 60000 65536"/>
                <a:gd name="T14" fmla="*/ 0 60000 65536"/>
                <a:gd name="T15" fmla="*/ 0 w 356"/>
                <a:gd name="T16" fmla="*/ 0 h 389"/>
                <a:gd name="T17" fmla="*/ 356 w 356"/>
                <a:gd name="T18" fmla="*/ 389 h 389"/>
              </a:gdLst>
              <a:ahLst/>
              <a:cxnLst>
                <a:cxn ang="T10">
                  <a:pos x="T0" y="T1"/>
                </a:cxn>
                <a:cxn ang="T11">
                  <a:pos x="T2" y="T3"/>
                </a:cxn>
                <a:cxn ang="T12">
                  <a:pos x="T4" y="T5"/>
                </a:cxn>
                <a:cxn ang="T13">
                  <a:pos x="T6" y="T7"/>
                </a:cxn>
                <a:cxn ang="T14">
                  <a:pos x="T8" y="T9"/>
                </a:cxn>
              </a:cxnLst>
              <a:rect l="T15" t="T16" r="T17" b="T18"/>
              <a:pathLst>
                <a:path w="356" h="389">
                  <a:moveTo>
                    <a:pt x="293" y="69"/>
                  </a:moveTo>
                  <a:cubicBezTo>
                    <a:pt x="356" y="142"/>
                    <a:pt x="354" y="253"/>
                    <a:pt x="289" y="320"/>
                  </a:cubicBezTo>
                  <a:cubicBezTo>
                    <a:pt x="226" y="389"/>
                    <a:pt x="124" y="386"/>
                    <a:pt x="60" y="318"/>
                  </a:cubicBezTo>
                  <a:cubicBezTo>
                    <a:pt x="0" y="248"/>
                    <a:pt x="0" y="135"/>
                    <a:pt x="64" y="68"/>
                  </a:cubicBezTo>
                  <a:cubicBezTo>
                    <a:pt x="128" y="0"/>
                    <a:pt x="230" y="1"/>
                    <a:pt x="293" y="69"/>
                  </a:cubicBezTo>
                  <a:close/>
                </a:path>
              </a:pathLst>
            </a:custGeom>
            <a:solidFill>
              <a:schemeClr val="dk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9" name="Freeform 103"/>
            <p:cNvSpPr/>
            <p:nvPr/>
          </p:nvSpPr>
          <p:spPr bwMode="auto">
            <a:xfrm>
              <a:off x="1905" y="779"/>
              <a:ext cx="125" cy="278"/>
            </a:xfrm>
            <a:custGeom>
              <a:avLst/>
              <a:gdLst>
                <a:gd name="T0" fmla="*/ 163 w 88"/>
                <a:gd name="T1" fmla="*/ 4 h 217"/>
                <a:gd name="T2" fmla="*/ 141 w 88"/>
                <a:gd name="T3" fmla="*/ 10 h 217"/>
                <a:gd name="T4" fmla="*/ 115 w 88"/>
                <a:gd name="T5" fmla="*/ 4 h 217"/>
                <a:gd name="T6" fmla="*/ 63 w 88"/>
                <a:gd name="T7" fmla="*/ 4 h 217"/>
                <a:gd name="T8" fmla="*/ 37 w 88"/>
                <a:gd name="T9" fmla="*/ 10 h 217"/>
                <a:gd name="T10" fmla="*/ 18 w 88"/>
                <a:gd name="T11" fmla="*/ 4 h 217"/>
                <a:gd name="T12" fmla="*/ 1 w 88"/>
                <a:gd name="T13" fmla="*/ 22 h 217"/>
                <a:gd name="T14" fmla="*/ 71 w 88"/>
                <a:gd name="T15" fmla="*/ 343 h 217"/>
                <a:gd name="T16" fmla="*/ 85 w 88"/>
                <a:gd name="T17" fmla="*/ 356 h 217"/>
                <a:gd name="T18" fmla="*/ 87 w 88"/>
                <a:gd name="T19" fmla="*/ 356 h 217"/>
                <a:gd name="T20" fmla="*/ 92 w 88"/>
                <a:gd name="T21" fmla="*/ 356 h 217"/>
                <a:gd name="T22" fmla="*/ 109 w 88"/>
                <a:gd name="T23" fmla="*/ 343 h 217"/>
                <a:gd name="T24" fmla="*/ 176 w 88"/>
                <a:gd name="T25" fmla="*/ 22 h 217"/>
                <a:gd name="T26" fmla="*/ 163 w 88"/>
                <a:gd name="T27" fmla="*/ 4 h 21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8"/>
                <a:gd name="T43" fmla="*/ 0 h 217"/>
                <a:gd name="T44" fmla="*/ 88 w 88"/>
                <a:gd name="T45" fmla="*/ 217 h 21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8" h="217">
                  <a:moveTo>
                    <a:pt x="81" y="2"/>
                  </a:moveTo>
                  <a:cubicBezTo>
                    <a:pt x="78" y="0"/>
                    <a:pt x="73" y="2"/>
                    <a:pt x="70" y="6"/>
                  </a:cubicBezTo>
                  <a:cubicBezTo>
                    <a:pt x="67" y="5"/>
                    <a:pt x="62" y="2"/>
                    <a:pt x="57" y="2"/>
                  </a:cubicBezTo>
                  <a:cubicBezTo>
                    <a:pt x="31" y="2"/>
                    <a:pt x="31" y="2"/>
                    <a:pt x="31" y="2"/>
                  </a:cubicBezTo>
                  <a:cubicBezTo>
                    <a:pt x="26" y="2"/>
                    <a:pt x="22" y="5"/>
                    <a:pt x="18" y="6"/>
                  </a:cubicBezTo>
                  <a:cubicBezTo>
                    <a:pt x="16" y="2"/>
                    <a:pt x="12" y="0"/>
                    <a:pt x="9" y="2"/>
                  </a:cubicBezTo>
                  <a:cubicBezTo>
                    <a:pt x="4" y="2"/>
                    <a:pt x="0" y="9"/>
                    <a:pt x="1" y="13"/>
                  </a:cubicBezTo>
                  <a:cubicBezTo>
                    <a:pt x="35" y="209"/>
                    <a:pt x="35" y="209"/>
                    <a:pt x="35" y="209"/>
                  </a:cubicBezTo>
                  <a:cubicBezTo>
                    <a:pt x="36" y="214"/>
                    <a:pt x="38" y="217"/>
                    <a:pt x="42" y="217"/>
                  </a:cubicBezTo>
                  <a:cubicBezTo>
                    <a:pt x="43" y="217"/>
                    <a:pt x="43" y="217"/>
                    <a:pt x="43" y="217"/>
                  </a:cubicBezTo>
                  <a:cubicBezTo>
                    <a:pt x="46" y="217"/>
                    <a:pt x="46" y="217"/>
                    <a:pt x="46" y="217"/>
                  </a:cubicBezTo>
                  <a:cubicBezTo>
                    <a:pt x="50" y="217"/>
                    <a:pt x="54" y="214"/>
                    <a:pt x="54" y="209"/>
                  </a:cubicBezTo>
                  <a:cubicBezTo>
                    <a:pt x="87" y="13"/>
                    <a:pt x="87" y="13"/>
                    <a:pt x="87" y="13"/>
                  </a:cubicBezTo>
                  <a:cubicBezTo>
                    <a:pt x="88" y="9"/>
                    <a:pt x="85" y="2"/>
                    <a:pt x="81" y="2"/>
                  </a:cubicBezTo>
                  <a:close/>
                </a:path>
              </a:pathLst>
            </a:custGeom>
            <a:solidFill>
              <a:schemeClr val="dk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grpSp>
      <p:sp>
        <p:nvSpPr>
          <p:cNvPr id="5" name="矩形 4"/>
          <p:cNvSpPr/>
          <p:nvPr/>
        </p:nvSpPr>
        <p:spPr>
          <a:xfrm>
            <a:off x="7138035" y="3343910"/>
            <a:ext cx="1856105" cy="521970"/>
          </a:xfrm>
          <a:prstGeom prst="rect">
            <a:avLst/>
          </a:prstGeom>
          <a:noFill/>
          <a:ln>
            <a:noFill/>
          </a:ln>
        </p:spPr>
        <p:txBody>
          <a:bodyPr wrap="square" rtlCol="0" anchor="t">
            <a:spAutoFit/>
          </a:bodyPr>
          <a:lstStyle/>
          <a:p>
            <a:pPr algn="ctr"/>
            <a:r>
              <a:rPr lang="zh-CN" altLang="en-US" sz="2800" b="1">
                <a:solidFill>
                  <a:schemeClr val="tx1"/>
                </a:solidFill>
                <a:effectLst>
                  <a:outerShdw blurRad="38100" dist="19050" dir="2700000" algn="tl" rotWithShape="0">
                    <a:schemeClr val="dk1">
                      <a:alpha val="40000"/>
                    </a:schemeClr>
                  </a:outerShdw>
                </a:effectLst>
              </a:rPr>
              <a:t>性质</a:t>
            </a:r>
            <a:endParaRPr lang="zh-CN" altLang="en-US" sz="2800" b="1">
              <a:solidFill>
                <a:schemeClr val="tx1"/>
              </a:solidFill>
              <a:effectLst>
                <a:outerShdw blurRad="38100" dist="19050" dir="2700000" algn="tl" rotWithShape="0">
                  <a:schemeClr val="dk1">
                    <a:alpha val="40000"/>
                  </a:schemeClr>
                </a:outerShdw>
              </a:effectLst>
            </a:endParaRPr>
          </a:p>
        </p:txBody>
      </p:sp>
      <p:sp>
        <p:nvSpPr>
          <p:cNvPr id="7" name="矩形 6"/>
          <p:cNvSpPr/>
          <p:nvPr/>
        </p:nvSpPr>
        <p:spPr>
          <a:xfrm>
            <a:off x="8752205" y="1937385"/>
            <a:ext cx="1856105" cy="521970"/>
          </a:xfrm>
          <a:prstGeom prst="rect">
            <a:avLst/>
          </a:prstGeom>
          <a:noFill/>
          <a:ln>
            <a:noFill/>
          </a:ln>
        </p:spPr>
        <p:txBody>
          <a:bodyPr wrap="square" rtlCol="0" anchor="t">
            <a:spAutoFit/>
          </a:bodyPr>
          <a:lstStyle/>
          <a:p>
            <a:pPr algn="ctr"/>
            <a:r>
              <a:rPr lang="zh-CN" altLang="en-US" sz="2800" b="1">
                <a:solidFill>
                  <a:schemeClr val="tx1"/>
                </a:solidFill>
                <a:effectLst>
                  <a:outerShdw blurRad="38100" dist="19050" dir="2700000" algn="tl" rotWithShape="0">
                    <a:schemeClr val="dk1">
                      <a:alpha val="40000"/>
                    </a:schemeClr>
                  </a:outerShdw>
                </a:effectLst>
              </a:rPr>
              <a:t>状态</a:t>
            </a:r>
            <a:endParaRPr lang="zh-CN" altLang="en-US" sz="2800" b="1">
              <a:solidFill>
                <a:schemeClr val="tx1"/>
              </a:solidFill>
              <a:effectLst>
                <a:outerShdw blurRad="38100" dist="19050" dir="2700000" algn="tl" rotWithShape="0">
                  <a:schemeClr val="dk1">
                    <a:alpha val="40000"/>
                  </a:schemeClr>
                </a:outerShdw>
              </a:effectLst>
            </a:endParaRPr>
          </a:p>
        </p:txBody>
      </p:sp>
      <p:sp>
        <p:nvSpPr>
          <p:cNvPr id="8" name="矩形 7"/>
          <p:cNvSpPr/>
          <p:nvPr/>
        </p:nvSpPr>
        <p:spPr>
          <a:xfrm>
            <a:off x="10297795" y="2459355"/>
            <a:ext cx="1856105" cy="521970"/>
          </a:xfrm>
          <a:prstGeom prst="rect">
            <a:avLst/>
          </a:prstGeom>
          <a:noFill/>
          <a:ln>
            <a:noFill/>
          </a:ln>
        </p:spPr>
        <p:txBody>
          <a:bodyPr wrap="square" rtlCol="0" anchor="t">
            <a:spAutoFit/>
          </a:bodyPr>
          <a:lstStyle/>
          <a:p>
            <a:pPr algn="ctr"/>
            <a:r>
              <a:rPr lang="zh-CN" altLang="en-US" sz="2800" b="1">
                <a:solidFill>
                  <a:schemeClr val="tx1"/>
                </a:solidFill>
                <a:effectLst>
                  <a:outerShdw blurRad="38100" dist="19050" dir="2700000" algn="tl" rotWithShape="0">
                    <a:schemeClr val="dk1">
                      <a:alpha val="40000"/>
                    </a:schemeClr>
                  </a:outerShdw>
                </a:effectLst>
              </a:rPr>
              <a:t>关系</a:t>
            </a:r>
            <a:endParaRPr lang="zh-CN" altLang="en-US" sz="2800" b="1">
              <a:solidFill>
                <a:schemeClr val="tx1"/>
              </a:solidFill>
              <a:effectLst>
                <a:outerShdw blurRad="38100" dist="19050" dir="2700000" algn="tl" rotWithShape="0">
                  <a:schemeClr val="dk1">
                    <a:alpha val="40000"/>
                  </a:schemeClr>
                </a:outerShdw>
              </a:effectLst>
            </a:endParaRPr>
          </a:p>
        </p:txBody>
      </p:sp>
      <p:sp>
        <p:nvSpPr>
          <p:cNvPr id="10" name="内容占位符 9"/>
          <p:cNvSpPr>
            <a:spLocks noGrp="1"/>
          </p:cNvSpPr>
          <p:nvPr>
            <p:ph idx="1"/>
          </p:nvPr>
        </p:nvSpPr>
        <p:spPr>
          <a:xfrm>
            <a:off x="356235" y="1849120"/>
            <a:ext cx="6595110" cy="4932680"/>
          </a:xfrm>
        </p:spPr>
        <p:txBody>
          <a:bodyPr>
            <a:normAutofit/>
          </a:bodyPr>
          <a:lstStyle/>
          <a:p>
            <a:pPr marL="0" indent="0">
              <a:lnSpc>
                <a:spcPct val="150000"/>
              </a:lnSpc>
              <a:buNone/>
            </a:pPr>
            <a:r>
              <a:rPr lang="zh-CN" altLang="zh-CN" sz="1800" dirty="0"/>
              <a:t>数据抽象是指“定义和实现相分离”，即将一个类型的数据及其上的操作的逻辑含义和具体实现相分离，只考虑执行什么操作(做什么)，而不考虑怎样实现这些操作(怎样做)。</a:t>
            </a:r>
            <a:endParaRPr lang="zh-CN" altLang="zh-CN" sz="1800" dirty="0"/>
          </a:p>
          <a:p>
            <a:pPr>
              <a:lnSpc>
                <a:spcPct val="150000"/>
              </a:lnSpc>
            </a:pPr>
            <a:endParaRPr lang="zh-CN" altLang="zh-CN" sz="1800" dirty="0">
              <a:solidFill>
                <a:schemeClr val="tx1"/>
              </a:solidFill>
            </a:endParaRPr>
          </a:p>
          <a:p>
            <a:pPr>
              <a:lnSpc>
                <a:spcPct val="150000"/>
              </a:lnSpc>
            </a:pPr>
            <a:r>
              <a:rPr lang="zh-CN" altLang="zh-CN" sz="1800" dirty="0">
                <a:solidFill>
                  <a:schemeClr val="tx1"/>
                </a:solidFill>
              </a:rPr>
              <a:t>数据抽象是一种信息隐蔽技术，可利用数据抽象研究复杂对象，忽略次要和实现细节，抽象出本质特征，抽象层次越高，复用程度越高。</a:t>
            </a:r>
            <a:endParaRPr lang="zh-CN" altLang="zh-CN" sz="1800" dirty="0">
              <a:solidFill>
                <a:schemeClr val="tx1"/>
              </a:solidFill>
            </a:endParaRPr>
          </a:p>
          <a:p>
            <a:pPr>
              <a:lnSpc>
                <a:spcPct val="150000"/>
              </a:lnSpc>
            </a:pPr>
            <a:r>
              <a:rPr lang="zh-CN" altLang="zh-CN" sz="1800" dirty="0">
                <a:solidFill>
                  <a:schemeClr val="tx1"/>
                </a:solidFill>
              </a:rPr>
              <a:t>数据抽象是通过抽象数据类型来实现的。</a:t>
            </a:r>
            <a:endParaRPr lang="zh-CN" altLang="zh-CN" sz="1800" dirty="0">
              <a:solidFill>
                <a:schemeClr val="tx1"/>
              </a:solidFill>
            </a:endParaRPr>
          </a:p>
        </p:txBody>
      </p:sp>
      <p:sp>
        <p:nvSpPr>
          <p:cNvPr id="13" name="矩形 12"/>
          <p:cNvSpPr>
            <a:spLocks noGrp="1" noRot="1" noChangeAspect="1" noMove="1" noResize="1" noEditPoints="1" noAdjustHandles="1" noChangeArrowheads="1" noChangeShapeType="1" noTextEdit="1"/>
          </p:cNvSpPr>
          <p:nvPr/>
        </p:nvSpPr>
        <p:spPr>
          <a:blipFill rotWithShape="1">
            <a:blip r:embed="rId1"/>
            <a:stretch>
              <a:fillRect l="-1809" t="-2574" r="-3101"/>
            </a:stretch>
          </a:blipFill>
        </p:spPr>
      </p:sp>
    </p:spTree>
  </p:cSld>
  <p:clrMapOvr>
    <a:masterClrMapping/>
  </p:clrMapOvr>
  <p:transition>
    <p:cover dir="d"/>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zh-CN" dirty="0">
                <a:solidFill>
                  <a:schemeClr val="accent2"/>
                </a:solidFill>
                <a:sym typeface="+mn-ea"/>
              </a:rPr>
              <a:t>抽象数据类型</a:t>
            </a:r>
            <a:endParaRPr lang="zh-CN" altLang="zh-CN" dirty="0">
              <a:solidFill>
                <a:schemeClr val="accent2"/>
              </a:solidFill>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9" name="标题 1"/>
          <p:cNvSpPr>
            <a:spLocks noGrp="1"/>
          </p:cNvSpPr>
          <p:nvPr/>
        </p:nvSpPr>
        <p:spPr>
          <a:xfrm>
            <a:off x="-131338" y="1237937"/>
            <a:ext cx="7076968" cy="6109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lvl="1" algn="l" rtl="0">
              <a:lnSpc>
                <a:spcPct val="90000"/>
              </a:lnSpc>
              <a:spcBef>
                <a:spcPct val="0"/>
              </a:spcBef>
            </a:pPr>
            <a:r>
              <a:rPr lang="en-US" altLang="zh-CN" sz="3600" kern="1200" dirty="0">
                <a:solidFill>
                  <a:schemeClr val="tx1"/>
                </a:solidFill>
                <a:latin typeface="+mj-lt"/>
                <a:ea typeface="+mj-ea"/>
                <a:cs typeface="+mj-cs"/>
              </a:rPr>
              <a:t>--</a:t>
            </a:r>
            <a:r>
              <a:rPr lang="zh-CN" altLang="zh-CN" sz="3600" kern="1200" dirty="0">
                <a:solidFill>
                  <a:schemeClr val="tx1"/>
                </a:solidFill>
                <a:latin typeface="+mj-lt"/>
                <a:ea typeface="+mj-ea"/>
                <a:cs typeface="+mj-cs"/>
              </a:rPr>
              <a:t>抽象数据类型</a:t>
            </a:r>
            <a:endParaRPr lang="zh-CN" altLang="zh-CN" sz="3600" kern="1200" dirty="0">
              <a:solidFill>
                <a:schemeClr val="tx1"/>
              </a:solidFill>
              <a:latin typeface="+mj-lt"/>
              <a:ea typeface="+mj-ea"/>
              <a:cs typeface="+mj-cs"/>
            </a:endParaRPr>
          </a:p>
        </p:txBody>
      </p:sp>
      <p:grpSp>
        <p:nvGrpSpPr>
          <p:cNvPr id="17413" name="Group 85"/>
          <p:cNvGrpSpPr>
            <a:grpSpLocks noChangeAspect="1"/>
          </p:cNvGrpSpPr>
          <p:nvPr/>
        </p:nvGrpSpPr>
        <p:grpSpPr bwMode="auto">
          <a:xfrm>
            <a:off x="7227570" y="1580515"/>
            <a:ext cx="4794250" cy="3910330"/>
            <a:chOff x="816" y="444"/>
            <a:chExt cx="2310" cy="1884"/>
          </a:xfrm>
        </p:grpSpPr>
        <p:sp>
          <p:nvSpPr>
            <p:cNvPr id="17431" name="AutoShape 84"/>
            <p:cNvSpPr>
              <a:spLocks noChangeAspect="1" noChangeArrowheads="1" noTextEdit="1"/>
            </p:cNvSpPr>
            <p:nvPr/>
          </p:nvSpPr>
          <p:spPr bwMode="auto">
            <a:xfrm>
              <a:off x="816" y="468"/>
              <a:ext cx="2310" cy="1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mn-lt"/>
                <a:cs typeface="+mn-ea"/>
                <a:sym typeface="+mn-lt"/>
              </a:endParaRPr>
            </a:p>
          </p:txBody>
        </p:sp>
        <p:sp>
          <p:nvSpPr>
            <p:cNvPr id="17432" name="Freeform 86"/>
            <p:cNvSpPr/>
            <p:nvPr/>
          </p:nvSpPr>
          <p:spPr bwMode="auto">
            <a:xfrm>
              <a:off x="1544" y="2054"/>
              <a:ext cx="847" cy="238"/>
            </a:xfrm>
            <a:custGeom>
              <a:avLst/>
              <a:gdLst>
                <a:gd name="T0" fmla="*/ 563 w 847"/>
                <a:gd name="T1" fmla="*/ 65 h 238"/>
                <a:gd name="T2" fmla="*/ 563 w 847"/>
                <a:gd name="T3" fmla="*/ 0 h 238"/>
                <a:gd name="T4" fmla="*/ 281 w 847"/>
                <a:gd name="T5" fmla="*/ 0 h 238"/>
                <a:gd name="T6" fmla="*/ 281 w 847"/>
                <a:gd name="T7" fmla="*/ 102 h 238"/>
                <a:gd name="T8" fmla="*/ 0 w 847"/>
                <a:gd name="T9" fmla="*/ 102 h 238"/>
                <a:gd name="T10" fmla="*/ 0 w 847"/>
                <a:gd name="T11" fmla="*/ 238 h 238"/>
                <a:gd name="T12" fmla="*/ 281 w 847"/>
                <a:gd name="T13" fmla="*/ 238 h 238"/>
                <a:gd name="T14" fmla="*/ 563 w 847"/>
                <a:gd name="T15" fmla="*/ 238 h 238"/>
                <a:gd name="T16" fmla="*/ 847 w 847"/>
                <a:gd name="T17" fmla="*/ 238 h 238"/>
                <a:gd name="T18" fmla="*/ 847 w 847"/>
                <a:gd name="T19" fmla="*/ 65 h 238"/>
                <a:gd name="T20" fmla="*/ 563 w 847"/>
                <a:gd name="T21" fmla="*/ 65 h 23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47"/>
                <a:gd name="T34" fmla="*/ 0 h 238"/>
                <a:gd name="T35" fmla="*/ 847 w 847"/>
                <a:gd name="T36" fmla="*/ 238 h 23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47" h="238">
                  <a:moveTo>
                    <a:pt x="563" y="65"/>
                  </a:moveTo>
                  <a:lnTo>
                    <a:pt x="563" y="0"/>
                  </a:lnTo>
                  <a:lnTo>
                    <a:pt x="281" y="0"/>
                  </a:lnTo>
                  <a:lnTo>
                    <a:pt x="281" y="102"/>
                  </a:lnTo>
                  <a:lnTo>
                    <a:pt x="0" y="102"/>
                  </a:lnTo>
                  <a:lnTo>
                    <a:pt x="0" y="238"/>
                  </a:lnTo>
                  <a:lnTo>
                    <a:pt x="281" y="238"/>
                  </a:lnTo>
                  <a:lnTo>
                    <a:pt x="563" y="238"/>
                  </a:lnTo>
                  <a:lnTo>
                    <a:pt x="847" y="238"/>
                  </a:lnTo>
                  <a:lnTo>
                    <a:pt x="847" y="65"/>
                  </a:lnTo>
                  <a:lnTo>
                    <a:pt x="563" y="6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33" name="Rectangle 87"/>
            <p:cNvSpPr>
              <a:spLocks noChangeArrowheads="1"/>
            </p:cNvSpPr>
            <p:nvPr/>
          </p:nvSpPr>
          <p:spPr bwMode="auto">
            <a:xfrm>
              <a:off x="1312" y="2138"/>
              <a:ext cx="432" cy="187"/>
            </a:xfrm>
            <a:prstGeom prst="rect">
              <a:avLst/>
            </a:prstGeom>
            <a:solidFill>
              <a:schemeClr val="dk2">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4" name="Rectangle 88"/>
            <p:cNvSpPr>
              <a:spLocks noChangeArrowheads="1"/>
            </p:cNvSpPr>
            <p:nvPr/>
          </p:nvSpPr>
          <p:spPr bwMode="auto">
            <a:xfrm>
              <a:off x="1741" y="1992"/>
              <a:ext cx="430" cy="333"/>
            </a:xfrm>
            <a:prstGeom prst="rect">
              <a:avLst/>
            </a:prstGeom>
            <a:solidFill>
              <a:schemeClr val="dk2">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5" name="Rectangle 89"/>
            <p:cNvSpPr>
              <a:spLocks noChangeArrowheads="1"/>
            </p:cNvSpPr>
            <p:nvPr/>
          </p:nvSpPr>
          <p:spPr bwMode="auto">
            <a:xfrm>
              <a:off x="2171" y="2086"/>
              <a:ext cx="429" cy="239"/>
            </a:xfrm>
            <a:prstGeom prst="rect">
              <a:avLst/>
            </a:prstGeom>
            <a:solidFill>
              <a:schemeClr val="accent2">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6" name="Oval 90"/>
            <p:cNvSpPr>
              <a:spLocks noChangeArrowheads="1"/>
            </p:cNvSpPr>
            <p:nvPr/>
          </p:nvSpPr>
          <p:spPr bwMode="auto">
            <a:xfrm>
              <a:off x="2510" y="715"/>
              <a:ext cx="456" cy="451"/>
            </a:xfrm>
            <a:prstGeom prst="ellipse">
              <a:avLst/>
            </a:pr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7" name="Freeform 91"/>
            <p:cNvSpPr/>
            <p:nvPr/>
          </p:nvSpPr>
          <p:spPr bwMode="auto">
            <a:xfrm>
              <a:off x="2472" y="961"/>
              <a:ext cx="241" cy="242"/>
            </a:xfrm>
            <a:custGeom>
              <a:avLst/>
              <a:gdLst>
                <a:gd name="T0" fmla="*/ 331 w 171"/>
                <a:gd name="T1" fmla="*/ 99 h 189"/>
                <a:gd name="T2" fmla="*/ 314 w 171"/>
                <a:gd name="T3" fmla="*/ 90 h 189"/>
                <a:gd name="T4" fmla="*/ 297 w 171"/>
                <a:gd name="T5" fmla="*/ 67 h 189"/>
                <a:gd name="T6" fmla="*/ 262 w 171"/>
                <a:gd name="T7" fmla="*/ 35 h 189"/>
                <a:gd name="T8" fmla="*/ 238 w 171"/>
                <a:gd name="T9" fmla="*/ 24 h 189"/>
                <a:gd name="T10" fmla="*/ 227 w 171"/>
                <a:gd name="T11" fmla="*/ 6 h 189"/>
                <a:gd name="T12" fmla="*/ 207 w 171"/>
                <a:gd name="T13" fmla="*/ 12 h 189"/>
                <a:gd name="T14" fmla="*/ 4 w 171"/>
                <a:gd name="T15" fmla="*/ 284 h 189"/>
                <a:gd name="T16" fmla="*/ 4 w 171"/>
                <a:gd name="T17" fmla="*/ 302 h 189"/>
                <a:gd name="T18" fmla="*/ 6 w 171"/>
                <a:gd name="T19" fmla="*/ 302 h 189"/>
                <a:gd name="T20" fmla="*/ 6 w 171"/>
                <a:gd name="T21" fmla="*/ 306 h 189"/>
                <a:gd name="T22" fmla="*/ 28 w 171"/>
                <a:gd name="T23" fmla="*/ 306 h 189"/>
                <a:gd name="T24" fmla="*/ 328 w 171"/>
                <a:gd name="T25" fmla="*/ 118 h 189"/>
                <a:gd name="T26" fmla="*/ 331 w 171"/>
                <a:gd name="T27" fmla="*/ 99 h 18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1"/>
                <a:gd name="T43" fmla="*/ 0 h 189"/>
                <a:gd name="T44" fmla="*/ 171 w 171"/>
                <a:gd name="T45" fmla="*/ 189 h 18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1" h="189">
                  <a:moveTo>
                    <a:pt x="167" y="60"/>
                  </a:moveTo>
                  <a:cubicBezTo>
                    <a:pt x="165" y="55"/>
                    <a:pt x="161" y="53"/>
                    <a:pt x="158" y="55"/>
                  </a:cubicBezTo>
                  <a:cubicBezTo>
                    <a:pt x="156" y="49"/>
                    <a:pt x="154" y="45"/>
                    <a:pt x="150" y="41"/>
                  </a:cubicBezTo>
                  <a:cubicBezTo>
                    <a:pt x="132" y="21"/>
                    <a:pt x="132" y="21"/>
                    <a:pt x="132" y="21"/>
                  </a:cubicBezTo>
                  <a:cubicBezTo>
                    <a:pt x="129" y="16"/>
                    <a:pt x="125" y="15"/>
                    <a:pt x="120" y="15"/>
                  </a:cubicBezTo>
                  <a:cubicBezTo>
                    <a:pt x="121" y="11"/>
                    <a:pt x="120" y="7"/>
                    <a:pt x="114" y="4"/>
                  </a:cubicBezTo>
                  <a:cubicBezTo>
                    <a:pt x="112" y="0"/>
                    <a:pt x="105" y="2"/>
                    <a:pt x="104" y="7"/>
                  </a:cubicBezTo>
                  <a:cubicBezTo>
                    <a:pt x="2" y="173"/>
                    <a:pt x="2" y="173"/>
                    <a:pt x="2" y="173"/>
                  </a:cubicBezTo>
                  <a:cubicBezTo>
                    <a:pt x="0" y="177"/>
                    <a:pt x="0" y="180"/>
                    <a:pt x="2" y="184"/>
                  </a:cubicBezTo>
                  <a:cubicBezTo>
                    <a:pt x="3" y="184"/>
                    <a:pt x="3" y="184"/>
                    <a:pt x="3" y="184"/>
                  </a:cubicBezTo>
                  <a:cubicBezTo>
                    <a:pt x="3" y="187"/>
                    <a:pt x="3" y="187"/>
                    <a:pt x="3" y="187"/>
                  </a:cubicBezTo>
                  <a:cubicBezTo>
                    <a:pt x="7" y="189"/>
                    <a:pt x="11" y="189"/>
                    <a:pt x="14" y="187"/>
                  </a:cubicBezTo>
                  <a:cubicBezTo>
                    <a:pt x="165" y="72"/>
                    <a:pt x="165" y="72"/>
                    <a:pt x="165" y="72"/>
                  </a:cubicBezTo>
                  <a:cubicBezTo>
                    <a:pt x="169" y="70"/>
                    <a:pt x="171" y="63"/>
                    <a:pt x="167" y="60"/>
                  </a:cubicBezTo>
                  <a:close/>
                </a:path>
              </a:pathLst>
            </a:cu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38" name="Freeform 92"/>
            <p:cNvSpPr/>
            <p:nvPr/>
          </p:nvSpPr>
          <p:spPr bwMode="auto">
            <a:xfrm>
              <a:off x="1449" y="1662"/>
              <a:ext cx="157" cy="155"/>
            </a:xfrm>
            <a:custGeom>
              <a:avLst/>
              <a:gdLst>
                <a:gd name="T0" fmla="*/ 110 w 111"/>
                <a:gd name="T1" fmla="*/ 199 h 121"/>
                <a:gd name="T2" fmla="*/ 222 w 111"/>
                <a:gd name="T3" fmla="*/ 100 h 121"/>
                <a:gd name="T4" fmla="*/ 110 w 111"/>
                <a:gd name="T5" fmla="*/ 0 h 121"/>
                <a:gd name="T6" fmla="*/ 0 w 111"/>
                <a:gd name="T7" fmla="*/ 100 h 121"/>
                <a:gd name="T8" fmla="*/ 110 w 111"/>
                <a:gd name="T9" fmla="*/ 199 h 121"/>
                <a:gd name="T10" fmla="*/ 0 60000 65536"/>
                <a:gd name="T11" fmla="*/ 0 60000 65536"/>
                <a:gd name="T12" fmla="*/ 0 60000 65536"/>
                <a:gd name="T13" fmla="*/ 0 60000 65536"/>
                <a:gd name="T14" fmla="*/ 0 60000 65536"/>
                <a:gd name="T15" fmla="*/ 0 w 111"/>
                <a:gd name="T16" fmla="*/ 0 h 121"/>
                <a:gd name="T17" fmla="*/ 111 w 111"/>
                <a:gd name="T18" fmla="*/ 121 h 121"/>
              </a:gdLst>
              <a:ahLst/>
              <a:cxnLst>
                <a:cxn ang="T10">
                  <a:pos x="T0" y="T1"/>
                </a:cxn>
                <a:cxn ang="T11">
                  <a:pos x="T2" y="T3"/>
                </a:cxn>
                <a:cxn ang="T12">
                  <a:pos x="T4" y="T5"/>
                </a:cxn>
                <a:cxn ang="T13">
                  <a:pos x="T6" y="T7"/>
                </a:cxn>
                <a:cxn ang="T14">
                  <a:pos x="T8" y="T9"/>
                </a:cxn>
              </a:cxnLst>
              <a:rect l="T15" t="T16" r="T17" b="T18"/>
              <a:pathLst>
                <a:path w="111" h="121">
                  <a:moveTo>
                    <a:pt x="55" y="121"/>
                  </a:moveTo>
                  <a:cubicBezTo>
                    <a:pt x="87" y="121"/>
                    <a:pt x="111" y="95"/>
                    <a:pt x="111" y="61"/>
                  </a:cubicBezTo>
                  <a:cubicBezTo>
                    <a:pt x="111" y="29"/>
                    <a:pt x="87" y="0"/>
                    <a:pt x="55" y="0"/>
                  </a:cubicBezTo>
                  <a:cubicBezTo>
                    <a:pt x="25" y="0"/>
                    <a:pt x="0" y="29"/>
                    <a:pt x="0" y="61"/>
                  </a:cubicBezTo>
                  <a:cubicBezTo>
                    <a:pt x="0" y="95"/>
                    <a:pt x="25" y="121"/>
                    <a:pt x="55" y="121"/>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39" name="Freeform 93"/>
            <p:cNvSpPr/>
            <p:nvPr/>
          </p:nvSpPr>
          <p:spPr bwMode="auto">
            <a:xfrm>
              <a:off x="1582" y="2056"/>
              <a:ext cx="80" cy="208"/>
            </a:xfrm>
            <a:custGeom>
              <a:avLst/>
              <a:gdLst>
                <a:gd name="T0" fmla="*/ 62 w 57"/>
                <a:gd name="T1" fmla="*/ 30 h 162"/>
                <a:gd name="T2" fmla="*/ 29 w 57"/>
                <a:gd name="T3" fmla="*/ 0 h 162"/>
                <a:gd name="T4" fmla="*/ 0 w 57"/>
                <a:gd name="T5" fmla="*/ 42 h 162"/>
                <a:gd name="T6" fmla="*/ 0 w 57"/>
                <a:gd name="T7" fmla="*/ 222 h 162"/>
                <a:gd name="T8" fmla="*/ 51 w 57"/>
                <a:gd name="T9" fmla="*/ 267 h 162"/>
                <a:gd name="T10" fmla="*/ 65 w 57"/>
                <a:gd name="T11" fmla="*/ 267 h 162"/>
                <a:gd name="T12" fmla="*/ 112 w 57"/>
                <a:gd name="T13" fmla="*/ 222 h 162"/>
                <a:gd name="T14" fmla="*/ 112 w 57"/>
                <a:gd name="T15" fmla="*/ 42 h 162"/>
                <a:gd name="T16" fmla="*/ 112 w 57"/>
                <a:gd name="T17" fmla="*/ 30 h 162"/>
                <a:gd name="T18" fmla="*/ 62 w 57"/>
                <a:gd name="T19" fmla="*/ 30 h 1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
                <a:gd name="T31" fmla="*/ 0 h 162"/>
                <a:gd name="T32" fmla="*/ 57 w 57"/>
                <a:gd name="T33" fmla="*/ 162 h 16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 h="162">
                  <a:moveTo>
                    <a:pt x="31" y="18"/>
                  </a:moveTo>
                  <a:cubicBezTo>
                    <a:pt x="24" y="15"/>
                    <a:pt x="19" y="8"/>
                    <a:pt x="15" y="0"/>
                  </a:cubicBezTo>
                  <a:cubicBezTo>
                    <a:pt x="5" y="4"/>
                    <a:pt x="0" y="15"/>
                    <a:pt x="0" y="26"/>
                  </a:cubicBezTo>
                  <a:cubicBezTo>
                    <a:pt x="0" y="135"/>
                    <a:pt x="0" y="135"/>
                    <a:pt x="0" y="135"/>
                  </a:cubicBezTo>
                  <a:cubicBezTo>
                    <a:pt x="0" y="149"/>
                    <a:pt x="11" y="162"/>
                    <a:pt x="26" y="162"/>
                  </a:cubicBezTo>
                  <a:cubicBezTo>
                    <a:pt x="33" y="162"/>
                    <a:pt x="33" y="162"/>
                    <a:pt x="33" y="162"/>
                  </a:cubicBezTo>
                  <a:cubicBezTo>
                    <a:pt x="47" y="162"/>
                    <a:pt x="57" y="149"/>
                    <a:pt x="57" y="135"/>
                  </a:cubicBezTo>
                  <a:cubicBezTo>
                    <a:pt x="57" y="26"/>
                    <a:pt x="57" y="26"/>
                    <a:pt x="57" y="26"/>
                  </a:cubicBezTo>
                  <a:cubicBezTo>
                    <a:pt x="57" y="25"/>
                    <a:pt x="57" y="23"/>
                    <a:pt x="57" y="18"/>
                  </a:cubicBezTo>
                  <a:cubicBezTo>
                    <a:pt x="49" y="23"/>
                    <a:pt x="40" y="23"/>
                    <a:pt x="31" y="18"/>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0" name="Freeform 94"/>
            <p:cNvSpPr/>
            <p:nvPr/>
          </p:nvSpPr>
          <p:spPr bwMode="auto">
            <a:xfrm>
              <a:off x="1385" y="2061"/>
              <a:ext cx="84" cy="203"/>
            </a:xfrm>
            <a:custGeom>
              <a:avLst/>
              <a:gdLst>
                <a:gd name="T0" fmla="*/ 97 w 59"/>
                <a:gd name="T1" fmla="*/ 0 h 158"/>
                <a:gd name="T2" fmla="*/ 67 w 59"/>
                <a:gd name="T3" fmla="*/ 27 h 158"/>
                <a:gd name="T4" fmla="*/ 4 w 59"/>
                <a:gd name="T5" fmla="*/ 23 h 158"/>
                <a:gd name="T6" fmla="*/ 0 w 59"/>
                <a:gd name="T7" fmla="*/ 36 h 158"/>
                <a:gd name="T8" fmla="*/ 0 w 59"/>
                <a:gd name="T9" fmla="*/ 216 h 158"/>
                <a:gd name="T10" fmla="*/ 53 w 59"/>
                <a:gd name="T11" fmla="*/ 261 h 158"/>
                <a:gd name="T12" fmla="*/ 67 w 59"/>
                <a:gd name="T13" fmla="*/ 261 h 158"/>
                <a:gd name="T14" fmla="*/ 120 w 59"/>
                <a:gd name="T15" fmla="*/ 216 h 158"/>
                <a:gd name="T16" fmla="*/ 120 w 59"/>
                <a:gd name="T17" fmla="*/ 36 h 158"/>
                <a:gd name="T18" fmla="*/ 97 w 59"/>
                <a:gd name="T19" fmla="*/ 0 h 15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9"/>
                <a:gd name="T31" fmla="*/ 0 h 158"/>
                <a:gd name="T32" fmla="*/ 59 w 59"/>
                <a:gd name="T33" fmla="*/ 158 h 15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9" h="158">
                  <a:moveTo>
                    <a:pt x="48" y="0"/>
                  </a:moveTo>
                  <a:cubicBezTo>
                    <a:pt x="45" y="6"/>
                    <a:pt x="41" y="12"/>
                    <a:pt x="33" y="16"/>
                  </a:cubicBezTo>
                  <a:cubicBezTo>
                    <a:pt x="22" y="21"/>
                    <a:pt x="10" y="21"/>
                    <a:pt x="2" y="14"/>
                  </a:cubicBezTo>
                  <a:cubicBezTo>
                    <a:pt x="0" y="16"/>
                    <a:pt x="0" y="19"/>
                    <a:pt x="0" y="22"/>
                  </a:cubicBezTo>
                  <a:cubicBezTo>
                    <a:pt x="0" y="131"/>
                    <a:pt x="0" y="131"/>
                    <a:pt x="0" y="131"/>
                  </a:cubicBezTo>
                  <a:cubicBezTo>
                    <a:pt x="0" y="145"/>
                    <a:pt x="10" y="158"/>
                    <a:pt x="26" y="158"/>
                  </a:cubicBezTo>
                  <a:cubicBezTo>
                    <a:pt x="33" y="158"/>
                    <a:pt x="33" y="158"/>
                    <a:pt x="33" y="158"/>
                  </a:cubicBezTo>
                  <a:cubicBezTo>
                    <a:pt x="48" y="158"/>
                    <a:pt x="59" y="145"/>
                    <a:pt x="59" y="131"/>
                  </a:cubicBezTo>
                  <a:cubicBezTo>
                    <a:pt x="59" y="22"/>
                    <a:pt x="59" y="22"/>
                    <a:pt x="59" y="22"/>
                  </a:cubicBezTo>
                  <a:cubicBezTo>
                    <a:pt x="59" y="14"/>
                    <a:pt x="56" y="6"/>
                    <a:pt x="48" y="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1" name="Freeform 95"/>
            <p:cNvSpPr/>
            <p:nvPr/>
          </p:nvSpPr>
          <p:spPr bwMode="auto">
            <a:xfrm>
              <a:off x="1322" y="1740"/>
              <a:ext cx="412" cy="389"/>
            </a:xfrm>
            <a:custGeom>
              <a:avLst/>
              <a:gdLst>
                <a:gd name="T0" fmla="*/ 576 w 292"/>
                <a:gd name="T1" fmla="*/ 212 h 304"/>
                <a:gd name="T2" fmla="*/ 525 w 292"/>
                <a:gd name="T3" fmla="*/ 113 h 304"/>
                <a:gd name="T4" fmla="*/ 480 w 292"/>
                <a:gd name="T5" fmla="*/ 26 h 304"/>
                <a:gd name="T6" fmla="*/ 432 w 292"/>
                <a:gd name="T7" fmla="*/ 0 h 304"/>
                <a:gd name="T8" fmla="*/ 420 w 292"/>
                <a:gd name="T9" fmla="*/ 0 h 304"/>
                <a:gd name="T10" fmla="*/ 289 w 292"/>
                <a:gd name="T11" fmla="*/ 119 h 304"/>
                <a:gd name="T12" fmla="*/ 155 w 292"/>
                <a:gd name="T13" fmla="*/ 0 h 304"/>
                <a:gd name="T14" fmla="*/ 145 w 292"/>
                <a:gd name="T15" fmla="*/ 0 h 304"/>
                <a:gd name="T16" fmla="*/ 97 w 292"/>
                <a:gd name="T17" fmla="*/ 26 h 304"/>
                <a:gd name="T18" fmla="*/ 56 w 292"/>
                <a:gd name="T19" fmla="*/ 113 h 304"/>
                <a:gd name="T20" fmla="*/ 4 w 292"/>
                <a:gd name="T21" fmla="*/ 212 h 304"/>
                <a:gd name="T22" fmla="*/ 0 w 292"/>
                <a:gd name="T23" fmla="*/ 229 h 304"/>
                <a:gd name="T24" fmla="*/ 4 w 292"/>
                <a:gd name="T25" fmla="*/ 247 h 304"/>
                <a:gd name="T26" fmla="*/ 83 w 292"/>
                <a:gd name="T27" fmla="*/ 392 h 304"/>
                <a:gd name="T28" fmla="*/ 145 w 292"/>
                <a:gd name="T29" fmla="*/ 411 h 304"/>
                <a:gd name="T30" fmla="*/ 164 w 292"/>
                <a:gd name="T31" fmla="*/ 353 h 304"/>
                <a:gd name="T32" fmla="*/ 97 w 292"/>
                <a:gd name="T33" fmla="*/ 229 h 304"/>
                <a:gd name="T34" fmla="*/ 110 w 292"/>
                <a:gd name="T35" fmla="*/ 203 h 304"/>
                <a:gd name="T36" fmla="*/ 145 w 292"/>
                <a:gd name="T37" fmla="*/ 136 h 304"/>
                <a:gd name="T38" fmla="*/ 145 w 292"/>
                <a:gd name="T39" fmla="*/ 265 h 304"/>
                <a:gd name="T40" fmla="*/ 189 w 292"/>
                <a:gd name="T41" fmla="*/ 351 h 304"/>
                <a:gd name="T42" fmla="*/ 198 w 292"/>
                <a:gd name="T43" fmla="*/ 388 h 304"/>
                <a:gd name="T44" fmla="*/ 233 w 292"/>
                <a:gd name="T45" fmla="*/ 445 h 304"/>
                <a:gd name="T46" fmla="*/ 233 w 292"/>
                <a:gd name="T47" fmla="*/ 498 h 304"/>
                <a:gd name="T48" fmla="*/ 336 w 292"/>
                <a:gd name="T49" fmla="*/ 498 h 304"/>
                <a:gd name="T50" fmla="*/ 336 w 292"/>
                <a:gd name="T51" fmla="*/ 445 h 304"/>
                <a:gd name="T52" fmla="*/ 388 w 292"/>
                <a:gd name="T53" fmla="*/ 385 h 304"/>
                <a:gd name="T54" fmla="*/ 396 w 292"/>
                <a:gd name="T55" fmla="*/ 347 h 304"/>
                <a:gd name="T56" fmla="*/ 432 w 292"/>
                <a:gd name="T57" fmla="*/ 275 h 304"/>
                <a:gd name="T58" fmla="*/ 432 w 292"/>
                <a:gd name="T59" fmla="*/ 133 h 304"/>
                <a:gd name="T60" fmla="*/ 470 w 292"/>
                <a:gd name="T61" fmla="*/ 206 h 304"/>
                <a:gd name="T62" fmla="*/ 480 w 292"/>
                <a:gd name="T63" fmla="*/ 229 h 304"/>
                <a:gd name="T64" fmla="*/ 413 w 292"/>
                <a:gd name="T65" fmla="*/ 353 h 304"/>
                <a:gd name="T66" fmla="*/ 437 w 292"/>
                <a:gd name="T67" fmla="*/ 411 h 304"/>
                <a:gd name="T68" fmla="*/ 499 w 292"/>
                <a:gd name="T69" fmla="*/ 392 h 304"/>
                <a:gd name="T70" fmla="*/ 576 w 292"/>
                <a:gd name="T71" fmla="*/ 247 h 304"/>
                <a:gd name="T72" fmla="*/ 576 w 292"/>
                <a:gd name="T73" fmla="*/ 229 h 304"/>
                <a:gd name="T74" fmla="*/ 576 w 292"/>
                <a:gd name="T75" fmla="*/ 212 h 30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92"/>
                <a:gd name="T115" fmla="*/ 0 h 304"/>
                <a:gd name="T116" fmla="*/ 292 w 292"/>
                <a:gd name="T117" fmla="*/ 304 h 30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92" h="304">
                  <a:moveTo>
                    <a:pt x="289" y="130"/>
                  </a:moveTo>
                  <a:cubicBezTo>
                    <a:pt x="264" y="69"/>
                    <a:pt x="264" y="69"/>
                    <a:pt x="264" y="69"/>
                  </a:cubicBezTo>
                  <a:cubicBezTo>
                    <a:pt x="241" y="16"/>
                    <a:pt x="241" y="16"/>
                    <a:pt x="241" y="16"/>
                  </a:cubicBezTo>
                  <a:cubicBezTo>
                    <a:pt x="238" y="7"/>
                    <a:pt x="229" y="0"/>
                    <a:pt x="217" y="0"/>
                  </a:cubicBezTo>
                  <a:cubicBezTo>
                    <a:pt x="211" y="0"/>
                    <a:pt x="211" y="0"/>
                    <a:pt x="211" y="0"/>
                  </a:cubicBezTo>
                  <a:cubicBezTo>
                    <a:pt x="211" y="40"/>
                    <a:pt x="183" y="73"/>
                    <a:pt x="145" y="73"/>
                  </a:cubicBezTo>
                  <a:cubicBezTo>
                    <a:pt x="108" y="73"/>
                    <a:pt x="78" y="40"/>
                    <a:pt x="78" y="0"/>
                  </a:cubicBezTo>
                  <a:cubicBezTo>
                    <a:pt x="73" y="0"/>
                    <a:pt x="73" y="0"/>
                    <a:pt x="73" y="0"/>
                  </a:cubicBezTo>
                  <a:cubicBezTo>
                    <a:pt x="64" y="0"/>
                    <a:pt x="55" y="7"/>
                    <a:pt x="49" y="16"/>
                  </a:cubicBezTo>
                  <a:cubicBezTo>
                    <a:pt x="28" y="69"/>
                    <a:pt x="28" y="69"/>
                    <a:pt x="28" y="69"/>
                  </a:cubicBezTo>
                  <a:cubicBezTo>
                    <a:pt x="2" y="130"/>
                    <a:pt x="2" y="130"/>
                    <a:pt x="2" y="130"/>
                  </a:cubicBezTo>
                  <a:cubicBezTo>
                    <a:pt x="0" y="134"/>
                    <a:pt x="0" y="138"/>
                    <a:pt x="0" y="140"/>
                  </a:cubicBezTo>
                  <a:cubicBezTo>
                    <a:pt x="0" y="144"/>
                    <a:pt x="0" y="147"/>
                    <a:pt x="2" y="151"/>
                  </a:cubicBezTo>
                  <a:cubicBezTo>
                    <a:pt x="42" y="239"/>
                    <a:pt x="42" y="239"/>
                    <a:pt x="42" y="239"/>
                  </a:cubicBezTo>
                  <a:cubicBezTo>
                    <a:pt x="47" y="251"/>
                    <a:pt x="59" y="257"/>
                    <a:pt x="73" y="251"/>
                  </a:cubicBezTo>
                  <a:cubicBezTo>
                    <a:pt x="83" y="245"/>
                    <a:pt x="90" y="231"/>
                    <a:pt x="82" y="216"/>
                  </a:cubicBezTo>
                  <a:cubicBezTo>
                    <a:pt x="49" y="140"/>
                    <a:pt x="49" y="140"/>
                    <a:pt x="49" y="140"/>
                  </a:cubicBezTo>
                  <a:cubicBezTo>
                    <a:pt x="55" y="124"/>
                    <a:pt x="55" y="124"/>
                    <a:pt x="55" y="124"/>
                  </a:cubicBezTo>
                  <a:cubicBezTo>
                    <a:pt x="73" y="83"/>
                    <a:pt x="73" y="83"/>
                    <a:pt x="73" y="83"/>
                  </a:cubicBezTo>
                  <a:cubicBezTo>
                    <a:pt x="73" y="162"/>
                    <a:pt x="73" y="162"/>
                    <a:pt x="73" y="162"/>
                  </a:cubicBezTo>
                  <a:cubicBezTo>
                    <a:pt x="95" y="214"/>
                    <a:pt x="95" y="214"/>
                    <a:pt x="95" y="214"/>
                  </a:cubicBezTo>
                  <a:cubicBezTo>
                    <a:pt x="99" y="223"/>
                    <a:pt x="99" y="229"/>
                    <a:pt x="99" y="237"/>
                  </a:cubicBezTo>
                  <a:cubicBezTo>
                    <a:pt x="109" y="242"/>
                    <a:pt x="117" y="257"/>
                    <a:pt x="117" y="272"/>
                  </a:cubicBezTo>
                  <a:cubicBezTo>
                    <a:pt x="117" y="304"/>
                    <a:pt x="117" y="304"/>
                    <a:pt x="117" y="304"/>
                  </a:cubicBezTo>
                  <a:cubicBezTo>
                    <a:pt x="169" y="304"/>
                    <a:pt x="169" y="304"/>
                    <a:pt x="169" y="304"/>
                  </a:cubicBezTo>
                  <a:cubicBezTo>
                    <a:pt x="169" y="272"/>
                    <a:pt x="169" y="272"/>
                    <a:pt x="169" y="272"/>
                  </a:cubicBezTo>
                  <a:cubicBezTo>
                    <a:pt x="169" y="255"/>
                    <a:pt x="180" y="239"/>
                    <a:pt x="195" y="235"/>
                  </a:cubicBezTo>
                  <a:cubicBezTo>
                    <a:pt x="195" y="227"/>
                    <a:pt x="195" y="221"/>
                    <a:pt x="199" y="212"/>
                  </a:cubicBezTo>
                  <a:cubicBezTo>
                    <a:pt x="217" y="168"/>
                    <a:pt x="217" y="168"/>
                    <a:pt x="217" y="168"/>
                  </a:cubicBezTo>
                  <a:cubicBezTo>
                    <a:pt x="217" y="81"/>
                    <a:pt x="217" y="81"/>
                    <a:pt x="217" y="81"/>
                  </a:cubicBezTo>
                  <a:cubicBezTo>
                    <a:pt x="236" y="126"/>
                    <a:pt x="236" y="126"/>
                    <a:pt x="236" y="126"/>
                  </a:cubicBezTo>
                  <a:cubicBezTo>
                    <a:pt x="241" y="140"/>
                    <a:pt x="241" y="140"/>
                    <a:pt x="241" y="140"/>
                  </a:cubicBezTo>
                  <a:cubicBezTo>
                    <a:pt x="208" y="216"/>
                    <a:pt x="208" y="216"/>
                    <a:pt x="208" y="216"/>
                  </a:cubicBezTo>
                  <a:cubicBezTo>
                    <a:pt x="203" y="231"/>
                    <a:pt x="208" y="245"/>
                    <a:pt x="220" y="251"/>
                  </a:cubicBezTo>
                  <a:cubicBezTo>
                    <a:pt x="231" y="257"/>
                    <a:pt x="245" y="251"/>
                    <a:pt x="251" y="239"/>
                  </a:cubicBezTo>
                  <a:cubicBezTo>
                    <a:pt x="289" y="151"/>
                    <a:pt x="289" y="151"/>
                    <a:pt x="289" y="151"/>
                  </a:cubicBezTo>
                  <a:cubicBezTo>
                    <a:pt x="289" y="147"/>
                    <a:pt x="292" y="144"/>
                    <a:pt x="289" y="140"/>
                  </a:cubicBezTo>
                  <a:cubicBezTo>
                    <a:pt x="292" y="138"/>
                    <a:pt x="289" y="134"/>
                    <a:pt x="289" y="13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2" name="Freeform 96"/>
            <p:cNvSpPr/>
            <p:nvPr/>
          </p:nvSpPr>
          <p:spPr bwMode="auto">
            <a:xfrm>
              <a:off x="1750" y="1010"/>
              <a:ext cx="421" cy="973"/>
            </a:xfrm>
            <a:custGeom>
              <a:avLst/>
              <a:gdLst>
                <a:gd name="T0" fmla="*/ 551 w 298"/>
                <a:gd name="T1" fmla="*/ 0 h 760"/>
                <a:gd name="T2" fmla="*/ 504 w 298"/>
                <a:gd name="T3" fmla="*/ 41 h 760"/>
                <a:gd name="T4" fmla="*/ 504 w 298"/>
                <a:gd name="T5" fmla="*/ 187 h 760"/>
                <a:gd name="T6" fmla="*/ 386 w 298"/>
                <a:gd name="T7" fmla="*/ 335 h 760"/>
                <a:gd name="T8" fmla="*/ 212 w 298"/>
                <a:gd name="T9" fmla="*/ 335 h 760"/>
                <a:gd name="T10" fmla="*/ 96 w 298"/>
                <a:gd name="T11" fmla="*/ 192 h 760"/>
                <a:gd name="T12" fmla="*/ 96 w 298"/>
                <a:gd name="T13" fmla="*/ 41 h 760"/>
                <a:gd name="T14" fmla="*/ 48 w 298"/>
                <a:gd name="T15" fmla="*/ 0 h 760"/>
                <a:gd name="T16" fmla="*/ 0 w 298"/>
                <a:gd name="T17" fmla="*/ 41 h 760"/>
                <a:gd name="T18" fmla="*/ 0 w 298"/>
                <a:gd name="T19" fmla="*/ 200 h 760"/>
                <a:gd name="T20" fmla="*/ 0 w 298"/>
                <a:gd name="T21" fmla="*/ 204 h 760"/>
                <a:gd name="T22" fmla="*/ 4 w 298"/>
                <a:gd name="T23" fmla="*/ 216 h 760"/>
                <a:gd name="T24" fmla="*/ 4 w 298"/>
                <a:gd name="T25" fmla="*/ 221 h 760"/>
                <a:gd name="T26" fmla="*/ 10 w 298"/>
                <a:gd name="T27" fmla="*/ 228 h 760"/>
                <a:gd name="T28" fmla="*/ 144 w 298"/>
                <a:gd name="T29" fmla="*/ 398 h 760"/>
                <a:gd name="T30" fmla="*/ 154 w 298"/>
                <a:gd name="T31" fmla="*/ 407 h 760"/>
                <a:gd name="T32" fmla="*/ 154 w 298"/>
                <a:gd name="T33" fmla="*/ 824 h 760"/>
                <a:gd name="T34" fmla="*/ 154 w 298"/>
                <a:gd name="T35" fmla="*/ 837 h 760"/>
                <a:gd name="T36" fmla="*/ 154 w 298"/>
                <a:gd name="T37" fmla="*/ 1006 h 760"/>
                <a:gd name="T38" fmla="*/ 155 w 298"/>
                <a:gd name="T39" fmla="*/ 1013 h 760"/>
                <a:gd name="T40" fmla="*/ 154 w 298"/>
                <a:gd name="T41" fmla="*/ 1019 h 760"/>
                <a:gd name="T42" fmla="*/ 154 w 298"/>
                <a:gd name="T43" fmla="*/ 1200 h 760"/>
                <a:gd name="T44" fmla="*/ 203 w 298"/>
                <a:gd name="T45" fmla="*/ 1246 h 760"/>
                <a:gd name="T46" fmla="*/ 219 w 298"/>
                <a:gd name="T47" fmla="*/ 1246 h 760"/>
                <a:gd name="T48" fmla="*/ 271 w 298"/>
                <a:gd name="T49" fmla="*/ 1200 h 760"/>
                <a:gd name="T50" fmla="*/ 271 w 298"/>
                <a:gd name="T51" fmla="*/ 1019 h 760"/>
                <a:gd name="T52" fmla="*/ 271 w 298"/>
                <a:gd name="T53" fmla="*/ 1013 h 760"/>
                <a:gd name="T54" fmla="*/ 271 w 298"/>
                <a:gd name="T55" fmla="*/ 1006 h 760"/>
                <a:gd name="T56" fmla="*/ 271 w 298"/>
                <a:gd name="T57" fmla="*/ 837 h 760"/>
                <a:gd name="T58" fmla="*/ 332 w 298"/>
                <a:gd name="T59" fmla="*/ 837 h 760"/>
                <a:gd name="T60" fmla="*/ 332 w 298"/>
                <a:gd name="T61" fmla="*/ 1006 h 760"/>
                <a:gd name="T62" fmla="*/ 332 w 298"/>
                <a:gd name="T63" fmla="*/ 1013 h 760"/>
                <a:gd name="T64" fmla="*/ 332 w 298"/>
                <a:gd name="T65" fmla="*/ 1019 h 760"/>
                <a:gd name="T66" fmla="*/ 332 w 298"/>
                <a:gd name="T67" fmla="*/ 1200 h 760"/>
                <a:gd name="T68" fmla="*/ 381 w 298"/>
                <a:gd name="T69" fmla="*/ 1246 h 760"/>
                <a:gd name="T70" fmla="*/ 396 w 298"/>
                <a:gd name="T71" fmla="*/ 1246 h 760"/>
                <a:gd name="T72" fmla="*/ 446 w 298"/>
                <a:gd name="T73" fmla="*/ 1200 h 760"/>
                <a:gd name="T74" fmla="*/ 446 w 298"/>
                <a:gd name="T75" fmla="*/ 1019 h 760"/>
                <a:gd name="T76" fmla="*/ 446 w 298"/>
                <a:gd name="T77" fmla="*/ 1013 h 760"/>
                <a:gd name="T78" fmla="*/ 446 w 298"/>
                <a:gd name="T79" fmla="*/ 1006 h 760"/>
                <a:gd name="T80" fmla="*/ 446 w 298"/>
                <a:gd name="T81" fmla="*/ 837 h 760"/>
                <a:gd name="T82" fmla="*/ 446 w 298"/>
                <a:gd name="T83" fmla="*/ 824 h 760"/>
                <a:gd name="T84" fmla="*/ 446 w 298"/>
                <a:gd name="T85" fmla="*/ 398 h 760"/>
                <a:gd name="T86" fmla="*/ 455 w 298"/>
                <a:gd name="T87" fmla="*/ 398 h 760"/>
                <a:gd name="T88" fmla="*/ 589 w 298"/>
                <a:gd name="T89" fmla="*/ 228 h 760"/>
                <a:gd name="T90" fmla="*/ 593 w 298"/>
                <a:gd name="T91" fmla="*/ 216 h 760"/>
                <a:gd name="T92" fmla="*/ 595 w 298"/>
                <a:gd name="T93" fmla="*/ 204 h 760"/>
                <a:gd name="T94" fmla="*/ 595 w 298"/>
                <a:gd name="T95" fmla="*/ 200 h 760"/>
                <a:gd name="T96" fmla="*/ 595 w 298"/>
                <a:gd name="T97" fmla="*/ 41 h 760"/>
                <a:gd name="T98" fmla="*/ 551 w 298"/>
                <a:gd name="T99" fmla="*/ 0 h 76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98"/>
                <a:gd name="T151" fmla="*/ 0 h 760"/>
                <a:gd name="T152" fmla="*/ 298 w 298"/>
                <a:gd name="T153" fmla="*/ 760 h 76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98" h="760">
                  <a:moveTo>
                    <a:pt x="276" y="0"/>
                  </a:moveTo>
                  <a:cubicBezTo>
                    <a:pt x="264" y="0"/>
                    <a:pt x="253" y="11"/>
                    <a:pt x="253" y="25"/>
                  </a:cubicBezTo>
                  <a:cubicBezTo>
                    <a:pt x="253" y="114"/>
                    <a:pt x="253" y="114"/>
                    <a:pt x="253" y="114"/>
                  </a:cubicBezTo>
                  <a:cubicBezTo>
                    <a:pt x="193" y="205"/>
                    <a:pt x="193" y="205"/>
                    <a:pt x="193" y="205"/>
                  </a:cubicBezTo>
                  <a:cubicBezTo>
                    <a:pt x="106" y="205"/>
                    <a:pt x="106" y="205"/>
                    <a:pt x="106" y="205"/>
                  </a:cubicBezTo>
                  <a:cubicBezTo>
                    <a:pt x="48" y="117"/>
                    <a:pt x="48" y="117"/>
                    <a:pt x="48" y="117"/>
                  </a:cubicBezTo>
                  <a:cubicBezTo>
                    <a:pt x="48" y="25"/>
                    <a:pt x="48" y="25"/>
                    <a:pt x="48" y="25"/>
                  </a:cubicBezTo>
                  <a:cubicBezTo>
                    <a:pt x="48" y="11"/>
                    <a:pt x="37" y="0"/>
                    <a:pt x="24" y="0"/>
                  </a:cubicBezTo>
                  <a:cubicBezTo>
                    <a:pt x="11" y="0"/>
                    <a:pt x="0" y="11"/>
                    <a:pt x="0" y="25"/>
                  </a:cubicBezTo>
                  <a:cubicBezTo>
                    <a:pt x="0" y="122"/>
                    <a:pt x="0" y="122"/>
                    <a:pt x="0" y="122"/>
                  </a:cubicBezTo>
                  <a:cubicBezTo>
                    <a:pt x="0" y="124"/>
                    <a:pt x="0" y="124"/>
                    <a:pt x="0" y="124"/>
                  </a:cubicBezTo>
                  <a:cubicBezTo>
                    <a:pt x="0" y="128"/>
                    <a:pt x="2" y="130"/>
                    <a:pt x="2" y="132"/>
                  </a:cubicBezTo>
                  <a:cubicBezTo>
                    <a:pt x="2" y="132"/>
                    <a:pt x="2" y="132"/>
                    <a:pt x="2" y="135"/>
                  </a:cubicBezTo>
                  <a:cubicBezTo>
                    <a:pt x="3" y="136"/>
                    <a:pt x="3" y="136"/>
                    <a:pt x="5" y="139"/>
                  </a:cubicBezTo>
                  <a:cubicBezTo>
                    <a:pt x="72" y="243"/>
                    <a:pt x="72" y="243"/>
                    <a:pt x="72" y="243"/>
                  </a:cubicBezTo>
                  <a:cubicBezTo>
                    <a:pt x="72" y="243"/>
                    <a:pt x="74" y="246"/>
                    <a:pt x="77" y="248"/>
                  </a:cubicBezTo>
                  <a:cubicBezTo>
                    <a:pt x="77" y="503"/>
                    <a:pt x="77" y="503"/>
                    <a:pt x="77" y="503"/>
                  </a:cubicBezTo>
                  <a:cubicBezTo>
                    <a:pt x="77" y="511"/>
                    <a:pt x="77" y="511"/>
                    <a:pt x="77" y="511"/>
                  </a:cubicBezTo>
                  <a:cubicBezTo>
                    <a:pt x="77" y="614"/>
                    <a:pt x="77" y="614"/>
                    <a:pt x="77" y="614"/>
                  </a:cubicBezTo>
                  <a:cubicBezTo>
                    <a:pt x="77" y="617"/>
                    <a:pt x="78" y="617"/>
                    <a:pt x="78" y="618"/>
                  </a:cubicBezTo>
                  <a:cubicBezTo>
                    <a:pt x="77" y="622"/>
                    <a:pt x="77" y="622"/>
                    <a:pt x="77" y="622"/>
                  </a:cubicBezTo>
                  <a:cubicBezTo>
                    <a:pt x="77" y="732"/>
                    <a:pt x="77" y="732"/>
                    <a:pt x="77" y="732"/>
                  </a:cubicBezTo>
                  <a:cubicBezTo>
                    <a:pt x="77" y="749"/>
                    <a:pt x="90" y="760"/>
                    <a:pt x="102" y="760"/>
                  </a:cubicBezTo>
                  <a:cubicBezTo>
                    <a:pt x="110" y="760"/>
                    <a:pt x="110" y="760"/>
                    <a:pt x="110" y="760"/>
                  </a:cubicBezTo>
                  <a:cubicBezTo>
                    <a:pt x="124" y="760"/>
                    <a:pt x="136" y="749"/>
                    <a:pt x="136" y="732"/>
                  </a:cubicBezTo>
                  <a:cubicBezTo>
                    <a:pt x="136" y="622"/>
                    <a:pt x="136" y="622"/>
                    <a:pt x="136" y="622"/>
                  </a:cubicBezTo>
                  <a:cubicBezTo>
                    <a:pt x="136" y="618"/>
                    <a:pt x="136" y="618"/>
                    <a:pt x="136" y="618"/>
                  </a:cubicBezTo>
                  <a:cubicBezTo>
                    <a:pt x="136" y="617"/>
                    <a:pt x="136" y="617"/>
                    <a:pt x="136" y="614"/>
                  </a:cubicBezTo>
                  <a:cubicBezTo>
                    <a:pt x="136" y="511"/>
                    <a:pt x="136" y="511"/>
                    <a:pt x="136" y="511"/>
                  </a:cubicBezTo>
                  <a:cubicBezTo>
                    <a:pt x="166" y="511"/>
                    <a:pt x="166" y="511"/>
                    <a:pt x="166" y="511"/>
                  </a:cubicBezTo>
                  <a:cubicBezTo>
                    <a:pt x="166" y="614"/>
                    <a:pt x="166" y="614"/>
                    <a:pt x="166" y="614"/>
                  </a:cubicBezTo>
                  <a:cubicBezTo>
                    <a:pt x="166" y="617"/>
                    <a:pt x="166" y="617"/>
                    <a:pt x="166" y="618"/>
                  </a:cubicBezTo>
                  <a:cubicBezTo>
                    <a:pt x="166" y="622"/>
                    <a:pt x="166" y="622"/>
                    <a:pt x="166" y="622"/>
                  </a:cubicBezTo>
                  <a:cubicBezTo>
                    <a:pt x="166" y="732"/>
                    <a:pt x="166" y="732"/>
                    <a:pt x="166" y="732"/>
                  </a:cubicBezTo>
                  <a:cubicBezTo>
                    <a:pt x="166" y="749"/>
                    <a:pt x="177" y="760"/>
                    <a:pt x="191" y="760"/>
                  </a:cubicBezTo>
                  <a:cubicBezTo>
                    <a:pt x="198" y="760"/>
                    <a:pt x="198" y="760"/>
                    <a:pt x="198" y="760"/>
                  </a:cubicBezTo>
                  <a:cubicBezTo>
                    <a:pt x="214" y="760"/>
                    <a:pt x="224" y="749"/>
                    <a:pt x="224" y="732"/>
                  </a:cubicBezTo>
                  <a:cubicBezTo>
                    <a:pt x="224" y="622"/>
                    <a:pt x="224" y="622"/>
                    <a:pt x="224" y="622"/>
                  </a:cubicBezTo>
                  <a:cubicBezTo>
                    <a:pt x="224" y="618"/>
                    <a:pt x="224" y="618"/>
                    <a:pt x="224" y="618"/>
                  </a:cubicBezTo>
                  <a:cubicBezTo>
                    <a:pt x="224" y="617"/>
                    <a:pt x="224" y="617"/>
                    <a:pt x="224" y="614"/>
                  </a:cubicBezTo>
                  <a:cubicBezTo>
                    <a:pt x="224" y="511"/>
                    <a:pt x="224" y="511"/>
                    <a:pt x="224" y="511"/>
                  </a:cubicBezTo>
                  <a:cubicBezTo>
                    <a:pt x="224" y="503"/>
                    <a:pt x="224" y="503"/>
                    <a:pt x="224" y="503"/>
                  </a:cubicBezTo>
                  <a:cubicBezTo>
                    <a:pt x="224" y="243"/>
                    <a:pt x="224" y="243"/>
                    <a:pt x="224" y="243"/>
                  </a:cubicBezTo>
                  <a:cubicBezTo>
                    <a:pt x="227" y="243"/>
                    <a:pt x="227" y="243"/>
                    <a:pt x="228" y="243"/>
                  </a:cubicBezTo>
                  <a:cubicBezTo>
                    <a:pt x="295" y="139"/>
                    <a:pt x="295" y="139"/>
                    <a:pt x="295" y="139"/>
                  </a:cubicBezTo>
                  <a:cubicBezTo>
                    <a:pt x="295" y="136"/>
                    <a:pt x="297" y="135"/>
                    <a:pt x="297" y="132"/>
                  </a:cubicBezTo>
                  <a:cubicBezTo>
                    <a:pt x="298" y="128"/>
                    <a:pt x="298" y="126"/>
                    <a:pt x="298" y="124"/>
                  </a:cubicBezTo>
                  <a:cubicBezTo>
                    <a:pt x="298" y="122"/>
                    <a:pt x="298" y="122"/>
                    <a:pt x="298" y="122"/>
                  </a:cubicBezTo>
                  <a:cubicBezTo>
                    <a:pt x="298" y="25"/>
                    <a:pt x="298" y="25"/>
                    <a:pt x="298" y="25"/>
                  </a:cubicBezTo>
                  <a:cubicBezTo>
                    <a:pt x="298" y="11"/>
                    <a:pt x="290" y="0"/>
                    <a:pt x="276" y="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3" name="Oval 97"/>
            <p:cNvSpPr>
              <a:spLocks noChangeArrowheads="1"/>
            </p:cNvSpPr>
            <p:nvPr/>
          </p:nvSpPr>
          <p:spPr bwMode="auto">
            <a:xfrm>
              <a:off x="1884" y="1093"/>
              <a:ext cx="158" cy="156"/>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44" name="Freeform 98"/>
            <p:cNvSpPr/>
            <p:nvPr/>
          </p:nvSpPr>
          <p:spPr bwMode="auto">
            <a:xfrm>
              <a:off x="2133" y="1361"/>
              <a:ext cx="476" cy="708"/>
            </a:xfrm>
            <a:custGeom>
              <a:avLst/>
              <a:gdLst>
                <a:gd name="T0" fmla="*/ 664 w 337"/>
                <a:gd name="T1" fmla="*/ 188 h 553"/>
                <a:gd name="T2" fmla="*/ 661 w 337"/>
                <a:gd name="T3" fmla="*/ 183 h 553"/>
                <a:gd name="T4" fmla="*/ 483 w 337"/>
                <a:gd name="T5" fmla="*/ 4 h 553"/>
                <a:gd name="T6" fmla="*/ 192 w 337"/>
                <a:gd name="T7" fmla="*/ 0 h 553"/>
                <a:gd name="T8" fmla="*/ 145 w 337"/>
                <a:gd name="T9" fmla="*/ 18 h 553"/>
                <a:gd name="T10" fmla="*/ 8 w 337"/>
                <a:gd name="T11" fmla="*/ 187 h 553"/>
                <a:gd name="T12" fmla="*/ 4 w 337"/>
                <a:gd name="T13" fmla="*/ 193 h 553"/>
                <a:gd name="T14" fmla="*/ 0 w 337"/>
                <a:gd name="T15" fmla="*/ 210 h 553"/>
                <a:gd name="T16" fmla="*/ 4 w 337"/>
                <a:gd name="T17" fmla="*/ 227 h 553"/>
                <a:gd name="T18" fmla="*/ 16 w 337"/>
                <a:gd name="T19" fmla="*/ 245 h 553"/>
                <a:gd name="T20" fmla="*/ 23 w 337"/>
                <a:gd name="T21" fmla="*/ 246 h 553"/>
                <a:gd name="T22" fmla="*/ 237 w 337"/>
                <a:gd name="T23" fmla="*/ 315 h 553"/>
                <a:gd name="T24" fmla="*/ 116 w 337"/>
                <a:gd name="T25" fmla="*/ 201 h 553"/>
                <a:gd name="T26" fmla="*/ 192 w 337"/>
                <a:gd name="T27" fmla="*/ 210 h 553"/>
                <a:gd name="T28" fmla="*/ 261 w 337"/>
                <a:gd name="T29" fmla="*/ 329 h 553"/>
                <a:gd name="T30" fmla="*/ 192 w 337"/>
                <a:gd name="T31" fmla="*/ 358 h 553"/>
                <a:gd name="T32" fmla="*/ 192 w 337"/>
                <a:gd name="T33" fmla="*/ 499 h 553"/>
                <a:gd name="T34" fmla="*/ 192 w 337"/>
                <a:gd name="T35" fmla="*/ 673 h 553"/>
                <a:gd name="T36" fmla="*/ 192 w 337"/>
                <a:gd name="T37" fmla="*/ 860 h 553"/>
                <a:gd name="T38" fmla="*/ 253 w 337"/>
                <a:gd name="T39" fmla="*/ 906 h 553"/>
                <a:gd name="T40" fmla="*/ 309 w 337"/>
                <a:gd name="T41" fmla="*/ 682 h 553"/>
                <a:gd name="T42" fmla="*/ 309 w 337"/>
                <a:gd name="T43" fmla="*/ 668 h 553"/>
                <a:gd name="T44" fmla="*/ 364 w 337"/>
                <a:gd name="T45" fmla="*/ 499 h 553"/>
                <a:gd name="T46" fmla="*/ 364 w 337"/>
                <a:gd name="T47" fmla="*/ 673 h 553"/>
                <a:gd name="T48" fmla="*/ 364 w 337"/>
                <a:gd name="T49" fmla="*/ 860 h 553"/>
                <a:gd name="T50" fmla="*/ 431 w 337"/>
                <a:gd name="T51" fmla="*/ 906 h 553"/>
                <a:gd name="T52" fmla="*/ 483 w 337"/>
                <a:gd name="T53" fmla="*/ 682 h 553"/>
                <a:gd name="T54" fmla="*/ 483 w 337"/>
                <a:gd name="T55" fmla="*/ 668 h 553"/>
                <a:gd name="T56" fmla="*/ 483 w 337"/>
                <a:gd name="T57" fmla="*/ 485 h 553"/>
                <a:gd name="T58" fmla="*/ 468 w 337"/>
                <a:gd name="T59" fmla="*/ 358 h 553"/>
                <a:gd name="T60" fmla="*/ 431 w 337"/>
                <a:gd name="T61" fmla="*/ 236 h 553"/>
                <a:gd name="T62" fmla="*/ 483 w 337"/>
                <a:gd name="T63" fmla="*/ 113 h 553"/>
                <a:gd name="T64" fmla="*/ 446 w 337"/>
                <a:gd name="T65" fmla="*/ 256 h 553"/>
                <a:gd name="T66" fmla="*/ 493 w 337"/>
                <a:gd name="T67" fmla="*/ 329 h 553"/>
                <a:gd name="T68" fmla="*/ 648 w 337"/>
                <a:gd name="T69" fmla="*/ 245 h 553"/>
                <a:gd name="T70" fmla="*/ 664 w 337"/>
                <a:gd name="T71" fmla="*/ 233 h 553"/>
                <a:gd name="T72" fmla="*/ 668 w 337"/>
                <a:gd name="T73" fmla="*/ 216 h 553"/>
                <a:gd name="T74" fmla="*/ 668 w 337"/>
                <a:gd name="T75" fmla="*/ 204 h 55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37"/>
                <a:gd name="T115" fmla="*/ 0 h 553"/>
                <a:gd name="T116" fmla="*/ 337 w 337"/>
                <a:gd name="T117" fmla="*/ 553 h 55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37" h="553">
                  <a:moveTo>
                    <a:pt x="333" y="118"/>
                  </a:moveTo>
                  <a:cubicBezTo>
                    <a:pt x="333" y="115"/>
                    <a:pt x="333" y="115"/>
                    <a:pt x="333" y="115"/>
                  </a:cubicBezTo>
                  <a:cubicBezTo>
                    <a:pt x="333" y="115"/>
                    <a:pt x="333" y="115"/>
                    <a:pt x="331" y="114"/>
                  </a:cubicBezTo>
                  <a:cubicBezTo>
                    <a:pt x="331" y="114"/>
                    <a:pt x="331" y="114"/>
                    <a:pt x="331" y="112"/>
                  </a:cubicBezTo>
                  <a:cubicBezTo>
                    <a:pt x="262" y="11"/>
                    <a:pt x="262" y="11"/>
                    <a:pt x="262" y="11"/>
                  </a:cubicBezTo>
                  <a:cubicBezTo>
                    <a:pt x="256" y="4"/>
                    <a:pt x="249" y="0"/>
                    <a:pt x="242" y="2"/>
                  </a:cubicBezTo>
                  <a:cubicBezTo>
                    <a:pt x="242" y="0"/>
                    <a:pt x="242" y="0"/>
                    <a:pt x="242" y="0"/>
                  </a:cubicBezTo>
                  <a:cubicBezTo>
                    <a:pt x="96" y="0"/>
                    <a:pt x="96" y="0"/>
                    <a:pt x="96" y="0"/>
                  </a:cubicBezTo>
                  <a:cubicBezTo>
                    <a:pt x="96" y="2"/>
                    <a:pt x="96" y="2"/>
                    <a:pt x="96" y="2"/>
                  </a:cubicBezTo>
                  <a:cubicBezTo>
                    <a:pt x="85" y="0"/>
                    <a:pt x="78" y="4"/>
                    <a:pt x="73" y="11"/>
                  </a:cubicBezTo>
                  <a:cubicBezTo>
                    <a:pt x="4" y="112"/>
                    <a:pt x="4" y="112"/>
                    <a:pt x="4" y="112"/>
                  </a:cubicBezTo>
                  <a:cubicBezTo>
                    <a:pt x="4" y="114"/>
                    <a:pt x="4" y="114"/>
                    <a:pt x="4" y="114"/>
                  </a:cubicBezTo>
                  <a:cubicBezTo>
                    <a:pt x="2" y="114"/>
                    <a:pt x="2" y="114"/>
                    <a:pt x="2" y="114"/>
                  </a:cubicBezTo>
                  <a:cubicBezTo>
                    <a:pt x="2" y="115"/>
                    <a:pt x="2" y="115"/>
                    <a:pt x="2" y="118"/>
                  </a:cubicBezTo>
                  <a:cubicBezTo>
                    <a:pt x="2" y="120"/>
                    <a:pt x="0" y="123"/>
                    <a:pt x="0" y="124"/>
                  </a:cubicBezTo>
                  <a:cubicBezTo>
                    <a:pt x="0" y="124"/>
                    <a:pt x="0" y="125"/>
                    <a:pt x="0" y="128"/>
                  </a:cubicBezTo>
                  <a:cubicBezTo>
                    <a:pt x="0" y="129"/>
                    <a:pt x="0" y="132"/>
                    <a:pt x="0" y="132"/>
                  </a:cubicBezTo>
                  <a:cubicBezTo>
                    <a:pt x="0" y="136"/>
                    <a:pt x="2" y="136"/>
                    <a:pt x="2" y="138"/>
                  </a:cubicBezTo>
                  <a:cubicBezTo>
                    <a:pt x="2" y="139"/>
                    <a:pt x="2" y="139"/>
                    <a:pt x="2" y="142"/>
                  </a:cubicBezTo>
                  <a:cubicBezTo>
                    <a:pt x="4" y="144"/>
                    <a:pt x="5" y="146"/>
                    <a:pt x="8" y="149"/>
                  </a:cubicBezTo>
                  <a:cubicBezTo>
                    <a:pt x="10" y="149"/>
                    <a:pt x="10" y="149"/>
                    <a:pt x="10" y="149"/>
                  </a:cubicBezTo>
                  <a:cubicBezTo>
                    <a:pt x="10" y="149"/>
                    <a:pt x="10" y="150"/>
                    <a:pt x="11" y="150"/>
                  </a:cubicBezTo>
                  <a:cubicBezTo>
                    <a:pt x="87" y="201"/>
                    <a:pt x="87" y="201"/>
                    <a:pt x="87" y="201"/>
                  </a:cubicBezTo>
                  <a:cubicBezTo>
                    <a:pt x="98" y="209"/>
                    <a:pt x="113" y="204"/>
                    <a:pt x="119" y="192"/>
                  </a:cubicBezTo>
                  <a:cubicBezTo>
                    <a:pt x="127" y="180"/>
                    <a:pt x="122" y="165"/>
                    <a:pt x="112" y="156"/>
                  </a:cubicBezTo>
                  <a:cubicBezTo>
                    <a:pt x="58" y="123"/>
                    <a:pt x="58" y="123"/>
                    <a:pt x="58" y="123"/>
                  </a:cubicBezTo>
                  <a:cubicBezTo>
                    <a:pt x="96" y="68"/>
                    <a:pt x="96" y="68"/>
                    <a:pt x="96" y="68"/>
                  </a:cubicBezTo>
                  <a:cubicBezTo>
                    <a:pt x="96" y="128"/>
                    <a:pt x="96" y="128"/>
                    <a:pt x="96" y="128"/>
                  </a:cubicBezTo>
                  <a:cubicBezTo>
                    <a:pt x="119" y="144"/>
                    <a:pt x="119" y="144"/>
                    <a:pt x="119" y="144"/>
                  </a:cubicBezTo>
                  <a:cubicBezTo>
                    <a:pt x="138" y="156"/>
                    <a:pt x="143" y="180"/>
                    <a:pt x="131" y="201"/>
                  </a:cubicBezTo>
                  <a:cubicBezTo>
                    <a:pt x="124" y="214"/>
                    <a:pt x="113" y="219"/>
                    <a:pt x="100" y="219"/>
                  </a:cubicBezTo>
                  <a:cubicBezTo>
                    <a:pt x="98" y="219"/>
                    <a:pt x="97" y="219"/>
                    <a:pt x="96" y="219"/>
                  </a:cubicBezTo>
                  <a:cubicBezTo>
                    <a:pt x="96" y="296"/>
                    <a:pt x="96" y="296"/>
                    <a:pt x="96" y="296"/>
                  </a:cubicBezTo>
                  <a:cubicBezTo>
                    <a:pt x="96" y="305"/>
                    <a:pt x="96" y="305"/>
                    <a:pt x="96" y="305"/>
                  </a:cubicBezTo>
                  <a:cubicBezTo>
                    <a:pt x="96" y="408"/>
                    <a:pt x="96" y="408"/>
                    <a:pt x="96" y="408"/>
                  </a:cubicBezTo>
                  <a:cubicBezTo>
                    <a:pt x="96" y="408"/>
                    <a:pt x="96" y="409"/>
                    <a:pt x="96" y="411"/>
                  </a:cubicBezTo>
                  <a:cubicBezTo>
                    <a:pt x="96" y="411"/>
                    <a:pt x="96" y="413"/>
                    <a:pt x="96" y="416"/>
                  </a:cubicBezTo>
                  <a:cubicBezTo>
                    <a:pt x="96" y="525"/>
                    <a:pt x="96" y="525"/>
                    <a:pt x="96" y="525"/>
                  </a:cubicBezTo>
                  <a:cubicBezTo>
                    <a:pt x="96" y="541"/>
                    <a:pt x="106" y="553"/>
                    <a:pt x="119" y="553"/>
                  </a:cubicBezTo>
                  <a:cubicBezTo>
                    <a:pt x="127" y="553"/>
                    <a:pt x="127" y="553"/>
                    <a:pt x="127" y="553"/>
                  </a:cubicBezTo>
                  <a:cubicBezTo>
                    <a:pt x="142" y="553"/>
                    <a:pt x="155" y="541"/>
                    <a:pt x="155" y="525"/>
                  </a:cubicBezTo>
                  <a:cubicBezTo>
                    <a:pt x="155" y="416"/>
                    <a:pt x="155" y="416"/>
                    <a:pt x="155" y="416"/>
                  </a:cubicBezTo>
                  <a:cubicBezTo>
                    <a:pt x="155" y="413"/>
                    <a:pt x="153" y="411"/>
                    <a:pt x="153" y="411"/>
                  </a:cubicBezTo>
                  <a:cubicBezTo>
                    <a:pt x="153" y="409"/>
                    <a:pt x="155" y="408"/>
                    <a:pt x="155" y="408"/>
                  </a:cubicBezTo>
                  <a:cubicBezTo>
                    <a:pt x="155" y="305"/>
                    <a:pt x="155" y="305"/>
                    <a:pt x="155" y="305"/>
                  </a:cubicBezTo>
                  <a:cubicBezTo>
                    <a:pt x="183" y="305"/>
                    <a:pt x="183" y="305"/>
                    <a:pt x="183" y="305"/>
                  </a:cubicBezTo>
                  <a:cubicBezTo>
                    <a:pt x="183" y="408"/>
                    <a:pt x="183" y="408"/>
                    <a:pt x="183" y="408"/>
                  </a:cubicBezTo>
                  <a:cubicBezTo>
                    <a:pt x="183" y="408"/>
                    <a:pt x="183" y="409"/>
                    <a:pt x="183" y="411"/>
                  </a:cubicBezTo>
                  <a:cubicBezTo>
                    <a:pt x="183" y="411"/>
                    <a:pt x="183" y="413"/>
                    <a:pt x="183" y="416"/>
                  </a:cubicBezTo>
                  <a:cubicBezTo>
                    <a:pt x="183" y="525"/>
                    <a:pt x="183" y="525"/>
                    <a:pt x="183" y="525"/>
                  </a:cubicBezTo>
                  <a:cubicBezTo>
                    <a:pt x="183" y="541"/>
                    <a:pt x="196" y="553"/>
                    <a:pt x="208" y="553"/>
                  </a:cubicBezTo>
                  <a:cubicBezTo>
                    <a:pt x="216" y="553"/>
                    <a:pt x="216" y="553"/>
                    <a:pt x="216" y="553"/>
                  </a:cubicBezTo>
                  <a:cubicBezTo>
                    <a:pt x="230" y="553"/>
                    <a:pt x="242" y="541"/>
                    <a:pt x="242" y="525"/>
                  </a:cubicBezTo>
                  <a:cubicBezTo>
                    <a:pt x="242" y="416"/>
                    <a:pt x="242" y="416"/>
                    <a:pt x="242" y="416"/>
                  </a:cubicBezTo>
                  <a:cubicBezTo>
                    <a:pt x="242" y="413"/>
                    <a:pt x="242" y="411"/>
                    <a:pt x="242" y="411"/>
                  </a:cubicBezTo>
                  <a:cubicBezTo>
                    <a:pt x="242" y="409"/>
                    <a:pt x="242" y="408"/>
                    <a:pt x="242" y="408"/>
                  </a:cubicBezTo>
                  <a:cubicBezTo>
                    <a:pt x="242" y="305"/>
                    <a:pt x="242" y="305"/>
                    <a:pt x="242" y="305"/>
                  </a:cubicBezTo>
                  <a:cubicBezTo>
                    <a:pt x="242" y="296"/>
                    <a:pt x="242" y="296"/>
                    <a:pt x="242" y="296"/>
                  </a:cubicBezTo>
                  <a:cubicBezTo>
                    <a:pt x="242" y="219"/>
                    <a:pt x="242" y="219"/>
                    <a:pt x="242" y="219"/>
                  </a:cubicBezTo>
                  <a:cubicBezTo>
                    <a:pt x="240" y="219"/>
                    <a:pt x="238" y="219"/>
                    <a:pt x="234" y="219"/>
                  </a:cubicBezTo>
                  <a:cubicBezTo>
                    <a:pt x="221" y="219"/>
                    <a:pt x="209" y="214"/>
                    <a:pt x="203" y="201"/>
                  </a:cubicBezTo>
                  <a:cubicBezTo>
                    <a:pt x="193" y="180"/>
                    <a:pt x="199" y="156"/>
                    <a:pt x="216" y="144"/>
                  </a:cubicBezTo>
                  <a:cubicBezTo>
                    <a:pt x="242" y="125"/>
                    <a:pt x="242" y="125"/>
                    <a:pt x="242" y="125"/>
                  </a:cubicBezTo>
                  <a:cubicBezTo>
                    <a:pt x="242" y="69"/>
                    <a:pt x="242" y="69"/>
                    <a:pt x="242" y="69"/>
                  </a:cubicBezTo>
                  <a:cubicBezTo>
                    <a:pt x="277" y="123"/>
                    <a:pt x="277" y="123"/>
                    <a:pt x="277" y="123"/>
                  </a:cubicBezTo>
                  <a:cubicBezTo>
                    <a:pt x="224" y="156"/>
                    <a:pt x="224" y="156"/>
                    <a:pt x="224" y="156"/>
                  </a:cubicBezTo>
                  <a:cubicBezTo>
                    <a:pt x="212" y="165"/>
                    <a:pt x="208" y="180"/>
                    <a:pt x="216" y="192"/>
                  </a:cubicBezTo>
                  <a:cubicBezTo>
                    <a:pt x="221" y="204"/>
                    <a:pt x="236" y="209"/>
                    <a:pt x="247" y="201"/>
                  </a:cubicBezTo>
                  <a:cubicBezTo>
                    <a:pt x="323" y="150"/>
                    <a:pt x="323" y="150"/>
                    <a:pt x="323" y="150"/>
                  </a:cubicBezTo>
                  <a:cubicBezTo>
                    <a:pt x="325" y="150"/>
                    <a:pt x="325" y="149"/>
                    <a:pt x="325" y="149"/>
                  </a:cubicBezTo>
                  <a:cubicBezTo>
                    <a:pt x="327" y="149"/>
                    <a:pt x="327" y="149"/>
                    <a:pt x="327" y="149"/>
                  </a:cubicBezTo>
                  <a:cubicBezTo>
                    <a:pt x="329" y="146"/>
                    <a:pt x="331" y="144"/>
                    <a:pt x="333" y="142"/>
                  </a:cubicBezTo>
                  <a:cubicBezTo>
                    <a:pt x="333" y="139"/>
                    <a:pt x="333" y="139"/>
                    <a:pt x="333" y="139"/>
                  </a:cubicBezTo>
                  <a:cubicBezTo>
                    <a:pt x="335" y="138"/>
                    <a:pt x="335" y="136"/>
                    <a:pt x="335" y="132"/>
                  </a:cubicBezTo>
                  <a:cubicBezTo>
                    <a:pt x="337" y="132"/>
                    <a:pt x="335" y="129"/>
                    <a:pt x="335" y="128"/>
                  </a:cubicBezTo>
                  <a:cubicBezTo>
                    <a:pt x="335" y="125"/>
                    <a:pt x="337" y="125"/>
                    <a:pt x="335" y="124"/>
                  </a:cubicBezTo>
                  <a:cubicBezTo>
                    <a:pt x="335" y="123"/>
                    <a:pt x="335" y="120"/>
                    <a:pt x="333" y="118"/>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5" name="Freeform 99"/>
            <p:cNvSpPr/>
            <p:nvPr/>
          </p:nvSpPr>
          <p:spPr bwMode="auto">
            <a:xfrm>
              <a:off x="2291" y="1176"/>
              <a:ext cx="160" cy="160"/>
            </a:xfrm>
            <a:custGeom>
              <a:avLst/>
              <a:gdLst>
                <a:gd name="T0" fmla="*/ 110 w 113"/>
                <a:gd name="T1" fmla="*/ 205 h 125"/>
                <a:gd name="T2" fmla="*/ 227 w 113"/>
                <a:gd name="T3" fmla="*/ 101 h 125"/>
                <a:gd name="T4" fmla="*/ 110 w 113"/>
                <a:gd name="T5" fmla="*/ 0 h 125"/>
                <a:gd name="T6" fmla="*/ 0 w 113"/>
                <a:gd name="T7" fmla="*/ 101 h 125"/>
                <a:gd name="T8" fmla="*/ 110 w 113"/>
                <a:gd name="T9" fmla="*/ 205 h 125"/>
                <a:gd name="T10" fmla="*/ 0 60000 65536"/>
                <a:gd name="T11" fmla="*/ 0 60000 65536"/>
                <a:gd name="T12" fmla="*/ 0 60000 65536"/>
                <a:gd name="T13" fmla="*/ 0 60000 65536"/>
                <a:gd name="T14" fmla="*/ 0 60000 65536"/>
                <a:gd name="T15" fmla="*/ 0 w 113"/>
                <a:gd name="T16" fmla="*/ 0 h 125"/>
                <a:gd name="T17" fmla="*/ 113 w 113"/>
                <a:gd name="T18" fmla="*/ 125 h 125"/>
              </a:gdLst>
              <a:ahLst/>
              <a:cxnLst>
                <a:cxn ang="T10">
                  <a:pos x="T0" y="T1"/>
                </a:cxn>
                <a:cxn ang="T11">
                  <a:pos x="T2" y="T3"/>
                </a:cxn>
                <a:cxn ang="T12">
                  <a:pos x="T4" y="T5"/>
                </a:cxn>
                <a:cxn ang="T13">
                  <a:pos x="T6" y="T7"/>
                </a:cxn>
                <a:cxn ang="T14">
                  <a:pos x="T8" y="T9"/>
                </a:cxn>
              </a:cxnLst>
              <a:rect l="T15" t="T16" r="T17" b="T18"/>
              <a:pathLst>
                <a:path w="113" h="125">
                  <a:moveTo>
                    <a:pt x="55" y="125"/>
                  </a:moveTo>
                  <a:cubicBezTo>
                    <a:pt x="87" y="125"/>
                    <a:pt x="113" y="96"/>
                    <a:pt x="113" y="62"/>
                  </a:cubicBezTo>
                  <a:cubicBezTo>
                    <a:pt x="113" y="29"/>
                    <a:pt x="87" y="0"/>
                    <a:pt x="55" y="0"/>
                  </a:cubicBezTo>
                  <a:cubicBezTo>
                    <a:pt x="26" y="0"/>
                    <a:pt x="0" y="29"/>
                    <a:pt x="0" y="62"/>
                  </a:cubicBezTo>
                  <a:cubicBezTo>
                    <a:pt x="0" y="96"/>
                    <a:pt x="26" y="125"/>
                    <a:pt x="55" y="125"/>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6" name="Oval 100"/>
            <p:cNvSpPr>
              <a:spLocks noChangeArrowheads="1"/>
            </p:cNvSpPr>
            <p:nvPr/>
          </p:nvSpPr>
          <p:spPr bwMode="auto">
            <a:xfrm>
              <a:off x="950" y="1160"/>
              <a:ext cx="459" cy="453"/>
            </a:xfrm>
            <a:prstGeom prst="ellipse">
              <a:avLst/>
            </a:pr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47" name="Freeform 101"/>
            <p:cNvSpPr/>
            <p:nvPr/>
          </p:nvSpPr>
          <p:spPr bwMode="auto">
            <a:xfrm>
              <a:off x="1206" y="1408"/>
              <a:ext cx="243" cy="242"/>
            </a:xfrm>
            <a:custGeom>
              <a:avLst/>
              <a:gdLst>
                <a:gd name="T0" fmla="*/ 8 w 172"/>
                <a:gd name="T1" fmla="*/ 92 h 189"/>
                <a:gd name="T2" fmla="*/ 25 w 172"/>
                <a:gd name="T3" fmla="*/ 87 h 189"/>
                <a:gd name="T4" fmla="*/ 38 w 172"/>
                <a:gd name="T5" fmla="*/ 65 h 189"/>
                <a:gd name="T6" fmla="*/ 78 w 172"/>
                <a:gd name="T7" fmla="*/ 33 h 189"/>
                <a:gd name="T8" fmla="*/ 102 w 172"/>
                <a:gd name="T9" fmla="*/ 18 h 189"/>
                <a:gd name="T10" fmla="*/ 110 w 172"/>
                <a:gd name="T11" fmla="*/ 4 h 189"/>
                <a:gd name="T12" fmla="*/ 134 w 172"/>
                <a:gd name="T13" fmla="*/ 10 h 189"/>
                <a:gd name="T14" fmla="*/ 335 w 172"/>
                <a:gd name="T15" fmla="*/ 282 h 189"/>
                <a:gd name="T16" fmla="*/ 335 w 172"/>
                <a:gd name="T17" fmla="*/ 298 h 189"/>
                <a:gd name="T18" fmla="*/ 335 w 172"/>
                <a:gd name="T19" fmla="*/ 303 h 189"/>
                <a:gd name="T20" fmla="*/ 329 w 172"/>
                <a:gd name="T21" fmla="*/ 306 h 189"/>
                <a:gd name="T22" fmla="*/ 311 w 172"/>
                <a:gd name="T23" fmla="*/ 306 h 189"/>
                <a:gd name="T24" fmla="*/ 14 w 172"/>
                <a:gd name="T25" fmla="*/ 115 h 189"/>
                <a:gd name="T26" fmla="*/ 8 w 172"/>
                <a:gd name="T27" fmla="*/ 92 h 18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2"/>
                <a:gd name="T43" fmla="*/ 0 h 189"/>
                <a:gd name="T44" fmla="*/ 172 w 172"/>
                <a:gd name="T45" fmla="*/ 189 h 18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2" h="189">
                  <a:moveTo>
                    <a:pt x="4" y="56"/>
                  </a:moveTo>
                  <a:cubicBezTo>
                    <a:pt x="7" y="54"/>
                    <a:pt x="9" y="53"/>
                    <a:pt x="13" y="53"/>
                  </a:cubicBezTo>
                  <a:cubicBezTo>
                    <a:pt x="13" y="48"/>
                    <a:pt x="15" y="45"/>
                    <a:pt x="19" y="40"/>
                  </a:cubicBezTo>
                  <a:cubicBezTo>
                    <a:pt x="39" y="20"/>
                    <a:pt x="39" y="20"/>
                    <a:pt x="39" y="20"/>
                  </a:cubicBezTo>
                  <a:cubicBezTo>
                    <a:pt x="44" y="15"/>
                    <a:pt x="47" y="14"/>
                    <a:pt x="51" y="11"/>
                  </a:cubicBezTo>
                  <a:cubicBezTo>
                    <a:pt x="51" y="8"/>
                    <a:pt x="53" y="4"/>
                    <a:pt x="55" y="2"/>
                  </a:cubicBezTo>
                  <a:cubicBezTo>
                    <a:pt x="58" y="0"/>
                    <a:pt x="63" y="0"/>
                    <a:pt x="67" y="6"/>
                  </a:cubicBezTo>
                  <a:cubicBezTo>
                    <a:pt x="168" y="172"/>
                    <a:pt x="168" y="172"/>
                    <a:pt x="168" y="172"/>
                  </a:cubicBezTo>
                  <a:cubicBezTo>
                    <a:pt x="172" y="177"/>
                    <a:pt x="172" y="180"/>
                    <a:pt x="168" y="182"/>
                  </a:cubicBezTo>
                  <a:cubicBezTo>
                    <a:pt x="168" y="185"/>
                    <a:pt x="168" y="185"/>
                    <a:pt x="168" y="185"/>
                  </a:cubicBezTo>
                  <a:cubicBezTo>
                    <a:pt x="168" y="185"/>
                    <a:pt x="165" y="185"/>
                    <a:pt x="165" y="187"/>
                  </a:cubicBezTo>
                  <a:cubicBezTo>
                    <a:pt x="162" y="189"/>
                    <a:pt x="158" y="189"/>
                    <a:pt x="156" y="187"/>
                  </a:cubicBezTo>
                  <a:cubicBezTo>
                    <a:pt x="7" y="70"/>
                    <a:pt x="7" y="70"/>
                    <a:pt x="7" y="70"/>
                  </a:cubicBezTo>
                  <a:cubicBezTo>
                    <a:pt x="3" y="66"/>
                    <a:pt x="0" y="61"/>
                    <a:pt x="4" y="56"/>
                  </a:cubicBezTo>
                  <a:close/>
                </a:path>
              </a:pathLst>
            </a:cu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8" name="Freeform 102"/>
            <p:cNvSpPr/>
            <p:nvPr/>
          </p:nvSpPr>
          <p:spPr bwMode="auto">
            <a:xfrm>
              <a:off x="1724" y="444"/>
              <a:ext cx="503" cy="498"/>
            </a:xfrm>
            <a:custGeom>
              <a:avLst/>
              <a:gdLst>
                <a:gd name="T0" fmla="*/ 585 w 356"/>
                <a:gd name="T1" fmla="*/ 113 h 389"/>
                <a:gd name="T2" fmla="*/ 576 w 356"/>
                <a:gd name="T3" fmla="*/ 525 h 389"/>
                <a:gd name="T4" fmla="*/ 120 w 356"/>
                <a:gd name="T5" fmla="*/ 521 h 389"/>
                <a:gd name="T6" fmla="*/ 127 w 356"/>
                <a:gd name="T7" fmla="*/ 111 h 389"/>
                <a:gd name="T8" fmla="*/ 585 w 356"/>
                <a:gd name="T9" fmla="*/ 113 h 389"/>
                <a:gd name="T10" fmla="*/ 0 60000 65536"/>
                <a:gd name="T11" fmla="*/ 0 60000 65536"/>
                <a:gd name="T12" fmla="*/ 0 60000 65536"/>
                <a:gd name="T13" fmla="*/ 0 60000 65536"/>
                <a:gd name="T14" fmla="*/ 0 60000 65536"/>
                <a:gd name="T15" fmla="*/ 0 w 356"/>
                <a:gd name="T16" fmla="*/ 0 h 389"/>
                <a:gd name="T17" fmla="*/ 356 w 356"/>
                <a:gd name="T18" fmla="*/ 389 h 389"/>
              </a:gdLst>
              <a:ahLst/>
              <a:cxnLst>
                <a:cxn ang="T10">
                  <a:pos x="T0" y="T1"/>
                </a:cxn>
                <a:cxn ang="T11">
                  <a:pos x="T2" y="T3"/>
                </a:cxn>
                <a:cxn ang="T12">
                  <a:pos x="T4" y="T5"/>
                </a:cxn>
                <a:cxn ang="T13">
                  <a:pos x="T6" y="T7"/>
                </a:cxn>
                <a:cxn ang="T14">
                  <a:pos x="T8" y="T9"/>
                </a:cxn>
              </a:cxnLst>
              <a:rect l="T15" t="T16" r="T17" b="T18"/>
              <a:pathLst>
                <a:path w="356" h="389">
                  <a:moveTo>
                    <a:pt x="293" y="69"/>
                  </a:moveTo>
                  <a:cubicBezTo>
                    <a:pt x="356" y="142"/>
                    <a:pt x="354" y="253"/>
                    <a:pt x="289" y="320"/>
                  </a:cubicBezTo>
                  <a:cubicBezTo>
                    <a:pt x="226" y="389"/>
                    <a:pt x="124" y="386"/>
                    <a:pt x="60" y="318"/>
                  </a:cubicBezTo>
                  <a:cubicBezTo>
                    <a:pt x="0" y="248"/>
                    <a:pt x="0" y="135"/>
                    <a:pt x="64" y="68"/>
                  </a:cubicBezTo>
                  <a:cubicBezTo>
                    <a:pt x="128" y="0"/>
                    <a:pt x="230" y="1"/>
                    <a:pt x="293" y="69"/>
                  </a:cubicBezTo>
                  <a:close/>
                </a:path>
              </a:pathLst>
            </a:custGeom>
            <a:solidFill>
              <a:schemeClr val="dk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9" name="Freeform 103"/>
            <p:cNvSpPr/>
            <p:nvPr/>
          </p:nvSpPr>
          <p:spPr bwMode="auto">
            <a:xfrm>
              <a:off x="1905" y="779"/>
              <a:ext cx="125" cy="278"/>
            </a:xfrm>
            <a:custGeom>
              <a:avLst/>
              <a:gdLst>
                <a:gd name="T0" fmla="*/ 163 w 88"/>
                <a:gd name="T1" fmla="*/ 4 h 217"/>
                <a:gd name="T2" fmla="*/ 141 w 88"/>
                <a:gd name="T3" fmla="*/ 10 h 217"/>
                <a:gd name="T4" fmla="*/ 115 w 88"/>
                <a:gd name="T5" fmla="*/ 4 h 217"/>
                <a:gd name="T6" fmla="*/ 63 w 88"/>
                <a:gd name="T7" fmla="*/ 4 h 217"/>
                <a:gd name="T8" fmla="*/ 37 w 88"/>
                <a:gd name="T9" fmla="*/ 10 h 217"/>
                <a:gd name="T10" fmla="*/ 18 w 88"/>
                <a:gd name="T11" fmla="*/ 4 h 217"/>
                <a:gd name="T12" fmla="*/ 1 w 88"/>
                <a:gd name="T13" fmla="*/ 22 h 217"/>
                <a:gd name="T14" fmla="*/ 71 w 88"/>
                <a:gd name="T15" fmla="*/ 343 h 217"/>
                <a:gd name="T16" fmla="*/ 85 w 88"/>
                <a:gd name="T17" fmla="*/ 356 h 217"/>
                <a:gd name="T18" fmla="*/ 87 w 88"/>
                <a:gd name="T19" fmla="*/ 356 h 217"/>
                <a:gd name="T20" fmla="*/ 92 w 88"/>
                <a:gd name="T21" fmla="*/ 356 h 217"/>
                <a:gd name="T22" fmla="*/ 109 w 88"/>
                <a:gd name="T23" fmla="*/ 343 h 217"/>
                <a:gd name="T24" fmla="*/ 176 w 88"/>
                <a:gd name="T25" fmla="*/ 22 h 217"/>
                <a:gd name="T26" fmla="*/ 163 w 88"/>
                <a:gd name="T27" fmla="*/ 4 h 21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8"/>
                <a:gd name="T43" fmla="*/ 0 h 217"/>
                <a:gd name="T44" fmla="*/ 88 w 88"/>
                <a:gd name="T45" fmla="*/ 217 h 21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8" h="217">
                  <a:moveTo>
                    <a:pt x="81" y="2"/>
                  </a:moveTo>
                  <a:cubicBezTo>
                    <a:pt x="78" y="0"/>
                    <a:pt x="73" y="2"/>
                    <a:pt x="70" y="6"/>
                  </a:cubicBezTo>
                  <a:cubicBezTo>
                    <a:pt x="67" y="5"/>
                    <a:pt x="62" y="2"/>
                    <a:pt x="57" y="2"/>
                  </a:cubicBezTo>
                  <a:cubicBezTo>
                    <a:pt x="31" y="2"/>
                    <a:pt x="31" y="2"/>
                    <a:pt x="31" y="2"/>
                  </a:cubicBezTo>
                  <a:cubicBezTo>
                    <a:pt x="26" y="2"/>
                    <a:pt x="22" y="5"/>
                    <a:pt x="18" y="6"/>
                  </a:cubicBezTo>
                  <a:cubicBezTo>
                    <a:pt x="16" y="2"/>
                    <a:pt x="12" y="0"/>
                    <a:pt x="9" y="2"/>
                  </a:cubicBezTo>
                  <a:cubicBezTo>
                    <a:pt x="4" y="2"/>
                    <a:pt x="0" y="9"/>
                    <a:pt x="1" y="13"/>
                  </a:cubicBezTo>
                  <a:cubicBezTo>
                    <a:pt x="35" y="209"/>
                    <a:pt x="35" y="209"/>
                    <a:pt x="35" y="209"/>
                  </a:cubicBezTo>
                  <a:cubicBezTo>
                    <a:pt x="36" y="214"/>
                    <a:pt x="38" y="217"/>
                    <a:pt x="42" y="217"/>
                  </a:cubicBezTo>
                  <a:cubicBezTo>
                    <a:pt x="43" y="217"/>
                    <a:pt x="43" y="217"/>
                    <a:pt x="43" y="217"/>
                  </a:cubicBezTo>
                  <a:cubicBezTo>
                    <a:pt x="46" y="217"/>
                    <a:pt x="46" y="217"/>
                    <a:pt x="46" y="217"/>
                  </a:cubicBezTo>
                  <a:cubicBezTo>
                    <a:pt x="50" y="217"/>
                    <a:pt x="54" y="214"/>
                    <a:pt x="54" y="209"/>
                  </a:cubicBezTo>
                  <a:cubicBezTo>
                    <a:pt x="87" y="13"/>
                    <a:pt x="87" y="13"/>
                    <a:pt x="87" y="13"/>
                  </a:cubicBezTo>
                  <a:cubicBezTo>
                    <a:pt x="88" y="9"/>
                    <a:pt x="85" y="2"/>
                    <a:pt x="81" y="2"/>
                  </a:cubicBezTo>
                  <a:close/>
                </a:path>
              </a:pathLst>
            </a:custGeom>
            <a:solidFill>
              <a:schemeClr val="dk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grpSp>
      <p:sp>
        <p:nvSpPr>
          <p:cNvPr id="5" name="矩形 4"/>
          <p:cNvSpPr/>
          <p:nvPr/>
        </p:nvSpPr>
        <p:spPr>
          <a:xfrm>
            <a:off x="7138035" y="3343910"/>
            <a:ext cx="1856105" cy="521970"/>
          </a:xfrm>
          <a:prstGeom prst="rect">
            <a:avLst/>
          </a:prstGeom>
          <a:noFill/>
          <a:ln>
            <a:noFill/>
          </a:ln>
        </p:spPr>
        <p:txBody>
          <a:bodyPr wrap="square" rtlCol="0" anchor="t">
            <a:spAutoFit/>
          </a:bodyPr>
          <a:lstStyle/>
          <a:p>
            <a:pPr algn="ctr"/>
            <a:r>
              <a:rPr lang="zh-CN" altLang="en-US" sz="2800" b="1">
                <a:solidFill>
                  <a:schemeClr val="tx1"/>
                </a:solidFill>
                <a:effectLst>
                  <a:outerShdw blurRad="38100" dist="19050" dir="2700000" algn="tl" rotWithShape="0">
                    <a:schemeClr val="dk1">
                      <a:alpha val="40000"/>
                    </a:schemeClr>
                  </a:outerShdw>
                </a:effectLst>
              </a:rPr>
              <a:t>性质</a:t>
            </a:r>
            <a:endParaRPr lang="zh-CN" altLang="en-US" sz="2800" b="1">
              <a:solidFill>
                <a:schemeClr val="tx1"/>
              </a:solidFill>
              <a:effectLst>
                <a:outerShdw blurRad="38100" dist="19050" dir="2700000" algn="tl" rotWithShape="0">
                  <a:schemeClr val="dk1">
                    <a:alpha val="40000"/>
                  </a:schemeClr>
                </a:outerShdw>
              </a:effectLst>
            </a:endParaRPr>
          </a:p>
        </p:txBody>
      </p:sp>
      <p:sp>
        <p:nvSpPr>
          <p:cNvPr id="7" name="矩形 6"/>
          <p:cNvSpPr/>
          <p:nvPr/>
        </p:nvSpPr>
        <p:spPr>
          <a:xfrm>
            <a:off x="8752205" y="1937385"/>
            <a:ext cx="1856105" cy="521970"/>
          </a:xfrm>
          <a:prstGeom prst="rect">
            <a:avLst/>
          </a:prstGeom>
          <a:noFill/>
          <a:ln>
            <a:noFill/>
          </a:ln>
        </p:spPr>
        <p:txBody>
          <a:bodyPr wrap="square" rtlCol="0" anchor="t">
            <a:spAutoFit/>
          </a:bodyPr>
          <a:lstStyle/>
          <a:p>
            <a:pPr algn="ctr"/>
            <a:r>
              <a:rPr lang="zh-CN" altLang="en-US" sz="2800" b="1">
                <a:solidFill>
                  <a:schemeClr val="tx1"/>
                </a:solidFill>
                <a:effectLst>
                  <a:outerShdw blurRad="38100" dist="19050" dir="2700000" algn="tl" rotWithShape="0">
                    <a:schemeClr val="dk1">
                      <a:alpha val="40000"/>
                    </a:schemeClr>
                  </a:outerShdw>
                </a:effectLst>
              </a:rPr>
              <a:t>状态</a:t>
            </a:r>
            <a:endParaRPr lang="zh-CN" altLang="en-US" sz="2800" b="1">
              <a:solidFill>
                <a:schemeClr val="tx1"/>
              </a:solidFill>
              <a:effectLst>
                <a:outerShdw blurRad="38100" dist="19050" dir="2700000" algn="tl" rotWithShape="0">
                  <a:schemeClr val="dk1">
                    <a:alpha val="40000"/>
                  </a:schemeClr>
                </a:outerShdw>
              </a:effectLst>
            </a:endParaRPr>
          </a:p>
        </p:txBody>
      </p:sp>
      <p:sp>
        <p:nvSpPr>
          <p:cNvPr id="8" name="矩形 7"/>
          <p:cNvSpPr/>
          <p:nvPr/>
        </p:nvSpPr>
        <p:spPr>
          <a:xfrm>
            <a:off x="10297795" y="2459355"/>
            <a:ext cx="1856105" cy="521970"/>
          </a:xfrm>
          <a:prstGeom prst="rect">
            <a:avLst/>
          </a:prstGeom>
          <a:noFill/>
          <a:ln>
            <a:noFill/>
          </a:ln>
        </p:spPr>
        <p:txBody>
          <a:bodyPr wrap="square" rtlCol="0" anchor="t">
            <a:spAutoFit/>
          </a:bodyPr>
          <a:lstStyle/>
          <a:p>
            <a:pPr algn="ctr"/>
            <a:r>
              <a:rPr lang="zh-CN" altLang="en-US" sz="2800" b="1">
                <a:solidFill>
                  <a:schemeClr val="tx1"/>
                </a:solidFill>
                <a:effectLst>
                  <a:outerShdw blurRad="38100" dist="19050" dir="2700000" algn="tl" rotWithShape="0">
                    <a:schemeClr val="dk1">
                      <a:alpha val="40000"/>
                    </a:schemeClr>
                  </a:outerShdw>
                </a:effectLst>
              </a:rPr>
              <a:t>关系</a:t>
            </a:r>
            <a:endParaRPr lang="zh-CN" altLang="en-US" sz="2800" b="1">
              <a:solidFill>
                <a:schemeClr val="tx1"/>
              </a:solidFill>
              <a:effectLst>
                <a:outerShdw blurRad="38100" dist="19050" dir="2700000" algn="tl" rotWithShape="0">
                  <a:schemeClr val="dk1">
                    <a:alpha val="40000"/>
                  </a:schemeClr>
                </a:outerShdw>
              </a:effectLst>
            </a:endParaRPr>
          </a:p>
        </p:txBody>
      </p:sp>
      <p:sp>
        <p:nvSpPr>
          <p:cNvPr id="10" name="内容占位符 9"/>
          <p:cNvSpPr>
            <a:spLocks noGrp="1"/>
          </p:cNvSpPr>
          <p:nvPr>
            <p:ph idx="1"/>
          </p:nvPr>
        </p:nvSpPr>
        <p:spPr>
          <a:xfrm>
            <a:off x="356235" y="1849120"/>
            <a:ext cx="6595110" cy="4932680"/>
          </a:xfrm>
        </p:spPr>
        <p:txBody>
          <a:bodyPr>
            <a:normAutofit/>
          </a:bodyPr>
          <a:lstStyle/>
          <a:p>
            <a:pPr marL="0" indent="0">
              <a:lnSpc>
                <a:spcPct val="150000"/>
              </a:lnSpc>
              <a:buNone/>
            </a:pPr>
            <a:r>
              <a:rPr lang="zh-CN" altLang="zh-CN" sz="1800" dirty="0"/>
              <a:t>抽象数据类型(Abstract Data Type，ADT)是从问题的数学模型中抽象出来的逻辑结构及定义在逻辑结构上的一组操作，仅描述了数据的特性和数据操作的语法规则，隐藏了数据的存储结构和操作的实现细节。</a:t>
            </a:r>
            <a:endParaRPr lang="zh-CN" altLang="zh-CN" sz="1800" dirty="0"/>
          </a:p>
          <a:p>
            <a:pPr marL="0" indent="0">
              <a:lnSpc>
                <a:spcPct val="150000"/>
              </a:lnSpc>
              <a:buNone/>
            </a:pPr>
            <a:endParaRPr lang="zh-CN" altLang="zh-CN" sz="1800" dirty="0"/>
          </a:p>
          <a:p>
            <a:pPr>
              <a:lnSpc>
                <a:spcPct val="150000"/>
              </a:lnSpc>
            </a:pPr>
            <a:r>
              <a:rPr lang="zh-CN" altLang="zh-CN" sz="1800" dirty="0">
                <a:solidFill>
                  <a:schemeClr val="tx1"/>
                </a:solidFill>
              </a:rPr>
              <a:t>抽象数据类型是实现软件模块化设计思想的重要手段，一个抽象数据类型是描述一种特定功能的基本模块，由各种基本模块可组织和构造起来一个大型的软件系统。</a:t>
            </a:r>
            <a:endParaRPr lang="zh-CN" altLang="zh-CN" sz="1800" dirty="0">
              <a:solidFill>
                <a:schemeClr val="tx1"/>
              </a:solidFill>
            </a:endParaRPr>
          </a:p>
          <a:p>
            <a:pPr>
              <a:lnSpc>
                <a:spcPct val="150000"/>
              </a:lnSpc>
            </a:pPr>
            <a:r>
              <a:rPr lang="zh-CN" altLang="zh-CN" sz="1800" dirty="0">
                <a:solidFill>
                  <a:schemeClr val="tx1"/>
                </a:solidFill>
              </a:rPr>
              <a:t>在一般的面向对象语言中，抽象数据类型通常可以采用抽象类或接口的方式进行描述。</a:t>
            </a:r>
            <a:endParaRPr lang="zh-CN" altLang="zh-CN" sz="1800" dirty="0">
              <a:solidFill>
                <a:schemeClr val="tx1"/>
              </a:solidFill>
            </a:endParaRPr>
          </a:p>
        </p:txBody>
      </p:sp>
      <p:sp>
        <p:nvSpPr>
          <p:cNvPr id="13" name="矩形 12"/>
          <p:cNvSpPr>
            <a:spLocks noGrp="1" noRot="1" noChangeAspect="1" noMove="1" noResize="1" noEditPoints="1" noAdjustHandles="1" noChangeArrowheads="1" noChangeShapeType="1" noTextEdit="1"/>
          </p:cNvSpPr>
          <p:nvPr/>
        </p:nvSpPr>
        <p:spPr>
          <a:blipFill rotWithShape="1">
            <a:blip r:embed="rId1"/>
            <a:stretch>
              <a:fillRect l="-1809" t="-2574" r="-3101"/>
            </a:stretch>
          </a:blipFill>
        </p:spPr>
      </p:sp>
    </p:spTree>
  </p:cSld>
  <p:clrMapOvr>
    <a:masterClrMapping/>
  </p:clrMapOvr>
  <p:transition>
    <p:cover dir="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t>第</a:t>
            </a:r>
            <a:r>
              <a:rPr lang="zh-CN" altLang="en-US"/>
              <a:t>三节</a:t>
            </a:r>
            <a:endParaRPr lang="zh-CN" altLang="en-US"/>
          </a:p>
        </p:txBody>
      </p:sp>
      <p:sp>
        <p:nvSpPr>
          <p:cNvPr id="3" name="文本占位符 2"/>
          <p:cNvSpPr>
            <a:spLocks noGrp="1"/>
          </p:cNvSpPr>
          <p:nvPr>
            <p:ph type="body" sz="quarter" idx="11"/>
          </p:nvPr>
        </p:nvSpPr>
        <p:spPr/>
        <p:txBody>
          <a:bodyPr/>
          <a:lstStyle/>
          <a:p>
            <a:r>
              <a:rPr lang="zh-CN" altLang="en-US"/>
              <a:t>算法</a:t>
            </a:r>
            <a:endParaRPr lang="zh-CN" altLang="en-US"/>
          </a:p>
        </p:txBody>
      </p:sp>
    </p:spTree>
  </p:cSld>
  <p:clrMapOvr>
    <a:masterClrMapping/>
  </p:clrMapOvr>
  <p:transition>
    <p:cover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dirty="0">
                <a:sym typeface="+mn-ea"/>
              </a:rPr>
              <a:t>算法的概念</a:t>
            </a:r>
            <a:endParaRPr lang="zh-CN" altLang="en-US" dirty="0">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8" name="内容占位符 2"/>
          <p:cNvSpPr>
            <a:spLocks noGrp="1"/>
          </p:cNvSpPr>
          <p:nvPr/>
        </p:nvSpPr>
        <p:spPr>
          <a:xfrm>
            <a:off x="88265" y="1245870"/>
            <a:ext cx="8702675" cy="68446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l" fontAlgn="auto">
              <a:lnSpc>
                <a:spcPct val="100000"/>
              </a:lnSpc>
              <a:buClrTx/>
              <a:buSzTx/>
              <a:buNone/>
            </a:pPr>
            <a:r>
              <a:rPr lang="zh-CN" altLang="en-US" sz="2000" b="1" dirty="0">
                <a:latin typeface="宋体" panose="02010600030101010101" pitchFamily="2" charset="-122"/>
                <a:ea typeface="宋体" panose="02010600030101010101" pitchFamily="2" charset="-122"/>
                <a:cs typeface="宋体" panose="02010600030101010101" pitchFamily="2" charset="-122"/>
              </a:rPr>
              <a:t>算法是有穷规则的集合，其规则确定一个解决某一特定类型问题的指令序列，其中每一条指令表示计算机的一个或者多个操作。</a:t>
            </a:r>
            <a:endParaRPr lang="zh-CN" altLang="en-US" sz="2000" b="1" dirty="0">
              <a:latin typeface="宋体" panose="02010600030101010101" pitchFamily="2" charset="-122"/>
              <a:ea typeface="宋体" panose="02010600030101010101" pitchFamily="2" charset="-122"/>
              <a:cs typeface="宋体" panose="02010600030101010101" pitchFamily="2" charset="-122"/>
            </a:endParaRPr>
          </a:p>
          <a:p>
            <a:pPr marL="0" algn="l" fontAlgn="auto">
              <a:lnSpc>
                <a:spcPct val="100000"/>
              </a:lnSpc>
              <a:buClrTx/>
              <a:buSzTx/>
              <a:buNone/>
            </a:pPr>
            <a:r>
              <a:rPr lang="zh-CN" altLang="en-US" sz="2000" b="1" dirty="0">
                <a:latin typeface="宋体" panose="02010600030101010101" pitchFamily="2" charset="-122"/>
                <a:ea typeface="宋体" panose="02010600030101010101" pitchFamily="2" charset="-122"/>
                <a:cs typeface="宋体" panose="02010600030101010101" pitchFamily="2" charset="-122"/>
              </a:rPr>
              <a:t>算法必须满足以下5个特性：</a:t>
            </a:r>
            <a:endParaRPr lang="zh-CN" altLang="en-US" sz="2000" b="1" dirty="0">
              <a:latin typeface="宋体" panose="02010600030101010101" pitchFamily="2" charset="-122"/>
              <a:ea typeface="宋体" panose="02010600030101010101" pitchFamily="2" charset="-122"/>
              <a:cs typeface="宋体" panose="02010600030101010101" pitchFamily="2" charset="-122"/>
            </a:endParaRPr>
          </a:p>
          <a:p>
            <a:pPr marL="0" algn="l" fontAlgn="auto">
              <a:lnSpc>
                <a:spcPct val="100000"/>
              </a:lnSpc>
              <a:buClrTx/>
              <a:buSzTx/>
              <a:buNone/>
            </a:pPr>
            <a:r>
              <a:rPr lang="en-US" altLang="zh-CN" sz="2000" b="1" dirty="0">
                <a:latin typeface="宋体" panose="02010600030101010101" pitchFamily="2" charset="-122"/>
                <a:ea typeface="宋体" panose="02010600030101010101" pitchFamily="2" charset="-122"/>
                <a:cs typeface="宋体" panose="02010600030101010101" pitchFamily="2" charset="-122"/>
              </a:rPr>
              <a:t>·</a:t>
            </a:r>
            <a:r>
              <a:rPr lang="zh-CN" altLang="en-US" sz="2000" b="1" dirty="0">
                <a:latin typeface="宋体" panose="02010600030101010101" pitchFamily="2" charset="-122"/>
                <a:ea typeface="宋体" panose="02010600030101010101" pitchFamily="2" charset="-122"/>
                <a:cs typeface="宋体" panose="02010600030101010101" pitchFamily="2" charset="-122"/>
              </a:rPr>
              <a:t>有穷性：对于任意的合法输入值，算法必须在执行有穷步骤后结束，并且每一步都在有穷的时间内完成。</a:t>
            </a:r>
            <a:endParaRPr lang="zh-CN" altLang="en-US" sz="2000" b="1" dirty="0">
              <a:latin typeface="宋体" panose="02010600030101010101" pitchFamily="2" charset="-122"/>
              <a:ea typeface="宋体" panose="02010600030101010101" pitchFamily="2" charset="-122"/>
              <a:cs typeface="宋体" panose="02010600030101010101" pitchFamily="2" charset="-122"/>
            </a:endParaRPr>
          </a:p>
          <a:p>
            <a:pPr marL="0" lvl="1" algn="l" fontAlgn="auto">
              <a:lnSpc>
                <a:spcPct val="100000"/>
              </a:lnSpc>
              <a:spcBef>
                <a:spcPts val="1000"/>
              </a:spcBef>
              <a:buClrTx/>
              <a:buSzTx/>
              <a:buNone/>
            </a:pPr>
            <a:r>
              <a:rPr lang="en-US" altLang="zh-CN" sz="2000" b="1" dirty="0">
                <a:latin typeface="宋体" panose="02010600030101010101" pitchFamily="2" charset="-122"/>
                <a:ea typeface="宋体" panose="02010600030101010101" pitchFamily="2" charset="-122"/>
                <a:cs typeface="宋体" panose="02010600030101010101" pitchFamily="2" charset="-122"/>
              </a:rPr>
              <a:t>·</a:t>
            </a:r>
            <a:r>
              <a:rPr lang="zh-CN" altLang="en-US" sz="2000" b="1" dirty="0">
                <a:latin typeface="宋体" panose="02010600030101010101" pitchFamily="2" charset="-122"/>
                <a:ea typeface="宋体" panose="02010600030101010101" pitchFamily="2" charset="-122"/>
                <a:cs typeface="宋体" panose="02010600030101010101" pitchFamily="2" charset="-122"/>
              </a:rPr>
              <a:t>确定性：算法对各种情况下执行的每个操作都有确切的规定，算法的执行者和阅读者都能明确其含义和如何执行，并且在任何条件下算法都只有一条执行路径。</a:t>
            </a:r>
            <a:endParaRPr lang="zh-CN" altLang="en-US" sz="2000" b="1" dirty="0">
              <a:latin typeface="宋体" panose="02010600030101010101" pitchFamily="2" charset="-122"/>
              <a:ea typeface="宋体" panose="02010600030101010101" pitchFamily="2" charset="-122"/>
              <a:cs typeface="宋体" panose="02010600030101010101" pitchFamily="2" charset="-122"/>
            </a:endParaRPr>
          </a:p>
          <a:p>
            <a:pPr marL="0" lvl="1" algn="l" fontAlgn="auto">
              <a:lnSpc>
                <a:spcPct val="100000"/>
              </a:lnSpc>
              <a:spcBef>
                <a:spcPts val="1000"/>
              </a:spcBef>
              <a:buClrTx/>
              <a:buSzTx/>
              <a:buNone/>
            </a:pPr>
            <a:r>
              <a:rPr lang="en-US" altLang="zh-CN" sz="20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000" b="1" dirty="0">
                <a:latin typeface="宋体" panose="02010600030101010101" pitchFamily="2" charset="-122"/>
                <a:ea typeface="宋体" panose="02010600030101010101" pitchFamily="2" charset="-122"/>
                <a:cs typeface="宋体" panose="02010600030101010101" pitchFamily="2" charset="-122"/>
                <a:sym typeface="+mn-ea"/>
              </a:rPr>
              <a:t>可行性：算法中的操作必须都可以通过已经实现的基本操作运算有限次实现，并且每一条指令都符合语法规则，满足语义要求，都能被确切执行。</a:t>
            </a:r>
            <a:endParaRPr lang="zh-CN" altLang="en-US" sz="2000" b="1" dirty="0">
              <a:latin typeface="宋体" panose="02010600030101010101" pitchFamily="2" charset="-122"/>
              <a:ea typeface="宋体" panose="02010600030101010101" pitchFamily="2" charset="-122"/>
              <a:cs typeface="宋体" panose="02010600030101010101" pitchFamily="2" charset="-122"/>
              <a:sym typeface="+mn-ea"/>
            </a:endParaRPr>
          </a:p>
          <a:p>
            <a:pPr marL="0" lvl="1" algn="l" fontAlgn="auto">
              <a:lnSpc>
                <a:spcPct val="100000"/>
              </a:lnSpc>
              <a:spcBef>
                <a:spcPts val="1000"/>
              </a:spcBef>
              <a:buClrTx/>
              <a:buSzTx/>
              <a:buNone/>
            </a:pPr>
            <a:r>
              <a:rPr lang="en-US" altLang="zh-CN" sz="20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000" b="1" dirty="0">
                <a:latin typeface="宋体" panose="02010600030101010101" pitchFamily="2" charset="-122"/>
                <a:ea typeface="宋体" panose="02010600030101010101" pitchFamily="2" charset="-122"/>
                <a:cs typeface="宋体" panose="02010600030101010101" pitchFamily="2" charset="-122"/>
                <a:sym typeface="+mn-ea"/>
              </a:rPr>
              <a:t>有输入：输入数据是算法的处理对象，一个算法具有零个或多个输入数据，既可以由算法指定，也可以在算法执行过程中通过输入得到。</a:t>
            </a:r>
            <a:endParaRPr lang="zh-CN" altLang="en-US" sz="2000" b="1" dirty="0">
              <a:latin typeface="宋体" panose="02010600030101010101" pitchFamily="2" charset="-122"/>
              <a:ea typeface="宋体" panose="02010600030101010101" pitchFamily="2" charset="-122"/>
              <a:cs typeface="宋体" panose="02010600030101010101" pitchFamily="2" charset="-122"/>
              <a:sym typeface="+mn-ea"/>
            </a:endParaRPr>
          </a:p>
          <a:p>
            <a:pPr marL="0" lvl="1" algn="l" fontAlgn="auto">
              <a:lnSpc>
                <a:spcPct val="100000"/>
              </a:lnSpc>
              <a:spcBef>
                <a:spcPts val="1000"/>
              </a:spcBef>
              <a:buClrTx/>
              <a:buSzTx/>
              <a:buNone/>
            </a:pPr>
            <a:r>
              <a:rPr lang="en-US" altLang="zh-CN" sz="20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000" b="1" dirty="0">
                <a:latin typeface="宋体" panose="02010600030101010101" pitchFamily="2" charset="-122"/>
                <a:ea typeface="宋体" panose="02010600030101010101" pitchFamily="2" charset="-122"/>
                <a:cs typeface="宋体" panose="02010600030101010101" pitchFamily="2" charset="-122"/>
                <a:sym typeface="+mn-ea"/>
              </a:rPr>
              <a:t>有输出：输出数据是算法对输入数据进行信息加工后得到的结果，输出数据和输入数据具有确定的对应关系，即算法的功能。一个算法有一个或多个输出数据。</a:t>
            </a:r>
            <a:endParaRPr lang="zh-CN" altLang="en-US" sz="2000" b="1" dirty="0">
              <a:latin typeface="宋体" panose="02010600030101010101" pitchFamily="2" charset="-122"/>
              <a:ea typeface="宋体" panose="02010600030101010101" pitchFamily="2" charset="-122"/>
              <a:cs typeface="宋体" panose="02010600030101010101" pitchFamily="2" charset="-122"/>
              <a:sym typeface="+mn-ea"/>
            </a:endParaRPr>
          </a:p>
          <a:p>
            <a:pPr marL="0" lvl="1" algn="l" fontAlgn="auto">
              <a:lnSpc>
                <a:spcPct val="100000"/>
              </a:lnSpc>
              <a:spcBef>
                <a:spcPts val="1000"/>
              </a:spcBef>
              <a:buClrTx/>
              <a:buSzTx/>
              <a:buNone/>
            </a:pPr>
            <a:endParaRPr lang="zh-CN" altLang="en-US" sz="2000" b="1" dirty="0">
              <a:latin typeface="宋体" panose="02010600030101010101" pitchFamily="2" charset="-122"/>
              <a:ea typeface="宋体" panose="02010600030101010101" pitchFamily="2" charset="-122"/>
              <a:cs typeface="宋体" panose="02010600030101010101" pitchFamily="2" charset="-122"/>
              <a:sym typeface="+mn-ea"/>
            </a:endParaRPr>
          </a:p>
          <a:p>
            <a:pPr marL="0" lvl="1" algn="l" fontAlgn="auto">
              <a:lnSpc>
                <a:spcPct val="100000"/>
              </a:lnSpc>
              <a:spcBef>
                <a:spcPts val="1000"/>
              </a:spcBef>
              <a:buClrTx/>
              <a:buSzTx/>
              <a:buNone/>
            </a:pPr>
            <a:endParaRPr lang="zh-CN" altLang="en-US" sz="2000" b="1" dirty="0">
              <a:latin typeface="宋体" panose="02010600030101010101" pitchFamily="2" charset="-122"/>
              <a:ea typeface="宋体" panose="02010600030101010101" pitchFamily="2" charset="-122"/>
              <a:cs typeface="宋体" panose="02010600030101010101" pitchFamily="2" charset="-122"/>
            </a:endParaRPr>
          </a:p>
        </p:txBody>
      </p:sp>
      <p:grpSp>
        <p:nvGrpSpPr>
          <p:cNvPr id="44" name="组合 43"/>
          <p:cNvGrpSpPr/>
          <p:nvPr/>
        </p:nvGrpSpPr>
        <p:grpSpPr>
          <a:xfrm>
            <a:off x="8645525" y="2379980"/>
            <a:ext cx="3512820" cy="3884295"/>
            <a:chOff x="12044" y="3348"/>
            <a:chExt cx="5144" cy="5789"/>
          </a:xfrm>
        </p:grpSpPr>
        <p:grpSp>
          <p:nvGrpSpPr>
            <p:cNvPr id="10" name="Group 19"/>
            <p:cNvGrpSpPr/>
            <p:nvPr/>
          </p:nvGrpSpPr>
          <p:grpSpPr>
            <a:xfrm>
              <a:off x="13298" y="6982"/>
              <a:ext cx="487" cy="2150"/>
              <a:chOff x="4980416" y="5037518"/>
              <a:chExt cx="412706" cy="1820482"/>
            </a:xfrm>
          </p:grpSpPr>
          <p:sp>
            <p:nvSpPr>
              <p:cNvPr id="154" name="Freeform: Shape 20"/>
              <p:cNvSpPr/>
              <p:nvPr/>
            </p:nvSpPr>
            <p:spPr bwMode="auto">
              <a:xfrm>
                <a:off x="4991862" y="5046944"/>
                <a:ext cx="300945" cy="490130"/>
              </a:xfrm>
              <a:custGeom>
                <a:avLst/>
                <a:gdLst>
                  <a:gd name="T0" fmla="*/ 447 w 447"/>
                  <a:gd name="T1" fmla="*/ 659 h 728"/>
                  <a:gd name="T2" fmla="*/ 241 w 447"/>
                  <a:gd name="T3" fmla="*/ 0 h 728"/>
                  <a:gd name="T4" fmla="*/ 196 w 447"/>
                  <a:gd name="T5" fmla="*/ 0 h 728"/>
                  <a:gd name="T6" fmla="*/ 0 w 447"/>
                  <a:gd name="T7" fmla="*/ 681 h 728"/>
                  <a:gd name="T8" fmla="*/ 12 w 447"/>
                  <a:gd name="T9" fmla="*/ 728 h 728"/>
                  <a:gd name="T10" fmla="*/ 423 w 447"/>
                  <a:gd name="T11" fmla="*/ 728 h 728"/>
                  <a:gd name="T12" fmla="*/ 447 w 447"/>
                  <a:gd name="T13" fmla="*/ 659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9"/>
                    </a:moveTo>
                    <a:lnTo>
                      <a:pt x="241" y="0"/>
                    </a:lnTo>
                    <a:lnTo>
                      <a:pt x="196" y="0"/>
                    </a:lnTo>
                    <a:lnTo>
                      <a:pt x="0" y="681"/>
                    </a:lnTo>
                    <a:lnTo>
                      <a:pt x="12" y="728"/>
                    </a:lnTo>
                    <a:lnTo>
                      <a:pt x="423" y="728"/>
                    </a:lnTo>
                    <a:lnTo>
                      <a:pt x="447" y="659"/>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Freeform: Shape 21"/>
              <p:cNvSpPr/>
              <p:nvPr/>
            </p:nvSpPr>
            <p:spPr bwMode="auto">
              <a:xfrm>
                <a:off x="4991862" y="5046944"/>
                <a:ext cx="300945" cy="490130"/>
              </a:xfrm>
              <a:custGeom>
                <a:avLst/>
                <a:gdLst>
                  <a:gd name="T0" fmla="*/ 447 w 447"/>
                  <a:gd name="T1" fmla="*/ 659 h 728"/>
                  <a:gd name="T2" fmla="*/ 241 w 447"/>
                  <a:gd name="T3" fmla="*/ 0 h 728"/>
                  <a:gd name="T4" fmla="*/ 196 w 447"/>
                  <a:gd name="T5" fmla="*/ 0 h 728"/>
                  <a:gd name="T6" fmla="*/ 0 w 447"/>
                  <a:gd name="T7" fmla="*/ 681 h 728"/>
                  <a:gd name="T8" fmla="*/ 12 w 447"/>
                  <a:gd name="T9" fmla="*/ 728 h 728"/>
                  <a:gd name="T10" fmla="*/ 423 w 447"/>
                  <a:gd name="T11" fmla="*/ 728 h 728"/>
                  <a:gd name="T12" fmla="*/ 447 w 447"/>
                  <a:gd name="T13" fmla="*/ 659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9"/>
                    </a:moveTo>
                    <a:lnTo>
                      <a:pt x="241" y="0"/>
                    </a:lnTo>
                    <a:lnTo>
                      <a:pt x="196" y="0"/>
                    </a:lnTo>
                    <a:lnTo>
                      <a:pt x="0" y="681"/>
                    </a:lnTo>
                    <a:lnTo>
                      <a:pt x="12" y="728"/>
                    </a:lnTo>
                    <a:lnTo>
                      <a:pt x="423" y="728"/>
                    </a:lnTo>
                    <a:lnTo>
                      <a:pt x="447" y="659"/>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Freeform: Shape 22"/>
              <p:cNvSpPr/>
              <p:nvPr/>
            </p:nvSpPr>
            <p:spPr bwMode="auto">
              <a:xfrm>
                <a:off x="5078038" y="5468401"/>
                <a:ext cx="125899" cy="1386906"/>
              </a:xfrm>
              <a:custGeom>
                <a:avLst/>
                <a:gdLst>
                  <a:gd name="T0" fmla="*/ 79 w 79"/>
                  <a:gd name="T1" fmla="*/ 871 h 871"/>
                  <a:gd name="T2" fmla="*/ 0 w 79"/>
                  <a:gd name="T3" fmla="*/ 871 h 871"/>
                  <a:gd name="T4" fmla="*/ 0 w 79"/>
                  <a:gd name="T5" fmla="*/ 33 h 871"/>
                  <a:gd name="T6" fmla="*/ 39 w 79"/>
                  <a:gd name="T7" fmla="*/ 1 h 871"/>
                  <a:gd name="T8" fmla="*/ 79 w 79"/>
                  <a:gd name="T9" fmla="*/ 33 h 871"/>
                  <a:gd name="T10" fmla="*/ 79 w 79"/>
                  <a:gd name="T11" fmla="*/ 871 h 871"/>
                </a:gdLst>
                <a:ahLst/>
                <a:cxnLst>
                  <a:cxn ang="0">
                    <a:pos x="T0" y="T1"/>
                  </a:cxn>
                  <a:cxn ang="0">
                    <a:pos x="T2" y="T3"/>
                  </a:cxn>
                  <a:cxn ang="0">
                    <a:pos x="T4" y="T5"/>
                  </a:cxn>
                  <a:cxn ang="0">
                    <a:pos x="T6" y="T7"/>
                  </a:cxn>
                  <a:cxn ang="0">
                    <a:pos x="T8" y="T9"/>
                  </a:cxn>
                  <a:cxn ang="0">
                    <a:pos x="T10" y="T11"/>
                  </a:cxn>
                </a:cxnLst>
                <a:rect l="0" t="0" r="r" b="b"/>
                <a:pathLst>
                  <a:path w="79" h="871">
                    <a:moveTo>
                      <a:pt x="79" y="871"/>
                    </a:moveTo>
                    <a:cubicBezTo>
                      <a:pt x="0" y="871"/>
                      <a:pt x="0" y="871"/>
                      <a:pt x="0" y="871"/>
                    </a:cubicBezTo>
                    <a:cubicBezTo>
                      <a:pt x="0" y="33"/>
                      <a:pt x="0" y="33"/>
                      <a:pt x="0" y="33"/>
                    </a:cubicBezTo>
                    <a:cubicBezTo>
                      <a:pt x="0" y="33"/>
                      <a:pt x="5" y="2"/>
                      <a:pt x="39" y="1"/>
                    </a:cubicBezTo>
                    <a:cubicBezTo>
                      <a:pt x="73" y="0"/>
                      <a:pt x="79" y="33"/>
                      <a:pt x="79" y="33"/>
                    </a:cubicBezTo>
                    <a:cubicBezTo>
                      <a:pt x="79" y="871"/>
                      <a:pt x="79" y="871"/>
                      <a:pt x="79" y="871"/>
                    </a:cubicBezTo>
                  </a:path>
                </a:pathLst>
              </a:custGeom>
              <a:solidFill>
                <a:schemeClr val="accent1">
                  <a:lumMod val="60000"/>
                  <a:lumOff val="40000"/>
                </a:schemeClr>
              </a:solidFill>
              <a:ln>
                <a:noFill/>
              </a:ln>
            </p:spPr>
            <p:txBody>
              <a:bodyPr anchor="ctr"/>
              <a:lstStyle/>
              <a:p>
                <a:pPr algn="ctr"/>
              </a:p>
            </p:txBody>
          </p:sp>
          <p:sp>
            <p:nvSpPr>
              <p:cNvPr id="157" name="Freeform: Shape 23"/>
              <p:cNvSpPr/>
              <p:nvPr/>
            </p:nvSpPr>
            <p:spPr bwMode="auto">
              <a:xfrm>
                <a:off x="5200571" y="5465708"/>
                <a:ext cx="101662" cy="1387579"/>
              </a:xfrm>
              <a:custGeom>
                <a:avLst/>
                <a:gdLst>
                  <a:gd name="T0" fmla="*/ 64 w 64"/>
                  <a:gd name="T1" fmla="*/ 872 h 872"/>
                  <a:gd name="T2" fmla="*/ 0 w 64"/>
                  <a:gd name="T3" fmla="*/ 872 h 872"/>
                  <a:gd name="T4" fmla="*/ 0 w 64"/>
                  <a:gd name="T5" fmla="*/ 33 h 872"/>
                  <a:gd name="T6" fmla="*/ 31 w 64"/>
                  <a:gd name="T7" fmla="*/ 1 h 872"/>
                  <a:gd name="T8" fmla="*/ 64 w 64"/>
                  <a:gd name="T9" fmla="*/ 33 h 872"/>
                  <a:gd name="T10" fmla="*/ 64 w 64"/>
                  <a:gd name="T11" fmla="*/ 872 h 872"/>
                </a:gdLst>
                <a:ahLst/>
                <a:cxnLst>
                  <a:cxn ang="0">
                    <a:pos x="T0" y="T1"/>
                  </a:cxn>
                  <a:cxn ang="0">
                    <a:pos x="T2" y="T3"/>
                  </a:cxn>
                  <a:cxn ang="0">
                    <a:pos x="T4" y="T5"/>
                  </a:cxn>
                  <a:cxn ang="0">
                    <a:pos x="T6" y="T7"/>
                  </a:cxn>
                  <a:cxn ang="0">
                    <a:pos x="T8" y="T9"/>
                  </a:cxn>
                  <a:cxn ang="0">
                    <a:pos x="T10" y="T11"/>
                  </a:cxn>
                </a:cxnLst>
                <a:rect l="0" t="0" r="r" b="b"/>
                <a:pathLst>
                  <a:path w="64" h="872">
                    <a:moveTo>
                      <a:pt x="64" y="872"/>
                    </a:moveTo>
                    <a:cubicBezTo>
                      <a:pt x="0" y="872"/>
                      <a:pt x="0" y="872"/>
                      <a:pt x="0" y="872"/>
                    </a:cubicBezTo>
                    <a:cubicBezTo>
                      <a:pt x="0" y="33"/>
                      <a:pt x="0" y="33"/>
                      <a:pt x="0" y="33"/>
                    </a:cubicBezTo>
                    <a:cubicBezTo>
                      <a:pt x="0" y="33"/>
                      <a:pt x="4" y="2"/>
                      <a:pt x="31" y="1"/>
                    </a:cubicBezTo>
                    <a:cubicBezTo>
                      <a:pt x="58" y="0"/>
                      <a:pt x="64" y="33"/>
                      <a:pt x="64" y="33"/>
                    </a:cubicBezTo>
                    <a:cubicBezTo>
                      <a:pt x="64" y="872"/>
                      <a:pt x="64" y="872"/>
                      <a:pt x="64" y="872"/>
                    </a:cubicBezTo>
                  </a:path>
                </a:pathLst>
              </a:custGeom>
              <a:solidFill>
                <a:srgbClr val="ABA0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Freeform: Shape 24"/>
              <p:cNvSpPr/>
              <p:nvPr/>
            </p:nvSpPr>
            <p:spPr bwMode="auto">
              <a:xfrm>
                <a:off x="4980416" y="5465708"/>
                <a:ext cx="100315" cy="1387579"/>
              </a:xfrm>
              <a:custGeom>
                <a:avLst/>
                <a:gdLst>
                  <a:gd name="T0" fmla="*/ 63 w 63"/>
                  <a:gd name="T1" fmla="*/ 872 h 872"/>
                  <a:gd name="T2" fmla="*/ 0 w 63"/>
                  <a:gd name="T3" fmla="*/ 872 h 872"/>
                  <a:gd name="T4" fmla="*/ 0 w 63"/>
                  <a:gd name="T5" fmla="*/ 33 h 872"/>
                  <a:gd name="T6" fmla="*/ 31 w 63"/>
                  <a:gd name="T7" fmla="*/ 1 h 872"/>
                  <a:gd name="T8" fmla="*/ 63 w 63"/>
                  <a:gd name="T9" fmla="*/ 33 h 872"/>
                  <a:gd name="T10" fmla="*/ 63 w 63"/>
                  <a:gd name="T11" fmla="*/ 872 h 872"/>
                </a:gdLst>
                <a:ahLst/>
                <a:cxnLst>
                  <a:cxn ang="0">
                    <a:pos x="T0" y="T1"/>
                  </a:cxn>
                  <a:cxn ang="0">
                    <a:pos x="T2" y="T3"/>
                  </a:cxn>
                  <a:cxn ang="0">
                    <a:pos x="T4" y="T5"/>
                  </a:cxn>
                  <a:cxn ang="0">
                    <a:pos x="T6" y="T7"/>
                  </a:cxn>
                  <a:cxn ang="0">
                    <a:pos x="T8" y="T9"/>
                  </a:cxn>
                  <a:cxn ang="0">
                    <a:pos x="T10" y="T11"/>
                  </a:cxn>
                </a:cxnLst>
                <a:rect l="0" t="0" r="r" b="b"/>
                <a:pathLst>
                  <a:path w="63" h="872">
                    <a:moveTo>
                      <a:pt x="63" y="872"/>
                    </a:moveTo>
                    <a:cubicBezTo>
                      <a:pt x="0" y="872"/>
                      <a:pt x="0" y="872"/>
                      <a:pt x="0" y="872"/>
                    </a:cubicBezTo>
                    <a:cubicBezTo>
                      <a:pt x="0" y="33"/>
                      <a:pt x="0" y="33"/>
                      <a:pt x="0" y="33"/>
                    </a:cubicBezTo>
                    <a:cubicBezTo>
                      <a:pt x="0" y="33"/>
                      <a:pt x="4" y="2"/>
                      <a:pt x="31" y="1"/>
                    </a:cubicBezTo>
                    <a:cubicBezTo>
                      <a:pt x="57" y="0"/>
                      <a:pt x="63" y="33"/>
                      <a:pt x="63" y="33"/>
                    </a:cubicBezTo>
                    <a:lnTo>
                      <a:pt x="63" y="872"/>
                    </a:lnTo>
                    <a:close/>
                  </a:path>
                </a:pathLst>
              </a:custGeom>
              <a:solidFill>
                <a:schemeClr val="accent1">
                  <a:lumMod val="60000"/>
                  <a:lumOff val="40000"/>
                </a:schemeClr>
              </a:solidFill>
              <a:ln>
                <a:noFill/>
              </a:ln>
            </p:spPr>
            <p:txBody>
              <a:bodyPr anchor="ctr"/>
              <a:lstStyle/>
              <a:p>
                <a:pPr algn="ctr"/>
              </a:p>
            </p:txBody>
          </p:sp>
          <p:sp>
            <p:nvSpPr>
              <p:cNvPr id="159" name="Freeform: Shape 25"/>
              <p:cNvSpPr/>
              <p:nvPr/>
            </p:nvSpPr>
            <p:spPr bwMode="auto">
              <a:xfrm>
                <a:off x="5076019" y="5038865"/>
                <a:ext cx="132631" cy="192551"/>
              </a:xfrm>
              <a:custGeom>
                <a:avLst/>
                <a:gdLst>
                  <a:gd name="T0" fmla="*/ 0 w 83"/>
                  <a:gd name="T1" fmla="*/ 111 h 121"/>
                  <a:gd name="T2" fmla="*/ 83 w 83"/>
                  <a:gd name="T3" fmla="*/ 113 h 121"/>
                  <a:gd name="T4" fmla="*/ 49 w 83"/>
                  <a:gd name="T5" fmla="*/ 0 h 121"/>
                  <a:gd name="T6" fmla="*/ 29 w 83"/>
                  <a:gd name="T7" fmla="*/ 0 h 121"/>
                  <a:gd name="T8" fmla="*/ 0 w 83"/>
                  <a:gd name="T9" fmla="*/ 111 h 121"/>
                </a:gdLst>
                <a:ahLst/>
                <a:cxnLst>
                  <a:cxn ang="0">
                    <a:pos x="T0" y="T1"/>
                  </a:cxn>
                  <a:cxn ang="0">
                    <a:pos x="T2" y="T3"/>
                  </a:cxn>
                  <a:cxn ang="0">
                    <a:pos x="T4" y="T5"/>
                  </a:cxn>
                  <a:cxn ang="0">
                    <a:pos x="T6" y="T7"/>
                  </a:cxn>
                  <a:cxn ang="0">
                    <a:pos x="T8" y="T9"/>
                  </a:cxn>
                </a:cxnLst>
                <a:rect l="0" t="0" r="r" b="b"/>
                <a:pathLst>
                  <a:path w="83" h="121">
                    <a:moveTo>
                      <a:pt x="0" y="111"/>
                    </a:moveTo>
                    <a:cubicBezTo>
                      <a:pt x="0" y="111"/>
                      <a:pt x="40" y="121"/>
                      <a:pt x="83" y="113"/>
                    </a:cubicBezTo>
                    <a:cubicBezTo>
                      <a:pt x="49" y="0"/>
                      <a:pt x="49" y="0"/>
                      <a:pt x="49" y="0"/>
                    </a:cubicBezTo>
                    <a:cubicBezTo>
                      <a:pt x="29" y="0"/>
                      <a:pt x="29" y="0"/>
                      <a:pt x="29" y="0"/>
                    </a:cubicBezTo>
                    <a:cubicBezTo>
                      <a:pt x="0" y="111"/>
                      <a:pt x="0" y="111"/>
                      <a:pt x="0" y="111"/>
                    </a:cubicBezTo>
                  </a:path>
                </a:pathLst>
              </a:custGeom>
              <a:solidFill>
                <a:schemeClr val="accent1">
                  <a:lumMod val="60000"/>
                  <a:lumOff val="40000"/>
                </a:schemeClr>
              </a:solidFill>
              <a:ln>
                <a:noFill/>
              </a:ln>
            </p:spPr>
            <p:txBody>
              <a:bodyPr anchor="ctr"/>
              <a:lstStyle/>
              <a:p>
                <a:pPr algn="ctr"/>
              </a:p>
            </p:txBody>
          </p:sp>
          <p:sp>
            <p:nvSpPr>
              <p:cNvPr id="160" name="Freeform: Shape 26"/>
              <p:cNvSpPr/>
              <p:nvPr/>
            </p:nvSpPr>
            <p:spPr bwMode="auto">
              <a:xfrm>
                <a:off x="5143344" y="5037518"/>
                <a:ext cx="249778" cy="1820482"/>
              </a:xfrm>
              <a:custGeom>
                <a:avLst/>
                <a:gdLst>
                  <a:gd name="T0" fmla="*/ 34 w 157"/>
                  <a:gd name="T1" fmla="*/ 0 h 1144"/>
                  <a:gd name="T2" fmla="*/ 0 w 157"/>
                  <a:gd name="T3" fmla="*/ 1 h 1144"/>
                  <a:gd name="T4" fmla="*/ 7 w 157"/>
                  <a:gd name="T5" fmla="*/ 1 h 1144"/>
                  <a:gd name="T6" fmla="*/ 41 w 157"/>
                  <a:gd name="T7" fmla="*/ 114 h 1144"/>
                  <a:gd name="T8" fmla="*/ 41 w 157"/>
                  <a:gd name="T9" fmla="*/ 114 h 1144"/>
                  <a:gd name="T10" fmla="*/ 94 w 157"/>
                  <a:gd name="T11" fmla="*/ 285 h 1144"/>
                  <a:gd name="T12" fmla="*/ 94 w 157"/>
                  <a:gd name="T13" fmla="*/ 286 h 1144"/>
                  <a:gd name="T14" fmla="*/ 100 w 157"/>
                  <a:gd name="T15" fmla="*/ 302 h 1144"/>
                  <a:gd name="T16" fmla="*/ 100 w 157"/>
                  <a:gd name="T17" fmla="*/ 1141 h 1144"/>
                  <a:gd name="T18" fmla="*/ 38 w 157"/>
                  <a:gd name="T19" fmla="*/ 1141 h 1144"/>
                  <a:gd name="T20" fmla="*/ 38 w 157"/>
                  <a:gd name="T21" fmla="*/ 1142 h 1144"/>
                  <a:gd name="T22" fmla="*/ 0 w 157"/>
                  <a:gd name="T23" fmla="*/ 1142 h 1144"/>
                  <a:gd name="T24" fmla="*/ 0 w 157"/>
                  <a:gd name="T25" fmla="*/ 1144 h 1144"/>
                  <a:gd name="T26" fmla="*/ 157 w 157"/>
                  <a:gd name="T27" fmla="*/ 1142 h 1144"/>
                  <a:gd name="T28" fmla="*/ 142 w 157"/>
                  <a:gd name="T29" fmla="*/ 290 h 1144"/>
                  <a:gd name="T30" fmla="*/ 34 w 157"/>
                  <a:gd name="T31" fmla="*/ 0 h 1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7" h="1144">
                    <a:moveTo>
                      <a:pt x="34" y="0"/>
                    </a:moveTo>
                    <a:cubicBezTo>
                      <a:pt x="0" y="1"/>
                      <a:pt x="0" y="1"/>
                      <a:pt x="0" y="1"/>
                    </a:cubicBezTo>
                    <a:cubicBezTo>
                      <a:pt x="7" y="1"/>
                      <a:pt x="7" y="1"/>
                      <a:pt x="7" y="1"/>
                    </a:cubicBezTo>
                    <a:cubicBezTo>
                      <a:pt x="41" y="114"/>
                      <a:pt x="41" y="114"/>
                      <a:pt x="41" y="114"/>
                    </a:cubicBezTo>
                    <a:cubicBezTo>
                      <a:pt x="41" y="114"/>
                      <a:pt x="41" y="114"/>
                      <a:pt x="41" y="114"/>
                    </a:cubicBezTo>
                    <a:cubicBezTo>
                      <a:pt x="94" y="285"/>
                      <a:pt x="94" y="285"/>
                      <a:pt x="94" y="285"/>
                    </a:cubicBezTo>
                    <a:cubicBezTo>
                      <a:pt x="94" y="286"/>
                      <a:pt x="94" y="286"/>
                      <a:pt x="94" y="286"/>
                    </a:cubicBezTo>
                    <a:cubicBezTo>
                      <a:pt x="98" y="294"/>
                      <a:pt x="100" y="302"/>
                      <a:pt x="100" y="302"/>
                    </a:cubicBezTo>
                    <a:cubicBezTo>
                      <a:pt x="100" y="1141"/>
                      <a:pt x="100" y="1141"/>
                      <a:pt x="100" y="1141"/>
                    </a:cubicBezTo>
                    <a:cubicBezTo>
                      <a:pt x="38" y="1141"/>
                      <a:pt x="38" y="1141"/>
                      <a:pt x="38" y="1141"/>
                    </a:cubicBezTo>
                    <a:cubicBezTo>
                      <a:pt x="38" y="1142"/>
                      <a:pt x="38" y="1142"/>
                      <a:pt x="38" y="1142"/>
                    </a:cubicBezTo>
                    <a:cubicBezTo>
                      <a:pt x="0" y="1142"/>
                      <a:pt x="0" y="1142"/>
                      <a:pt x="0" y="1142"/>
                    </a:cubicBezTo>
                    <a:cubicBezTo>
                      <a:pt x="0" y="1144"/>
                      <a:pt x="0" y="1144"/>
                      <a:pt x="0" y="1144"/>
                    </a:cubicBezTo>
                    <a:cubicBezTo>
                      <a:pt x="157" y="1142"/>
                      <a:pt x="157" y="1142"/>
                      <a:pt x="157" y="11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1" name="Freeform: Shape 27"/>
              <p:cNvSpPr/>
              <p:nvPr/>
            </p:nvSpPr>
            <p:spPr bwMode="auto">
              <a:xfrm>
                <a:off x="5143344" y="5218624"/>
                <a:ext cx="149463" cy="294886"/>
              </a:xfrm>
              <a:custGeom>
                <a:avLst/>
                <a:gdLst>
                  <a:gd name="T0" fmla="*/ 41 w 94"/>
                  <a:gd name="T1" fmla="*/ 0 h 185"/>
                  <a:gd name="T2" fmla="*/ 6 w 94"/>
                  <a:gd name="T3" fmla="*/ 3 h 185"/>
                  <a:gd name="T4" fmla="*/ 0 w 94"/>
                  <a:gd name="T5" fmla="*/ 3 h 185"/>
                  <a:gd name="T6" fmla="*/ 0 w 94"/>
                  <a:gd name="T7" fmla="*/ 158 h 185"/>
                  <a:gd name="T8" fmla="*/ 37 w 94"/>
                  <a:gd name="T9" fmla="*/ 185 h 185"/>
                  <a:gd name="T10" fmla="*/ 67 w 94"/>
                  <a:gd name="T11" fmla="*/ 156 h 185"/>
                  <a:gd name="T12" fmla="*/ 68 w 94"/>
                  <a:gd name="T13" fmla="*/ 156 h 185"/>
                  <a:gd name="T14" fmla="*/ 94 w 94"/>
                  <a:gd name="T15" fmla="*/ 172 h 185"/>
                  <a:gd name="T16" fmla="*/ 94 w 94"/>
                  <a:gd name="T17" fmla="*/ 171 h 185"/>
                  <a:gd name="T18" fmla="*/ 41 w 94"/>
                  <a:gd name="T19"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85">
                    <a:moveTo>
                      <a:pt x="41" y="0"/>
                    </a:moveTo>
                    <a:cubicBezTo>
                      <a:pt x="28" y="2"/>
                      <a:pt x="16" y="3"/>
                      <a:pt x="6" y="3"/>
                    </a:cubicBezTo>
                    <a:cubicBezTo>
                      <a:pt x="4" y="3"/>
                      <a:pt x="2" y="3"/>
                      <a:pt x="0" y="3"/>
                    </a:cubicBezTo>
                    <a:cubicBezTo>
                      <a:pt x="0" y="158"/>
                      <a:pt x="0" y="158"/>
                      <a:pt x="0" y="158"/>
                    </a:cubicBezTo>
                    <a:cubicBezTo>
                      <a:pt x="24" y="159"/>
                      <a:pt x="34" y="177"/>
                      <a:pt x="37" y="185"/>
                    </a:cubicBezTo>
                    <a:cubicBezTo>
                      <a:pt x="38" y="178"/>
                      <a:pt x="45" y="157"/>
                      <a:pt x="67" y="156"/>
                    </a:cubicBezTo>
                    <a:cubicBezTo>
                      <a:pt x="68" y="156"/>
                      <a:pt x="68" y="156"/>
                      <a:pt x="68" y="156"/>
                    </a:cubicBezTo>
                    <a:cubicBezTo>
                      <a:pt x="81" y="156"/>
                      <a:pt x="89" y="164"/>
                      <a:pt x="94" y="172"/>
                    </a:cubicBezTo>
                    <a:cubicBezTo>
                      <a:pt x="94" y="171"/>
                      <a:pt x="94" y="171"/>
                      <a:pt x="94" y="171"/>
                    </a:cubicBezTo>
                    <a:cubicBezTo>
                      <a:pt x="41" y="0"/>
                      <a:pt x="41" y="0"/>
                      <a:pt x="41"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2" name="Freeform: Shape 28"/>
              <p:cNvSpPr/>
              <p:nvPr/>
            </p:nvSpPr>
            <p:spPr bwMode="auto">
              <a:xfrm>
                <a:off x="5143344" y="5470421"/>
                <a:ext cx="60593" cy="1384886"/>
              </a:xfrm>
              <a:custGeom>
                <a:avLst/>
                <a:gdLst>
                  <a:gd name="T0" fmla="*/ 0 w 38"/>
                  <a:gd name="T1" fmla="*/ 0 h 870"/>
                  <a:gd name="T2" fmla="*/ 0 w 38"/>
                  <a:gd name="T3" fmla="*/ 870 h 870"/>
                  <a:gd name="T4" fmla="*/ 38 w 38"/>
                  <a:gd name="T5" fmla="*/ 870 h 870"/>
                  <a:gd name="T6" fmla="*/ 38 w 38"/>
                  <a:gd name="T7" fmla="*/ 869 h 870"/>
                  <a:gd name="T8" fmla="*/ 36 w 38"/>
                  <a:gd name="T9" fmla="*/ 869 h 870"/>
                  <a:gd name="T10" fmla="*/ 36 w 38"/>
                  <a:gd name="T11" fmla="*/ 30 h 870"/>
                  <a:gd name="T12" fmla="*/ 37 w 38"/>
                  <a:gd name="T13" fmla="*/ 27 h 870"/>
                  <a:gd name="T14" fmla="*/ 0 w 38"/>
                  <a:gd name="T15" fmla="*/ 0 h 8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870">
                    <a:moveTo>
                      <a:pt x="0" y="0"/>
                    </a:moveTo>
                    <a:cubicBezTo>
                      <a:pt x="0" y="870"/>
                      <a:pt x="0" y="870"/>
                      <a:pt x="0" y="870"/>
                    </a:cubicBezTo>
                    <a:cubicBezTo>
                      <a:pt x="38" y="870"/>
                      <a:pt x="38" y="870"/>
                      <a:pt x="38" y="870"/>
                    </a:cubicBezTo>
                    <a:cubicBezTo>
                      <a:pt x="38" y="869"/>
                      <a:pt x="38" y="869"/>
                      <a:pt x="38" y="869"/>
                    </a:cubicBezTo>
                    <a:cubicBezTo>
                      <a:pt x="36" y="869"/>
                      <a:pt x="36" y="869"/>
                      <a:pt x="36" y="869"/>
                    </a:cubicBezTo>
                    <a:cubicBezTo>
                      <a:pt x="36" y="30"/>
                      <a:pt x="36" y="30"/>
                      <a:pt x="36" y="30"/>
                    </a:cubicBezTo>
                    <a:cubicBezTo>
                      <a:pt x="36" y="30"/>
                      <a:pt x="37" y="29"/>
                      <a:pt x="37" y="27"/>
                    </a:cubicBezTo>
                    <a:cubicBezTo>
                      <a:pt x="34" y="19"/>
                      <a:pt x="24" y="1"/>
                      <a:pt x="0" y="0"/>
                    </a:cubicBezTo>
                  </a:path>
                </a:pathLst>
              </a:custGeom>
              <a:solidFill>
                <a:schemeClr val="accent1"/>
              </a:solidFill>
              <a:ln>
                <a:noFill/>
              </a:ln>
            </p:spPr>
            <p:txBody>
              <a:bodyPr anchor="ctr"/>
              <a:lstStyle/>
              <a:p>
                <a:pPr algn="ctr"/>
              </a:p>
            </p:txBody>
          </p:sp>
          <p:sp>
            <p:nvSpPr>
              <p:cNvPr id="163" name="Freeform: Shape 29"/>
              <p:cNvSpPr/>
              <p:nvPr/>
            </p:nvSpPr>
            <p:spPr bwMode="auto">
              <a:xfrm>
                <a:off x="5200571" y="5467055"/>
                <a:ext cx="101662" cy="1386232"/>
              </a:xfrm>
              <a:custGeom>
                <a:avLst/>
                <a:gdLst>
                  <a:gd name="T0" fmla="*/ 32 w 64"/>
                  <a:gd name="T1" fmla="*/ 0 h 871"/>
                  <a:gd name="T2" fmla="*/ 31 w 64"/>
                  <a:gd name="T3" fmla="*/ 0 h 871"/>
                  <a:gd name="T4" fmla="*/ 1 w 64"/>
                  <a:gd name="T5" fmla="*/ 29 h 871"/>
                  <a:gd name="T6" fmla="*/ 0 w 64"/>
                  <a:gd name="T7" fmla="*/ 32 h 871"/>
                  <a:gd name="T8" fmla="*/ 0 w 64"/>
                  <a:gd name="T9" fmla="*/ 871 h 871"/>
                  <a:gd name="T10" fmla="*/ 2 w 64"/>
                  <a:gd name="T11" fmla="*/ 871 h 871"/>
                  <a:gd name="T12" fmla="*/ 64 w 64"/>
                  <a:gd name="T13" fmla="*/ 871 h 871"/>
                  <a:gd name="T14" fmla="*/ 64 w 64"/>
                  <a:gd name="T15" fmla="*/ 32 h 871"/>
                  <a:gd name="T16" fmla="*/ 58 w 64"/>
                  <a:gd name="T17" fmla="*/ 16 h 871"/>
                  <a:gd name="T18" fmla="*/ 32 w 64"/>
                  <a:gd name="T19" fmla="*/ 0 h 8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871">
                    <a:moveTo>
                      <a:pt x="32" y="0"/>
                    </a:moveTo>
                    <a:cubicBezTo>
                      <a:pt x="32" y="0"/>
                      <a:pt x="32" y="0"/>
                      <a:pt x="31" y="0"/>
                    </a:cubicBezTo>
                    <a:cubicBezTo>
                      <a:pt x="9" y="1"/>
                      <a:pt x="2" y="22"/>
                      <a:pt x="1" y="29"/>
                    </a:cubicBezTo>
                    <a:cubicBezTo>
                      <a:pt x="1" y="31"/>
                      <a:pt x="0" y="32"/>
                      <a:pt x="0" y="32"/>
                    </a:cubicBezTo>
                    <a:cubicBezTo>
                      <a:pt x="0" y="871"/>
                      <a:pt x="0" y="871"/>
                      <a:pt x="0" y="871"/>
                    </a:cubicBezTo>
                    <a:cubicBezTo>
                      <a:pt x="2" y="871"/>
                      <a:pt x="2" y="871"/>
                      <a:pt x="2" y="871"/>
                    </a:cubicBezTo>
                    <a:cubicBezTo>
                      <a:pt x="64" y="871"/>
                      <a:pt x="64" y="871"/>
                      <a:pt x="64" y="871"/>
                    </a:cubicBezTo>
                    <a:cubicBezTo>
                      <a:pt x="64" y="32"/>
                      <a:pt x="64" y="32"/>
                      <a:pt x="64" y="32"/>
                    </a:cubicBezTo>
                    <a:cubicBezTo>
                      <a:pt x="64" y="32"/>
                      <a:pt x="62" y="24"/>
                      <a:pt x="58" y="16"/>
                    </a:cubicBezTo>
                    <a:cubicBezTo>
                      <a:pt x="53" y="8"/>
                      <a:pt x="45" y="0"/>
                      <a:pt x="32" y="0"/>
                    </a:cubicBezTo>
                  </a:path>
                </a:pathLst>
              </a:custGeom>
              <a:solidFill>
                <a:schemeClr val="accent1"/>
              </a:solidFill>
              <a:ln>
                <a:noFill/>
              </a:ln>
            </p:spPr>
            <p:txBody>
              <a:bodyPr anchor="ctr"/>
              <a:lstStyle/>
              <a:p>
                <a:pPr algn="ctr"/>
              </a:p>
            </p:txBody>
          </p:sp>
          <p:sp>
            <p:nvSpPr>
              <p:cNvPr id="164" name="Freeform: Shape 30"/>
              <p:cNvSpPr/>
              <p:nvPr/>
            </p:nvSpPr>
            <p:spPr bwMode="auto">
              <a:xfrm>
                <a:off x="5143344" y="5038865"/>
                <a:ext cx="65306" cy="184472"/>
              </a:xfrm>
              <a:custGeom>
                <a:avLst/>
                <a:gdLst>
                  <a:gd name="T0" fmla="*/ 7 w 41"/>
                  <a:gd name="T1" fmla="*/ 0 h 116"/>
                  <a:gd name="T2" fmla="*/ 0 w 41"/>
                  <a:gd name="T3" fmla="*/ 0 h 116"/>
                  <a:gd name="T4" fmla="*/ 0 w 41"/>
                  <a:gd name="T5" fmla="*/ 116 h 116"/>
                  <a:gd name="T6" fmla="*/ 6 w 41"/>
                  <a:gd name="T7" fmla="*/ 116 h 116"/>
                  <a:gd name="T8" fmla="*/ 41 w 41"/>
                  <a:gd name="T9" fmla="*/ 113 h 116"/>
                  <a:gd name="T10" fmla="*/ 41 w 41"/>
                  <a:gd name="T11" fmla="*/ 113 h 116"/>
                  <a:gd name="T12" fmla="*/ 7 w 41"/>
                  <a:gd name="T13" fmla="*/ 0 h 116"/>
                </a:gdLst>
                <a:ahLst/>
                <a:cxnLst>
                  <a:cxn ang="0">
                    <a:pos x="T0" y="T1"/>
                  </a:cxn>
                  <a:cxn ang="0">
                    <a:pos x="T2" y="T3"/>
                  </a:cxn>
                  <a:cxn ang="0">
                    <a:pos x="T4" y="T5"/>
                  </a:cxn>
                  <a:cxn ang="0">
                    <a:pos x="T6" y="T7"/>
                  </a:cxn>
                  <a:cxn ang="0">
                    <a:pos x="T8" y="T9"/>
                  </a:cxn>
                  <a:cxn ang="0">
                    <a:pos x="T10" y="T11"/>
                  </a:cxn>
                  <a:cxn ang="0">
                    <a:pos x="T12" y="T13"/>
                  </a:cxn>
                </a:cxnLst>
                <a:rect l="0" t="0" r="r" b="b"/>
                <a:pathLst>
                  <a:path w="41" h="116">
                    <a:moveTo>
                      <a:pt x="7" y="0"/>
                    </a:moveTo>
                    <a:cubicBezTo>
                      <a:pt x="0" y="0"/>
                      <a:pt x="0" y="0"/>
                      <a:pt x="0" y="0"/>
                    </a:cubicBezTo>
                    <a:cubicBezTo>
                      <a:pt x="0" y="116"/>
                      <a:pt x="0" y="116"/>
                      <a:pt x="0" y="116"/>
                    </a:cubicBezTo>
                    <a:cubicBezTo>
                      <a:pt x="2" y="116"/>
                      <a:pt x="4" y="116"/>
                      <a:pt x="6" y="116"/>
                    </a:cubicBezTo>
                    <a:cubicBezTo>
                      <a:pt x="16" y="116"/>
                      <a:pt x="28" y="115"/>
                      <a:pt x="41" y="113"/>
                    </a:cubicBezTo>
                    <a:cubicBezTo>
                      <a:pt x="41" y="113"/>
                      <a:pt x="41" y="113"/>
                      <a:pt x="41" y="113"/>
                    </a:cubicBezTo>
                    <a:cubicBezTo>
                      <a:pt x="7" y="0"/>
                      <a:pt x="7" y="0"/>
                      <a:pt x="7" y="0"/>
                    </a:cubicBezTo>
                  </a:path>
                </a:pathLst>
              </a:custGeom>
              <a:solidFill>
                <a:schemeClr val="accent1"/>
              </a:solidFill>
              <a:ln>
                <a:noFill/>
              </a:ln>
            </p:spPr>
            <p:txBody>
              <a:bodyPr anchor="ctr"/>
              <a:lstStyle/>
              <a:p>
                <a:pPr algn="ctr"/>
              </a:p>
            </p:txBody>
          </p:sp>
        </p:grpSp>
        <p:grpSp>
          <p:nvGrpSpPr>
            <p:cNvPr id="11" name="Group 31"/>
            <p:cNvGrpSpPr/>
            <p:nvPr/>
          </p:nvGrpSpPr>
          <p:grpSpPr>
            <a:xfrm>
              <a:off x="13915" y="7357"/>
              <a:ext cx="487" cy="1775"/>
              <a:chOff x="5502862" y="5355294"/>
              <a:chExt cx="412706" cy="1502706"/>
            </a:xfrm>
          </p:grpSpPr>
          <p:sp>
            <p:nvSpPr>
              <p:cNvPr id="143" name="Freeform: Shape 32"/>
              <p:cNvSpPr/>
              <p:nvPr/>
            </p:nvSpPr>
            <p:spPr bwMode="auto">
              <a:xfrm>
                <a:off x="5514308" y="5365393"/>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Freeform: Shape 33"/>
              <p:cNvSpPr/>
              <p:nvPr/>
            </p:nvSpPr>
            <p:spPr bwMode="auto">
              <a:xfrm>
                <a:off x="5514308" y="5365393"/>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Freeform: Shape 34"/>
              <p:cNvSpPr/>
              <p:nvPr/>
            </p:nvSpPr>
            <p:spPr bwMode="auto">
              <a:xfrm>
                <a:off x="5601831" y="5786851"/>
                <a:ext cx="125899" cy="1068456"/>
              </a:xfrm>
              <a:custGeom>
                <a:avLst/>
                <a:gdLst>
                  <a:gd name="T0" fmla="*/ 79 w 79"/>
                  <a:gd name="T1" fmla="*/ 671 h 671"/>
                  <a:gd name="T2" fmla="*/ 0 w 79"/>
                  <a:gd name="T3" fmla="*/ 671 h 671"/>
                  <a:gd name="T4" fmla="*/ 0 w 79"/>
                  <a:gd name="T5" fmla="*/ 32 h 671"/>
                  <a:gd name="T6" fmla="*/ 38 w 79"/>
                  <a:gd name="T7" fmla="*/ 1 h 671"/>
                  <a:gd name="T8" fmla="*/ 79 w 79"/>
                  <a:gd name="T9" fmla="*/ 32 h 671"/>
                  <a:gd name="T10" fmla="*/ 79 w 79"/>
                  <a:gd name="T11" fmla="*/ 671 h 671"/>
                </a:gdLst>
                <a:ahLst/>
                <a:cxnLst>
                  <a:cxn ang="0">
                    <a:pos x="T0" y="T1"/>
                  </a:cxn>
                  <a:cxn ang="0">
                    <a:pos x="T2" y="T3"/>
                  </a:cxn>
                  <a:cxn ang="0">
                    <a:pos x="T4" y="T5"/>
                  </a:cxn>
                  <a:cxn ang="0">
                    <a:pos x="T6" y="T7"/>
                  </a:cxn>
                  <a:cxn ang="0">
                    <a:pos x="T8" y="T9"/>
                  </a:cxn>
                  <a:cxn ang="0">
                    <a:pos x="T10" y="T11"/>
                  </a:cxn>
                </a:cxnLst>
                <a:rect l="0" t="0" r="r" b="b"/>
                <a:pathLst>
                  <a:path w="79" h="671">
                    <a:moveTo>
                      <a:pt x="79" y="671"/>
                    </a:moveTo>
                    <a:cubicBezTo>
                      <a:pt x="0" y="671"/>
                      <a:pt x="0" y="671"/>
                      <a:pt x="0" y="671"/>
                    </a:cubicBezTo>
                    <a:cubicBezTo>
                      <a:pt x="0" y="32"/>
                      <a:pt x="0" y="32"/>
                      <a:pt x="0" y="32"/>
                    </a:cubicBezTo>
                    <a:cubicBezTo>
                      <a:pt x="0" y="32"/>
                      <a:pt x="5" y="1"/>
                      <a:pt x="38" y="1"/>
                    </a:cubicBezTo>
                    <a:cubicBezTo>
                      <a:pt x="72" y="0"/>
                      <a:pt x="79" y="32"/>
                      <a:pt x="79" y="32"/>
                    </a:cubicBezTo>
                    <a:cubicBezTo>
                      <a:pt x="79" y="671"/>
                      <a:pt x="79" y="671"/>
                      <a:pt x="79" y="671"/>
                    </a:cubicBezTo>
                  </a:path>
                </a:pathLst>
              </a:custGeom>
              <a:solidFill>
                <a:schemeClr val="accent2">
                  <a:lumMod val="60000"/>
                  <a:lumOff val="40000"/>
                </a:schemeClr>
              </a:solidFill>
              <a:ln>
                <a:noFill/>
              </a:ln>
            </p:spPr>
            <p:txBody>
              <a:bodyPr anchor="ctr"/>
              <a:lstStyle/>
              <a:p>
                <a:pPr algn="ctr"/>
              </a:p>
            </p:txBody>
          </p:sp>
          <p:sp>
            <p:nvSpPr>
              <p:cNvPr id="146" name="Freeform: Shape 35"/>
              <p:cNvSpPr/>
              <p:nvPr/>
            </p:nvSpPr>
            <p:spPr bwMode="auto">
              <a:xfrm>
                <a:off x="5724363"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7" y="0"/>
                      <a:pt x="63" y="32"/>
                      <a:pt x="63" y="32"/>
                    </a:cubicBezTo>
                    <a:cubicBezTo>
                      <a:pt x="63" y="672"/>
                      <a:pt x="63" y="672"/>
                      <a:pt x="63" y="672"/>
                    </a:cubicBezTo>
                  </a:path>
                </a:pathLst>
              </a:custGeom>
              <a:solidFill>
                <a:srgbClr val="B59BC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7" name="Freeform: Shape 36"/>
              <p:cNvSpPr/>
              <p:nvPr/>
            </p:nvSpPr>
            <p:spPr bwMode="auto">
              <a:xfrm>
                <a:off x="5502862"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8" y="0"/>
                      <a:pt x="63" y="32"/>
                      <a:pt x="63" y="32"/>
                    </a:cubicBezTo>
                    <a:lnTo>
                      <a:pt x="63" y="672"/>
                    </a:lnTo>
                    <a:close/>
                  </a:path>
                </a:pathLst>
              </a:custGeom>
              <a:solidFill>
                <a:schemeClr val="accent2">
                  <a:lumMod val="60000"/>
                  <a:lumOff val="40000"/>
                </a:schemeClr>
              </a:solidFill>
              <a:ln>
                <a:noFill/>
              </a:ln>
            </p:spPr>
            <p:txBody>
              <a:bodyPr anchor="ctr"/>
              <a:lstStyle/>
              <a:p>
                <a:pPr algn="ctr"/>
              </a:p>
            </p:txBody>
          </p:sp>
          <p:sp>
            <p:nvSpPr>
              <p:cNvPr id="148" name="Freeform: Shape 37"/>
              <p:cNvSpPr/>
              <p:nvPr/>
            </p:nvSpPr>
            <p:spPr bwMode="auto">
              <a:xfrm>
                <a:off x="5599811" y="5357314"/>
                <a:ext cx="130611" cy="189185"/>
              </a:xfrm>
              <a:custGeom>
                <a:avLst/>
                <a:gdLst>
                  <a:gd name="T0" fmla="*/ 0 w 82"/>
                  <a:gd name="T1" fmla="*/ 110 h 119"/>
                  <a:gd name="T2" fmla="*/ 82 w 82"/>
                  <a:gd name="T3" fmla="*/ 111 h 119"/>
                  <a:gd name="T4" fmla="*/ 48 w 82"/>
                  <a:gd name="T5" fmla="*/ 0 h 119"/>
                  <a:gd name="T6" fmla="*/ 28 w 82"/>
                  <a:gd name="T7" fmla="*/ 0 h 119"/>
                  <a:gd name="T8" fmla="*/ 0 w 82"/>
                  <a:gd name="T9" fmla="*/ 110 h 119"/>
                </a:gdLst>
                <a:ahLst/>
                <a:cxnLst>
                  <a:cxn ang="0">
                    <a:pos x="T0" y="T1"/>
                  </a:cxn>
                  <a:cxn ang="0">
                    <a:pos x="T2" y="T3"/>
                  </a:cxn>
                  <a:cxn ang="0">
                    <a:pos x="T4" y="T5"/>
                  </a:cxn>
                  <a:cxn ang="0">
                    <a:pos x="T6" y="T7"/>
                  </a:cxn>
                  <a:cxn ang="0">
                    <a:pos x="T8" y="T9"/>
                  </a:cxn>
                </a:cxnLst>
                <a:rect l="0" t="0" r="r" b="b"/>
                <a:pathLst>
                  <a:path w="82" h="119">
                    <a:moveTo>
                      <a:pt x="0" y="110"/>
                    </a:moveTo>
                    <a:cubicBezTo>
                      <a:pt x="0" y="110"/>
                      <a:pt x="39" y="119"/>
                      <a:pt x="82" y="111"/>
                    </a:cubicBezTo>
                    <a:cubicBezTo>
                      <a:pt x="48" y="0"/>
                      <a:pt x="48" y="0"/>
                      <a:pt x="48" y="0"/>
                    </a:cubicBezTo>
                    <a:cubicBezTo>
                      <a:pt x="28" y="0"/>
                      <a:pt x="28" y="0"/>
                      <a:pt x="28" y="0"/>
                    </a:cubicBezTo>
                    <a:cubicBezTo>
                      <a:pt x="0" y="110"/>
                      <a:pt x="0" y="110"/>
                      <a:pt x="0" y="110"/>
                    </a:cubicBezTo>
                  </a:path>
                </a:pathLst>
              </a:custGeom>
              <a:solidFill>
                <a:schemeClr val="accent2">
                  <a:lumMod val="60000"/>
                  <a:lumOff val="40000"/>
                </a:schemeClr>
              </a:solidFill>
              <a:ln>
                <a:noFill/>
              </a:ln>
            </p:spPr>
            <p:txBody>
              <a:bodyPr anchor="ctr"/>
              <a:lstStyle/>
              <a:p>
                <a:pPr algn="ctr"/>
              </a:p>
            </p:txBody>
          </p:sp>
          <p:sp>
            <p:nvSpPr>
              <p:cNvPr id="149" name="Freeform: Shape 38"/>
              <p:cNvSpPr/>
              <p:nvPr/>
            </p:nvSpPr>
            <p:spPr bwMode="auto">
              <a:xfrm>
                <a:off x="5665117" y="5355294"/>
                <a:ext cx="250451" cy="1502706"/>
              </a:xfrm>
              <a:custGeom>
                <a:avLst/>
                <a:gdLst>
                  <a:gd name="T0" fmla="*/ 34 w 157"/>
                  <a:gd name="T1" fmla="*/ 0 h 944"/>
                  <a:gd name="T2" fmla="*/ 0 w 157"/>
                  <a:gd name="T3" fmla="*/ 1 h 944"/>
                  <a:gd name="T4" fmla="*/ 0 w 157"/>
                  <a:gd name="T5" fmla="*/ 1 h 944"/>
                  <a:gd name="T6" fmla="*/ 7 w 157"/>
                  <a:gd name="T7" fmla="*/ 1 h 944"/>
                  <a:gd name="T8" fmla="*/ 41 w 157"/>
                  <a:gd name="T9" fmla="*/ 112 h 944"/>
                  <a:gd name="T10" fmla="*/ 40 w 157"/>
                  <a:gd name="T11" fmla="*/ 113 h 944"/>
                  <a:gd name="T12" fmla="*/ 95 w 157"/>
                  <a:gd name="T13" fmla="*/ 284 h 944"/>
                  <a:gd name="T14" fmla="*/ 94 w 157"/>
                  <a:gd name="T15" fmla="*/ 286 h 944"/>
                  <a:gd name="T16" fmla="*/ 100 w 157"/>
                  <a:gd name="T17" fmla="*/ 301 h 944"/>
                  <a:gd name="T18" fmla="*/ 100 w 157"/>
                  <a:gd name="T19" fmla="*/ 941 h 944"/>
                  <a:gd name="T20" fmla="*/ 39 w 157"/>
                  <a:gd name="T21" fmla="*/ 941 h 944"/>
                  <a:gd name="T22" fmla="*/ 39 w 157"/>
                  <a:gd name="T23" fmla="*/ 942 h 944"/>
                  <a:gd name="T24" fmla="*/ 0 w 157"/>
                  <a:gd name="T25" fmla="*/ 942 h 944"/>
                  <a:gd name="T26" fmla="*/ 0 w 157"/>
                  <a:gd name="T27" fmla="*/ 944 h 944"/>
                  <a:gd name="T28" fmla="*/ 157 w 157"/>
                  <a:gd name="T29" fmla="*/ 942 h 944"/>
                  <a:gd name="T30" fmla="*/ 142 w 157"/>
                  <a:gd name="T31" fmla="*/ 290 h 944"/>
                  <a:gd name="T32" fmla="*/ 34 w 157"/>
                  <a:gd name="T33" fmla="*/ 0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7" h="944">
                    <a:moveTo>
                      <a:pt x="34" y="0"/>
                    </a:moveTo>
                    <a:cubicBezTo>
                      <a:pt x="0" y="1"/>
                      <a:pt x="0" y="1"/>
                      <a:pt x="0" y="1"/>
                    </a:cubicBezTo>
                    <a:cubicBezTo>
                      <a:pt x="0" y="1"/>
                      <a:pt x="0" y="1"/>
                      <a:pt x="0" y="1"/>
                    </a:cubicBezTo>
                    <a:cubicBezTo>
                      <a:pt x="7" y="1"/>
                      <a:pt x="7" y="1"/>
                      <a:pt x="7" y="1"/>
                    </a:cubicBezTo>
                    <a:cubicBezTo>
                      <a:pt x="41" y="112"/>
                      <a:pt x="41" y="112"/>
                      <a:pt x="41" y="112"/>
                    </a:cubicBezTo>
                    <a:cubicBezTo>
                      <a:pt x="41" y="112"/>
                      <a:pt x="41" y="113"/>
                      <a:pt x="40" y="113"/>
                    </a:cubicBezTo>
                    <a:cubicBezTo>
                      <a:pt x="95" y="284"/>
                      <a:pt x="95" y="284"/>
                      <a:pt x="95" y="284"/>
                    </a:cubicBezTo>
                    <a:cubicBezTo>
                      <a:pt x="94" y="286"/>
                      <a:pt x="94" y="286"/>
                      <a:pt x="94" y="286"/>
                    </a:cubicBezTo>
                    <a:cubicBezTo>
                      <a:pt x="98" y="293"/>
                      <a:pt x="100" y="301"/>
                      <a:pt x="100" y="301"/>
                    </a:cubicBezTo>
                    <a:cubicBezTo>
                      <a:pt x="100" y="941"/>
                      <a:pt x="100" y="941"/>
                      <a:pt x="100" y="941"/>
                    </a:cubicBezTo>
                    <a:cubicBezTo>
                      <a:pt x="39" y="941"/>
                      <a:pt x="39" y="941"/>
                      <a:pt x="39" y="941"/>
                    </a:cubicBezTo>
                    <a:cubicBezTo>
                      <a:pt x="39" y="942"/>
                      <a:pt x="39" y="942"/>
                      <a:pt x="39" y="942"/>
                    </a:cubicBezTo>
                    <a:cubicBezTo>
                      <a:pt x="0" y="942"/>
                      <a:pt x="0" y="942"/>
                      <a:pt x="0" y="942"/>
                    </a:cubicBezTo>
                    <a:cubicBezTo>
                      <a:pt x="0" y="944"/>
                      <a:pt x="0" y="944"/>
                      <a:pt x="0" y="944"/>
                    </a:cubicBezTo>
                    <a:cubicBezTo>
                      <a:pt x="157" y="942"/>
                      <a:pt x="157" y="942"/>
                      <a:pt x="157" y="9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Freeform: Shape 39"/>
              <p:cNvSpPr/>
              <p:nvPr/>
            </p:nvSpPr>
            <p:spPr bwMode="auto">
              <a:xfrm>
                <a:off x="5665117" y="5535727"/>
                <a:ext cx="151482" cy="295559"/>
              </a:xfrm>
              <a:custGeom>
                <a:avLst/>
                <a:gdLst>
                  <a:gd name="T0" fmla="*/ 40 w 95"/>
                  <a:gd name="T1" fmla="*/ 0 h 186"/>
                  <a:gd name="T2" fmla="*/ 6 w 95"/>
                  <a:gd name="T3" fmla="*/ 2 h 186"/>
                  <a:gd name="T4" fmla="*/ 0 w 95"/>
                  <a:gd name="T5" fmla="*/ 2 h 186"/>
                  <a:gd name="T6" fmla="*/ 0 w 95"/>
                  <a:gd name="T7" fmla="*/ 159 h 186"/>
                  <a:gd name="T8" fmla="*/ 37 w 95"/>
                  <a:gd name="T9" fmla="*/ 186 h 186"/>
                  <a:gd name="T10" fmla="*/ 68 w 95"/>
                  <a:gd name="T11" fmla="*/ 156 h 186"/>
                  <a:gd name="T12" fmla="*/ 68 w 95"/>
                  <a:gd name="T13" fmla="*/ 156 h 186"/>
                  <a:gd name="T14" fmla="*/ 94 w 95"/>
                  <a:gd name="T15" fmla="*/ 173 h 186"/>
                  <a:gd name="T16" fmla="*/ 95 w 95"/>
                  <a:gd name="T17" fmla="*/ 171 h 186"/>
                  <a:gd name="T18" fmla="*/ 40 w 95"/>
                  <a:gd name="T19"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186">
                    <a:moveTo>
                      <a:pt x="40" y="0"/>
                    </a:moveTo>
                    <a:cubicBezTo>
                      <a:pt x="28" y="2"/>
                      <a:pt x="16" y="2"/>
                      <a:pt x="6" y="2"/>
                    </a:cubicBezTo>
                    <a:cubicBezTo>
                      <a:pt x="4" y="2"/>
                      <a:pt x="2" y="2"/>
                      <a:pt x="0" y="2"/>
                    </a:cubicBezTo>
                    <a:cubicBezTo>
                      <a:pt x="0" y="159"/>
                      <a:pt x="0" y="159"/>
                      <a:pt x="0" y="159"/>
                    </a:cubicBezTo>
                    <a:cubicBezTo>
                      <a:pt x="24" y="159"/>
                      <a:pt x="34" y="177"/>
                      <a:pt x="37" y="186"/>
                    </a:cubicBezTo>
                    <a:cubicBezTo>
                      <a:pt x="39" y="179"/>
                      <a:pt x="45" y="157"/>
                      <a:pt x="68" y="156"/>
                    </a:cubicBezTo>
                    <a:cubicBezTo>
                      <a:pt x="68" y="156"/>
                      <a:pt x="68" y="156"/>
                      <a:pt x="68" y="156"/>
                    </a:cubicBezTo>
                    <a:cubicBezTo>
                      <a:pt x="82" y="156"/>
                      <a:pt x="89" y="165"/>
                      <a:pt x="94" y="173"/>
                    </a:cubicBezTo>
                    <a:cubicBezTo>
                      <a:pt x="95" y="171"/>
                      <a:pt x="95" y="171"/>
                      <a:pt x="95" y="171"/>
                    </a:cubicBezTo>
                    <a:cubicBezTo>
                      <a:pt x="40" y="0"/>
                      <a:pt x="40" y="0"/>
                      <a:pt x="40"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Freeform: Shape 40"/>
              <p:cNvSpPr/>
              <p:nvPr/>
            </p:nvSpPr>
            <p:spPr bwMode="auto">
              <a:xfrm>
                <a:off x="5679185" y="5788871"/>
                <a:ext cx="62613" cy="1066436"/>
              </a:xfrm>
              <a:custGeom>
                <a:avLst/>
                <a:gdLst>
                  <a:gd name="T0" fmla="*/ 0 w 39"/>
                  <a:gd name="T1" fmla="*/ 0 h 670"/>
                  <a:gd name="T2" fmla="*/ 0 w 39"/>
                  <a:gd name="T3" fmla="*/ 670 h 670"/>
                  <a:gd name="T4" fmla="*/ 39 w 39"/>
                  <a:gd name="T5" fmla="*/ 670 h 670"/>
                  <a:gd name="T6" fmla="*/ 39 w 39"/>
                  <a:gd name="T7" fmla="*/ 669 h 670"/>
                  <a:gd name="T8" fmla="*/ 37 w 39"/>
                  <a:gd name="T9" fmla="*/ 669 h 670"/>
                  <a:gd name="T10" fmla="*/ 37 w 39"/>
                  <a:gd name="T11" fmla="*/ 29 h 670"/>
                  <a:gd name="T12" fmla="*/ 37 w 39"/>
                  <a:gd name="T13" fmla="*/ 27 h 670"/>
                  <a:gd name="T14" fmla="*/ 0 w 39"/>
                  <a:gd name="T15" fmla="*/ 0 h 6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670">
                    <a:moveTo>
                      <a:pt x="0" y="0"/>
                    </a:moveTo>
                    <a:cubicBezTo>
                      <a:pt x="0" y="670"/>
                      <a:pt x="0" y="670"/>
                      <a:pt x="0" y="670"/>
                    </a:cubicBezTo>
                    <a:cubicBezTo>
                      <a:pt x="39" y="670"/>
                      <a:pt x="39" y="670"/>
                      <a:pt x="39" y="670"/>
                    </a:cubicBezTo>
                    <a:cubicBezTo>
                      <a:pt x="39" y="669"/>
                      <a:pt x="39" y="669"/>
                      <a:pt x="39" y="669"/>
                    </a:cubicBezTo>
                    <a:cubicBezTo>
                      <a:pt x="37" y="669"/>
                      <a:pt x="37" y="669"/>
                      <a:pt x="37" y="669"/>
                    </a:cubicBezTo>
                    <a:cubicBezTo>
                      <a:pt x="37" y="29"/>
                      <a:pt x="37" y="29"/>
                      <a:pt x="37" y="29"/>
                    </a:cubicBezTo>
                    <a:cubicBezTo>
                      <a:pt x="37" y="29"/>
                      <a:pt x="37" y="28"/>
                      <a:pt x="37" y="27"/>
                    </a:cubicBezTo>
                    <a:cubicBezTo>
                      <a:pt x="34" y="18"/>
                      <a:pt x="24" y="0"/>
                      <a:pt x="0" y="0"/>
                    </a:cubicBezTo>
                  </a:path>
                </a:pathLst>
              </a:custGeom>
              <a:solidFill>
                <a:schemeClr val="accent2"/>
              </a:solidFill>
              <a:ln>
                <a:noFill/>
              </a:ln>
            </p:spPr>
            <p:txBody>
              <a:bodyPr anchor="ctr"/>
              <a:lstStyle/>
              <a:p>
                <a:pPr algn="ctr"/>
              </a:p>
            </p:txBody>
          </p:sp>
          <p:sp>
            <p:nvSpPr>
              <p:cNvPr id="152" name="Freeform: Shape 41"/>
              <p:cNvSpPr/>
              <p:nvPr/>
            </p:nvSpPr>
            <p:spPr bwMode="auto">
              <a:xfrm>
                <a:off x="5724363" y="5783485"/>
                <a:ext cx="100315" cy="1069802"/>
              </a:xfrm>
              <a:custGeom>
                <a:avLst/>
                <a:gdLst>
                  <a:gd name="T0" fmla="*/ 31 w 63"/>
                  <a:gd name="T1" fmla="*/ 0 h 672"/>
                  <a:gd name="T2" fmla="*/ 31 w 63"/>
                  <a:gd name="T3" fmla="*/ 0 h 672"/>
                  <a:gd name="T4" fmla="*/ 0 w 63"/>
                  <a:gd name="T5" fmla="*/ 30 h 672"/>
                  <a:gd name="T6" fmla="*/ 0 w 63"/>
                  <a:gd name="T7" fmla="*/ 32 h 672"/>
                  <a:gd name="T8" fmla="*/ 0 w 63"/>
                  <a:gd name="T9" fmla="*/ 672 h 672"/>
                  <a:gd name="T10" fmla="*/ 2 w 63"/>
                  <a:gd name="T11" fmla="*/ 672 h 672"/>
                  <a:gd name="T12" fmla="*/ 63 w 63"/>
                  <a:gd name="T13" fmla="*/ 672 h 672"/>
                  <a:gd name="T14" fmla="*/ 63 w 63"/>
                  <a:gd name="T15" fmla="*/ 32 h 672"/>
                  <a:gd name="T16" fmla="*/ 57 w 63"/>
                  <a:gd name="T17" fmla="*/ 17 h 672"/>
                  <a:gd name="T18" fmla="*/ 31 w 63"/>
                  <a:gd name="T19" fmla="*/ 0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672">
                    <a:moveTo>
                      <a:pt x="31" y="0"/>
                    </a:moveTo>
                    <a:cubicBezTo>
                      <a:pt x="31" y="0"/>
                      <a:pt x="31" y="0"/>
                      <a:pt x="31" y="0"/>
                    </a:cubicBezTo>
                    <a:cubicBezTo>
                      <a:pt x="8" y="1"/>
                      <a:pt x="2" y="23"/>
                      <a:pt x="0" y="30"/>
                    </a:cubicBezTo>
                    <a:cubicBezTo>
                      <a:pt x="0" y="31"/>
                      <a:pt x="0" y="32"/>
                      <a:pt x="0" y="32"/>
                    </a:cubicBezTo>
                    <a:cubicBezTo>
                      <a:pt x="0" y="672"/>
                      <a:pt x="0" y="672"/>
                      <a:pt x="0" y="672"/>
                    </a:cubicBezTo>
                    <a:cubicBezTo>
                      <a:pt x="2" y="672"/>
                      <a:pt x="2" y="672"/>
                      <a:pt x="2" y="672"/>
                    </a:cubicBezTo>
                    <a:cubicBezTo>
                      <a:pt x="63" y="672"/>
                      <a:pt x="63" y="672"/>
                      <a:pt x="63" y="672"/>
                    </a:cubicBezTo>
                    <a:cubicBezTo>
                      <a:pt x="63" y="32"/>
                      <a:pt x="63" y="32"/>
                      <a:pt x="63" y="32"/>
                    </a:cubicBezTo>
                    <a:cubicBezTo>
                      <a:pt x="63" y="32"/>
                      <a:pt x="61" y="24"/>
                      <a:pt x="57" y="17"/>
                    </a:cubicBezTo>
                    <a:cubicBezTo>
                      <a:pt x="52" y="9"/>
                      <a:pt x="45" y="0"/>
                      <a:pt x="31" y="0"/>
                    </a:cubicBezTo>
                  </a:path>
                </a:pathLst>
              </a:custGeom>
              <a:solidFill>
                <a:schemeClr val="accent2"/>
              </a:solidFill>
              <a:ln>
                <a:noFill/>
              </a:ln>
            </p:spPr>
            <p:txBody>
              <a:bodyPr anchor="ctr"/>
              <a:lstStyle/>
              <a:p>
                <a:pPr algn="ctr"/>
              </a:p>
            </p:txBody>
          </p:sp>
          <p:sp>
            <p:nvSpPr>
              <p:cNvPr id="153" name="Freeform: Shape 42"/>
              <p:cNvSpPr/>
              <p:nvPr/>
            </p:nvSpPr>
            <p:spPr bwMode="auto">
              <a:xfrm>
                <a:off x="5665117" y="5357314"/>
                <a:ext cx="65306" cy="181106"/>
              </a:xfrm>
              <a:custGeom>
                <a:avLst/>
                <a:gdLst>
                  <a:gd name="T0" fmla="*/ 7 w 41"/>
                  <a:gd name="T1" fmla="*/ 0 h 114"/>
                  <a:gd name="T2" fmla="*/ 0 w 41"/>
                  <a:gd name="T3" fmla="*/ 0 h 114"/>
                  <a:gd name="T4" fmla="*/ 0 w 41"/>
                  <a:gd name="T5" fmla="*/ 114 h 114"/>
                  <a:gd name="T6" fmla="*/ 6 w 41"/>
                  <a:gd name="T7" fmla="*/ 114 h 114"/>
                  <a:gd name="T8" fmla="*/ 40 w 41"/>
                  <a:gd name="T9" fmla="*/ 112 h 114"/>
                  <a:gd name="T10" fmla="*/ 41 w 41"/>
                  <a:gd name="T11" fmla="*/ 111 h 114"/>
                  <a:gd name="T12" fmla="*/ 7 w 41"/>
                  <a:gd name="T13" fmla="*/ 0 h 114"/>
                </a:gdLst>
                <a:ahLst/>
                <a:cxnLst>
                  <a:cxn ang="0">
                    <a:pos x="T0" y="T1"/>
                  </a:cxn>
                  <a:cxn ang="0">
                    <a:pos x="T2" y="T3"/>
                  </a:cxn>
                  <a:cxn ang="0">
                    <a:pos x="T4" y="T5"/>
                  </a:cxn>
                  <a:cxn ang="0">
                    <a:pos x="T6" y="T7"/>
                  </a:cxn>
                  <a:cxn ang="0">
                    <a:pos x="T8" y="T9"/>
                  </a:cxn>
                  <a:cxn ang="0">
                    <a:pos x="T10" y="T11"/>
                  </a:cxn>
                  <a:cxn ang="0">
                    <a:pos x="T12" y="T13"/>
                  </a:cxn>
                </a:cxnLst>
                <a:rect l="0" t="0" r="r" b="b"/>
                <a:pathLst>
                  <a:path w="41" h="114">
                    <a:moveTo>
                      <a:pt x="7" y="0"/>
                    </a:moveTo>
                    <a:cubicBezTo>
                      <a:pt x="0" y="0"/>
                      <a:pt x="0" y="0"/>
                      <a:pt x="0" y="0"/>
                    </a:cubicBezTo>
                    <a:cubicBezTo>
                      <a:pt x="0" y="114"/>
                      <a:pt x="0" y="114"/>
                      <a:pt x="0" y="114"/>
                    </a:cubicBezTo>
                    <a:cubicBezTo>
                      <a:pt x="2" y="114"/>
                      <a:pt x="4" y="114"/>
                      <a:pt x="6" y="114"/>
                    </a:cubicBezTo>
                    <a:cubicBezTo>
                      <a:pt x="16" y="114"/>
                      <a:pt x="28" y="114"/>
                      <a:pt x="40" y="112"/>
                    </a:cubicBezTo>
                    <a:cubicBezTo>
                      <a:pt x="41" y="112"/>
                      <a:pt x="41" y="111"/>
                      <a:pt x="41" y="111"/>
                    </a:cubicBezTo>
                    <a:cubicBezTo>
                      <a:pt x="7" y="0"/>
                      <a:pt x="7" y="0"/>
                      <a:pt x="7" y="0"/>
                    </a:cubicBezTo>
                  </a:path>
                </a:pathLst>
              </a:custGeom>
              <a:solidFill>
                <a:schemeClr val="accent2"/>
              </a:solidFill>
              <a:ln>
                <a:noFill/>
              </a:ln>
            </p:spPr>
            <p:txBody>
              <a:bodyPr anchor="ctr"/>
              <a:lstStyle/>
              <a:p>
                <a:pPr algn="ctr"/>
              </a:p>
            </p:txBody>
          </p:sp>
        </p:grpSp>
        <p:grpSp>
          <p:nvGrpSpPr>
            <p:cNvPr id="12" name="Group 43"/>
            <p:cNvGrpSpPr/>
            <p:nvPr/>
          </p:nvGrpSpPr>
          <p:grpSpPr>
            <a:xfrm>
              <a:off x="15649" y="7363"/>
              <a:ext cx="481" cy="1775"/>
              <a:chOff x="6959786" y="5355294"/>
              <a:chExt cx="407320" cy="1502706"/>
            </a:xfrm>
          </p:grpSpPr>
          <p:sp>
            <p:nvSpPr>
              <p:cNvPr id="132" name="Freeform: Shape 44"/>
              <p:cNvSpPr/>
              <p:nvPr/>
            </p:nvSpPr>
            <p:spPr bwMode="auto">
              <a:xfrm>
                <a:off x="6970558" y="5365393"/>
                <a:ext cx="302965" cy="490130"/>
              </a:xfrm>
              <a:custGeom>
                <a:avLst/>
                <a:gdLst>
                  <a:gd name="T0" fmla="*/ 450 w 450"/>
                  <a:gd name="T1" fmla="*/ 657 h 728"/>
                  <a:gd name="T2" fmla="*/ 242 w 450"/>
                  <a:gd name="T3" fmla="*/ 0 h 728"/>
                  <a:gd name="T4" fmla="*/ 197 w 450"/>
                  <a:gd name="T5" fmla="*/ 0 h 728"/>
                  <a:gd name="T6" fmla="*/ 0 w 450"/>
                  <a:gd name="T7" fmla="*/ 681 h 728"/>
                  <a:gd name="T8" fmla="*/ 12 w 450"/>
                  <a:gd name="T9" fmla="*/ 728 h 728"/>
                  <a:gd name="T10" fmla="*/ 424 w 450"/>
                  <a:gd name="T11" fmla="*/ 726 h 728"/>
                  <a:gd name="T12" fmla="*/ 450 w 450"/>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50" h="728">
                    <a:moveTo>
                      <a:pt x="450" y="657"/>
                    </a:moveTo>
                    <a:lnTo>
                      <a:pt x="242" y="0"/>
                    </a:lnTo>
                    <a:lnTo>
                      <a:pt x="197" y="0"/>
                    </a:lnTo>
                    <a:lnTo>
                      <a:pt x="0" y="681"/>
                    </a:lnTo>
                    <a:lnTo>
                      <a:pt x="12" y="728"/>
                    </a:lnTo>
                    <a:lnTo>
                      <a:pt x="424" y="726"/>
                    </a:lnTo>
                    <a:lnTo>
                      <a:pt x="450"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Freeform: Shape 45"/>
              <p:cNvSpPr/>
              <p:nvPr/>
            </p:nvSpPr>
            <p:spPr bwMode="auto">
              <a:xfrm>
                <a:off x="6970558" y="5365393"/>
                <a:ext cx="302965" cy="490130"/>
              </a:xfrm>
              <a:custGeom>
                <a:avLst/>
                <a:gdLst>
                  <a:gd name="T0" fmla="*/ 450 w 450"/>
                  <a:gd name="T1" fmla="*/ 657 h 728"/>
                  <a:gd name="T2" fmla="*/ 242 w 450"/>
                  <a:gd name="T3" fmla="*/ 0 h 728"/>
                  <a:gd name="T4" fmla="*/ 197 w 450"/>
                  <a:gd name="T5" fmla="*/ 0 h 728"/>
                  <a:gd name="T6" fmla="*/ 0 w 450"/>
                  <a:gd name="T7" fmla="*/ 681 h 728"/>
                  <a:gd name="T8" fmla="*/ 12 w 450"/>
                  <a:gd name="T9" fmla="*/ 728 h 728"/>
                  <a:gd name="T10" fmla="*/ 424 w 450"/>
                  <a:gd name="T11" fmla="*/ 726 h 728"/>
                  <a:gd name="T12" fmla="*/ 450 w 450"/>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50" h="728">
                    <a:moveTo>
                      <a:pt x="450" y="657"/>
                    </a:moveTo>
                    <a:lnTo>
                      <a:pt x="242" y="0"/>
                    </a:lnTo>
                    <a:lnTo>
                      <a:pt x="197" y="0"/>
                    </a:lnTo>
                    <a:lnTo>
                      <a:pt x="0" y="681"/>
                    </a:lnTo>
                    <a:lnTo>
                      <a:pt x="12" y="728"/>
                    </a:lnTo>
                    <a:lnTo>
                      <a:pt x="424" y="726"/>
                    </a:lnTo>
                    <a:lnTo>
                      <a:pt x="450"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Freeform: Shape 46"/>
              <p:cNvSpPr/>
              <p:nvPr/>
            </p:nvSpPr>
            <p:spPr bwMode="auto">
              <a:xfrm>
                <a:off x="7058755" y="5786851"/>
                <a:ext cx="123879" cy="1068456"/>
              </a:xfrm>
              <a:custGeom>
                <a:avLst/>
                <a:gdLst>
                  <a:gd name="T0" fmla="*/ 78 w 78"/>
                  <a:gd name="T1" fmla="*/ 671 h 671"/>
                  <a:gd name="T2" fmla="*/ 0 w 78"/>
                  <a:gd name="T3" fmla="*/ 671 h 671"/>
                  <a:gd name="T4" fmla="*/ 0 w 78"/>
                  <a:gd name="T5" fmla="*/ 32 h 671"/>
                  <a:gd name="T6" fmla="*/ 38 w 78"/>
                  <a:gd name="T7" fmla="*/ 1 h 671"/>
                  <a:gd name="T8" fmla="*/ 78 w 78"/>
                  <a:gd name="T9" fmla="*/ 32 h 671"/>
                  <a:gd name="T10" fmla="*/ 78 w 78"/>
                  <a:gd name="T11" fmla="*/ 671 h 671"/>
                </a:gdLst>
                <a:ahLst/>
                <a:cxnLst>
                  <a:cxn ang="0">
                    <a:pos x="T0" y="T1"/>
                  </a:cxn>
                  <a:cxn ang="0">
                    <a:pos x="T2" y="T3"/>
                  </a:cxn>
                  <a:cxn ang="0">
                    <a:pos x="T4" y="T5"/>
                  </a:cxn>
                  <a:cxn ang="0">
                    <a:pos x="T6" y="T7"/>
                  </a:cxn>
                  <a:cxn ang="0">
                    <a:pos x="T8" y="T9"/>
                  </a:cxn>
                  <a:cxn ang="0">
                    <a:pos x="T10" y="T11"/>
                  </a:cxn>
                </a:cxnLst>
                <a:rect l="0" t="0" r="r" b="b"/>
                <a:pathLst>
                  <a:path w="78" h="671">
                    <a:moveTo>
                      <a:pt x="78" y="671"/>
                    </a:moveTo>
                    <a:cubicBezTo>
                      <a:pt x="0" y="671"/>
                      <a:pt x="0" y="671"/>
                      <a:pt x="0" y="671"/>
                    </a:cubicBezTo>
                    <a:cubicBezTo>
                      <a:pt x="0" y="32"/>
                      <a:pt x="0" y="32"/>
                      <a:pt x="0" y="32"/>
                    </a:cubicBezTo>
                    <a:cubicBezTo>
                      <a:pt x="0" y="32"/>
                      <a:pt x="4" y="1"/>
                      <a:pt x="38" y="1"/>
                    </a:cubicBezTo>
                    <a:cubicBezTo>
                      <a:pt x="72" y="0"/>
                      <a:pt x="78" y="32"/>
                      <a:pt x="78" y="32"/>
                    </a:cubicBezTo>
                    <a:cubicBezTo>
                      <a:pt x="78" y="671"/>
                      <a:pt x="78" y="671"/>
                      <a:pt x="78" y="671"/>
                    </a:cubicBezTo>
                  </a:path>
                </a:pathLst>
              </a:custGeom>
              <a:solidFill>
                <a:schemeClr val="tx2">
                  <a:lumMod val="60000"/>
                  <a:lumOff val="40000"/>
                </a:schemeClr>
              </a:solidFill>
              <a:ln>
                <a:noFill/>
              </a:ln>
            </p:spPr>
            <p:txBody>
              <a:bodyPr anchor="ctr"/>
              <a:lstStyle/>
              <a:p>
                <a:pPr algn="ctr"/>
              </a:p>
            </p:txBody>
          </p:sp>
          <p:sp>
            <p:nvSpPr>
              <p:cNvPr id="135" name="Freeform: Shape 47"/>
              <p:cNvSpPr/>
              <p:nvPr/>
            </p:nvSpPr>
            <p:spPr bwMode="auto">
              <a:xfrm>
                <a:off x="7181287"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7" y="0"/>
                      <a:pt x="63" y="32"/>
                      <a:pt x="63" y="32"/>
                    </a:cubicBezTo>
                    <a:cubicBezTo>
                      <a:pt x="63" y="672"/>
                      <a:pt x="63" y="672"/>
                      <a:pt x="63" y="672"/>
                    </a:cubicBezTo>
                  </a:path>
                </a:pathLst>
              </a:custGeom>
              <a:solidFill>
                <a:srgbClr val="F7787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Freeform: Shape 48"/>
              <p:cNvSpPr/>
              <p:nvPr/>
            </p:nvSpPr>
            <p:spPr bwMode="auto">
              <a:xfrm>
                <a:off x="6959786"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8" y="0"/>
                      <a:pt x="63" y="32"/>
                      <a:pt x="63" y="32"/>
                    </a:cubicBezTo>
                    <a:lnTo>
                      <a:pt x="63" y="672"/>
                    </a:lnTo>
                    <a:close/>
                  </a:path>
                </a:pathLst>
              </a:custGeom>
              <a:solidFill>
                <a:schemeClr val="tx2">
                  <a:lumMod val="60000"/>
                  <a:lumOff val="40000"/>
                </a:schemeClr>
              </a:solidFill>
              <a:ln>
                <a:noFill/>
              </a:ln>
            </p:spPr>
            <p:txBody>
              <a:bodyPr anchor="ctr"/>
              <a:lstStyle/>
              <a:p>
                <a:pPr algn="ctr"/>
              </a:p>
            </p:txBody>
          </p:sp>
          <p:sp>
            <p:nvSpPr>
              <p:cNvPr id="137" name="Freeform: Shape 49"/>
              <p:cNvSpPr/>
              <p:nvPr/>
            </p:nvSpPr>
            <p:spPr bwMode="auto">
              <a:xfrm>
                <a:off x="7056735" y="5357314"/>
                <a:ext cx="130611" cy="191204"/>
              </a:xfrm>
              <a:custGeom>
                <a:avLst/>
                <a:gdLst>
                  <a:gd name="T0" fmla="*/ 0 w 82"/>
                  <a:gd name="T1" fmla="*/ 110 h 120"/>
                  <a:gd name="T2" fmla="*/ 82 w 82"/>
                  <a:gd name="T3" fmla="*/ 112 h 120"/>
                  <a:gd name="T4" fmla="*/ 48 w 82"/>
                  <a:gd name="T5" fmla="*/ 0 h 120"/>
                  <a:gd name="T6" fmla="*/ 28 w 82"/>
                  <a:gd name="T7" fmla="*/ 0 h 120"/>
                  <a:gd name="T8" fmla="*/ 0 w 82"/>
                  <a:gd name="T9" fmla="*/ 110 h 120"/>
                </a:gdLst>
                <a:ahLst/>
                <a:cxnLst>
                  <a:cxn ang="0">
                    <a:pos x="T0" y="T1"/>
                  </a:cxn>
                  <a:cxn ang="0">
                    <a:pos x="T2" y="T3"/>
                  </a:cxn>
                  <a:cxn ang="0">
                    <a:pos x="T4" y="T5"/>
                  </a:cxn>
                  <a:cxn ang="0">
                    <a:pos x="T6" y="T7"/>
                  </a:cxn>
                  <a:cxn ang="0">
                    <a:pos x="T8" y="T9"/>
                  </a:cxn>
                </a:cxnLst>
                <a:rect l="0" t="0" r="r" b="b"/>
                <a:pathLst>
                  <a:path w="82" h="120">
                    <a:moveTo>
                      <a:pt x="0" y="110"/>
                    </a:moveTo>
                    <a:cubicBezTo>
                      <a:pt x="0" y="110"/>
                      <a:pt x="39" y="120"/>
                      <a:pt x="82" y="112"/>
                    </a:cubicBezTo>
                    <a:cubicBezTo>
                      <a:pt x="48" y="0"/>
                      <a:pt x="48" y="0"/>
                      <a:pt x="48" y="0"/>
                    </a:cubicBezTo>
                    <a:cubicBezTo>
                      <a:pt x="28" y="0"/>
                      <a:pt x="28" y="0"/>
                      <a:pt x="28" y="0"/>
                    </a:cubicBezTo>
                    <a:cubicBezTo>
                      <a:pt x="0" y="110"/>
                      <a:pt x="0" y="110"/>
                      <a:pt x="0" y="110"/>
                    </a:cubicBezTo>
                  </a:path>
                </a:pathLst>
              </a:custGeom>
              <a:solidFill>
                <a:schemeClr val="tx2">
                  <a:lumMod val="60000"/>
                  <a:lumOff val="40000"/>
                </a:schemeClr>
              </a:solidFill>
              <a:ln>
                <a:noFill/>
              </a:ln>
            </p:spPr>
            <p:txBody>
              <a:bodyPr anchor="ctr"/>
              <a:lstStyle/>
              <a:p>
                <a:pPr algn="ctr"/>
              </a:p>
            </p:txBody>
          </p:sp>
          <p:sp>
            <p:nvSpPr>
              <p:cNvPr id="138" name="Freeform: Shape 50"/>
              <p:cNvSpPr/>
              <p:nvPr/>
            </p:nvSpPr>
            <p:spPr bwMode="auto">
              <a:xfrm>
                <a:off x="7117328" y="5355294"/>
                <a:ext cx="249778" cy="1502706"/>
              </a:xfrm>
              <a:custGeom>
                <a:avLst/>
                <a:gdLst>
                  <a:gd name="T0" fmla="*/ 34 w 157"/>
                  <a:gd name="T1" fmla="*/ 0 h 944"/>
                  <a:gd name="T2" fmla="*/ 0 w 157"/>
                  <a:gd name="T3" fmla="*/ 1 h 944"/>
                  <a:gd name="T4" fmla="*/ 0 w 157"/>
                  <a:gd name="T5" fmla="*/ 1 h 944"/>
                  <a:gd name="T6" fmla="*/ 10 w 157"/>
                  <a:gd name="T7" fmla="*/ 1 h 944"/>
                  <a:gd name="T8" fmla="*/ 44 w 157"/>
                  <a:gd name="T9" fmla="*/ 113 h 944"/>
                  <a:gd name="T10" fmla="*/ 44 w 157"/>
                  <a:gd name="T11" fmla="*/ 113 h 944"/>
                  <a:gd name="T12" fmla="*/ 98 w 157"/>
                  <a:gd name="T13" fmla="*/ 284 h 944"/>
                  <a:gd name="T14" fmla="*/ 97 w 157"/>
                  <a:gd name="T15" fmla="*/ 286 h 944"/>
                  <a:gd name="T16" fmla="*/ 103 w 157"/>
                  <a:gd name="T17" fmla="*/ 301 h 944"/>
                  <a:gd name="T18" fmla="*/ 103 w 157"/>
                  <a:gd name="T19" fmla="*/ 941 h 944"/>
                  <a:gd name="T20" fmla="*/ 41 w 157"/>
                  <a:gd name="T21" fmla="*/ 941 h 944"/>
                  <a:gd name="T22" fmla="*/ 41 w 157"/>
                  <a:gd name="T23" fmla="*/ 942 h 944"/>
                  <a:gd name="T24" fmla="*/ 0 w 157"/>
                  <a:gd name="T25" fmla="*/ 942 h 944"/>
                  <a:gd name="T26" fmla="*/ 0 w 157"/>
                  <a:gd name="T27" fmla="*/ 944 h 944"/>
                  <a:gd name="T28" fmla="*/ 157 w 157"/>
                  <a:gd name="T29" fmla="*/ 942 h 944"/>
                  <a:gd name="T30" fmla="*/ 142 w 157"/>
                  <a:gd name="T31" fmla="*/ 290 h 944"/>
                  <a:gd name="T32" fmla="*/ 34 w 157"/>
                  <a:gd name="T33" fmla="*/ 0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7" h="944">
                    <a:moveTo>
                      <a:pt x="34" y="0"/>
                    </a:moveTo>
                    <a:cubicBezTo>
                      <a:pt x="0" y="1"/>
                      <a:pt x="0" y="1"/>
                      <a:pt x="0" y="1"/>
                    </a:cubicBezTo>
                    <a:cubicBezTo>
                      <a:pt x="0" y="1"/>
                      <a:pt x="0" y="1"/>
                      <a:pt x="0" y="1"/>
                    </a:cubicBezTo>
                    <a:cubicBezTo>
                      <a:pt x="10" y="1"/>
                      <a:pt x="10" y="1"/>
                      <a:pt x="10" y="1"/>
                    </a:cubicBezTo>
                    <a:cubicBezTo>
                      <a:pt x="44" y="113"/>
                      <a:pt x="44" y="113"/>
                      <a:pt x="44" y="113"/>
                    </a:cubicBezTo>
                    <a:cubicBezTo>
                      <a:pt x="44" y="113"/>
                      <a:pt x="44" y="113"/>
                      <a:pt x="44" y="113"/>
                    </a:cubicBezTo>
                    <a:cubicBezTo>
                      <a:pt x="98" y="284"/>
                      <a:pt x="98" y="284"/>
                      <a:pt x="98" y="284"/>
                    </a:cubicBezTo>
                    <a:cubicBezTo>
                      <a:pt x="97" y="286"/>
                      <a:pt x="97" y="286"/>
                      <a:pt x="97" y="286"/>
                    </a:cubicBezTo>
                    <a:cubicBezTo>
                      <a:pt x="101" y="293"/>
                      <a:pt x="103" y="301"/>
                      <a:pt x="103" y="301"/>
                    </a:cubicBezTo>
                    <a:cubicBezTo>
                      <a:pt x="103" y="941"/>
                      <a:pt x="103" y="941"/>
                      <a:pt x="103" y="941"/>
                    </a:cubicBezTo>
                    <a:cubicBezTo>
                      <a:pt x="41" y="941"/>
                      <a:pt x="41" y="941"/>
                      <a:pt x="41" y="941"/>
                    </a:cubicBezTo>
                    <a:cubicBezTo>
                      <a:pt x="41" y="942"/>
                      <a:pt x="41" y="942"/>
                      <a:pt x="41" y="942"/>
                    </a:cubicBezTo>
                    <a:cubicBezTo>
                      <a:pt x="0" y="942"/>
                      <a:pt x="0" y="942"/>
                      <a:pt x="0" y="942"/>
                    </a:cubicBezTo>
                    <a:cubicBezTo>
                      <a:pt x="0" y="944"/>
                      <a:pt x="0" y="944"/>
                      <a:pt x="0" y="944"/>
                    </a:cubicBezTo>
                    <a:cubicBezTo>
                      <a:pt x="157" y="942"/>
                      <a:pt x="157" y="942"/>
                      <a:pt x="157" y="9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Freeform: Shape 51"/>
              <p:cNvSpPr/>
              <p:nvPr/>
            </p:nvSpPr>
            <p:spPr bwMode="auto">
              <a:xfrm>
                <a:off x="7117328" y="5535727"/>
                <a:ext cx="156195" cy="295559"/>
              </a:xfrm>
              <a:custGeom>
                <a:avLst/>
                <a:gdLst>
                  <a:gd name="T0" fmla="*/ 44 w 98"/>
                  <a:gd name="T1" fmla="*/ 0 h 186"/>
                  <a:gd name="T2" fmla="*/ 9 w 98"/>
                  <a:gd name="T3" fmla="*/ 3 h 186"/>
                  <a:gd name="T4" fmla="*/ 0 w 98"/>
                  <a:gd name="T5" fmla="*/ 3 h 186"/>
                  <a:gd name="T6" fmla="*/ 0 w 98"/>
                  <a:gd name="T7" fmla="*/ 159 h 186"/>
                  <a:gd name="T8" fmla="*/ 1 w 98"/>
                  <a:gd name="T9" fmla="*/ 159 h 186"/>
                  <a:gd name="T10" fmla="*/ 2 w 98"/>
                  <a:gd name="T11" fmla="*/ 159 h 186"/>
                  <a:gd name="T12" fmla="*/ 40 w 98"/>
                  <a:gd name="T13" fmla="*/ 186 h 186"/>
                  <a:gd name="T14" fmla="*/ 71 w 98"/>
                  <a:gd name="T15" fmla="*/ 156 h 186"/>
                  <a:gd name="T16" fmla="*/ 71 w 98"/>
                  <a:gd name="T17" fmla="*/ 156 h 186"/>
                  <a:gd name="T18" fmla="*/ 97 w 98"/>
                  <a:gd name="T19" fmla="*/ 173 h 186"/>
                  <a:gd name="T20" fmla="*/ 98 w 98"/>
                  <a:gd name="T21" fmla="*/ 171 h 186"/>
                  <a:gd name="T22" fmla="*/ 44 w 98"/>
                  <a:gd name="T23"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8" h="186">
                    <a:moveTo>
                      <a:pt x="44" y="0"/>
                    </a:moveTo>
                    <a:cubicBezTo>
                      <a:pt x="31" y="2"/>
                      <a:pt x="20" y="3"/>
                      <a:pt x="9" y="3"/>
                    </a:cubicBezTo>
                    <a:cubicBezTo>
                      <a:pt x="6" y="3"/>
                      <a:pt x="3" y="3"/>
                      <a:pt x="0" y="3"/>
                    </a:cubicBezTo>
                    <a:cubicBezTo>
                      <a:pt x="0" y="159"/>
                      <a:pt x="0" y="159"/>
                      <a:pt x="0" y="159"/>
                    </a:cubicBezTo>
                    <a:cubicBezTo>
                      <a:pt x="0" y="159"/>
                      <a:pt x="1" y="159"/>
                      <a:pt x="1" y="159"/>
                    </a:cubicBezTo>
                    <a:cubicBezTo>
                      <a:pt x="2" y="159"/>
                      <a:pt x="2" y="159"/>
                      <a:pt x="2" y="159"/>
                    </a:cubicBezTo>
                    <a:cubicBezTo>
                      <a:pt x="27" y="159"/>
                      <a:pt x="37" y="177"/>
                      <a:pt x="40" y="186"/>
                    </a:cubicBezTo>
                    <a:cubicBezTo>
                      <a:pt x="42" y="179"/>
                      <a:pt x="48" y="157"/>
                      <a:pt x="71" y="156"/>
                    </a:cubicBezTo>
                    <a:cubicBezTo>
                      <a:pt x="71" y="156"/>
                      <a:pt x="71" y="156"/>
                      <a:pt x="71" y="156"/>
                    </a:cubicBezTo>
                    <a:cubicBezTo>
                      <a:pt x="85" y="156"/>
                      <a:pt x="92" y="165"/>
                      <a:pt x="97" y="173"/>
                    </a:cubicBezTo>
                    <a:cubicBezTo>
                      <a:pt x="98" y="171"/>
                      <a:pt x="98" y="171"/>
                      <a:pt x="98" y="171"/>
                    </a:cubicBezTo>
                    <a:cubicBezTo>
                      <a:pt x="44" y="0"/>
                      <a:pt x="44" y="0"/>
                      <a:pt x="44"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Freeform: Shape 52"/>
              <p:cNvSpPr/>
              <p:nvPr/>
            </p:nvSpPr>
            <p:spPr bwMode="auto">
              <a:xfrm>
                <a:off x="7117328" y="5788871"/>
                <a:ext cx="65306" cy="1066436"/>
              </a:xfrm>
              <a:custGeom>
                <a:avLst/>
                <a:gdLst>
                  <a:gd name="T0" fmla="*/ 2 w 41"/>
                  <a:gd name="T1" fmla="*/ 0 h 670"/>
                  <a:gd name="T2" fmla="*/ 1 w 41"/>
                  <a:gd name="T3" fmla="*/ 0 h 670"/>
                  <a:gd name="T4" fmla="*/ 0 w 41"/>
                  <a:gd name="T5" fmla="*/ 0 h 670"/>
                  <a:gd name="T6" fmla="*/ 0 w 41"/>
                  <a:gd name="T7" fmla="*/ 670 h 670"/>
                  <a:gd name="T8" fmla="*/ 41 w 41"/>
                  <a:gd name="T9" fmla="*/ 670 h 670"/>
                  <a:gd name="T10" fmla="*/ 41 w 41"/>
                  <a:gd name="T11" fmla="*/ 669 h 670"/>
                  <a:gd name="T12" fmla="*/ 40 w 41"/>
                  <a:gd name="T13" fmla="*/ 669 h 670"/>
                  <a:gd name="T14" fmla="*/ 40 w 41"/>
                  <a:gd name="T15" fmla="*/ 29 h 670"/>
                  <a:gd name="T16" fmla="*/ 40 w 41"/>
                  <a:gd name="T17" fmla="*/ 27 h 670"/>
                  <a:gd name="T18" fmla="*/ 2 w 41"/>
                  <a:gd name="T19" fmla="*/ 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670">
                    <a:moveTo>
                      <a:pt x="2" y="0"/>
                    </a:moveTo>
                    <a:cubicBezTo>
                      <a:pt x="2" y="0"/>
                      <a:pt x="2" y="0"/>
                      <a:pt x="1" y="0"/>
                    </a:cubicBezTo>
                    <a:cubicBezTo>
                      <a:pt x="1" y="0"/>
                      <a:pt x="0" y="0"/>
                      <a:pt x="0" y="0"/>
                    </a:cubicBezTo>
                    <a:cubicBezTo>
                      <a:pt x="0" y="670"/>
                      <a:pt x="0" y="670"/>
                      <a:pt x="0" y="670"/>
                    </a:cubicBezTo>
                    <a:cubicBezTo>
                      <a:pt x="41" y="670"/>
                      <a:pt x="41" y="670"/>
                      <a:pt x="41" y="670"/>
                    </a:cubicBezTo>
                    <a:cubicBezTo>
                      <a:pt x="41" y="669"/>
                      <a:pt x="41" y="669"/>
                      <a:pt x="41" y="669"/>
                    </a:cubicBezTo>
                    <a:cubicBezTo>
                      <a:pt x="40" y="669"/>
                      <a:pt x="40" y="669"/>
                      <a:pt x="40" y="669"/>
                    </a:cubicBezTo>
                    <a:cubicBezTo>
                      <a:pt x="40" y="29"/>
                      <a:pt x="40" y="29"/>
                      <a:pt x="40" y="29"/>
                    </a:cubicBezTo>
                    <a:cubicBezTo>
                      <a:pt x="40" y="29"/>
                      <a:pt x="40" y="28"/>
                      <a:pt x="40" y="27"/>
                    </a:cubicBezTo>
                    <a:cubicBezTo>
                      <a:pt x="37" y="18"/>
                      <a:pt x="27" y="0"/>
                      <a:pt x="2" y="0"/>
                    </a:cubicBezTo>
                  </a:path>
                </a:pathLst>
              </a:custGeom>
              <a:solidFill>
                <a:schemeClr val="tx2"/>
              </a:solidFill>
              <a:ln>
                <a:noFill/>
              </a:ln>
            </p:spPr>
            <p:txBody>
              <a:bodyPr anchor="ctr"/>
              <a:lstStyle/>
              <a:p>
                <a:pPr algn="ctr"/>
              </a:p>
            </p:txBody>
          </p:sp>
          <p:sp>
            <p:nvSpPr>
              <p:cNvPr id="141" name="Freeform: Shape 53"/>
              <p:cNvSpPr/>
              <p:nvPr/>
            </p:nvSpPr>
            <p:spPr bwMode="auto">
              <a:xfrm>
                <a:off x="7181287" y="5783485"/>
                <a:ext cx="100315" cy="1069802"/>
              </a:xfrm>
              <a:custGeom>
                <a:avLst/>
                <a:gdLst>
                  <a:gd name="T0" fmla="*/ 31 w 63"/>
                  <a:gd name="T1" fmla="*/ 0 h 672"/>
                  <a:gd name="T2" fmla="*/ 31 w 63"/>
                  <a:gd name="T3" fmla="*/ 0 h 672"/>
                  <a:gd name="T4" fmla="*/ 0 w 63"/>
                  <a:gd name="T5" fmla="*/ 30 h 672"/>
                  <a:gd name="T6" fmla="*/ 0 w 63"/>
                  <a:gd name="T7" fmla="*/ 32 h 672"/>
                  <a:gd name="T8" fmla="*/ 0 w 63"/>
                  <a:gd name="T9" fmla="*/ 672 h 672"/>
                  <a:gd name="T10" fmla="*/ 1 w 63"/>
                  <a:gd name="T11" fmla="*/ 672 h 672"/>
                  <a:gd name="T12" fmla="*/ 63 w 63"/>
                  <a:gd name="T13" fmla="*/ 672 h 672"/>
                  <a:gd name="T14" fmla="*/ 63 w 63"/>
                  <a:gd name="T15" fmla="*/ 32 h 672"/>
                  <a:gd name="T16" fmla="*/ 57 w 63"/>
                  <a:gd name="T17" fmla="*/ 17 h 672"/>
                  <a:gd name="T18" fmla="*/ 31 w 63"/>
                  <a:gd name="T19" fmla="*/ 0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672">
                    <a:moveTo>
                      <a:pt x="31" y="0"/>
                    </a:moveTo>
                    <a:cubicBezTo>
                      <a:pt x="31" y="0"/>
                      <a:pt x="31" y="0"/>
                      <a:pt x="31" y="0"/>
                    </a:cubicBezTo>
                    <a:cubicBezTo>
                      <a:pt x="8" y="1"/>
                      <a:pt x="2" y="23"/>
                      <a:pt x="0" y="30"/>
                    </a:cubicBezTo>
                    <a:cubicBezTo>
                      <a:pt x="0" y="31"/>
                      <a:pt x="0" y="32"/>
                      <a:pt x="0" y="32"/>
                    </a:cubicBezTo>
                    <a:cubicBezTo>
                      <a:pt x="0" y="672"/>
                      <a:pt x="0" y="672"/>
                      <a:pt x="0" y="672"/>
                    </a:cubicBezTo>
                    <a:cubicBezTo>
                      <a:pt x="1" y="672"/>
                      <a:pt x="1" y="672"/>
                      <a:pt x="1" y="672"/>
                    </a:cubicBezTo>
                    <a:cubicBezTo>
                      <a:pt x="63" y="672"/>
                      <a:pt x="63" y="672"/>
                      <a:pt x="63" y="672"/>
                    </a:cubicBezTo>
                    <a:cubicBezTo>
                      <a:pt x="63" y="32"/>
                      <a:pt x="63" y="32"/>
                      <a:pt x="63" y="32"/>
                    </a:cubicBezTo>
                    <a:cubicBezTo>
                      <a:pt x="63" y="32"/>
                      <a:pt x="61" y="24"/>
                      <a:pt x="57" y="17"/>
                    </a:cubicBezTo>
                    <a:cubicBezTo>
                      <a:pt x="52" y="9"/>
                      <a:pt x="45" y="0"/>
                      <a:pt x="31" y="0"/>
                    </a:cubicBezTo>
                  </a:path>
                </a:pathLst>
              </a:custGeom>
              <a:solidFill>
                <a:schemeClr val="tx2"/>
              </a:solidFill>
              <a:ln>
                <a:noFill/>
              </a:ln>
            </p:spPr>
            <p:txBody>
              <a:bodyPr anchor="ctr"/>
              <a:lstStyle/>
              <a:p>
                <a:pPr algn="ctr"/>
              </a:p>
            </p:txBody>
          </p:sp>
          <p:sp>
            <p:nvSpPr>
              <p:cNvPr id="142" name="Freeform: Shape 54"/>
              <p:cNvSpPr/>
              <p:nvPr/>
            </p:nvSpPr>
            <p:spPr bwMode="auto">
              <a:xfrm>
                <a:off x="7117328" y="5357314"/>
                <a:ext cx="70019" cy="183125"/>
              </a:xfrm>
              <a:custGeom>
                <a:avLst/>
                <a:gdLst>
                  <a:gd name="T0" fmla="*/ 10 w 44"/>
                  <a:gd name="T1" fmla="*/ 0 h 115"/>
                  <a:gd name="T2" fmla="*/ 0 w 44"/>
                  <a:gd name="T3" fmla="*/ 0 h 115"/>
                  <a:gd name="T4" fmla="*/ 0 w 44"/>
                  <a:gd name="T5" fmla="*/ 115 h 115"/>
                  <a:gd name="T6" fmla="*/ 9 w 44"/>
                  <a:gd name="T7" fmla="*/ 115 h 115"/>
                  <a:gd name="T8" fmla="*/ 44 w 44"/>
                  <a:gd name="T9" fmla="*/ 112 h 115"/>
                  <a:gd name="T10" fmla="*/ 44 w 44"/>
                  <a:gd name="T11" fmla="*/ 112 h 115"/>
                  <a:gd name="T12" fmla="*/ 10 w 44"/>
                  <a:gd name="T13" fmla="*/ 0 h 115"/>
                </a:gdLst>
                <a:ahLst/>
                <a:cxnLst>
                  <a:cxn ang="0">
                    <a:pos x="T0" y="T1"/>
                  </a:cxn>
                  <a:cxn ang="0">
                    <a:pos x="T2" y="T3"/>
                  </a:cxn>
                  <a:cxn ang="0">
                    <a:pos x="T4" y="T5"/>
                  </a:cxn>
                  <a:cxn ang="0">
                    <a:pos x="T6" y="T7"/>
                  </a:cxn>
                  <a:cxn ang="0">
                    <a:pos x="T8" y="T9"/>
                  </a:cxn>
                  <a:cxn ang="0">
                    <a:pos x="T10" y="T11"/>
                  </a:cxn>
                  <a:cxn ang="0">
                    <a:pos x="T12" y="T13"/>
                  </a:cxn>
                </a:cxnLst>
                <a:rect l="0" t="0" r="r" b="b"/>
                <a:pathLst>
                  <a:path w="44" h="115">
                    <a:moveTo>
                      <a:pt x="10" y="0"/>
                    </a:moveTo>
                    <a:cubicBezTo>
                      <a:pt x="0" y="0"/>
                      <a:pt x="0" y="0"/>
                      <a:pt x="0" y="0"/>
                    </a:cubicBezTo>
                    <a:cubicBezTo>
                      <a:pt x="0" y="115"/>
                      <a:pt x="0" y="115"/>
                      <a:pt x="0" y="115"/>
                    </a:cubicBezTo>
                    <a:cubicBezTo>
                      <a:pt x="3" y="115"/>
                      <a:pt x="6" y="115"/>
                      <a:pt x="9" y="115"/>
                    </a:cubicBezTo>
                    <a:cubicBezTo>
                      <a:pt x="20" y="115"/>
                      <a:pt x="31" y="114"/>
                      <a:pt x="44" y="112"/>
                    </a:cubicBezTo>
                    <a:cubicBezTo>
                      <a:pt x="44" y="112"/>
                      <a:pt x="44" y="112"/>
                      <a:pt x="44" y="112"/>
                    </a:cubicBezTo>
                    <a:cubicBezTo>
                      <a:pt x="10" y="0"/>
                      <a:pt x="10" y="0"/>
                      <a:pt x="10" y="0"/>
                    </a:cubicBezTo>
                  </a:path>
                </a:pathLst>
              </a:custGeom>
              <a:solidFill>
                <a:schemeClr val="tx2"/>
              </a:solidFill>
              <a:ln>
                <a:noFill/>
              </a:ln>
            </p:spPr>
            <p:txBody>
              <a:bodyPr anchor="ctr"/>
              <a:lstStyle/>
              <a:p>
                <a:pPr algn="ctr"/>
              </a:p>
            </p:txBody>
          </p:sp>
        </p:grpSp>
        <p:grpSp>
          <p:nvGrpSpPr>
            <p:cNvPr id="13" name="Group 55"/>
            <p:cNvGrpSpPr/>
            <p:nvPr/>
          </p:nvGrpSpPr>
          <p:grpSpPr>
            <a:xfrm>
              <a:off x="14512" y="6071"/>
              <a:ext cx="477" cy="3057"/>
              <a:chOff x="6007804" y="4266641"/>
              <a:chExt cx="403952" cy="2588666"/>
            </a:xfrm>
          </p:grpSpPr>
          <p:sp>
            <p:nvSpPr>
              <p:cNvPr id="121" name="Freeform: Shape 56"/>
              <p:cNvSpPr/>
              <p:nvPr/>
            </p:nvSpPr>
            <p:spPr bwMode="auto">
              <a:xfrm>
                <a:off x="6018576" y="4273373"/>
                <a:ext cx="300945" cy="490130"/>
              </a:xfrm>
              <a:custGeom>
                <a:avLst/>
                <a:gdLst>
                  <a:gd name="T0" fmla="*/ 447 w 447"/>
                  <a:gd name="T1" fmla="*/ 657 h 728"/>
                  <a:gd name="T2" fmla="*/ 242 w 447"/>
                  <a:gd name="T3" fmla="*/ 0 h 728"/>
                  <a:gd name="T4" fmla="*/ 197 w 447"/>
                  <a:gd name="T5" fmla="*/ 0 h 728"/>
                  <a:gd name="T6" fmla="*/ 0 w 447"/>
                  <a:gd name="T7" fmla="*/ 681 h 728"/>
                  <a:gd name="T8" fmla="*/ 12 w 447"/>
                  <a:gd name="T9" fmla="*/ 728 h 728"/>
                  <a:gd name="T10" fmla="*/ 424 w 447"/>
                  <a:gd name="T11" fmla="*/ 726 h 728"/>
                  <a:gd name="T12" fmla="*/ 447 w 447"/>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7"/>
                    </a:moveTo>
                    <a:lnTo>
                      <a:pt x="242" y="0"/>
                    </a:lnTo>
                    <a:lnTo>
                      <a:pt x="197" y="0"/>
                    </a:lnTo>
                    <a:lnTo>
                      <a:pt x="0" y="681"/>
                    </a:lnTo>
                    <a:lnTo>
                      <a:pt x="12" y="728"/>
                    </a:lnTo>
                    <a:lnTo>
                      <a:pt x="424" y="726"/>
                    </a:lnTo>
                    <a:lnTo>
                      <a:pt x="447"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Freeform: Shape 57"/>
              <p:cNvSpPr/>
              <p:nvPr/>
            </p:nvSpPr>
            <p:spPr bwMode="auto">
              <a:xfrm>
                <a:off x="6018576" y="4273373"/>
                <a:ext cx="300945" cy="490130"/>
              </a:xfrm>
              <a:custGeom>
                <a:avLst/>
                <a:gdLst>
                  <a:gd name="T0" fmla="*/ 447 w 447"/>
                  <a:gd name="T1" fmla="*/ 657 h 728"/>
                  <a:gd name="T2" fmla="*/ 242 w 447"/>
                  <a:gd name="T3" fmla="*/ 0 h 728"/>
                  <a:gd name="T4" fmla="*/ 197 w 447"/>
                  <a:gd name="T5" fmla="*/ 0 h 728"/>
                  <a:gd name="T6" fmla="*/ 0 w 447"/>
                  <a:gd name="T7" fmla="*/ 681 h 728"/>
                  <a:gd name="T8" fmla="*/ 12 w 447"/>
                  <a:gd name="T9" fmla="*/ 728 h 728"/>
                  <a:gd name="T10" fmla="*/ 424 w 447"/>
                  <a:gd name="T11" fmla="*/ 726 h 728"/>
                  <a:gd name="T12" fmla="*/ 447 w 447"/>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7"/>
                    </a:moveTo>
                    <a:lnTo>
                      <a:pt x="242" y="0"/>
                    </a:lnTo>
                    <a:lnTo>
                      <a:pt x="197" y="0"/>
                    </a:lnTo>
                    <a:lnTo>
                      <a:pt x="0" y="681"/>
                    </a:lnTo>
                    <a:lnTo>
                      <a:pt x="12" y="728"/>
                    </a:lnTo>
                    <a:lnTo>
                      <a:pt x="424" y="726"/>
                    </a:lnTo>
                    <a:lnTo>
                      <a:pt x="447"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Freeform: Shape 58"/>
              <p:cNvSpPr/>
              <p:nvPr/>
            </p:nvSpPr>
            <p:spPr bwMode="auto">
              <a:xfrm>
                <a:off x="6104752" y="4694831"/>
                <a:ext cx="125899" cy="2160476"/>
              </a:xfrm>
              <a:custGeom>
                <a:avLst/>
                <a:gdLst>
                  <a:gd name="T0" fmla="*/ 79 w 79"/>
                  <a:gd name="T1" fmla="*/ 1357 h 1357"/>
                  <a:gd name="T2" fmla="*/ 0 w 79"/>
                  <a:gd name="T3" fmla="*/ 1357 h 1357"/>
                  <a:gd name="T4" fmla="*/ 0 w 79"/>
                  <a:gd name="T5" fmla="*/ 32 h 1357"/>
                  <a:gd name="T6" fmla="*/ 39 w 79"/>
                  <a:gd name="T7" fmla="*/ 1 h 1357"/>
                  <a:gd name="T8" fmla="*/ 79 w 79"/>
                  <a:gd name="T9" fmla="*/ 32 h 1357"/>
                  <a:gd name="T10" fmla="*/ 79 w 79"/>
                  <a:gd name="T11" fmla="*/ 1357 h 1357"/>
                </a:gdLst>
                <a:ahLst/>
                <a:cxnLst>
                  <a:cxn ang="0">
                    <a:pos x="T0" y="T1"/>
                  </a:cxn>
                  <a:cxn ang="0">
                    <a:pos x="T2" y="T3"/>
                  </a:cxn>
                  <a:cxn ang="0">
                    <a:pos x="T4" y="T5"/>
                  </a:cxn>
                  <a:cxn ang="0">
                    <a:pos x="T6" y="T7"/>
                  </a:cxn>
                  <a:cxn ang="0">
                    <a:pos x="T8" y="T9"/>
                  </a:cxn>
                  <a:cxn ang="0">
                    <a:pos x="T10" y="T11"/>
                  </a:cxn>
                </a:cxnLst>
                <a:rect l="0" t="0" r="r" b="b"/>
                <a:pathLst>
                  <a:path w="79" h="1357">
                    <a:moveTo>
                      <a:pt x="79" y="1357"/>
                    </a:moveTo>
                    <a:cubicBezTo>
                      <a:pt x="0" y="1357"/>
                      <a:pt x="0" y="1357"/>
                      <a:pt x="0" y="1357"/>
                    </a:cubicBezTo>
                    <a:cubicBezTo>
                      <a:pt x="0" y="32"/>
                      <a:pt x="0" y="32"/>
                      <a:pt x="0" y="32"/>
                    </a:cubicBezTo>
                    <a:cubicBezTo>
                      <a:pt x="0" y="32"/>
                      <a:pt x="5" y="1"/>
                      <a:pt x="39" y="1"/>
                    </a:cubicBezTo>
                    <a:cubicBezTo>
                      <a:pt x="73" y="0"/>
                      <a:pt x="79" y="32"/>
                      <a:pt x="79" y="32"/>
                    </a:cubicBezTo>
                    <a:cubicBezTo>
                      <a:pt x="79" y="1357"/>
                      <a:pt x="79" y="1357"/>
                      <a:pt x="79" y="1357"/>
                    </a:cubicBezTo>
                  </a:path>
                </a:pathLst>
              </a:custGeom>
              <a:solidFill>
                <a:schemeClr val="accent3">
                  <a:lumMod val="60000"/>
                  <a:lumOff val="40000"/>
                </a:schemeClr>
              </a:solidFill>
              <a:ln>
                <a:noFill/>
              </a:ln>
            </p:spPr>
            <p:txBody>
              <a:bodyPr anchor="ctr"/>
              <a:lstStyle/>
              <a:p>
                <a:pPr algn="ctr"/>
              </a:p>
            </p:txBody>
          </p:sp>
          <p:sp>
            <p:nvSpPr>
              <p:cNvPr id="124" name="Freeform: Shape 59"/>
              <p:cNvSpPr/>
              <p:nvPr/>
            </p:nvSpPr>
            <p:spPr bwMode="auto">
              <a:xfrm>
                <a:off x="6228631" y="4692138"/>
                <a:ext cx="100315" cy="2161149"/>
              </a:xfrm>
              <a:custGeom>
                <a:avLst/>
                <a:gdLst>
                  <a:gd name="T0" fmla="*/ 63 w 63"/>
                  <a:gd name="T1" fmla="*/ 1358 h 1358"/>
                  <a:gd name="T2" fmla="*/ 0 w 63"/>
                  <a:gd name="T3" fmla="*/ 1358 h 1358"/>
                  <a:gd name="T4" fmla="*/ 0 w 63"/>
                  <a:gd name="T5" fmla="*/ 32 h 1358"/>
                  <a:gd name="T6" fmla="*/ 30 w 63"/>
                  <a:gd name="T7" fmla="*/ 0 h 1358"/>
                  <a:gd name="T8" fmla="*/ 63 w 63"/>
                  <a:gd name="T9" fmla="*/ 32 h 1358"/>
                  <a:gd name="T10" fmla="*/ 63 w 63"/>
                  <a:gd name="T11" fmla="*/ 1358 h 1358"/>
                </a:gdLst>
                <a:ahLst/>
                <a:cxnLst>
                  <a:cxn ang="0">
                    <a:pos x="T0" y="T1"/>
                  </a:cxn>
                  <a:cxn ang="0">
                    <a:pos x="T2" y="T3"/>
                  </a:cxn>
                  <a:cxn ang="0">
                    <a:pos x="T4" y="T5"/>
                  </a:cxn>
                  <a:cxn ang="0">
                    <a:pos x="T6" y="T7"/>
                  </a:cxn>
                  <a:cxn ang="0">
                    <a:pos x="T8" y="T9"/>
                  </a:cxn>
                  <a:cxn ang="0">
                    <a:pos x="T10" y="T11"/>
                  </a:cxn>
                </a:cxnLst>
                <a:rect l="0" t="0" r="r" b="b"/>
                <a:pathLst>
                  <a:path w="63" h="1358">
                    <a:moveTo>
                      <a:pt x="63" y="1358"/>
                    </a:moveTo>
                    <a:cubicBezTo>
                      <a:pt x="0" y="1358"/>
                      <a:pt x="0" y="1358"/>
                      <a:pt x="0" y="1358"/>
                    </a:cubicBezTo>
                    <a:cubicBezTo>
                      <a:pt x="0" y="32"/>
                      <a:pt x="0" y="32"/>
                      <a:pt x="0" y="32"/>
                    </a:cubicBezTo>
                    <a:cubicBezTo>
                      <a:pt x="0" y="32"/>
                      <a:pt x="4" y="1"/>
                      <a:pt x="30" y="0"/>
                    </a:cubicBezTo>
                    <a:cubicBezTo>
                      <a:pt x="57" y="0"/>
                      <a:pt x="63" y="32"/>
                      <a:pt x="63" y="32"/>
                    </a:cubicBezTo>
                    <a:cubicBezTo>
                      <a:pt x="63" y="1358"/>
                      <a:pt x="63" y="1358"/>
                      <a:pt x="63" y="1358"/>
                    </a:cubicBezTo>
                  </a:path>
                </a:pathLst>
              </a:custGeom>
              <a:solidFill>
                <a:srgbClr val="FFB14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Freeform: Shape 60"/>
              <p:cNvSpPr/>
              <p:nvPr/>
            </p:nvSpPr>
            <p:spPr bwMode="auto">
              <a:xfrm>
                <a:off x="6007804" y="4692138"/>
                <a:ext cx="100315" cy="2161149"/>
              </a:xfrm>
              <a:custGeom>
                <a:avLst/>
                <a:gdLst>
                  <a:gd name="T0" fmla="*/ 63 w 63"/>
                  <a:gd name="T1" fmla="*/ 1358 h 1358"/>
                  <a:gd name="T2" fmla="*/ 0 w 63"/>
                  <a:gd name="T3" fmla="*/ 1358 h 1358"/>
                  <a:gd name="T4" fmla="*/ 0 w 63"/>
                  <a:gd name="T5" fmla="*/ 32 h 1358"/>
                  <a:gd name="T6" fmla="*/ 31 w 63"/>
                  <a:gd name="T7" fmla="*/ 0 h 1358"/>
                  <a:gd name="T8" fmla="*/ 63 w 63"/>
                  <a:gd name="T9" fmla="*/ 32 h 1358"/>
                  <a:gd name="T10" fmla="*/ 63 w 63"/>
                  <a:gd name="T11" fmla="*/ 1358 h 1358"/>
                </a:gdLst>
                <a:ahLst/>
                <a:cxnLst>
                  <a:cxn ang="0">
                    <a:pos x="T0" y="T1"/>
                  </a:cxn>
                  <a:cxn ang="0">
                    <a:pos x="T2" y="T3"/>
                  </a:cxn>
                  <a:cxn ang="0">
                    <a:pos x="T4" y="T5"/>
                  </a:cxn>
                  <a:cxn ang="0">
                    <a:pos x="T6" y="T7"/>
                  </a:cxn>
                  <a:cxn ang="0">
                    <a:pos x="T8" y="T9"/>
                  </a:cxn>
                  <a:cxn ang="0">
                    <a:pos x="T10" y="T11"/>
                  </a:cxn>
                </a:cxnLst>
                <a:rect l="0" t="0" r="r" b="b"/>
                <a:pathLst>
                  <a:path w="63" h="1358">
                    <a:moveTo>
                      <a:pt x="63" y="1358"/>
                    </a:moveTo>
                    <a:cubicBezTo>
                      <a:pt x="0" y="1358"/>
                      <a:pt x="0" y="1358"/>
                      <a:pt x="0" y="1358"/>
                    </a:cubicBezTo>
                    <a:cubicBezTo>
                      <a:pt x="0" y="32"/>
                      <a:pt x="0" y="32"/>
                      <a:pt x="0" y="32"/>
                    </a:cubicBezTo>
                    <a:cubicBezTo>
                      <a:pt x="0" y="32"/>
                      <a:pt x="4" y="1"/>
                      <a:pt x="31" y="0"/>
                    </a:cubicBezTo>
                    <a:cubicBezTo>
                      <a:pt x="58" y="0"/>
                      <a:pt x="63" y="32"/>
                      <a:pt x="63" y="32"/>
                    </a:cubicBezTo>
                    <a:lnTo>
                      <a:pt x="63" y="1358"/>
                    </a:lnTo>
                    <a:close/>
                  </a:path>
                </a:pathLst>
              </a:custGeom>
              <a:solidFill>
                <a:schemeClr val="accent3">
                  <a:lumMod val="60000"/>
                  <a:lumOff val="40000"/>
                </a:schemeClr>
              </a:solidFill>
              <a:ln>
                <a:noFill/>
              </a:ln>
            </p:spPr>
            <p:txBody>
              <a:bodyPr anchor="ctr"/>
              <a:lstStyle/>
              <a:p>
                <a:pPr algn="ctr"/>
              </a:p>
            </p:txBody>
          </p:sp>
          <p:sp>
            <p:nvSpPr>
              <p:cNvPr id="126" name="Freeform: Shape 61"/>
              <p:cNvSpPr/>
              <p:nvPr/>
            </p:nvSpPr>
            <p:spPr bwMode="auto">
              <a:xfrm>
                <a:off x="6104752" y="4268661"/>
                <a:ext cx="129265" cy="185818"/>
              </a:xfrm>
              <a:custGeom>
                <a:avLst/>
                <a:gdLst>
                  <a:gd name="T0" fmla="*/ 0 w 81"/>
                  <a:gd name="T1" fmla="*/ 107 h 117"/>
                  <a:gd name="T2" fmla="*/ 81 w 81"/>
                  <a:gd name="T3" fmla="*/ 109 h 117"/>
                  <a:gd name="T4" fmla="*/ 48 w 81"/>
                  <a:gd name="T5" fmla="*/ 0 h 117"/>
                  <a:gd name="T6" fmla="*/ 28 w 81"/>
                  <a:gd name="T7" fmla="*/ 0 h 117"/>
                  <a:gd name="T8" fmla="*/ 0 w 81"/>
                  <a:gd name="T9" fmla="*/ 107 h 117"/>
                </a:gdLst>
                <a:ahLst/>
                <a:cxnLst>
                  <a:cxn ang="0">
                    <a:pos x="T0" y="T1"/>
                  </a:cxn>
                  <a:cxn ang="0">
                    <a:pos x="T2" y="T3"/>
                  </a:cxn>
                  <a:cxn ang="0">
                    <a:pos x="T4" y="T5"/>
                  </a:cxn>
                  <a:cxn ang="0">
                    <a:pos x="T6" y="T7"/>
                  </a:cxn>
                  <a:cxn ang="0">
                    <a:pos x="T8" y="T9"/>
                  </a:cxn>
                </a:cxnLst>
                <a:rect l="0" t="0" r="r" b="b"/>
                <a:pathLst>
                  <a:path w="81" h="117">
                    <a:moveTo>
                      <a:pt x="0" y="107"/>
                    </a:moveTo>
                    <a:cubicBezTo>
                      <a:pt x="0" y="107"/>
                      <a:pt x="39" y="117"/>
                      <a:pt x="81" y="109"/>
                    </a:cubicBezTo>
                    <a:cubicBezTo>
                      <a:pt x="48" y="0"/>
                      <a:pt x="48" y="0"/>
                      <a:pt x="48" y="0"/>
                    </a:cubicBezTo>
                    <a:cubicBezTo>
                      <a:pt x="28" y="0"/>
                      <a:pt x="28" y="0"/>
                      <a:pt x="28" y="0"/>
                    </a:cubicBezTo>
                    <a:cubicBezTo>
                      <a:pt x="0" y="107"/>
                      <a:pt x="0" y="107"/>
                      <a:pt x="0" y="107"/>
                    </a:cubicBezTo>
                  </a:path>
                </a:pathLst>
              </a:custGeom>
              <a:solidFill>
                <a:schemeClr val="accent3">
                  <a:lumMod val="60000"/>
                  <a:lumOff val="40000"/>
                </a:schemeClr>
              </a:solidFill>
              <a:ln>
                <a:noFill/>
              </a:ln>
            </p:spPr>
            <p:txBody>
              <a:bodyPr anchor="ctr"/>
              <a:lstStyle/>
              <a:p>
                <a:pPr algn="ctr"/>
              </a:p>
            </p:txBody>
          </p:sp>
          <p:sp>
            <p:nvSpPr>
              <p:cNvPr id="127" name="Freeform: Shape 62"/>
              <p:cNvSpPr/>
              <p:nvPr/>
            </p:nvSpPr>
            <p:spPr bwMode="auto">
              <a:xfrm>
                <a:off x="6173424" y="4266641"/>
                <a:ext cx="238332" cy="2588666"/>
              </a:xfrm>
              <a:custGeom>
                <a:avLst/>
                <a:gdLst>
                  <a:gd name="T0" fmla="*/ 27 w 150"/>
                  <a:gd name="T1" fmla="*/ 0 h 1626"/>
                  <a:gd name="T2" fmla="*/ 0 w 150"/>
                  <a:gd name="T3" fmla="*/ 1 h 1626"/>
                  <a:gd name="T4" fmla="*/ 5 w 150"/>
                  <a:gd name="T5" fmla="*/ 1 h 1626"/>
                  <a:gd name="T6" fmla="*/ 38 w 150"/>
                  <a:gd name="T7" fmla="*/ 110 h 1626"/>
                  <a:gd name="T8" fmla="*/ 92 w 150"/>
                  <a:gd name="T9" fmla="*/ 282 h 1626"/>
                  <a:gd name="T10" fmla="*/ 92 w 150"/>
                  <a:gd name="T11" fmla="*/ 284 h 1626"/>
                  <a:gd name="T12" fmla="*/ 98 w 150"/>
                  <a:gd name="T13" fmla="*/ 299 h 1626"/>
                  <a:gd name="T14" fmla="*/ 98 w 150"/>
                  <a:gd name="T15" fmla="*/ 1625 h 1626"/>
                  <a:gd name="T16" fmla="*/ 36 w 150"/>
                  <a:gd name="T17" fmla="*/ 1625 h 1626"/>
                  <a:gd name="T18" fmla="*/ 36 w 150"/>
                  <a:gd name="T19" fmla="*/ 1626 h 1626"/>
                  <a:gd name="T20" fmla="*/ 150 w 150"/>
                  <a:gd name="T21" fmla="*/ 1626 h 1626"/>
                  <a:gd name="T22" fmla="*/ 135 w 150"/>
                  <a:gd name="T23" fmla="*/ 290 h 1626"/>
                  <a:gd name="T24" fmla="*/ 27 w 150"/>
                  <a:gd name="T25" fmla="*/ 0 h 1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0" h="1626">
                    <a:moveTo>
                      <a:pt x="27" y="0"/>
                    </a:moveTo>
                    <a:cubicBezTo>
                      <a:pt x="0" y="1"/>
                      <a:pt x="0" y="1"/>
                      <a:pt x="0" y="1"/>
                    </a:cubicBezTo>
                    <a:cubicBezTo>
                      <a:pt x="5" y="1"/>
                      <a:pt x="5" y="1"/>
                      <a:pt x="5" y="1"/>
                    </a:cubicBezTo>
                    <a:cubicBezTo>
                      <a:pt x="38" y="110"/>
                      <a:pt x="38" y="110"/>
                      <a:pt x="38" y="110"/>
                    </a:cubicBezTo>
                    <a:cubicBezTo>
                      <a:pt x="92" y="282"/>
                      <a:pt x="92" y="282"/>
                      <a:pt x="92" y="282"/>
                    </a:cubicBezTo>
                    <a:cubicBezTo>
                      <a:pt x="92" y="284"/>
                      <a:pt x="92" y="284"/>
                      <a:pt x="92" y="284"/>
                    </a:cubicBezTo>
                    <a:cubicBezTo>
                      <a:pt x="96" y="291"/>
                      <a:pt x="98" y="299"/>
                      <a:pt x="98" y="299"/>
                    </a:cubicBezTo>
                    <a:cubicBezTo>
                      <a:pt x="98" y="1625"/>
                      <a:pt x="98" y="1625"/>
                      <a:pt x="98" y="1625"/>
                    </a:cubicBezTo>
                    <a:cubicBezTo>
                      <a:pt x="36" y="1625"/>
                      <a:pt x="36" y="1625"/>
                      <a:pt x="36" y="1625"/>
                    </a:cubicBezTo>
                    <a:cubicBezTo>
                      <a:pt x="36" y="1626"/>
                      <a:pt x="36" y="1626"/>
                      <a:pt x="36" y="1626"/>
                    </a:cubicBezTo>
                    <a:cubicBezTo>
                      <a:pt x="150" y="1626"/>
                      <a:pt x="150" y="1626"/>
                      <a:pt x="150" y="1626"/>
                    </a:cubicBezTo>
                    <a:cubicBezTo>
                      <a:pt x="135" y="290"/>
                      <a:pt x="135" y="290"/>
                      <a:pt x="135" y="290"/>
                    </a:cubicBezTo>
                    <a:cubicBezTo>
                      <a:pt x="27" y="0"/>
                      <a:pt x="27" y="0"/>
                      <a:pt x="27"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Freeform: Shape 63"/>
              <p:cNvSpPr/>
              <p:nvPr/>
            </p:nvSpPr>
            <p:spPr bwMode="auto">
              <a:xfrm>
                <a:off x="6161979" y="4441687"/>
                <a:ext cx="157542" cy="298252"/>
              </a:xfrm>
              <a:custGeom>
                <a:avLst/>
                <a:gdLst>
                  <a:gd name="T0" fmla="*/ 45 w 99"/>
                  <a:gd name="T1" fmla="*/ 0 h 187"/>
                  <a:gd name="T2" fmla="*/ 45 w 99"/>
                  <a:gd name="T3" fmla="*/ 0 h 187"/>
                  <a:gd name="T4" fmla="*/ 11 w 99"/>
                  <a:gd name="T5" fmla="*/ 3 h 187"/>
                  <a:gd name="T6" fmla="*/ 0 w 99"/>
                  <a:gd name="T7" fmla="*/ 3 h 187"/>
                  <a:gd name="T8" fmla="*/ 0 w 99"/>
                  <a:gd name="T9" fmla="*/ 160 h 187"/>
                  <a:gd name="T10" fmla="*/ 3 w 99"/>
                  <a:gd name="T11" fmla="*/ 160 h 187"/>
                  <a:gd name="T12" fmla="*/ 4 w 99"/>
                  <a:gd name="T13" fmla="*/ 160 h 187"/>
                  <a:gd name="T14" fmla="*/ 42 w 99"/>
                  <a:gd name="T15" fmla="*/ 187 h 187"/>
                  <a:gd name="T16" fmla="*/ 72 w 99"/>
                  <a:gd name="T17" fmla="*/ 157 h 187"/>
                  <a:gd name="T18" fmla="*/ 73 w 99"/>
                  <a:gd name="T19" fmla="*/ 157 h 187"/>
                  <a:gd name="T20" fmla="*/ 99 w 99"/>
                  <a:gd name="T21" fmla="*/ 174 h 187"/>
                  <a:gd name="T22" fmla="*/ 99 w 99"/>
                  <a:gd name="T23" fmla="*/ 172 h 187"/>
                  <a:gd name="T24" fmla="*/ 45 w 99"/>
                  <a:gd name="T25" fmla="*/ 0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9" h="187">
                    <a:moveTo>
                      <a:pt x="45" y="0"/>
                    </a:moveTo>
                    <a:cubicBezTo>
                      <a:pt x="45" y="0"/>
                      <a:pt x="45" y="0"/>
                      <a:pt x="45" y="0"/>
                    </a:cubicBezTo>
                    <a:cubicBezTo>
                      <a:pt x="33" y="2"/>
                      <a:pt x="21" y="3"/>
                      <a:pt x="11" y="3"/>
                    </a:cubicBezTo>
                    <a:cubicBezTo>
                      <a:pt x="7" y="3"/>
                      <a:pt x="3" y="3"/>
                      <a:pt x="0" y="3"/>
                    </a:cubicBezTo>
                    <a:cubicBezTo>
                      <a:pt x="0" y="160"/>
                      <a:pt x="0" y="160"/>
                      <a:pt x="0" y="160"/>
                    </a:cubicBezTo>
                    <a:cubicBezTo>
                      <a:pt x="1" y="160"/>
                      <a:pt x="2" y="160"/>
                      <a:pt x="3" y="160"/>
                    </a:cubicBezTo>
                    <a:cubicBezTo>
                      <a:pt x="3" y="160"/>
                      <a:pt x="4" y="160"/>
                      <a:pt x="4" y="160"/>
                    </a:cubicBezTo>
                    <a:cubicBezTo>
                      <a:pt x="29" y="160"/>
                      <a:pt x="39" y="178"/>
                      <a:pt x="42" y="187"/>
                    </a:cubicBezTo>
                    <a:cubicBezTo>
                      <a:pt x="44" y="179"/>
                      <a:pt x="50" y="158"/>
                      <a:pt x="72" y="157"/>
                    </a:cubicBezTo>
                    <a:cubicBezTo>
                      <a:pt x="73" y="157"/>
                      <a:pt x="73" y="157"/>
                      <a:pt x="73" y="157"/>
                    </a:cubicBezTo>
                    <a:cubicBezTo>
                      <a:pt x="87" y="157"/>
                      <a:pt x="94" y="166"/>
                      <a:pt x="99" y="174"/>
                    </a:cubicBezTo>
                    <a:cubicBezTo>
                      <a:pt x="99" y="172"/>
                      <a:pt x="99" y="172"/>
                      <a:pt x="99" y="172"/>
                    </a:cubicBezTo>
                    <a:cubicBezTo>
                      <a:pt x="45" y="0"/>
                      <a:pt x="45" y="0"/>
                      <a:pt x="45"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Freeform: Shape 64"/>
              <p:cNvSpPr/>
              <p:nvPr/>
            </p:nvSpPr>
            <p:spPr bwMode="auto">
              <a:xfrm>
                <a:off x="6161979" y="4696851"/>
                <a:ext cx="68672" cy="2158456"/>
              </a:xfrm>
              <a:custGeom>
                <a:avLst/>
                <a:gdLst>
                  <a:gd name="T0" fmla="*/ 4 w 43"/>
                  <a:gd name="T1" fmla="*/ 0 h 1356"/>
                  <a:gd name="T2" fmla="*/ 3 w 43"/>
                  <a:gd name="T3" fmla="*/ 0 h 1356"/>
                  <a:gd name="T4" fmla="*/ 0 w 43"/>
                  <a:gd name="T5" fmla="*/ 0 h 1356"/>
                  <a:gd name="T6" fmla="*/ 0 w 43"/>
                  <a:gd name="T7" fmla="*/ 1356 h 1356"/>
                  <a:gd name="T8" fmla="*/ 43 w 43"/>
                  <a:gd name="T9" fmla="*/ 1356 h 1356"/>
                  <a:gd name="T10" fmla="*/ 43 w 43"/>
                  <a:gd name="T11" fmla="*/ 1355 h 1356"/>
                  <a:gd name="T12" fmla="*/ 42 w 43"/>
                  <a:gd name="T13" fmla="*/ 1355 h 1356"/>
                  <a:gd name="T14" fmla="*/ 42 w 43"/>
                  <a:gd name="T15" fmla="*/ 29 h 1356"/>
                  <a:gd name="T16" fmla="*/ 42 w 43"/>
                  <a:gd name="T17" fmla="*/ 27 h 1356"/>
                  <a:gd name="T18" fmla="*/ 4 w 43"/>
                  <a:gd name="T19" fmla="*/ 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1356">
                    <a:moveTo>
                      <a:pt x="4" y="0"/>
                    </a:moveTo>
                    <a:cubicBezTo>
                      <a:pt x="4" y="0"/>
                      <a:pt x="3" y="0"/>
                      <a:pt x="3" y="0"/>
                    </a:cubicBezTo>
                    <a:cubicBezTo>
                      <a:pt x="2" y="0"/>
                      <a:pt x="1" y="0"/>
                      <a:pt x="0" y="0"/>
                    </a:cubicBezTo>
                    <a:cubicBezTo>
                      <a:pt x="0" y="1356"/>
                      <a:pt x="0" y="1356"/>
                      <a:pt x="0" y="1356"/>
                    </a:cubicBezTo>
                    <a:cubicBezTo>
                      <a:pt x="43" y="1356"/>
                      <a:pt x="43" y="1356"/>
                      <a:pt x="43" y="1356"/>
                    </a:cubicBezTo>
                    <a:cubicBezTo>
                      <a:pt x="43" y="1355"/>
                      <a:pt x="43" y="1355"/>
                      <a:pt x="43" y="1355"/>
                    </a:cubicBezTo>
                    <a:cubicBezTo>
                      <a:pt x="42" y="1355"/>
                      <a:pt x="42" y="1355"/>
                      <a:pt x="42" y="1355"/>
                    </a:cubicBezTo>
                    <a:cubicBezTo>
                      <a:pt x="42" y="29"/>
                      <a:pt x="42" y="29"/>
                      <a:pt x="42" y="29"/>
                    </a:cubicBezTo>
                    <a:cubicBezTo>
                      <a:pt x="42" y="29"/>
                      <a:pt x="42" y="28"/>
                      <a:pt x="42" y="27"/>
                    </a:cubicBezTo>
                    <a:cubicBezTo>
                      <a:pt x="39" y="18"/>
                      <a:pt x="29" y="0"/>
                      <a:pt x="4" y="0"/>
                    </a:cubicBezTo>
                  </a:path>
                </a:pathLst>
              </a:custGeom>
              <a:solidFill>
                <a:schemeClr val="accent3"/>
              </a:solidFill>
              <a:ln>
                <a:noFill/>
              </a:ln>
            </p:spPr>
            <p:txBody>
              <a:bodyPr anchor="ctr"/>
              <a:lstStyle/>
              <a:p>
                <a:pPr algn="ctr"/>
              </a:p>
            </p:txBody>
          </p:sp>
          <p:sp>
            <p:nvSpPr>
              <p:cNvPr id="130" name="Freeform: Shape 65"/>
              <p:cNvSpPr/>
              <p:nvPr/>
            </p:nvSpPr>
            <p:spPr bwMode="auto">
              <a:xfrm>
                <a:off x="6228631" y="4692138"/>
                <a:ext cx="100315" cy="2161149"/>
              </a:xfrm>
              <a:custGeom>
                <a:avLst/>
                <a:gdLst>
                  <a:gd name="T0" fmla="*/ 31 w 63"/>
                  <a:gd name="T1" fmla="*/ 0 h 1358"/>
                  <a:gd name="T2" fmla="*/ 30 w 63"/>
                  <a:gd name="T3" fmla="*/ 0 h 1358"/>
                  <a:gd name="T4" fmla="*/ 0 w 63"/>
                  <a:gd name="T5" fmla="*/ 30 h 1358"/>
                  <a:gd name="T6" fmla="*/ 0 w 63"/>
                  <a:gd name="T7" fmla="*/ 32 h 1358"/>
                  <a:gd name="T8" fmla="*/ 0 w 63"/>
                  <a:gd name="T9" fmla="*/ 1358 h 1358"/>
                  <a:gd name="T10" fmla="*/ 1 w 63"/>
                  <a:gd name="T11" fmla="*/ 1358 h 1358"/>
                  <a:gd name="T12" fmla="*/ 63 w 63"/>
                  <a:gd name="T13" fmla="*/ 1358 h 1358"/>
                  <a:gd name="T14" fmla="*/ 63 w 63"/>
                  <a:gd name="T15" fmla="*/ 32 h 1358"/>
                  <a:gd name="T16" fmla="*/ 57 w 63"/>
                  <a:gd name="T17" fmla="*/ 17 h 1358"/>
                  <a:gd name="T18" fmla="*/ 31 w 63"/>
                  <a:gd name="T19" fmla="*/ 0 h 1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358">
                    <a:moveTo>
                      <a:pt x="31" y="0"/>
                    </a:moveTo>
                    <a:cubicBezTo>
                      <a:pt x="31" y="0"/>
                      <a:pt x="31" y="0"/>
                      <a:pt x="30" y="0"/>
                    </a:cubicBezTo>
                    <a:cubicBezTo>
                      <a:pt x="8" y="1"/>
                      <a:pt x="2" y="22"/>
                      <a:pt x="0" y="30"/>
                    </a:cubicBezTo>
                    <a:cubicBezTo>
                      <a:pt x="0" y="31"/>
                      <a:pt x="0" y="32"/>
                      <a:pt x="0" y="32"/>
                    </a:cubicBezTo>
                    <a:cubicBezTo>
                      <a:pt x="0" y="1358"/>
                      <a:pt x="0" y="1358"/>
                      <a:pt x="0" y="1358"/>
                    </a:cubicBezTo>
                    <a:cubicBezTo>
                      <a:pt x="1" y="1358"/>
                      <a:pt x="1" y="1358"/>
                      <a:pt x="1" y="1358"/>
                    </a:cubicBezTo>
                    <a:cubicBezTo>
                      <a:pt x="63" y="1358"/>
                      <a:pt x="63" y="1358"/>
                      <a:pt x="63" y="1358"/>
                    </a:cubicBezTo>
                    <a:cubicBezTo>
                      <a:pt x="63" y="32"/>
                      <a:pt x="63" y="32"/>
                      <a:pt x="63" y="32"/>
                    </a:cubicBezTo>
                    <a:cubicBezTo>
                      <a:pt x="63" y="32"/>
                      <a:pt x="61" y="24"/>
                      <a:pt x="57" y="17"/>
                    </a:cubicBezTo>
                    <a:cubicBezTo>
                      <a:pt x="52" y="9"/>
                      <a:pt x="45" y="0"/>
                      <a:pt x="31" y="0"/>
                    </a:cubicBezTo>
                  </a:path>
                </a:pathLst>
              </a:custGeom>
              <a:solidFill>
                <a:schemeClr val="accent3"/>
              </a:solidFill>
              <a:ln>
                <a:noFill/>
              </a:ln>
            </p:spPr>
            <p:txBody>
              <a:bodyPr anchor="ctr"/>
              <a:lstStyle/>
              <a:p>
                <a:pPr algn="ctr"/>
              </a:p>
            </p:txBody>
          </p:sp>
          <p:sp>
            <p:nvSpPr>
              <p:cNvPr id="131" name="Freeform: Shape 66"/>
              <p:cNvSpPr/>
              <p:nvPr/>
            </p:nvSpPr>
            <p:spPr bwMode="auto">
              <a:xfrm>
                <a:off x="6161979" y="4268661"/>
                <a:ext cx="72038" cy="178413"/>
              </a:xfrm>
              <a:custGeom>
                <a:avLst/>
                <a:gdLst>
                  <a:gd name="T0" fmla="*/ 12 w 45"/>
                  <a:gd name="T1" fmla="*/ 0 h 112"/>
                  <a:gd name="T2" fmla="*/ 7 w 45"/>
                  <a:gd name="T3" fmla="*/ 0 h 112"/>
                  <a:gd name="T4" fmla="*/ 0 w 45"/>
                  <a:gd name="T5" fmla="*/ 0 h 112"/>
                  <a:gd name="T6" fmla="*/ 0 w 45"/>
                  <a:gd name="T7" fmla="*/ 112 h 112"/>
                  <a:gd name="T8" fmla="*/ 11 w 45"/>
                  <a:gd name="T9" fmla="*/ 112 h 112"/>
                  <a:gd name="T10" fmla="*/ 45 w 45"/>
                  <a:gd name="T11" fmla="*/ 109 h 112"/>
                  <a:gd name="T12" fmla="*/ 45 w 45"/>
                  <a:gd name="T13" fmla="*/ 109 h 112"/>
                  <a:gd name="T14" fmla="*/ 12 w 45"/>
                  <a:gd name="T15" fmla="*/ 0 h 1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112">
                    <a:moveTo>
                      <a:pt x="12" y="0"/>
                    </a:moveTo>
                    <a:cubicBezTo>
                      <a:pt x="7" y="0"/>
                      <a:pt x="7" y="0"/>
                      <a:pt x="7" y="0"/>
                    </a:cubicBezTo>
                    <a:cubicBezTo>
                      <a:pt x="0" y="0"/>
                      <a:pt x="0" y="0"/>
                      <a:pt x="0" y="0"/>
                    </a:cubicBezTo>
                    <a:cubicBezTo>
                      <a:pt x="0" y="112"/>
                      <a:pt x="0" y="112"/>
                      <a:pt x="0" y="112"/>
                    </a:cubicBezTo>
                    <a:cubicBezTo>
                      <a:pt x="3" y="112"/>
                      <a:pt x="7" y="112"/>
                      <a:pt x="11" y="112"/>
                    </a:cubicBezTo>
                    <a:cubicBezTo>
                      <a:pt x="21" y="112"/>
                      <a:pt x="33" y="111"/>
                      <a:pt x="45" y="109"/>
                    </a:cubicBezTo>
                    <a:cubicBezTo>
                      <a:pt x="45" y="109"/>
                      <a:pt x="45" y="109"/>
                      <a:pt x="45" y="109"/>
                    </a:cubicBezTo>
                    <a:cubicBezTo>
                      <a:pt x="12" y="0"/>
                      <a:pt x="12" y="0"/>
                      <a:pt x="12" y="0"/>
                    </a:cubicBezTo>
                  </a:path>
                </a:pathLst>
              </a:custGeom>
              <a:solidFill>
                <a:schemeClr val="accent3"/>
              </a:solidFill>
              <a:ln>
                <a:noFill/>
              </a:ln>
            </p:spPr>
            <p:txBody>
              <a:bodyPr anchor="ctr"/>
              <a:lstStyle/>
              <a:p>
                <a:pPr algn="ctr"/>
              </a:p>
            </p:txBody>
          </p:sp>
        </p:grpSp>
        <p:grpSp>
          <p:nvGrpSpPr>
            <p:cNvPr id="14" name="Group 67"/>
            <p:cNvGrpSpPr/>
            <p:nvPr/>
          </p:nvGrpSpPr>
          <p:grpSpPr>
            <a:xfrm>
              <a:off x="15070" y="5418"/>
              <a:ext cx="483" cy="3711"/>
              <a:chOff x="6480429" y="3713225"/>
              <a:chExt cx="409339" cy="3142082"/>
            </a:xfrm>
          </p:grpSpPr>
          <p:sp>
            <p:nvSpPr>
              <p:cNvPr id="110" name="Freeform: Shape 68"/>
              <p:cNvSpPr/>
              <p:nvPr/>
            </p:nvSpPr>
            <p:spPr bwMode="auto">
              <a:xfrm>
                <a:off x="6491874" y="3722651"/>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Freeform: Shape 69"/>
              <p:cNvSpPr/>
              <p:nvPr/>
            </p:nvSpPr>
            <p:spPr bwMode="auto">
              <a:xfrm>
                <a:off x="6491874" y="3722651"/>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Freeform: Shape 70"/>
              <p:cNvSpPr/>
              <p:nvPr/>
            </p:nvSpPr>
            <p:spPr bwMode="auto">
              <a:xfrm>
                <a:off x="6579397" y="4144108"/>
                <a:ext cx="125899" cy="2711199"/>
              </a:xfrm>
              <a:custGeom>
                <a:avLst/>
                <a:gdLst>
                  <a:gd name="T0" fmla="*/ 79 w 79"/>
                  <a:gd name="T1" fmla="*/ 1703 h 1703"/>
                  <a:gd name="T2" fmla="*/ 0 w 79"/>
                  <a:gd name="T3" fmla="*/ 1703 h 1703"/>
                  <a:gd name="T4" fmla="*/ 0 w 79"/>
                  <a:gd name="T5" fmla="*/ 33 h 1703"/>
                  <a:gd name="T6" fmla="*/ 38 w 79"/>
                  <a:gd name="T7" fmla="*/ 1 h 1703"/>
                  <a:gd name="T8" fmla="*/ 79 w 79"/>
                  <a:gd name="T9" fmla="*/ 33 h 1703"/>
                  <a:gd name="T10" fmla="*/ 79 w 79"/>
                  <a:gd name="T11" fmla="*/ 1703 h 1703"/>
                </a:gdLst>
                <a:ahLst/>
                <a:cxnLst>
                  <a:cxn ang="0">
                    <a:pos x="T0" y="T1"/>
                  </a:cxn>
                  <a:cxn ang="0">
                    <a:pos x="T2" y="T3"/>
                  </a:cxn>
                  <a:cxn ang="0">
                    <a:pos x="T4" y="T5"/>
                  </a:cxn>
                  <a:cxn ang="0">
                    <a:pos x="T6" y="T7"/>
                  </a:cxn>
                  <a:cxn ang="0">
                    <a:pos x="T8" y="T9"/>
                  </a:cxn>
                  <a:cxn ang="0">
                    <a:pos x="T10" y="T11"/>
                  </a:cxn>
                </a:cxnLst>
                <a:rect l="0" t="0" r="r" b="b"/>
                <a:pathLst>
                  <a:path w="79" h="1703">
                    <a:moveTo>
                      <a:pt x="79" y="1703"/>
                    </a:moveTo>
                    <a:cubicBezTo>
                      <a:pt x="0" y="1703"/>
                      <a:pt x="0" y="1703"/>
                      <a:pt x="0" y="1703"/>
                    </a:cubicBezTo>
                    <a:cubicBezTo>
                      <a:pt x="0" y="33"/>
                      <a:pt x="0" y="33"/>
                      <a:pt x="0" y="33"/>
                    </a:cubicBezTo>
                    <a:cubicBezTo>
                      <a:pt x="0" y="33"/>
                      <a:pt x="5" y="2"/>
                      <a:pt x="38" y="1"/>
                    </a:cubicBezTo>
                    <a:cubicBezTo>
                      <a:pt x="72" y="0"/>
                      <a:pt x="79" y="33"/>
                      <a:pt x="79" y="33"/>
                    </a:cubicBezTo>
                    <a:cubicBezTo>
                      <a:pt x="79" y="1703"/>
                      <a:pt x="79" y="1703"/>
                      <a:pt x="79" y="1703"/>
                    </a:cubicBezTo>
                  </a:path>
                </a:pathLst>
              </a:custGeom>
              <a:solidFill>
                <a:schemeClr val="accent4">
                  <a:lumMod val="60000"/>
                  <a:lumOff val="40000"/>
                </a:schemeClr>
              </a:solidFill>
              <a:ln>
                <a:noFill/>
              </a:ln>
            </p:spPr>
            <p:txBody>
              <a:bodyPr anchor="ctr"/>
              <a:lstStyle/>
              <a:p>
                <a:pPr algn="ctr"/>
              </a:p>
            </p:txBody>
          </p:sp>
          <p:sp>
            <p:nvSpPr>
              <p:cNvPr id="113" name="Freeform: Shape 71"/>
              <p:cNvSpPr/>
              <p:nvPr/>
            </p:nvSpPr>
            <p:spPr bwMode="auto">
              <a:xfrm>
                <a:off x="6701930" y="4141415"/>
                <a:ext cx="100315" cy="2711872"/>
              </a:xfrm>
              <a:custGeom>
                <a:avLst/>
                <a:gdLst>
                  <a:gd name="T0" fmla="*/ 63 w 63"/>
                  <a:gd name="T1" fmla="*/ 1704 h 1704"/>
                  <a:gd name="T2" fmla="*/ 0 w 63"/>
                  <a:gd name="T3" fmla="*/ 1704 h 1704"/>
                  <a:gd name="T4" fmla="*/ 0 w 63"/>
                  <a:gd name="T5" fmla="*/ 33 h 1704"/>
                  <a:gd name="T6" fmla="*/ 31 w 63"/>
                  <a:gd name="T7" fmla="*/ 1 h 1704"/>
                  <a:gd name="T8" fmla="*/ 63 w 63"/>
                  <a:gd name="T9" fmla="*/ 33 h 1704"/>
                  <a:gd name="T10" fmla="*/ 63 w 63"/>
                  <a:gd name="T11" fmla="*/ 1704 h 1704"/>
                </a:gdLst>
                <a:ahLst/>
                <a:cxnLst>
                  <a:cxn ang="0">
                    <a:pos x="T0" y="T1"/>
                  </a:cxn>
                  <a:cxn ang="0">
                    <a:pos x="T2" y="T3"/>
                  </a:cxn>
                  <a:cxn ang="0">
                    <a:pos x="T4" y="T5"/>
                  </a:cxn>
                  <a:cxn ang="0">
                    <a:pos x="T6" y="T7"/>
                  </a:cxn>
                  <a:cxn ang="0">
                    <a:pos x="T8" y="T9"/>
                  </a:cxn>
                  <a:cxn ang="0">
                    <a:pos x="T10" y="T11"/>
                  </a:cxn>
                </a:cxnLst>
                <a:rect l="0" t="0" r="r" b="b"/>
                <a:pathLst>
                  <a:path w="63" h="1704">
                    <a:moveTo>
                      <a:pt x="63" y="1704"/>
                    </a:moveTo>
                    <a:cubicBezTo>
                      <a:pt x="0" y="1704"/>
                      <a:pt x="0" y="1704"/>
                      <a:pt x="0" y="1704"/>
                    </a:cubicBezTo>
                    <a:cubicBezTo>
                      <a:pt x="0" y="33"/>
                      <a:pt x="0" y="33"/>
                      <a:pt x="0" y="33"/>
                    </a:cubicBezTo>
                    <a:cubicBezTo>
                      <a:pt x="0" y="33"/>
                      <a:pt x="4" y="1"/>
                      <a:pt x="31" y="1"/>
                    </a:cubicBezTo>
                    <a:cubicBezTo>
                      <a:pt x="58" y="0"/>
                      <a:pt x="63" y="33"/>
                      <a:pt x="63" y="33"/>
                    </a:cubicBezTo>
                    <a:cubicBezTo>
                      <a:pt x="63" y="1704"/>
                      <a:pt x="63" y="1704"/>
                      <a:pt x="63" y="1704"/>
                    </a:cubicBezTo>
                  </a:path>
                </a:pathLst>
              </a:custGeom>
              <a:solidFill>
                <a:srgbClr val="3DCEB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Freeform: Shape 72"/>
              <p:cNvSpPr/>
              <p:nvPr/>
            </p:nvSpPr>
            <p:spPr bwMode="auto">
              <a:xfrm>
                <a:off x="6480429" y="4141415"/>
                <a:ext cx="100315" cy="2711872"/>
              </a:xfrm>
              <a:custGeom>
                <a:avLst/>
                <a:gdLst>
                  <a:gd name="T0" fmla="*/ 63 w 63"/>
                  <a:gd name="T1" fmla="*/ 1704 h 1704"/>
                  <a:gd name="T2" fmla="*/ 0 w 63"/>
                  <a:gd name="T3" fmla="*/ 1704 h 1704"/>
                  <a:gd name="T4" fmla="*/ 0 w 63"/>
                  <a:gd name="T5" fmla="*/ 33 h 1704"/>
                  <a:gd name="T6" fmla="*/ 31 w 63"/>
                  <a:gd name="T7" fmla="*/ 1 h 1704"/>
                  <a:gd name="T8" fmla="*/ 63 w 63"/>
                  <a:gd name="T9" fmla="*/ 33 h 1704"/>
                  <a:gd name="T10" fmla="*/ 63 w 63"/>
                  <a:gd name="T11" fmla="*/ 1704 h 1704"/>
                </a:gdLst>
                <a:ahLst/>
                <a:cxnLst>
                  <a:cxn ang="0">
                    <a:pos x="T0" y="T1"/>
                  </a:cxn>
                  <a:cxn ang="0">
                    <a:pos x="T2" y="T3"/>
                  </a:cxn>
                  <a:cxn ang="0">
                    <a:pos x="T4" y="T5"/>
                  </a:cxn>
                  <a:cxn ang="0">
                    <a:pos x="T6" y="T7"/>
                  </a:cxn>
                  <a:cxn ang="0">
                    <a:pos x="T8" y="T9"/>
                  </a:cxn>
                  <a:cxn ang="0">
                    <a:pos x="T10" y="T11"/>
                  </a:cxn>
                </a:cxnLst>
                <a:rect l="0" t="0" r="r" b="b"/>
                <a:pathLst>
                  <a:path w="63" h="1704">
                    <a:moveTo>
                      <a:pt x="63" y="1704"/>
                    </a:moveTo>
                    <a:cubicBezTo>
                      <a:pt x="0" y="1704"/>
                      <a:pt x="0" y="1704"/>
                      <a:pt x="0" y="1704"/>
                    </a:cubicBezTo>
                    <a:cubicBezTo>
                      <a:pt x="0" y="33"/>
                      <a:pt x="0" y="33"/>
                      <a:pt x="0" y="33"/>
                    </a:cubicBezTo>
                    <a:cubicBezTo>
                      <a:pt x="0" y="33"/>
                      <a:pt x="4" y="1"/>
                      <a:pt x="31" y="1"/>
                    </a:cubicBezTo>
                    <a:cubicBezTo>
                      <a:pt x="58" y="0"/>
                      <a:pt x="63" y="33"/>
                      <a:pt x="63" y="33"/>
                    </a:cubicBezTo>
                    <a:lnTo>
                      <a:pt x="63" y="1704"/>
                    </a:lnTo>
                    <a:close/>
                  </a:path>
                </a:pathLst>
              </a:custGeom>
              <a:solidFill>
                <a:schemeClr val="accent4">
                  <a:lumMod val="60000"/>
                  <a:lumOff val="40000"/>
                </a:schemeClr>
              </a:solidFill>
              <a:ln>
                <a:noFill/>
              </a:ln>
            </p:spPr>
            <p:txBody>
              <a:bodyPr anchor="ctr"/>
              <a:lstStyle/>
              <a:p>
                <a:pPr algn="ctr"/>
              </a:p>
            </p:txBody>
          </p:sp>
          <p:sp>
            <p:nvSpPr>
              <p:cNvPr id="115" name="Freeform: Shape 73"/>
              <p:cNvSpPr/>
              <p:nvPr/>
            </p:nvSpPr>
            <p:spPr bwMode="auto">
              <a:xfrm>
                <a:off x="6576031" y="3714572"/>
                <a:ext cx="131958" cy="191204"/>
              </a:xfrm>
              <a:custGeom>
                <a:avLst/>
                <a:gdLst>
                  <a:gd name="T0" fmla="*/ 0 w 83"/>
                  <a:gd name="T1" fmla="*/ 111 h 120"/>
                  <a:gd name="T2" fmla="*/ 83 w 83"/>
                  <a:gd name="T3" fmla="*/ 113 h 120"/>
                  <a:gd name="T4" fmla="*/ 50 w 83"/>
                  <a:gd name="T5" fmla="*/ 0 h 120"/>
                  <a:gd name="T6" fmla="*/ 29 w 83"/>
                  <a:gd name="T7" fmla="*/ 0 h 120"/>
                  <a:gd name="T8" fmla="*/ 0 w 83"/>
                  <a:gd name="T9" fmla="*/ 111 h 120"/>
                </a:gdLst>
                <a:ahLst/>
                <a:cxnLst>
                  <a:cxn ang="0">
                    <a:pos x="T0" y="T1"/>
                  </a:cxn>
                  <a:cxn ang="0">
                    <a:pos x="T2" y="T3"/>
                  </a:cxn>
                  <a:cxn ang="0">
                    <a:pos x="T4" y="T5"/>
                  </a:cxn>
                  <a:cxn ang="0">
                    <a:pos x="T6" y="T7"/>
                  </a:cxn>
                  <a:cxn ang="0">
                    <a:pos x="T8" y="T9"/>
                  </a:cxn>
                </a:cxnLst>
                <a:rect l="0" t="0" r="r" b="b"/>
                <a:pathLst>
                  <a:path w="83" h="120">
                    <a:moveTo>
                      <a:pt x="0" y="111"/>
                    </a:moveTo>
                    <a:cubicBezTo>
                      <a:pt x="0" y="111"/>
                      <a:pt x="40" y="120"/>
                      <a:pt x="83" y="113"/>
                    </a:cubicBezTo>
                    <a:cubicBezTo>
                      <a:pt x="50" y="0"/>
                      <a:pt x="50" y="0"/>
                      <a:pt x="50" y="0"/>
                    </a:cubicBezTo>
                    <a:cubicBezTo>
                      <a:pt x="29" y="0"/>
                      <a:pt x="29" y="0"/>
                      <a:pt x="29" y="0"/>
                    </a:cubicBezTo>
                    <a:cubicBezTo>
                      <a:pt x="0" y="111"/>
                      <a:pt x="0" y="111"/>
                      <a:pt x="0" y="111"/>
                    </a:cubicBezTo>
                  </a:path>
                </a:pathLst>
              </a:custGeom>
              <a:solidFill>
                <a:schemeClr val="accent4">
                  <a:lumMod val="60000"/>
                  <a:lumOff val="40000"/>
                </a:schemeClr>
              </a:solidFill>
              <a:ln>
                <a:noFill/>
              </a:ln>
            </p:spPr>
            <p:txBody>
              <a:bodyPr anchor="ctr"/>
              <a:lstStyle/>
              <a:p>
                <a:pPr algn="ctr"/>
              </a:p>
            </p:txBody>
          </p:sp>
          <p:sp>
            <p:nvSpPr>
              <p:cNvPr id="116" name="Freeform: Shape 74"/>
              <p:cNvSpPr/>
              <p:nvPr/>
            </p:nvSpPr>
            <p:spPr bwMode="auto">
              <a:xfrm>
                <a:off x="6655475" y="3713225"/>
                <a:ext cx="234293" cy="3142082"/>
              </a:xfrm>
              <a:custGeom>
                <a:avLst/>
                <a:gdLst>
                  <a:gd name="T0" fmla="*/ 24 w 147"/>
                  <a:gd name="T1" fmla="*/ 0 h 1974"/>
                  <a:gd name="T2" fmla="*/ 0 w 147"/>
                  <a:gd name="T3" fmla="*/ 1 h 1974"/>
                  <a:gd name="T4" fmla="*/ 33 w 147"/>
                  <a:gd name="T5" fmla="*/ 114 h 1974"/>
                  <a:gd name="T6" fmla="*/ 33 w 147"/>
                  <a:gd name="T7" fmla="*/ 114 h 1974"/>
                  <a:gd name="T8" fmla="*/ 87 w 147"/>
                  <a:gd name="T9" fmla="*/ 284 h 1974"/>
                  <a:gd name="T10" fmla="*/ 86 w 147"/>
                  <a:gd name="T11" fmla="*/ 286 h 1974"/>
                  <a:gd name="T12" fmla="*/ 92 w 147"/>
                  <a:gd name="T13" fmla="*/ 302 h 1974"/>
                  <a:gd name="T14" fmla="*/ 92 w 147"/>
                  <a:gd name="T15" fmla="*/ 1973 h 1974"/>
                  <a:gd name="T16" fmla="*/ 31 w 147"/>
                  <a:gd name="T17" fmla="*/ 1973 h 1974"/>
                  <a:gd name="T18" fmla="*/ 31 w 147"/>
                  <a:gd name="T19" fmla="*/ 1974 h 1974"/>
                  <a:gd name="T20" fmla="*/ 147 w 147"/>
                  <a:gd name="T21" fmla="*/ 1974 h 1974"/>
                  <a:gd name="T22" fmla="*/ 132 w 147"/>
                  <a:gd name="T23" fmla="*/ 290 h 1974"/>
                  <a:gd name="T24" fmla="*/ 24 w 147"/>
                  <a:gd name="T25" fmla="*/ 0 h 1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7" h="1974">
                    <a:moveTo>
                      <a:pt x="24" y="0"/>
                    </a:moveTo>
                    <a:cubicBezTo>
                      <a:pt x="0" y="1"/>
                      <a:pt x="0" y="1"/>
                      <a:pt x="0" y="1"/>
                    </a:cubicBezTo>
                    <a:cubicBezTo>
                      <a:pt x="33" y="114"/>
                      <a:pt x="33" y="114"/>
                      <a:pt x="33" y="114"/>
                    </a:cubicBezTo>
                    <a:cubicBezTo>
                      <a:pt x="33" y="114"/>
                      <a:pt x="33" y="114"/>
                      <a:pt x="33" y="114"/>
                    </a:cubicBezTo>
                    <a:cubicBezTo>
                      <a:pt x="87" y="284"/>
                      <a:pt x="87" y="284"/>
                      <a:pt x="87" y="284"/>
                    </a:cubicBezTo>
                    <a:cubicBezTo>
                      <a:pt x="86" y="286"/>
                      <a:pt x="86" y="286"/>
                      <a:pt x="86" y="286"/>
                    </a:cubicBezTo>
                    <a:cubicBezTo>
                      <a:pt x="91" y="294"/>
                      <a:pt x="92" y="302"/>
                      <a:pt x="92" y="302"/>
                    </a:cubicBezTo>
                    <a:cubicBezTo>
                      <a:pt x="92" y="1973"/>
                      <a:pt x="92" y="1973"/>
                      <a:pt x="92" y="1973"/>
                    </a:cubicBezTo>
                    <a:cubicBezTo>
                      <a:pt x="31" y="1973"/>
                      <a:pt x="31" y="1973"/>
                      <a:pt x="31" y="1973"/>
                    </a:cubicBezTo>
                    <a:cubicBezTo>
                      <a:pt x="31" y="1974"/>
                      <a:pt x="31" y="1974"/>
                      <a:pt x="31" y="1974"/>
                    </a:cubicBezTo>
                    <a:cubicBezTo>
                      <a:pt x="147" y="1974"/>
                      <a:pt x="147" y="1974"/>
                      <a:pt x="147" y="1974"/>
                    </a:cubicBezTo>
                    <a:cubicBezTo>
                      <a:pt x="132" y="290"/>
                      <a:pt x="132" y="290"/>
                      <a:pt x="132" y="290"/>
                    </a:cubicBezTo>
                    <a:cubicBezTo>
                      <a:pt x="24" y="0"/>
                      <a:pt x="24" y="0"/>
                      <a:pt x="2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Freeform: Shape 75"/>
              <p:cNvSpPr/>
              <p:nvPr/>
            </p:nvSpPr>
            <p:spPr bwMode="auto">
              <a:xfrm>
                <a:off x="6639990" y="3894331"/>
                <a:ext cx="154175" cy="294886"/>
              </a:xfrm>
              <a:custGeom>
                <a:avLst/>
                <a:gdLst>
                  <a:gd name="T0" fmla="*/ 43 w 97"/>
                  <a:gd name="T1" fmla="*/ 0 h 185"/>
                  <a:gd name="T2" fmla="*/ 8 w 97"/>
                  <a:gd name="T3" fmla="*/ 3 h 185"/>
                  <a:gd name="T4" fmla="*/ 0 w 97"/>
                  <a:gd name="T5" fmla="*/ 3 h 185"/>
                  <a:gd name="T6" fmla="*/ 0 w 97"/>
                  <a:gd name="T7" fmla="*/ 158 h 185"/>
                  <a:gd name="T8" fmla="*/ 0 w 97"/>
                  <a:gd name="T9" fmla="*/ 158 h 185"/>
                  <a:gd name="T10" fmla="*/ 1 w 97"/>
                  <a:gd name="T11" fmla="*/ 158 h 185"/>
                  <a:gd name="T12" fmla="*/ 39 w 97"/>
                  <a:gd name="T13" fmla="*/ 185 h 185"/>
                  <a:gd name="T14" fmla="*/ 70 w 97"/>
                  <a:gd name="T15" fmla="*/ 156 h 185"/>
                  <a:gd name="T16" fmla="*/ 71 w 97"/>
                  <a:gd name="T17" fmla="*/ 156 h 185"/>
                  <a:gd name="T18" fmla="*/ 96 w 97"/>
                  <a:gd name="T19" fmla="*/ 172 h 185"/>
                  <a:gd name="T20" fmla="*/ 97 w 97"/>
                  <a:gd name="T21" fmla="*/ 170 h 185"/>
                  <a:gd name="T22" fmla="*/ 43 w 97"/>
                  <a:gd name="T23"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185">
                    <a:moveTo>
                      <a:pt x="43" y="0"/>
                    </a:moveTo>
                    <a:cubicBezTo>
                      <a:pt x="31" y="2"/>
                      <a:pt x="19" y="3"/>
                      <a:pt x="8" y="3"/>
                    </a:cubicBezTo>
                    <a:cubicBezTo>
                      <a:pt x="5" y="3"/>
                      <a:pt x="3" y="3"/>
                      <a:pt x="0" y="3"/>
                    </a:cubicBezTo>
                    <a:cubicBezTo>
                      <a:pt x="0" y="158"/>
                      <a:pt x="0" y="158"/>
                      <a:pt x="0" y="158"/>
                    </a:cubicBezTo>
                    <a:cubicBezTo>
                      <a:pt x="0" y="158"/>
                      <a:pt x="0" y="158"/>
                      <a:pt x="0" y="158"/>
                    </a:cubicBezTo>
                    <a:cubicBezTo>
                      <a:pt x="1" y="158"/>
                      <a:pt x="1" y="158"/>
                      <a:pt x="1" y="158"/>
                    </a:cubicBezTo>
                    <a:cubicBezTo>
                      <a:pt x="26" y="158"/>
                      <a:pt x="36" y="176"/>
                      <a:pt x="39" y="185"/>
                    </a:cubicBezTo>
                    <a:cubicBezTo>
                      <a:pt x="41" y="178"/>
                      <a:pt x="47" y="156"/>
                      <a:pt x="70" y="156"/>
                    </a:cubicBezTo>
                    <a:cubicBezTo>
                      <a:pt x="70" y="156"/>
                      <a:pt x="70" y="156"/>
                      <a:pt x="71" y="156"/>
                    </a:cubicBezTo>
                    <a:cubicBezTo>
                      <a:pt x="84" y="156"/>
                      <a:pt x="92" y="164"/>
                      <a:pt x="96" y="172"/>
                    </a:cubicBezTo>
                    <a:cubicBezTo>
                      <a:pt x="97" y="170"/>
                      <a:pt x="97" y="170"/>
                      <a:pt x="97" y="170"/>
                    </a:cubicBezTo>
                    <a:cubicBezTo>
                      <a:pt x="43" y="0"/>
                      <a:pt x="43" y="0"/>
                      <a:pt x="43"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Freeform: Shape 76"/>
              <p:cNvSpPr/>
              <p:nvPr/>
            </p:nvSpPr>
            <p:spPr bwMode="auto">
              <a:xfrm>
                <a:off x="6639990" y="4146128"/>
                <a:ext cx="65306" cy="2709179"/>
              </a:xfrm>
              <a:custGeom>
                <a:avLst/>
                <a:gdLst>
                  <a:gd name="T0" fmla="*/ 1 w 41"/>
                  <a:gd name="T1" fmla="*/ 0 h 1702"/>
                  <a:gd name="T2" fmla="*/ 0 w 41"/>
                  <a:gd name="T3" fmla="*/ 0 h 1702"/>
                  <a:gd name="T4" fmla="*/ 0 w 41"/>
                  <a:gd name="T5" fmla="*/ 0 h 1702"/>
                  <a:gd name="T6" fmla="*/ 0 w 41"/>
                  <a:gd name="T7" fmla="*/ 1702 h 1702"/>
                  <a:gd name="T8" fmla="*/ 41 w 41"/>
                  <a:gd name="T9" fmla="*/ 1702 h 1702"/>
                  <a:gd name="T10" fmla="*/ 41 w 41"/>
                  <a:gd name="T11" fmla="*/ 1701 h 1702"/>
                  <a:gd name="T12" fmla="*/ 39 w 41"/>
                  <a:gd name="T13" fmla="*/ 1701 h 1702"/>
                  <a:gd name="T14" fmla="*/ 39 w 41"/>
                  <a:gd name="T15" fmla="*/ 30 h 1702"/>
                  <a:gd name="T16" fmla="*/ 39 w 41"/>
                  <a:gd name="T17" fmla="*/ 27 h 1702"/>
                  <a:gd name="T18" fmla="*/ 1 w 41"/>
                  <a:gd name="T19" fmla="*/ 0 h 1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1702">
                    <a:moveTo>
                      <a:pt x="1" y="0"/>
                    </a:moveTo>
                    <a:cubicBezTo>
                      <a:pt x="1" y="0"/>
                      <a:pt x="1" y="0"/>
                      <a:pt x="0" y="0"/>
                    </a:cubicBezTo>
                    <a:cubicBezTo>
                      <a:pt x="0" y="0"/>
                      <a:pt x="0" y="0"/>
                      <a:pt x="0" y="0"/>
                    </a:cubicBezTo>
                    <a:cubicBezTo>
                      <a:pt x="0" y="1702"/>
                      <a:pt x="0" y="1702"/>
                      <a:pt x="0" y="1702"/>
                    </a:cubicBezTo>
                    <a:cubicBezTo>
                      <a:pt x="41" y="1702"/>
                      <a:pt x="41" y="1702"/>
                      <a:pt x="41" y="1702"/>
                    </a:cubicBezTo>
                    <a:cubicBezTo>
                      <a:pt x="41" y="1701"/>
                      <a:pt x="41" y="1701"/>
                      <a:pt x="41" y="1701"/>
                    </a:cubicBezTo>
                    <a:cubicBezTo>
                      <a:pt x="39" y="1701"/>
                      <a:pt x="39" y="1701"/>
                      <a:pt x="39" y="1701"/>
                    </a:cubicBezTo>
                    <a:cubicBezTo>
                      <a:pt x="39" y="30"/>
                      <a:pt x="39" y="30"/>
                      <a:pt x="39" y="30"/>
                    </a:cubicBezTo>
                    <a:cubicBezTo>
                      <a:pt x="39" y="30"/>
                      <a:pt x="39" y="29"/>
                      <a:pt x="39" y="27"/>
                    </a:cubicBezTo>
                    <a:cubicBezTo>
                      <a:pt x="36" y="18"/>
                      <a:pt x="26" y="0"/>
                      <a:pt x="1" y="0"/>
                    </a:cubicBezTo>
                  </a:path>
                </a:pathLst>
              </a:custGeom>
              <a:solidFill>
                <a:schemeClr val="accent4"/>
              </a:solidFill>
              <a:ln>
                <a:noFill/>
              </a:ln>
            </p:spPr>
            <p:txBody>
              <a:bodyPr anchor="ctr"/>
              <a:lstStyle/>
              <a:p>
                <a:pPr algn="ctr"/>
              </a:p>
            </p:txBody>
          </p:sp>
          <p:sp>
            <p:nvSpPr>
              <p:cNvPr id="119" name="Freeform: Shape 77"/>
              <p:cNvSpPr/>
              <p:nvPr/>
            </p:nvSpPr>
            <p:spPr bwMode="auto">
              <a:xfrm>
                <a:off x="6701930" y="4142762"/>
                <a:ext cx="100315" cy="2710525"/>
              </a:xfrm>
              <a:custGeom>
                <a:avLst/>
                <a:gdLst>
                  <a:gd name="T0" fmla="*/ 32 w 63"/>
                  <a:gd name="T1" fmla="*/ 0 h 1703"/>
                  <a:gd name="T2" fmla="*/ 31 w 63"/>
                  <a:gd name="T3" fmla="*/ 0 h 1703"/>
                  <a:gd name="T4" fmla="*/ 0 w 63"/>
                  <a:gd name="T5" fmla="*/ 29 h 1703"/>
                  <a:gd name="T6" fmla="*/ 0 w 63"/>
                  <a:gd name="T7" fmla="*/ 32 h 1703"/>
                  <a:gd name="T8" fmla="*/ 0 w 63"/>
                  <a:gd name="T9" fmla="*/ 1703 h 1703"/>
                  <a:gd name="T10" fmla="*/ 2 w 63"/>
                  <a:gd name="T11" fmla="*/ 1703 h 1703"/>
                  <a:gd name="T12" fmla="*/ 63 w 63"/>
                  <a:gd name="T13" fmla="*/ 1703 h 1703"/>
                  <a:gd name="T14" fmla="*/ 63 w 63"/>
                  <a:gd name="T15" fmla="*/ 32 h 1703"/>
                  <a:gd name="T16" fmla="*/ 57 w 63"/>
                  <a:gd name="T17" fmla="*/ 16 h 1703"/>
                  <a:gd name="T18" fmla="*/ 32 w 63"/>
                  <a:gd name="T19" fmla="*/ 0 h 1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703">
                    <a:moveTo>
                      <a:pt x="32" y="0"/>
                    </a:moveTo>
                    <a:cubicBezTo>
                      <a:pt x="31" y="0"/>
                      <a:pt x="31" y="0"/>
                      <a:pt x="31" y="0"/>
                    </a:cubicBezTo>
                    <a:cubicBezTo>
                      <a:pt x="8" y="0"/>
                      <a:pt x="2" y="22"/>
                      <a:pt x="0" y="29"/>
                    </a:cubicBezTo>
                    <a:cubicBezTo>
                      <a:pt x="0" y="31"/>
                      <a:pt x="0" y="32"/>
                      <a:pt x="0" y="32"/>
                    </a:cubicBezTo>
                    <a:cubicBezTo>
                      <a:pt x="0" y="1703"/>
                      <a:pt x="0" y="1703"/>
                      <a:pt x="0" y="1703"/>
                    </a:cubicBezTo>
                    <a:cubicBezTo>
                      <a:pt x="2" y="1703"/>
                      <a:pt x="2" y="1703"/>
                      <a:pt x="2" y="1703"/>
                    </a:cubicBezTo>
                    <a:cubicBezTo>
                      <a:pt x="63" y="1703"/>
                      <a:pt x="63" y="1703"/>
                      <a:pt x="63" y="1703"/>
                    </a:cubicBezTo>
                    <a:cubicBezTo>
                      <a:pt x="63" y="32"/>
                      <a:pt x="63" y="32"/>
                      <a:pt x="63" y="32"/>
                    </a:cubicBezTo>
                    <a:cubicBezTo>
                      <a:pt x="63" y="32"/>
                      <a:pt x="62" y="24"/>
                      <a:pt x="57" y="16"/>
                    </a:cubicBezTo>
                    <a:cubicBezTo>
                      <a:pt x="53" y="8"/>
                      <a:pt x="45" y="0"/>
                      <a:pt x="32" y="0"/>
                    </a:cubicBezTo>
                  </a:path>
                </a:pathLst>
              </a:custGeom>
              <a:solidFill>
                <a:schemeClr val="accent4"/>
              </a:solidFill>
              <a:ln>
                <a:noFill/>
              </a:ln>
            </p:spPr>
            <p:txBody>
              <a:bodyPr anchor="ctr"/>
              <a:lstStyle/>
              <a:p>
                <a:pPr algn="ctr"/>
              </a:p>
            </p:txBody>
          </p:sp>
          <p:sp>
            <p:nvSpPr>
              <p:cNvPr id="120" name="Freeform: Shape 78"/>
              <p:cNvSpPr/>
              <p:nvPr/>
            </p:nvSpPr>
            <p:spPr bwMode="auto">
              <a:xfrm>
                <a:off x="6639990" y="3714572"/>
                <a:ext cx="67999" cy="184472"/>
              </a:xfrm>
              <a:custGeom>
                <a:avLst/>
                <a:gdLst>
                  <a:gd name="T0" fmla="*/ 10 w 43"/>
                  <a:gd name="T1" fmla="*/ 0 h 116"/>
                  <a:gd name="T2" fmla="*/ 0 w 43"/>
                  <a:gd name="T3" fmla="*/ 0 h 116"/>
                  <a:gd name="T4" fmla="*/ 0 w 43"/>
                  <a:gd name="T5" fmla="*/ 116 h 116"/>
                  <a:gd name="T6" fmla="*/ 8 w 43"/>
                  <a:gd name="T7" fmla="*/ 116 h 116"/>
                  <a:gd name="T8" fmla="*/ 43 w 43"/>
                  <a:gd name="T9" fmla="*/ 113 h 116"/>
                  <a:gd name="T10" fmla="*/ 43 w 43"/>
                  <a:gd name="T11" fmla="*/ 113 h 116"/>
                  <a:gd name="T12" fmla="*/ 10 w 43"/>
                  <a:gd name="T13" fmla="*/ 0 h 116"/>
                </a:gdLst>
                <a:ahLst/>
                <a:cxnLst>
                  <a:cxn ang="0">
                    <a:pos x="T0" y="T1"/>
                  </a:cxn>
                  <a:cxn ang="0">
                    <a:pos x="T2" y="T3"/>
                  </a:cxn>
                  <a:cxn ang="0">
                    <a:pos x="T4" y="T5"/>
                  </a:cxn>
                  <a:cxn ang="0">
                    <a:pos x="T6" y="T7"/>
                  </a:cxn>
                  <a:cxn ang="0">
                    <a:pos x="T8" y="T9"/>
                  </a:cxn>
                  <a:cxn ang="0">
                    <a:pos x="T10" y="T11"/>
                  </a:cxn>
                  <a:cxn ang="0">
                    <a:pos x="T12" y="T13"/>
                  </a:cxn>
                </a:cxnLst>
                <a:rect l="0" t="0" r="r" b="b"/>
                <a:pathLst>
                  <a:path w="43" h="116">
                    <a:moveTo>
                      <a:pt x="10" y="0"/>
                    </a:moveTo>
                    <a:cubicBezTo>
                      <a:pt x="0" y="0"/>
                      <a:pt x="0" y="0"/>
                      <a:pt x="0" y="0"/>
                    </a:cubicBezTo>
                    <a:cubicBezTo>
                      <a:pt x="0" y="116"/>
                      <a:pt x="0" y="116"/>
                      <a:pt x="0" y="116"/>
                    </a:cubicBezTo>
                    <a:cubicBezTo>
                      <a:pt x="3" y="116"/>
                      <a:pt x="5" y="116"/>
                      <a:pt x="8" y="116"/>
                    </a:cubicBezTo>
                    <a:cubicBezTo>
                      <a:pt x="19" y="116"/>
                      <a:pt x="31" y="115"/>
                      <a:pt x="43" y="113"/>
                    </a:cubicBezTo>
                    <a:cubicBezTo>
                      <a:pt x="43" y="113"/>
                      <a:pt x="43" y="113"/>
                      <a:pt x="43" y="113"/>
                    </a:cubicBezTo>
                    <a:cubicBezTo>
                      <a:pt x="10" y="0"/>
                      <a:pt x="10" y="0"/>
                      <a:pt x="10" y="0"/>
                    </a:cubicBezTo>
                  </a:path>
                </a:pathLst>
              </a:custGeom>
              <a:solidFill>
                <a:schemeClr val="accent4"/>
              </a:solidFill>
              <a:ln>
                <a:noFill/>
              </a:ln>
            </p:spPr>
            <p:txBody>
              <a:bodyPr anchor="ctr"/>
              <a:lstStyle/>
              <a:p>
                <a:pPr algn="ctr"/>
              </a:p>
            </p:txBody>
          </p:sp>
        </p:grpSp>
        <p:grpSp>
          <p:nvGrpSpPr>
            <p:cNvPr id="15" name="Group 79"/>
            <p:cNvGrpSpPr/>
            <p:nvPr/>
          </p:nvGrpSpPr>
          <p:grpSpPr>
            <a:xfrm>
              <a:off x="13184" y="4346"/>
              <a:ext cx="1431" cy="1418"/>
              <a:chOff x="4883468" y="2805677"/>
              <a:chExt cx="1211858" cy="1200415"/>
            </a:xfrm>
          </p:grpSpPr>
          <p:sp>
            <p:nvSpPr>
              <p:cNvPr id="106" name="Freeform: Shape 80"/>
              <p:cNvSpPr/>
              <p:nvPr/>
            </p:nvSpPr>
            <p:spPr bwMode="auto">
              <a:xfrm>
                <a:off x="4964931" y="2888488"/>
                <a:ext cx="1130395" cy="1117604"/>
              </a:xfrm>
              <a:custGeom>
                <a:avLst/>
                <a:gdLst>
                  <a:gd name="T0" fmla="*/ 363 w 710"/>
                  <a:gd name="T1" fmla="*/ 0 h 702"/>
                  <a:gd name="T2" fmla="*/ 270 w 710"/>
                  <a:gd name="T3" fmla="*/ 13 h 702"/>
                  <a:gd name="T4" fmla="*/ 51 w 710"/>
                  <a:gd name="T5" fmla="*/ 418 h 702"/>
                  <a:gd name="T6" fmla="*/ 363 w 710"/>
                  <a:gd name="T7" fmla="*/ 651 h 702"/>
                  <a:gd name="T8" fmla="*/ 456 w 710"/>
                  <a:gd name="T9" fmla="*/ 637 h 702"/>
                  <a:gd name="T10" fmla="*/ 470 w 710"/>
                  <a:gd name="T11" fmla="*/ 633 h 702"/>
                  <a:gd name="T12" fmla="*/ 628 w 710"/>
                  <a:gd name="T13" fmla="*/ 702 h 702"/>
                  <a:gd name="T14" fmla="*/ 597 w 710"/>
                  <a:gd name="T15" fmla="*/ 551 h 702"/>
                  <a:gd name="T16" fmla="*/ 675 w 710"/>
                  <a:gd name="T17" fmla="*/ 232 h 702"/>
                  <a:gd name="T18" fmla="*/ 363 w 710"/>
                  <a:gd name="T19" fmla="*/ 0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0" h="702">
                    <a:moveTo>
                      <a:pt x="363" y="0"/>
                    </a:moveTo>
                    <a:cubicBezTo>
                      <a:pt x="332" y="0"/>
                      <a:pt x="301" y="4"/>
                      <a:pt x="270" y="13"/>
                    </a:cubicBezTo>
                    <a:cubicBezTo>
                      <a:pt x="98" y="65"/>
                      <a:pt x="0" y="246"/>
                      <a:pt x="51" y="418"/>
                    </a:cubicBezTo>
                    <a:cubicBezTo>
                      <a:pt x="93" y="560"/>
                      <a:pt x="223" y="651"/>
                      <a:pt x="363" y="651"/>
                    </a:cubicBezTo>
                    <a:cubicBezTo>
                      <a:pt x="394" y="651"/>
                      <a:pt x="425" y="647"/>
                      <a:pt x="456" y="637"/>
                    </a:cubicBezTo>
                    <a:cubicBezTo>
                      <a:pt x="461" y="636"/>
                      <a:pt x="465" y="634"/>
                      <a:pt x="470" y="633"/>
                    </a:cubicBezTo>
                    <a:cubicBezTo>
                      <a:pt x="628" y="702"/>
                      <a:pt x="628" y="702"/>
                      <a:pt x="628" y="702"/>
                    </a:cubicBezTo>
                    <a:cubicBezTo>
                      <a:pt x="597" y="551"/>
                      <a:pt x="597" y="551"/>
                      <a:pt x="597" y="551"/>
                    </a:cubicBezTo>
                    <a:cubicBezTo>
                      <a:pt x="676" y="469"/>
                      <a:pt x="710" y="349"/>
                      <a:pt x="675" y="232"/>
                    </a:cubicBezTo>
                    <a:cubicBezTo>
                      <a:pt x="633" y="91"/>
                      <a:pt x="503" y="0"/>
                      <a:pt x="363"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Freeform: Shape 81"/>
              <p:cNvSpPr/>
              <p:nvPr/>
            </p:nvSpPr>
            <p:spPr bwMode="auto">
              <a:xfrm>
                <a:off x="4883468" y="2805677"/>
                <a:ext cx="1130395" cy="1178197"/>
              </a:xfrm>
              <a:custGeom>
                <a:avLst/>
                <a:gdLst>
                  <a:gd name="T0" fmla="*/ 675 w 710"/>
                  <a:gd name="T1" fmla="*/ 271 h 740"/>
                  <a:gd name="T2" fmla="*/ 270 w 710"/>
                  <a:gd name="T3" fmla="*/ 52 h 740"/>
                  <a:gd name="T4" fmla="*/ 52 w 710"/>
                  <a:gd name="T5" fmla="*/ 457 h 740"/>
                  <a:gd name="T6" fmla="*/ 456 w 710"/>
                  <a:gd name="T7" fmla="*/ 676 h 740"/>
                  <a:gd name="T8" fmla="*/ 471 w 710"/>
                  <a:gd name="T9" fmla="*/ 671 h 740"/>
                  <a:gd name="T10" fmla="*/ 628 w 710"/>
                  <a:gd name="T11" fmla="*/ 740 h 740"/>
                  <a:gd name="T12" fmla="*/ 598 w 710"/>
                  <a:gd name="T13" fmla="*/ 589 h 740"/>
                  <a:gd name="T14" fmla="*/ 675 w 710"/>
                  <a:gd name="T15" fmla="*/ 271 h 7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0" h="740">
                    <a:moveTo>
                      <a:pt x="675" y="271"/>
                    </a:moveTo>
                    <a:cubicBezTo>
                      <a:pt x="624" y="98"/>
                      <a:pt x="443" y="0"/>
                      <a:pt x="270" y="52"/>
                    </a:cubicBezTo>
                    <a:cubicBezTo>
                      <a:pt x="98" y="103"/>
                      <a:pt x="0" y="285"/>
                      <a:pt x="52" y="457"/>
                    </a:cubicBezTo>
                    <a:cubicBezTo>
                      <a:pt x="103" y="629"/>
                      <a:pt x="284" y="727"/>
                      <a:pt x="456" y="676"/>
                    </a:cubicBezTo>
                    <a:cubicBezTo>
                      <a:pt x="461" y="674"/>
                      <a:pt x="466" y="673"/>
                      <a:pt x="471" y="671"/>
                    </a:cubicBezTo>
                    <a:cubicBezTo>
                      <a:pt x="628" y="740"/>
                      <a:pt x="628" y="740"/>
                      <a:pt x="628" y="740"/>
                    </a:cubicBezTo>
                    <a:cubicBezTo>
                      <a:pt x="598" y="589"/>
                      <a:pt x="598" y="589"/>
                      <a:pt x="598" y="589"/>
                    </a:cubicBezTo>
                    <a:cubicBezTo>
                      <a:pt x="676" y="508"/>
                      <a:pt x="710" y="387"/>
                      <a:pt x="675" y="271"/>
                    </a:cubicBezTo>
                    <a:close/>
                  </a:path>
                </a:pathLst>
              </a:custGeom>
              <a:solidFill>
                <a:schemeClr val="accent3"/>
              </a:solidFill>
              <a:ln>
                <a:noFill/>
              </a:ln>
            </p:spPr>
            <p:txBody>
              <a:bodyPr anchor="ctr"/>
              <a:lstStyle/>
              <a:p>
                <a:pPr algn="ctr"/>
              </a:p>
            </p:txBody>
          </p:sp>
          <p:sp>
            <p:nvSpPr>
              <p:cNvPr id="108" name="Freeform: Shape 82"/>
              <p:cNvSpPr/>
              <p:nvPr/>
            </p:nvSpPr>
            <p:spPr bwMode="auto">
              <a:xfrm>
                <a:off x="5276649" y="3155770"/>
                <a:ext cx="407993" cy="299599"/>
              </a:xfrm>
              <a:custGeom>
                <a:avLst/>
                <a:gdLst>
                  <a:gd name="T0" fmla="*/ 256 w 256"/>
                  <a:gd name="T1" fmla="*/ 7 h 188"/>
                  <a:gd name="T2" fmla="*/ 249 w 256"/>
                  <a:gd name="T3" fmla="*/ 0 h 188"/>
                  <a:gd name="T4" fmla="*/ 7 w 256"/>
                  <a:gd name="T5" fmla="*/ 0 h 188"/>
                  <a:gd name="T6" fmla="*/ 0 w 256"/>
                  <a:gd name="T7" fmla="*/ 7 h 188"/>
                  <a:gd name="T8" fmla="*/ 0 w 256"/>
                  <a:gd name="T9" fmla="*/ 181 h 188"/>
                  <a:gd name="T10" fmla="*/ 7 w 256"/>
                  <a:gd name="T11" fmla="*/ 188 h 188"/>
                  <a:gd name="T12" fmla="*/ 249 w 256"/>
                  <a:gd name="T13" fmla="*/ 188 h 188"/>
                  <a:gd name="T14" fmla="*/ 256 w 256"/>
                  <a:gd name="T15" fmla="*/ 181 h 188"/>
                  <a:gd name="T16" fmla="*/ 256 w 256"/>
                  <a:gd name="T17" fmla="*/ 7 h 188"/>
                  <a:gd name="T18" fmla="*/ 219 w 256"/>
                  <a:gd name="T19" fmla="*/ 155 h 188"/>
                  <a:gd name="T20" fmla="*/ 214 w 256"/>
                  <a:gd name="T21" fmla="*/ 160 h 188"/>
                  <a:gd name="T22" fmla="*/ 37 w 256"/>
                  <a:gd name="T23" fmla="*/ 160 h 188"/>
                  <a:gd name="T24" fmla="*/ 32 w 256"/>
                  <a:gd name="T25" fmla="*/ 155 h 188"/>
                  <a:gd name="T26" fmla="*/ 32 w 256"/>
                  <a:gd name="T27" fmla="*/ 29 h 188"/>
                  <a:gd name="T28" fmla="*/ 37 w 256"/>
                  <a:gd name="T29" fmla="*/ 24 h 188"/>
                  <a:gd name="T30" fmla="*/ 214 w 256"/>
                  <a:gd name="T31" fmla="*/ 24 h 188"/>
                  <a:gd name="T32" fmla="*/ 219 w 256"/>
                  <a:gd name="T33" fmla="*/ 29 h 188"/>
                  <a:gd name="T34" fmla="*/ 219 w 256"/>
                  <a:gd name="T35" fmla="*/ 155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6" h="188">
                    <a:moveTo>
                      <a:pt x="256" y="7"/>
                    </a:moveTo>
                    <a:cubicBezTo>
                      <a:pt x="256" y="3"/>
                      <a:pt x="253" y="0"/>
                      <a:pt x="249" y="0"/>
                    </a:cubicBezTo>
                    <a:cubicBezTo>
                      <a:pt x="7" y="0"/>
                      <a:pt x="7" y="0"/>
                      <a:pt x="7" y="0"/>
                    </a:cubicBezTo>
                    <a:cubicBezTo>
                      <a:pt x="3" y="0"/>
                      <a:pt x="0" y="3"/>
                      <a:pt x="0" y="7"/>
                    </a:cubicBezTo>
                    <a:cubicBezTo>
                      <a:pt x="0" y="181"/>
                      <a:pt x="0" y="181"/>
                      <a:pt x="0" y="181"/>
                    </a:cubicBezTo>
                    <a:cubicBezTo>
                      <a:pt x="0" y="185"/>
                      <a:pt x="3" y="188"/>
                      <a:pt x="7" y="188"/>
                    </a:cubicBezTo>
                    <a:cubicBezTo>
                      <a:pt x="249" y="188"/>
                      <a:pt x="249" y="188"/>
                      <a:pt x="249" y="188"/>
                    </a:cubicBezTo>
                    <a:cubicBezTo>
                      <a:pt x="253" y="188"/>
                      <a:pt x="256" y="185"/>
                      <a:pt x="256" y="181"/>
                    </a:cubicBezTo>
                    <a:lnTo>
                      <a:pt x="256" y="7"/>
                    </a:lnTo>
                    <a:close/>
                    <a:moveTo>
                      <a:pt x="219" y="155"/>
                    </a:moveTo>
                    <a:cubicBezTo>
                      <a:pt x="219" y="158"/>
                      <a:pt x="217" y="160"/>
                      <a:pt x="214" y="160"/>
                    </a:cubicBezTo>
                    <a:cubicBezTo>
                      <a:pt x="37" y="160"/>
                      <a:pt x="37" y="160"/>
                      <a:pt x="37" y="160"/>
                    </a:cubicBezTo>
                    <a:cubicBezTo>
                      <a:pt x="34" y="160"/>
                      <a:pt x="32" y="158"/>
                      <a:pt x="32" y="155"/>
                    </a:cubicBezTo>
                    <a:cubicBezTo>
                      <a:pt x="32" y="29"/>
                      <a:pt x="32" y="29"/>
                      <a:pt x="32" y="29"/>
                    </a:cubicBezTo>
                    <a:cubicBezTo>
                      <a:pt x="32" y="26"/>
                      <a:pt x="34" y="24"/>
                      <a:pt x="37" y="24"/>
                    </a:cubicBezTo>
                    <a:cubicBezTo>
                      <a:pt x="214" y="24"/>
                      <a:pt x="214" y="24"/>
                      <a:pt x="214" y="24"/>
                    </a:cubicBezTo>
                    <a:cubicBezTo>
                      <a:pt x="217" y="24"/>
                      <a:pt x="219" y="26"/>
                      <a:pt x="219" y="29"/>
                    </a:cubicBezTo>
                    <a:lnTo>
                      <a:pt x="219" y="155"/>
                    </a:lnTo>
                    <a:close/>
                  </a:path>
                </a:pathLst>
              </a:custGeom>
              <a:solidFill>
                <a:schemeClr val="bg2"/>
              </a:solidFill>
              <a:ln>
                <a:noFill/>
              </a:ln>
            </p:spPr>
            <p:txBody>
              <a:bodyPr anchor="ctr"/>
              <a:lstStyle/>
              <a:p>
                <a:pPr algn="ctr"/>
              </a:p>
            </p:txBody>
          </p:sp>
          <p:sp>
            <p:nvSpPr>
              <p:cNvPr id="109" name="Freeform: Shape 83"/>
              <p:cNvSpPr/>
              <p:nvPr/>
            </p:nvSpPr>
            <p:spPr bwMode="auto">
              <a:xfrm>
                <a:off x="5191145" y="3474220"/>
                <a:ext cx="578999" cy="127245"/>
              </a:xfrm>
              <a:custGeom>
                <a:avLst/>
                <a:gdLst>
                  <a:gd name="T0" fmla="*/ 317 w 364"/>
                  <a:gd name="T1" fmla="*/ 7 h 80"/>
                  <a:gd name="T2" fmla="*/ 310 w 364"/>
                  <a:gd name="T3" fmla="*/ 0 h 80"/>
                  <a:gd name="T4" fmla="*/ 54 w 364"/>
                  <a:gd name="T5" fmla="*/ 0 h 80"/>
                  <a:gd name="T6" fmla="*/ 47 w 364"/>
                  <a:gd name="T7" fmla="*/ 7 h 80"/>
                  <a:gd name="T8" fmla="*/ 0 w 364"/>
                  <a:gd name="T9" fmla="*/ 74 h 80"/>
                  <a:gd name="T10" fmla="*/ 7 w 364"/>
                  <a:gd name="T11" fmla="*/ 80 h 80"/>
                  <a:gd name="T12" fmla="*/ 357 w 364"/>
                  <a:gd name="T13" fmla="*/ 80 h 80"/>
                  <a:gd name="T14" fmla="*/ 364 w 364"/>
                  <a:gd name="T15" fmla="*/ 74 h 80"/>
                  <a:gd name="T16" fmla="*/ 317 w 364"/>
                  <a:gd name="T17" fmla="*/ 7 h 80"/>
                  <a:gd name="T18" fmla="*/ 162 w 364"/>
                  <a:gd name="T19" fmla="*/ 75 h 80"/>
                  <a:gd name="T20" fmla="*/ 162 w 364"/>
                  <a:gd name="T21" fmla="*/ 60 h 80"/>
                  <a:gd name="T22" fmla="*/ 203 w 364"/>
                  <a:gd name="T23" fmla="*/ 60 h 80"/>
                  <a:gd name="T24" fmla="*/ 205 w 364"/>
                  <a:gd name="T25" fmla="*/ 74 h 80"/>
                  <a:gd name="T26" fmla="*/ 162 w 364"/>
                  <a:gd name="T27" fmla="*/ 75 h 80"/>
                  <a:gd name="T28" fmla="*/ 322 w 364"/>
                  <a:gd name="T29" fmla="*/ 56 h 80"/>
                  <a:gd name="T30" fmla="*/ 46 w 364"/>
                  <a:gd name="T31" fmla="*/ 56 h 80"/>
                  <a:gd name="T32" fmla="*/ 41 w 364"/>
                  <a:gd name="T33" fmla="*/ 52 h 80"/>
                  <a:gd name="T34" fmla="*/ 60 w 364"/>
                  <a:gd name="T35" fmla="*/ 12 h 80"/>
                  <a:gd name="T36" fmla="*/ 65 w 364"/>
                  <a:gd name="T37" fmla="*/ 8 h 80"/>
                  <a:gd name="T38" fmla="*/ 299 w 364"/>
                  <a:gd name="T39" fmla="*/ 8 h 80"/>
                  <a:gd name="T40" fmla="*/ 304 w 364"/>
                  <a:gd name="T41" fmla="*/ 11 h 80"/>
                  <a:gd name="T42" fmla="*/ 328 w 364"/>
                  <a:gd name="T43" fmla="*/ 52 h 80"/>
                  <a:gd name="T44" fmla="*/ 322 w 364"/>
                  <a:gd name="T45" fmla="*/ 56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4" h="80">
                    <a:moveTo>
                      <a:pt x="317" y="7"/>
                    </a:moveTo>
                    <a:cubicBezTo>
                      <a:pt x="317" y="3"/>
                      <a:pt x="314" y="0"/>
                      <a:pt x="310" y="0"/>
                    </a:cubicBezTo>
                    <a:cubicBezTo>
                      <a:pt x="54" y="0"/>
                      <a:pt x="54" y="0"/>
                      <a:pt x="54" y="0"/>
                    </a:cubicBezTo>
                    <a:cubicBezTo>
                      <a:pt x="50" y="0"/>
                      <a:pt x="47" y="3"/>
                      <a:pt x="47" y="7"/>
                    </a:cubicBezTo>
                    <a:cubicBezTo>
                      <a:pt x="0" y="74"/>
                      <a:pt x="0" y="74"/>
                      <a:pt x="0" y="74"/>
                    </a:cubicBezTo>
                    <a:cubicBezTo>
                      <a:pt x="0" y="78"/>
                      <a:pt x="3" y="80"/>
                      <a:pt x="7" y="80"/>
                    </a:cubicBezTo>
                    <a:cubicBezTo>
                      <a:pt x="357" y="80"/>
                      <a:pt x="357" y="80"/>
                      <a:pt x="357" y="80"/>
                    </a:cubicBezTo>
                    <a:cubicBezTo>
                      <a:pt x="361" y="80"/>
                      <a:pt x="364" y="78"/>
                      <a:pt x="364" y="74"/>
                    </a:cubicBezTo>
                    <a:lnTo>
                      <a:pt x="317" y="7"/>
                    </a:lnTo>
                    <a:close/>
                    <a:moveTo>
                      <a:pt x="162" y="75"/>
                    </a:moveTo>
                    <a:cubicBezTo>
                      <a:pt x="162" y="60"/>
                      <a:pt x="162" y="60"/>
                      <a:pt x="162" y="60"/>
                    </a:cubicBezTo>
                    <a:cubicBezTo>
                      <a:pt x="203" y="60"/>
                      <a:pt x="203" y="60"/>
                      <a:pt x="203" y="60"/>
                    </a:cubicBezTo>
                    <a:cubicBezTo>
                      <a:pt x="205" y="74"/>
                      <a:pt x="205" y="74"/>
                      <a:pt x="205" y="74"/>
                    </a:cubicBezTo>
                    <a:lnTo>
                      <a:pt x="162" y="75"/>
                    </a:lnTo>
                    <a:close/>
                    <a:moveTo>
                      <a:pt x="322" y="56"/>
                    </a:moveTo>
                    <a:cubicBezTo>
                      <a:pt x="46" y="56"/>
                      <a:pt x="46" y="56"/>
                      <a:pt x="46" y="56"/>
                    </a:cubicBezTo>
                    <a:cubicBezTo>
                      <a:pt x="43" y="56"/>
                      <a:pt x="41" y="54"/>
                      <a:pt x="41" y="52"/>
                    </a:cubicBezTo>
                    <a:cubicBezTo>
                      <a:pt x="60" y="12"/>
                      <a:pt x="60" y="12"/>
                      <a:pt x="60" y="12"/>
                    </a:cubicBezTo>
                    <a:cubicBezTo>
                      <a:pt x="60" y="10"/>
                      <a:pt x="62" y="8"/>
                      <a:pt x="65" y="8"/>
                    </a:cubicBezTo>
                    <a:cubicBezTo>
                      <a:pt x="299" y="8"/>
                      <a:pt x="299" y="8"/>
                      <a:pt x="299" y="8"/>
                    </a:cubicBezTo>
                    <a:cubicBezTo>
                      <a:pt x="301" y="8"/>
                      <a:pt x="304" y="9"/>
                      <a:pt x="304" y="11"/>
                    </a:cubicBezTo>
                    <a:cubicBezTo>
                      <a:pt x="328" y="52"/>
                      <a:pt x="328" y="52"/>
                      <a:pt x="328" y="52"/>
                    </a:cubicBezTo>
                    <a:cubicBezTo>
                      <a:pt x="328" y="54"/>
                      <a:pt x="325" y="56"/>
                      <a:pt x="322" y="56"/>
                    </a:cubicBezTo>
                    <a:close/>
                  </a:path>
                </a:pathLst>
              </a:custGeom>
              <a:solidFill>
                <a:schemeClr val="bg2"/>
              </a:solidFill>
              <a:ln>
                <a:noFill/>
              </a:ln>
            </p:spPr>
            <p:txBody>
              <a:bodyPr anchor="ctr"/>
              <a:lstStyle/>
              <a:p>
                <a:pPr algn="ctr"/>
              </a:p>
            </p:txBody>
          </p:sp>
        </p:grpSp>
        <p:grpSp>
          <p:nvGrpSpPr>
            <p:cNvPr id="16" name="Group 84"/>
            <p:cNvGrpSpPr/>
            <p:nvPr/>
          </p:nvGrpSpPr>
          <p:grpSpPr>
            <a:xfrm>
              <a:off x="13440" y="5878"/>
              <a:ext cx="872" cy="1030"/>
              <a:chOff x="5100256" y="4103040"/>
              <a:chExt cx="738560" cy="871865"/>
            </a:xfrm>
          </p:grpSpPr>
          <p:sp>
            <p:nvSpPr>
              <p:cNvPr id="98" name="Freeform: Shape 85"/>
              <p:cNvSpPr/>
              <p:nvPr/>
            </p:nvSpPr>
            <p:spPr bwMode="auto">
              <a:xfrm>
                <a:off x="5125839" y="4141415"/>
                <a:ext cx="712977" cy="833490"/>
              </a:xfrm>
              <a:custGeom>
                <a:avLst/>
                <a:gdLst>
                  <a:gd name="T0" fmla="*/ 224 w 448"/>
                  <a:gd name="T1" fmla="*/ 0 h 524"/>
                  <a:gd name="T2" fmla="*/ 0 w 448"/>
                  <a:gd name="T3" fmla="*/ 224 h 524"/>
                  <a:gd name="T4" fmla="*/ 224 w 448"/>
                  <a:gd name="T5" fmla="*/ 448 h 524"/>
                  <a:gd name="T6" fmla="*/ 234 w 448"/>
                  <a:gd name="T7" fmla="*/ 448 h 524"/>
                  <a:gd name="T8" fmla="*/ 324 w 448"/>
                  <a:gd name="T9" fmla="*/ 524 h 524"/>
                  <a:gd name="T10" fmla="*/ 334 w 448"/>
                  <a:gd name="T11" fmla="*/ 419 h 524"/>
                  <a:gd name="T12" fmla="*/ 448 w 448"/>
                  <a:gd name="T13" fmla="*/ 224 h 524"/>
                  <a:gd name="T14" fmla="*/ 224 w 448"/>
                  <a:gd name="T15" fmla="*/ 0 h 5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8" h="524">
                    <a:moveTo>
                      <a:pt x="224" y="0"/>
                    </a:moveTo>
                    <a:cubicBezTo>
                      <a:pt x="100" y="0"/>
                      <a:pt x="0" y="100"/>
                      <a:pt x="0" y="224"/>
                    </a:cubicBezTo>
                    <a:cubicBezTo>
                      <a:pt x="0" y="347"/>
                      <a:pt x="100" y="448"/>
                      <a:pt x="224" y="448"/>
                    </a:cubicBezTo>
                    <a:cubicBezTo>
                      <a:pt x="227" y="448"/>
                      <a:pt x="231" y="448"/>
                      <a:pt x="234" y="448"/>
                    </a:cubicBezTo>
                    <a:cubicBezTo>
                      <a:pt x="324" y="524"/>
                      <a:pt x="324" y="524"/>
                      <a:pt x="324" y="524"/>
                    </a:cubicBezTo>
                    <a:cubicBezTo>
                      <a:pt x="334" y="419"/>
                      <a:pt x="334" y="419"/>
                      <a:pt x="334" y="419"/>
                    </a:cubicBezTo>
                    <a:cubicBezTo>
                      <a:pt x="402" y="380"/>
                      <a:pt x="448" y="307"/>
                      <a:pt x="448" y="224"/>
                    </a:cubicBezTo>
                    <a:cubicBezTo>
                      <a:pt x="448" y="100"/>
                      <a:pt x="348" y="0"/>
                      <a:pt x="224"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Freeform: Shape 86"/>
              <p:cNvSpPr/>
              <p:nvPr/>
            </p:nvSpPr>
            <p:spPr bwMode="auto">
              <a:xfrm>
                <a:off x="5100256" y="4103040"/>
                <a:ext cx="712977" cy="834163"/>
              </a:xfrm>
              <a:custGeom>
                <a:avLst/>
                <a:gdLst>
                  <a:gd name="T0" fmla="*/ 448 w 448"/>
                  <a:gd name="T1" fmla="*/ 224 h 524"/>
                  <a:gd name="T2" fmla="*/ 224 w 448"/>
                  <a:gd name="T3" fmla="*/ 0 h 524"/>
                  <a:gd name="T4" fmla="*/ 0 w 448"/>
                  <a:gd name="T5" fmla="*/ 224 h 524"/>
                  <a:gd name="T6" fmla="*/ 224 w 448"/>
                  <a:gd name="T7" fmla="*/ 448 h 524"/>
                  <a:gd name="T8" fmla="*/ 234 w 448"/>
                  <a:gd name="T9" fmla="*/ 448 h 524"/>
                  <a:gd name="T10" fmla="*/ 324 w 448"/>
                  <a:gd name="T11" fmla="*/ 524 h 524"/>
                  <a:gd name="T12" fmla="*/ 334 w 448"/>
                  <a:gd name="T13" fmla="*/ 419 h 524"/>
                  <a:gd name="T14" fmla="*/ 448 w 448"/>
                  <a:gd name="T15" fmla="*/ 224 h 5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8" h="524">
                    <a:moveTo>
                      <a:pt x="448" y="224"/>
                    </a:moveTo>
                    <a:cubicBezTo>
                      <a:pt x="448" y="100"/>
                      <a:pt x="348" y="0"/>
                      <a:pt x="224" y="0"/>
                    </a:cubicBezTo>
                    <a:cubicBezTo>
                      <a:pt x="100" y="0"/>
                      <a:pt x="0" y="100"/>
                      <a:pt x="0" y="224"/>
                    </a:cubicBezTo>
                    <a:cubicBezTo>
                      <a:pt x="0" y="347"/>
                      <a:pt x="100" y="448"/>
                      <a:pt x="224" y="448"/>
                    </a:cubicBezTo>
                    <a:cubicBezTo>
                      <a:pt x="227" y="448"/>
                      <a:pt x="231" y="448"/>
                      <a:pt x="234" y="448"/>
                    </a:cubicBezTo>
                    <a:cubicBezTo>
                      <a:pt x="324" y="524"/>
                      <a:pt x="324" y="524"/>
                      <a:pt x="324" y="524"/>
                    </a:cubicBezTo>
                    <a:cubicBezTo>
                      <a:pt x="334" y="419"/>
                      <a:pt x="334" y="419"/>
                      <a:pt x="334" y="419"/>
                    </a:cubicBezTo>
                    <a:cubicBezTo>
                      <a:pt x="402" y="380"/>
                      <a:pt x="448" y="307"/>
                      <a:pt x="448" y="224"/>
                    </a:cubicBezTo>
                    <a:close/>
                  </a:path>
                </a:pathLst>
              </a:custGeom>
              <a:solidFill>
                <a:schemeClr val="accent2"/>
              </a:solidFill>
              <a:ln>
                <a:noFill/>
              </a:ln>
            </p:spPr>
            <p:txBody>
              <a:bodyPr anchor="ctr"/>
              <a:lstStyle/>
              <a:p>
                <a:pPr algn="ctr"/>
              </a:p>
            </p:txBody>
          </p:sp>
          <p:sp>
            <p:nvSpPr>
              <p:cNvPr id="100" name="Freeform: Shape 87"/>
              <p:cNvSpPr/>
              <p:nvPr/>
            </p:nvSpPr>
            <p:spPr bwMode="auto">
              <a:xfrm>
                <a:off x="5361479" y="4274720"/>
                <a:ext cx="205343" cy="388468"/>
              </a:xfrm>
              <a:custGeom>
                <a:avLst/>
                <a:gdLst>
                  <a:gd name="T0" fmla="*/ 8 w 129"/>
                  <a:gd name="T1" fmla="*/ 244 h 244"/>
                  <a:gd name="T2" fmla="*/ 8 w 129"/>
                  <a:gd name="T3" fmla="*/ 244 h 244"/>
                  <a:gd name="T4" fmla="*/ 0 w 129"/>
                  <a:gd name="T5" fmla="*/ 236 h 244"/>
                  <a:gd name="T6" fmla="*/ 67 w 129"/>
                  <a:gd name="T7" fmla="*/ 163 h 244"/>
                  <a:gd name="T8" fmla="*/ 112 w 129"/>
                  <a:gd name="T9" fmla="*/ 119 h 244"/>
                  <a:gd name="T10" fmla="*/ 64 w 129"/>
                  <a:gd name="T11" fmla="*/ 75 h 244"/>
                  <a:gd name="T12" fmla="*/ 3 w 129"/>
                  <a:gd name="T13" fmla="*/ 7 h 244"/>
                  <a:gd name="T14" fmla="*/ 12 w 129"/>
                  <a:gd name="T15" fmla="*/ 0 h 244"/>
                  <a:gd name="T16" fmla="*/ 19 w 129"/>
                  <a:gd name="T17" fmla="*/ 9 h 244"/>
                  <a:gd name="T18" fmla="*/ 71 w 129"/>
                  <a:gd name="T19" fmla="*/ 61 h 244"/>
                  <a:gd name="T20" fmla="*/ 127 w 129"/>
                  <a:gd name="T21" fmla="*/ 119 h 244"/>
                  <a:gd name="T22" fmla="*/ 72 w 129"/>
                  <a:gd name="T23" fmla="*/ 178 h 244"/>
                  <a:gd name="T24" fmla="*/ 16 w 129"/>
                  <a:gd name="T25" fmla="*/ 237 h 244"/>
                  <a:gd name="T26" fmla="*/ 8 w 129"/>
                  <a:gd name="T2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9" h="244">
                    <a:moveTo>
                      <a:pt x="8" y="244"/>
                    </a:moveTo>
                    <a:cubicBezTo>
                      <a:pt x="8" y="244"/>
                      <a:pt x="8" y="244"/>
                      <a:pt x="8" y="244"/>
                    </a:cubicBezTo>
                    <a:cubicBezTo>
                      <a:pt x="3" y="244"/>
                      <a:pt x="0" y="240"/>
                      <a:pt x="0" y="236"/>
                    </a:cubicBezTo>
                    <a:cubicBezTo>
                      <a:pt x="4" y="186"/>
                      <a:pt x="39" y="174"/>
                      <a:pt x="67" y="163"/>
                    </a:cubicBezTo>
                    <a:cubicBezTo>
                      <a:pt x="95" y="153"/>
                      <a:pt x="112" y="146"/>
                      <a:pt x="112" y="119"/>
                    </a:cubicBezTo>
                    <a:cubicBezTo>
                      <a:pt x="113" y="98"/>
                      <a:pt x="94" y="88"/>
                      <a:pt x="64" y="75"/>
                    </a:cubicBezTo>
                    <a:cubicBezTo>
                      <a:pt x="34" y="63"/>
                      <a:pt x="0" y="48"/>
                      <a:pt x="3" y="7"/>
                    </a:cubicBezTo>
                    <a:cubicBezTo>
                      <a:pt x="4" y="3"/>
                      <a:pt x="8" y="0"/>
                      <a:pt x="12" y="0"/>
                    </a:cubicBezTo>
                    <a:cubicBezTo>
                      <a:pt x="16" y="0"/>
                      <a:pt x="20" y="4"/>
                      <a:pt x="19" y="9"/>
                    </a:cubicBezTo>
                    <a:cubicBezTo>
                      <a:pt x="17" y="36"/>
                      <a:pt x="37" y="46"/>
                      <a:pt x="71" y="61"/>
                    </a:cubicBezTo>
                    <a:cubicBezTo>
                      <a:pt x="98" y="73"/>
                      <a:pt x="129" y="86"/>
                      <a:pt x="127" y="119"/>
                    </a:cubicBezTo>
                    <a:cubicBezTo>
                      <a:pt x="127" y="158"/>
                      <a:pt x="98" y="169"/>
                      <a:pt x="72" y="178"/>
                    </a:cubicBezTo>
                    <a:cubicBezTo>
                      <a:pt x="45" y="188"/>
                      <a:pt x="19" y="198"/>
                      <a:pt x="16" y="237"/>
                    </a:cubicBezTo>
                    <a:cubicBezTo>
                      <a:pt x="16" y="241"/>
                      <a:pt x="12" y="244"/>
                      <a:pt x="8" y="244"/>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Freeform: Shape 88"/>
              <p:cNvSpPr/>
              <p:nvPr/>
            </p:nvSpPr>
            <p:spPr bwMode="auto">
              <a:xfrm>
                <a:off x="5359459" y="4274720"/>
                <a:ext cx="205343" cy="388468"/>
              </a:xfrm>
              <a:custGeom>
                <a:avLst/>
                <a:gdLst>
                  <a:gd name="T0" fmla="*/ 121 w 129"/>
                  <a:gd name="T1" fmla="*/ 244 h 244"/>
                  <a:gd name="T2" fmla="*/ 113 w 129"/>
                  <a:gd name="T3" fmla="*/ 237 h 244"/>
                  <a:gd name="T4" fmla="*/ 57 w 129"/>
                  <a:gd name="T5" fmla="*/ 178 h 244"/>
                  <a:gd name="T6" fmla="*/ 1 w 129"/>
                  <a:gd name="T7" fmla="*/ 119 h 244"/>
                  <a:gd name="T8" fmla="*/ 58 w 129"/>
                  <a:gd name="T9" fmla="*/ 61 h 244"/>
                  <a:gd name="T10" fmla="*/ 110 w 129"/>
                  <a:gd name="T11" fmla="*/ 9 h 244"/>
                  <a:gd name="T12" fmla="*/ 117 w 129"/>
                  <a:gd name="T13" fmla="*/ 0 h 244"/>
                  <a:gd name="T14" fmla="*/ 126 w 129"/>
                  <a:gd name="T15" fmla="*/ 7 h 244"/>
                  <a:gd name="T16" fmla="*/ 64 w 129"/>
                  <a:gd name="T17" fmla="*/ 75 h 244"/>
                  <a:gd name="T18" fmla="*/ 17 w 129"/>
                  <a:gd name="T19" fmla="*/ 119 h 244"/>
                  <a:gd name="T20" fmla="*/ 62 w 129"/>
                  <a:gd name="T21" fmla="*/ 163 h 244"/>
                  <a:gd name="T22" fmla="*/ 129 w 129"/>
                  <a:gd name="T23" fmla="*/ 236 h 244"/>
                  <a:gd name="T24" fmla="*/ 121 w 129"/>
                  <a:gd name="T25"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 h="244">
                    <a:moveTo>
                      <a:pt x="121" y="244"/>
                    </a:moveTo>
                    <a:cubicBezTo>
                      <a:pt x="116" y="244"/>
                      <a:pt x="113" y="241"/>
                      <a:pt x="113" y="237"/>
                    </a:cubicBezTo>
                    <a:cubicBezTo>
                      <a:pt x="110" y="198"/>
                      <a:pt x="84" y="188"/>
                      <a:pt x="57" y="178"/>
                    </a:cubicBezTo>
                    <a:cubicBezTo>
                      <a:pt x="31" y="169"/>
                      <a:pt x="1" y="158"/>
                      <a:pt x="1" y="119"/>
                    </a:cubicBezTo>
                    <a:cubicBezTo>
                      <a:pt x="0" y="86"/>
                      <a:pt x="31" y="73"/>
                      <a:pt x="58" y="61"/>
                    </a:cubicBezTo>
                    <a:cubicBezTo>
                      <a:pt x="92" y="46"/>
                      <a:pt x="112" y="36"/>
                      <a:pt x="110" y="9"/>
                    </a:cubicBezTo>
                    <a:cubicBezTo>
                      <a:pt x="109" y="4"/>
                      <a:pt x="113" y="0"/>
                      <a:pt x="117" y="0"/>
                    </a:cubicBezTo>
                    <a:cubicBezTo>
                      <a:pt x="121" y="0"/>
                      <a:pt x="125" y="3"/>
                      <a:pt x="126" y="7"/>
                    </a:cubicBezTo>
                    <a:cubicBezTo>
                      <a:pt x="129" y="48"/>
                      <a:pt x="95" y="63"/>
                      <a:pt x="64" y="75"/>
                    </a:cubicBezTo>
                    <a:cubicBezTo>
                      <a:pt x="34" y="88"/>
                      <a:pt x="16" y="98"/>
                      <a:pt x="17" y="119"/>
                    </a:cubicBezTo>
                    <a:cubicBezTo>
                      <a:pt x="17" y="146"/>
                      <a:pt x="34" y="153"/>
                      <a:pt x="62" y="163"/>
                    </a:cubicBezTo>
                    <a:cubicBezTo>
                      <a:pt x="90" y="174"/>
                      <a:pt x="125" y="186"/>
                      <a:pt x="129" y="236"/>
                    </a:cubicBezTo>
                    <a:cubicBezTo>
                      <a:pt x="129" y="240"/>
                      <a:pt x="126" y="244"/>
                      <a:pt x="121" y="244"/>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Freeform: Shape 89"/>
              <p:cNvSpPr/>
              <p:nvPr/>
            </p:nvSpPr>
            <p:spPr bwMode="auto">
              <a:xfrm>
                <a:off x="5407260" y="4301650"/>
                <a:ext cx="116473" cy="19524"/>
              </a:xfrm>
              <a:custGeom>
                <a:avLst/>
                <a:gdLst>
                  <a:gd name="T0" fmla="*/ 68 w 73"/>
                  <a:gd name="T1" fmla="*/ 12 h 12"/>
                  <a:gd name="T2" fmla="*/ 5 w 73"/>
                  <a:gd name="T3" fmla="*/ 12 h 12"/>
                  <a:gd name="T4" fmla="*/ 0 w 73"/>
                  <a:gd name="T5" fmla="*/ 6 h 12"/>
                  <a:gd name="T6" fmla="*/ 5 w 73"/>
                  <a:gd name="T7" fmla="*/ 0 h 12"/>
                  <a:gd name="T8" fmla="*/ 68 w 73"/>
                  <a:gd name="T9" fmla="*/ 0 h 12"/>
                  <a:gd name="T10" fmla="*/ 73 w 73"/>
                  <a:gd name="T11" fmla="*/ 6 h 12"/>
                  <a:gd name="T12" fmla="*/ 68 w 73"/>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3" h="12">
                    <a:moveTo>
                      <a:pt x="68" y="12"/>
                    </a:moveTo>
                    <a:cubicBezTo>
                      <a:pt x="5" y="12"/>
                      <a:pt x="5" y="12"/>
                      <a:pt x="5" y="12"/>
                    </a:cubicBezTo>
                    <a:cubicBezTo>
                      <a:pt x="2" y="12"/>
                      <a:pt x="0" y="9"/>
                      <a:pt x="0" y="6"/>
                    </a:cubicBezTo>
                    <a:cubicBezTo>
                      <a:pt x="0" y="3"/>
                      <a:pt x="2" y="0"/>
                      <a:pt x="5" y="0"/>
                    </a:cubicBezTo>
                    <a:cubicBezTo>
                      <a:pt x="68" y="0"/>
                      <a:pt x="68" y="0"/>
                      <a:pt x="68" y="0"/>
                    </a:cubicBezTo>
                    <a:cubicBezTo>
                      <a:pt x="71" y="0"/>
                      <a:pt x="73" y="3"/>
                      <a:pt x="73" y="6"/>
                    </a:cubicBezTo>
                    <a:cubicBezTo>
                      <a:pt x="73" y="9"/>
                      <a:pt x="71" y="12"/>
                      <a:pt x="68" y="12"/>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Freeform: Shape 90"/>
              <p:cNvSpPr/>
              <p:nvPr/>
            </p:nvSpPr>
            <p:spPr bwMode="auto">
              <a:xfrm>
                <a:off x="5407260" y="4614041"/>
                <a:ext cx="116473" cy="12792"/>
              </a:xfrm>
              <a:custGeom>
                <a:avLst/>
                <a:gdLst>
                  <a:gd name="T0" fmla="*/ 68 w 73"/>
                  <a:gd name="T1" fmla="*/ 8 h 8"/>
                  <a:gd name="T2" fmla="*/ 5 w 73"/>
                  <a:gd name="T3" fmla="*/ 8 h 8"/>
                  <a:gd name="T4" fmla="*/ 0 w 73"/>
                  <a:gd name="T5" fmla="*/ 4 h 8"/>
                  <a:gd name="T6" fmla="*/ 5 w 73"/>
                  <a:gd name="T7" fmla="*/ 0 h 8"/>
                  <a:gd name="T8" fmla="*/ 68 w 73"/>
                  <a:gd name="T9" fmla="*/ 0 h 8"/>
                  <a:gd name="T10" fmla="*/ 73 w 73"/>
                  <a:gd name="T11" fmla="*/ 4 h 8"/>
                  <a:gd name="T12" fmla="*/ 68 w 73"/>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73" h="8">
                    <a:moveTo>
                      <a:pt x="68" y="8"/>
                    </a:moveTo>
                    <a:cubicBezTo>
                      <a:pt x="5" y="8"/>
                      <a:pt x="5" y="8"/>
                      <a:pt x="5" y="8"/>
                    </a:cubicBezTo>
                    <a:cubicBezTo>
                      <a:pt x="2" y="8"/>
                      <a:pt x="0" y="7"/>
                      <a:pt x="0" y="4"/>
                    </a:cubicBezTo>
                    <a:cubicBezTo>
                      <a:pt x="0" y="1"/>
                      <a:pt x="2" y="0"/>
                      <a:pt x="5" y="0"/>
                    </a:cubicBezTo>
                    <a:cubicBezTo>
                      <a:pt x="68" y="0"/>
                      <a:pt x="68" y="0"/>
                      <a:pt x="68" y="0"/>
                    </a:cubicBezTo>
                    <a:cubicBezTo>
                      <a:pt x="71" y="0"/>
                      <a:pt x="73" y="1"/>
                      <a:pt x="73" y="4"/>
                    </a:cubicBezTo>
                    <a:cubicBezTo>
                      <a:pt x="73" y="7"/>
                      <a:pt x="71" y="8"/>
                      <a:pt x="68" y="8"/>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Freeform: Shape 91"/>
              <p:cNvSpPr/>
              <p:nvPr/>
            </p:nvSpPr>
            <p:spPr bwMode="auto">
              <a:xfrm>
                <a:off x="5407260" y="4429569"/>
                <a:ext cx="116473" cy="18851"/>
              </a:xfrm>
              <a:custGeom>
                <a:avLst/>
                <a:gdLst>
                  <a:gd name="T0" fmla="*/ 68 w 73"/>
                  <a:gd name="T1" fmla="*/ 12 h 12"/>
                  <a:gd name="T2" fmla="*/ 5 w 73"/>
                  <a:gd name="T3" fmla="*/ 12 h 12"/>
                  <a:gd name="T4" fmla="*/ 0 w 73"/>
                  <a:gd name="T5" fmla="*/ 6 h 12"/>
                  <a:gd name="T6" fmla="*/ 5 w 73"/>
                  <a:gd name="T7" fmla="*/ 0 h 12"/>
                  <a:gd name="T8" fmla="*/ 68 w 73"/>
                  <a:gd name="T9" fmla="*/ 0 h 12"/>
                  <a:gd name="T10" fmla="*/ 73 w 73"/>
                  <a:gd name="T11" fmla="*/ 6 h 12"/>
                  <a:gd name="T12" fmla="*/ 68 w 73"/>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3" h="12">
                    <a:moveTo>
                      <a:pt x="68" y="12"/>
                    </a:moveTo>
                    <a:cubicBezTo>
                      <a:pt x="5" y="12"/>
                      <a:pt x="5" y="12"/>
                      <a:pt x="5" y="12"/>
                    </a:cubicBezTo>
                    <a:cubicBezTo>
                      <a:pt x="2" y="12"/>
                      <a:pt x="0" y="9"/>
                      <a:pt x="0" y="6"/>
                    </a:cubicBezTo>
                    <a:cubicBezTo>
                      <a:pt x="0" y="3"/>
                      <a:pt x="2" y="0"/>
                      <a:pt x="5" y="0"/>
                    </a:cubicBezTo>
                    <a:cubicBezTo>
                      <a:pt x="68" y="0"/>
                      <a:pt x="68" y="0"/>
                      <a:pt x="68" y="0"/>
                    </a:cubicBezTo>
                    <a:cubicBezTo>
                      <a:pt x="71" y="0"/>
                      <a:pt x="73" y="3"/>
                      <a:pt x="73" y="6"/>
                    </a:cubicBezTo>
                    <a:cubicBezTo>
                      <a:pt x="73" y="9"/>
                      <a:pt x="71" y="12"/>
                      <a:pt x="68" y="12"/>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Freeform: Shape 92"/>
              <p:cNvSpPr/>
              <p:nvPr/>
            </p:nvSpPr>
            <p:spPr bwMode="auto">
              <a:xfrm>
                <a:off x="5407260" y="4474003"/>
                <a:ext cx="116473" cy="18851"/>
              </a:xfrm>
              <a:custGeom>
                <a:avLst/>
                <a:gdLst>
                  <a:gd name="T0" fmla="*/ 68 w 73"/>
                  <a:gd name="T1" fmla="*/ 12 h 12"/>
                  <a:gd name="T2" fmla="*/ 5 w 73"/>
                  <a:gd name="T3" fmla="*/ 12 h 12"/>
                  <a:gd name="T4" fmla="*/ 0 w 73"/>
                  <a:gd name="T5" fmla="*/ 6 h 12"/>
                  <a:gd name="T6" fmla="*/ 5 w 73"/>
                  <a:gd name="T7" fmla="*/ 0 h 12"/>
                  <a:gd name="T8" fmla="*/ 68 w 73"/>
                  <a:gd name="T9" fmla="*/ 0 h 12"/>
                  <a:gd name="T10" fmla="*/ 73 w 73"/>
                  <a:gd name="T11" fmla="*/ 6 h 12"/>
                  <a:gd name="T12" fmla="*/ 68 w 73"/>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3" h="12">
                    <a:moveTo>
                      <a:pt x="68" y="12"/>
                    </a:moveTo>
                    <a:cubicBezTo>
                      <a:pt x="5" y="12"/>
                      <a:pt x="5" y="12"/>
                      <a:pt x="5" y="12"/>
                    </a:cubicBezTo>
                    <a:cubicBezTo>
                      <a:pt x="2" y="12"/>
                      <a:pt x="0" y="9"/>
                      <a:pt x="0" y="6"/>
                    </a:cubicBezTo>
                    <a:cubicBezTo>
                      <a:pt x="0" y="3"/>
                      <a:pt x="2" y="0"/>
                      <a:pt x="5" y="0"/>
                    </a:cubicBezTo>
                    <a:cubicBezTo>
                      <a:pt x="68" y="0"/>
                      <a:pt x="68" y="0"/>
                      <a:pt x="68" y="0"/>
                    </a:cubicBezTo>
                    <a:cubicBezTo>
                      <a:pt x="71" y="0"/>
                      <a:pt x="73" y="3"/>
                      <a:pt x="73" y="6"/>
                    </a:cubicBezTo>
                    <a:cubicBezTo>
                      <a:pt x="73" y="9"/>
                      <a:pt x="71" y="12"/>
                      <a:pt x="68" y="12"/>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nvGrpSpPr>
            <p:cNvPr id="17" name="Group 93"/>
            <p:cNvGrpSpPr/>
            <p:nvPr/>
          </p:nvGrpSpPr>
          <p:grpSpPr>
            <a:xfrm>
              <a:off x="15576" y="3900"/>
              <a:ext cx="1612" cy="1752"/>
              <a:chOff x="6908619" y="2428654"/>
              <a:chExt cx="1364688" cy="1483182"/>
            </a:xfrm>
          </p:grpSpPr>
          <p:sp>
            <p:nvSpPr>
              <p:cNvPr id="93" name="Freeform: Shape 94"/>
              <p:cNvSpPr/>
              <p:nvPr/>
            </p:nvSpPr>
            <p:spPr bwMode="auto">
              <a:xfrm>
                <a:off x="6908619" y="2555900"/>
                <a:ext cx="1320253" cy="1355936"/>
              </a:xfrm>
              <a:custGeom>
                <a:avLst/>
                <a:gdLst>
                  <a:gd name="T0" fmla="*/ 407 w 829"/>
                  <a:gd name="T1" fmla="*/ 0 h 852"/>
                  <a:gd name="T2" fmla="*/ 31 w 829"/>
                  <a:gd name="T3" fmla="*/ 301 h 852"/>
                  <a:gd name="T4" fmla="*/ 149 w 829"/>
                  <a:gd name="T5" fmla="*/ 671 h 852"/>
                  <a:gd name="T6" fmla="*/ 125 w 829"/>
                  <a:gd name="T7" fmla="*/ 852 h 852"/>
                  <a:gd name="T8" fmla="*/ 306 w 829"/>
                  <a:gd name="T9" fmla="*/ 757 h 852"/>
                  <a:gd name="T10" fmla="*/ 323 w 829"/>
                  <a:gd name="T11" fmla="*/ 761 h 852"/>
                  <a:gd name="T12" fmla="*/ 408 w 829"/>
                  <a:gd name="T13" fmla="*/ 771 h 852"/>
                  <a:gd name="T14" fmla="*/ 783 w 829"/>
                  <a:gd name="T15" fmla="*/ 470 h 852"/>
                  <a:gd name="T16" fmla="*/ 491 w 829"/>
                  <a:gd name="T17" fmla="*/ 10 h 852"/>
                  <a:gd name="T18" fmla="*/ 407 w 829"/>
                  <a:gd name="T19" fmla="*/ 0 h 8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29" h="852">
                    <a:moveTo>
                      <a:pt x="407" y="0"/>
                    </a:moveTo>
                    <a:cubicBezTo>
                      <a:pt x="231" y="0"/>
                      <a:pt x="72" y="122"/>
                      <a:pt x="31" y="301"/>
                    </a:cubicBezTo>
                    <a:cubicBezTo>
                      <a:pt x="0" y="442"/>
                      <a:pt x="49" y="581"/>
                      <a:pt x="149" y="671"/>
                    </a:cubicBezTo>
                    <a:cubicBezTo>
                      <a:pt x="125" y="852"/>
                      <a:pt x="125" y="852"/>
                      <a:pt x="125" y="852"/>
                    </a:cubicBezTo>
                    <a:cubicBezTo>
                      <a:pt x="306" y="757"/>
                      <a:pt x="306" y="757"/>
                      <a:pt x="306" y="757"/>
                    </a:cubicBezTo>
                    <a:cubicBezTo>
                      <a:pt x="312" y="759"/>
                      <a:pt x="317" y="760"/>
                      <a:pt x="323" y="761"/>
                    </a:cubicBezTo>
                    <a:cubicBezTo>
                      <a:pt x="351" y="768"/>
                      <a:pt x="380" y="771"/>
                      <a:pt x="408" y="771"/>
                    </a:cubicBezTo>
                    <a:cubicBezTo>
                      <a:pt x="584" y="771"/>
                      <a:pt x="743" y="649"/>
                      <a:pt x="783" y="470"/>
                    </a:cubicBezTo>
                    <a:cubicBezTo>
                      <a:pt x="829" y="262"/>
                      <a:pt x="699" y="56"/>
                      <a:pt x="491" y="10"/>
                    </a:cubicBezTo>
                    <a:cubicBezTo>
                      <a:pt x="463" y="4"/>
                      <a:pt x="435" y="0"/>
                      <a:pt x="407"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Freeform: Shape 95"/>
              <p:cNvSpPr/>
              <p:nvPr/>
            </p:nvSpPr>
            <p:spPr bwMode="auto">
              <a:xfrm>
                <a:off x="6951707" y="2428654"/>
                <a:ext cx="1321600" cy="1413163"/>
              </a:xfrm>
              <a:custGeom>
                <a:avLst/>
                <a:gdLst>
                  <a:gd name="T0" fmla="*/ 492 w 830"/>
                  <a:gd name="T1" fmla="*/ 46 h 888"/>
                  <a:gd name="T2" fmla="*/ 32 w 830"/>
                  <a:gd name="T3" fmla="*/ 338 h 888"/>
                  <a:gd name="T4" fmla="*/ 149 w 830"/>
                  <a:gd name="T5" fmla="*/ 708 h 888"/>
                  <a:gd name="T6" fmla="*/ 126 w 830"/>
                  <a:gd name="T7" fmla="*/ 888 h 888"/>
                  <a:gd name="T8" fmla="*/ 306 w 830"/>
                  <a:gd name="T9" fmla="*/ 793 h 888"/>
                  <a:gd name="T10" fmla="*/ 323 w 830"/>
                  <a:gd name="T11" fmla="*/ 798 h 888"/>
                  <a:gd name="T12" fmla="*/ 783 w 830"/>
                  <a:gd name="T13" fmla="*/ 506 h 888"/>
                  <a:gd name="T14" fmla="*/ 492 w 830"/>
                  <a:gd name="T15" fmla="*/ 46 h 8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0" h="888">
                    <a:moveTo>
                      <a:pt x="492" y="46"/>
                    </a:moveTo>
                    <a:cubicBezTo>
                      <a:pt x="284" y="0"/>
                      <a:pt x="78" y="130"/>
                      <a:pt x="32" y="338"/>
                    </a:cubicBezTo>
                    <a:cubicBezTo>
                      <a:pt x="0" y="478"/>
                      <a:pt x="50" y="618"/>
                      <a:pt x="149" y="708"/>
                    </a:cubicBezTo>
                    <a:cubicBezTo>
                      <a:pt x="126" y="888"/>
                      <a:pt x="126" y="888"/>
                      <a:pt x="126" y="888"/>
                    </a:cubicBezTo>
                    <a:cubicBezTo>
                      <a:pt x="306" y="793"/>
                      <a:pt x="306" y="793"/>
                      <a:pt x="306" y="793"/>
                    </a:cubicBezTo>
                    <a:cubicBezTo>
                      <a:pt x="312" y="795"/>
                      <a:pt x="317" y="796"/>
                      <a:pt x="323" y="798"/>
                    </a:cubicBezTo>
                    <a:cubicBezTo>
                      <a:pt x="531" y="844"/>
                      <a:pt x="737" y="714"/>
                      <a:pt x="783" y="506"/>
                    </a:cubicBezTo>
                    <a:cubicBezTo>
                      <a:pt x="830" y="299"/>
                      <a:pt x="699" y="93"/>
                      <a:pt x="492" y="46"/>
                    </a:cubicBezTo>
                    <a:close/>
                  </a:path>
                </a:pathLst>
              </a:custGeom>
              <a:solidFill>
                <a:schemeClr val="accent4"/>
              </a:solidFill>
              <a:ln>
                <a:noFill/>
              </a:ln>
            </p:spPr>
            <p:txBody>
              <a:bodyPr anchor="ctr"/>
              <a:lstStyle/>
              <a:p>
                <a:pPr algn="ctr"/>
              </a:p>
            </p:txBody>
          </p:sp>
          <p:sp>
            <p:nvSpPr>
              <p:cNvPr id="95" name="Freeform: Shape 96"/>
              <p:cNvSpPr/>
              <p:nvPr/>
            </p:nvSpPr>
            <p:spPr bwMode="auto">
              <a:xfrm>
                <a:off x="7359700" y="2754510"/>
                <a:ext cx="493496" cy="681334"/>
              </a:xfrm>
              <a:custGeom>
                <a:avLst/>
                <a:gdLst>
                  <a:gd name="T0" fmla="*/ 200 w 310"/>
                  <a:gd name="T1" fmla="*/ 39 h 428"/>
                  <a:gd name="T2" fmla="*/ 205 w 310"/>
                  <a:gd name="T3" fmla="*/ 40 h 428"/>
                  <a:gd name="T4" fmla="*/ 215 w 310"/>
                  <a:gd name="T5" fmla="*/ 23 h 428"/>
                  <a:gd name="T6" fmla="*/ 206 w 310"/>
                  <a:gd name="T7" fmla="*/ 5 h 428"/>
                  <a:gd name="T8" fmla="*/ 196 w 310"/>
                  <a:gd name="T9" fmla="*/ 9 h 428"/>
                  <a:gd name="T10" fmla="*/ 123 w 310"/>
                  <a:gd name="T11" fmla="*/ 0 h 428"/>
                  <a:gd name="T12" fmla="*/ 97 w 310"/>
                  <a:gd name="T13" fmla="*/ 11 h 428"/>
                  <a:gd name="T14" fmla="*/ 104 w 310"/>
                  <a:gd name="T15" fmla="*/ 17 h 428"/>
                  <a:gd name="T16" fmla="*/ 99 w 310"/>
                  <a:gd name="T17" fmla="*/ 35 h 428"/>
                  <a:gd name="T18" fmla="*/ 120 w 310"/>
                  <a:gd name="T19" fmla="*/ 38 h 428"/>
                  <a:gd name="T20" fmla="*/ 120 w 310"/>
                  <a:gd name="T21" fmla="*/ 182 h 428"/>
                  <a:gd name="T22" fmla="*/ 13 w 310"/>
                  <a:gd name="T23" fmla="*/ 347 h 428"/>
                  <a:gd name="T24" fmla="*/ 3 w 310"/>
                  <a:gd name="T25" fmla="*/ 399 h 428"/>
                  <a:gd name="T26" fmla="*/ 89 w 310"/>
                  <a:gd name="T27" fmla="*/ 426 h 428"/>
                  <a:gd name="T28" fmla="*/ 286 w 310"/>
                  <a:gd name="T29" fmla="*/ 414 h 428"/>
                  <a:gd name="T30" fmla="*/ 310 w 310"/>
                  <a:gd name="T31" fmla="*/ 388 h 428"/>
                  <a:gd name="T32" fmla="*/ 199 w 310"/>
                  <a:gd name="T33" fmla="*/ 178 h 428"/>
                  <a:gd name="T34" fmla="*/ 192 w 310"/>
                  <a:gd name="T35" fmla="*/ 182 h 428"/>
                  <a:gd name="T36" fmla="*/ 284 w 310"/>
                  <a:gd name="T37" fmla="*/ 354 h 428"/>
                  <a:gd name="T38" fmla="*/ 293 w 310"/>
                  <a:gd name="T39" fmla="*/ 391 h 428"/>
                  <a:gd name="T40" fmla="*/ 219 w 310"/>
                  <a:gd name="T41" fmla="*/ 410 h 428"/>
                  <a:gd name="T42" fmla="*/ 29 w 310"/>
                  <a:gd name="T43" fmla="*/ 399 h 428"/>
                  <a:gd name="T44" fmla="*/ 16 w 310"/>
                  <a:gd name="T45" fmla="*/ 388 h 428"/>
                  <a:gd name="T46" fmla="*/ 81 w 310"/>
                  <a:gd name="T47" fmla="*/ 260 h 428"/>
                  <a:gd name="T48" fmla="*/ 128 w 310"/>
                  <a:gd name="T49" fmla="*/ 38 h 428"/>
                  <a:gd name="T50" fmla="*/ 121 w 310"/>
                  <a:gd name="T51" fmla="*/ 30 h 428"/>
                  <a:gd name="T52" fmla="*/ 121 w 310"/>
                  <a:gd name="T53" fmla="*/ 30 h 428"/>
                  <a:gd name="T54" fmla="*/ 112 w 310"/>
                  <a:gd name="T55" fmla="*/ 25 h 428"/>
                  <a:gd name="T56" fmla="*/ 112 w 310"/>
                  <a:gd name="T57" fmla="*/ 17 h 428"/>
                  <a:gd name="T58" fmla="*/ 112 w 310"/>
                  <a:gd name="T59" fmla="*/ 18 h 428"/>
                  <a:gd name="T60" fmla="*/ 112 w 310"/>
                  <a:gd name="T61" fmla="*/ 18 h 428"/>
                  <a:gd name="T62" fmla="*/ 112 w 310"/>
                  <a:gd name="T63" fmla="*/ 18 h 428"/>
                  <a:gd name="T64" fmla="*/ 111 w 310"/>
                  <a:gd name="T65" fmla="*/ 18 h 428"/>
                  <a:gd name="T66" fmla="*/ 111 w 310"/>
                  <a:gd name="T67" fmla="*/ 18 h 428"/>
                  <a:gd name="T68" fmla="*/ 117 w 310"/>
                  <a:gd name="T69" fmla="*/ 16 h 428"/>
                  <a:gd name="T70" fmla="*/ 122 w 310"/>
                  <a:gd name="T71" fmla="*/ 16 h 428"/>
                  <a:gd name="T72" fmla="*/ 196 w 310"/>
                  <a:gd name="T73" fmla="*/ 14 h 428"/>
                  <a:gd name="T74" fmla="*/ 196 w 310"/>
                  <a:gd name="T75" fmla="*/ 14 h 428"/>
                  <a:gd name="T76" fmla="*/ 195 w 310"/>
                  <a:gd name="T77" fmla="*/ 17 h 428"/>
                  <a:gd name="T78" fmla="*/ 195 w 310"/>
                  <a:gd name="T79" fmla="*/ 17 h 428"/>
                  <a:gd name="T80" fmla="*/ 199 w 310"/>
                  <a:gd name="T81" fmla="*/ 23 h 428"/>
                  <a:gd name="T82" fmla="*/ 200 w 310"/>
                  <a:gd name="T83" fmla="*/ 25 h 428"/>
                  <a:gd name="T84" fmla="*/ 200 w 310"/>
                  <a:gd name="T85" fmla="*/ 25 h 428"/>
                  <a:gd name="T86" fmla="*/ 207 w 310"/>
                  <a:gd name="T87" fmla="*/ 23 h 428"/>
                  <a:gd name="T88" fmla="*/ 200 w 310"/>
                  <a:gd name="T89" fmla="*/ 22 h 428"/>
                  <a:gd name="T90" fmla="*/ 200 w 310"/>
                  <a:gd name="T91" fmla="*/ 22 h 428"/>
                  <a:gd name="T92" fmla="*/ 200 w 310"/>
                  <a:gd name="T93" fmla="*/ 22 h 428"/>
                  <a:gd name="T94" fmla="*/ 200 w 310"/>
                  <a:gd name="T95" fmla="*/ 22 h 428"/>
                  <a:gd name="T96" fmla="*/ 200 w 310"/>
                  <a:gd name="T97" fmla="*/ 22 h 428"/>
                  <a:gd name="T98" fmla="*/ 192 w 310"/>
                  <a:gd name="T99" fmla="*/ 29 h 428"/>
                  <a:gd name="T100" fmla="*/ 188 w 310"/>
                  <a:gd name="T101" fmla="*/ 32 h 428"/>
                  <a:gd name="T102" fmla="*/ 188 w 310"/>
                  <a:gd name="T103" fmla="*/ 32 h 428"/>
                  <a:gd name="T104" fmla="*/ 188 w 310"/>
                  <a:gd name="T105" fmla="*/ 32 h 428"/>
                  <a:gd name="T106" fmla="*/ 185 w 310"/>
                  <a:gd name="T107" fmla="*/ 187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10" h="428">
                    <a:moveTo>
                      <a:pt x="192" y="182"/>
                    </a:moveTo>
                    <a:cubicBezTo>
                      <a:pt x="200" y="182"/>
                      <a:pt x="200" y="182"/>
                      <a:pt x="200" y="182"/>
                    </a:cubicBezTo>
                    <a:cubicBezTo>
                      <a:pt x="200" y="39"/>
                      <a:pt x="200" y="39"/>
                      <a:pt x="200" y="39"/>
                    </a:cubicBezTo>
                    <a:cubicBezTo>
                      <a:pt x="192" y="39"/>
                      <a:pt x="192" y="39"/>
                      <a:pt x="192" y="39"/>
                    </a:cubicBezTo>
                    <a:cubicBezTo>
                      <a:pt x="196" y="46"/>
                      <a:pt x="196" y="46"/>
                      <a:pt x="196" y="46"/>
                    </a:cubicBezTo>
                    <a:cubicBezTo>
                      <a:pt x="196" y="45"/>
                      <a:pt x="200" y="43"/>
                      <a:pt x="205" y="40"/>
                    </a:cubicBezTo>
                    <a:cubicBezTo>
                      <a:pt x="207" y="38"/>
                      <a:pt x="209" y="36"/>
                      <a:pt x="211" y="34"/>
                    </a:cubicBezTo>
                    <a:cubicBezTo>
                      <a:pt x="212" y="32"/>
                      <a:pt x="213" y="31"/>
                      <a:pt x="214" y="29"/>
                    </a:cubicBezTo>
                    <a:cubicBezTo>
                      <a:pt x="215" y="28"/>
                      <a:pt x="215" y="25"/>
                      <a:pt x="215" y="23"/>
                    </a:cubicBezTo>
                    <a:cubicBezTo>
                      <a:pt x="215" y="22"/>
                      <a:pt x="215" y="22"/>
                      <a:pt x="215" y="21"/>
                    </a:cubicBezTo>
                    <a:cubicBezTo>
                      <a:pt x="215" y="21"/>
                      <a:pt x="214" y="17"/>
                      <a:pt x="211" y="12"/>
                    </a:cubicBezTo>
                    <a:cubicBezTo>
                      <a:pt x="210" y="10"/>
                      <a:pt x="209" y="7"/>
                      <a:pt x="206" y="5"/>
                    </a:cubicBezTo>
                    <a:cubicBezTo>
                      <a:pt x="205" y="4"/>
                      <a:pt x="204" y="3"/>
                      <a:pt x="202" y="2"/>
                    </a:cubicBezTo>
                    <a:cubicBezTo>
                      <a:pt x="200" y="1"/>
                      <a:pt x="198" y="1"/>
                      <a:pt x="196" y="1"/>
                    </a:cubicBezTo>
                    <a:cubicBezTo>
                      <a:pt x="196" y="9"/>
                      <a:pt x="196" y="9"/>
                      <a:pt x="196" y="9"/>
                    </a:cubicBezTo>
                    <a:cubicBezTo>
                      <a:pt x="196" y="1"/>
                      <a:pt x="196" y="1"/>
                      <a:pt x="196" y="1"/>
                    </a:cubicBezTo>
                    <a:cubicBezTo>
                      <a:pt x="123" y="0"/>
                      <a:pt x="123" y="0"/>
                      <a:pt x="123" y="0"/>
                    </a:cubicBezTo>
                    <a:cubicBezTo>
                      <a:pt x="123" y="0"/>
                      <a:pt x="123" y="0"/>
                      <a:pt x="123" y="0"/>
                    </a:cubicBezTo>
                    <a:cubicBezTo>
                      <a:pt x="118" y="0"/>
                      <a:pt x="113" y="0"/>
                      <a:pt x="108" y="2"/>
                    </a:cubicBezTo>
                    <a:cubicBezTo>
                      <a:pt x="105" y="3"/>
                      <a:pt x="103" y="4"/>
                      <a:pt x="100" y="7"/>
                    </a:cubicBezTo>
                    <a:cubicBezTo>
                      <a:pt x="99" y="8"/>
                      <a:pt x="98" y="9"/>
                      <a:pt x="97" y="11"/>
                    </a:cubicBezTo>
                    <a:cubicBezTo>
                      <a:pt x="96" y="13"/>
                      <a:pt x="96" y="15"/>
                      <a:pt x="96" y="17"/>
                    </a:cubicBezTo>
                    <a:cubicBezTo>
                      <a:pt x="96" y="17"/>
                      <a:pt x="96" y="17"/>
                      <a:pt x="96" y="17"/>
                    </a:cubicBezTo>
                    <a:cubicBezTo>
                      <a:pt x="104" y="17"/>
                      <a:pt x="104" y="17"/>
                      <a:pt x="104" y="17"/>
                    </a:cubicBezTo>
                    <a:cubicBezTo>
                      <a:pt x="96" y="15"/>
                      <a:pt x="96" y="15"/>
                      <a:pt x="96" y="15"/>
                    </a:cubicBezTo>
                    <a:cubicBezTo>
                      <a:pt x="96" y="17"/>
                      <a:pt x="95" y="20"/>
                      <a:pt x="95" y="22"/>
                    </a:cubicBezTo>
                    <a:cubicBezTo>
                      <a:pt x="95" y="27"/>
                      <a:pt x="97" y="31"/>
                      <a:pt x="99" y="35"/>
                    </a:cubicBezTo>
                    <a:cubicBezTo>
                      <a:pt x="103" y="40"/>
                      <a:pt x="108" y="43"/>
                      <a:pt x="112" y="44"/>
                    </a:cubicBezTo>
                    <a:cubicBezTo>
                      <a:pt x="116" y="46"/>
                      <a:pt x="118" y="46"/>
                      <a:pt x="119" y="46"/>
                    </a:cubicBezTo>
                    <a:cubicBezTo>
                      <a:pt x="120" y="38"/>
                      <a:pt x="120" y="38"/>
                      <a:pt x="120" y="38"/>
                    </a:cubicBezTo>
                    <a:cubicBezTo>
                      <a:pt x="112" y="38"/>
                      <a:pt x="112" y="38"/>
                      <a:pt x="112" y="38"/>
                    </a:cubicBezTo>
                    <a:cubicBezTo>
                      <a:pt x="112" y="182"/>
                      <a:pt x="112" y="182"/>
                      <a:pt x="112" y="182"/>
                    </a:cubicBezTo>
                    <a:cubicBezTo>
                      <a:pt x="120" y="182"/>
                      <a:pt x="120" y="182"/>
                      <a:pt x="120" y="182"/>
                    </a:cubicBezTo>
                    <a:cubicBezTo>
                      <a:pt x="113" y="178"/>
                      <a:pt x="113" y="178"/>
                      <a:pt x="113" y="178"/>
                    </a:cubicBezTo>
                    <a:cubicBezTo>
                      <a:pt x="93" y="210"/>
                      <a:pt x="65" y="253"/>
                      <a:pt x="42" y="292"/>
                    </a:cubicBezTo>
                    <a:cubicBezTo>
                      <a:pt x="30" y="312"/>
                      <a:pt x="20" y="331"/>
                      <a:pt x="13" y="347"/>
                    </a:cubicBezTo>
                    <a:cubicBezTo>
                      <a:pt x="9" y="355"/>
                      <a:pt x="6" y="363"/>
                      <a:pt x="4" y="370"/>
                    </a:cubicBezTo>
                    <a:cubicBezTo>
                      <a:pt x="2" y="376"/>
                      <a:pt x="0" y="382"/>
                      <a:pt x="0" y="388"/>
                    </a:cubicBezTo>
                    <a:cubicBezTo>
                      <a:pt x="0" y="392"/>
                      <a:pt x="1" y="396"/>
                      <a:pt x="3" y="399"/>
                    </a:cubicBezTo>
                    <a:cubicBezTo>
                      <a:pt x="5" y="403"/>
                      <a:pt x="8" y="406"/>
                      <a:pt x="11" y="408"/>
                    </a:cubicBezTo>
                    <a:cubicBezTo>
                      <a:pt x="18" y="412"/>
                      <a:pt x="26" y="415"/>
                      <a:pt x="36" y="417"/>
                    </a:cubicBezTo>
                    <a:cubicBezTo>
                      <a:pt x="50" y="421"/>
                      <a:pt x="69" y="424"/>
                      <a:pt x="89" y="426"/>
                    </a:cubicBezTo>
                    <a:cubicBezTo>
                      <a:pt x="110" y="427"/>
                      <a:pt x="132" y="428"/>
                      <a:pt x="155" y="428"/>
                    </a:cubicBezTo>
                    <a:cubicBezTo>
                      <a:pt x="189" y="428"/>
                      <a:pt x="224" y="426"/>
                      <a:pt x="251" y="422"/>
                    </a:cubicBezTo>
                    <a:cubicBezTo>
                      <a:pt x="265" y="420"/>
                      <a:pt x="277" y="417"/>
                      <a:pt x="286" y="414"/>
                    </a:cubicBezTo>
                    <a:cubicBezTo>
                      <a:pt x="291" y="412"/>
                      <a:pt x="295" y="410"/>
                      <a:pt x="299" y="408"/>
                    </a:cubicBezTo>
                    <a:cubicBezTo>
                      <a:pt x="302" y="406"/>
                      <a:pt x="305" y="403"/>
                      <a:pt x="307" y="399"/>
                    </a:cubicBezTo>
                    <a:cubicBezTo>
                      <a:pt x="309" y="396"/>
                      <a:pt x="310" y="392"/>
                      <a:pt x="310" y="388"/>
                    </a:cubicBezTo>
                    <a:cubicBezTo>
                      <a:pt x="310" y="383"/>
                      <a:pt x="309" y="377"/>
                      <a:pt x="307" y="370"/>
                    </a:cubicBezTo>
                    <a:cubicBezTo>
                      <a:pt x="303" y="358"/>
                      <a:pt x="297" y="344"/>
                      <a:pt x="289" y="329"/>
                    </a:cubicBezTo>
                    <a:cubicBezTo>
                      <a:pt x="266" y="282"/>
                      <a:pt x="228" y="222"/>
                      <a:pt x="199" y="178"/>
                    </a:cubicBezTo>
                    <a:cubicBezTo>
                      <a:pt x="192" y="182"/>
                      <a:pt x="192" y="182"/>
                      <a:pt x="192" y="182"/>
                    </a:cubicBezTo>
                    <a:cubicBezTo>
                      <a:pt x="200" y="182"/>
                      <a:pt x="200" y="182"/>
                      <a:pt x="200" y="182"/>
                    </a:cubicBezTo>
                    <a:cubicBezTo>
                      <a:pt x="192" y="182"/>
                      <a:pt x="192" y="182"/>
                      <a:pt x="192" y="182"/>
                    </a:cubicBezTo>
                    <a:cubicBezTo>
                      <a:pt x="185" y="187"/>
                      <a:pt x="185" y="187"/>
                      <a:pt x="185" y="187"/>
                    </a:cubicBezTo>
                    <a:cubicBezTo>
                      <a:pt x="207" y="220"/>
                      <a:pt x="235" y="263"/>
                      <a:pt x="257" y="301"/>
                    </a:cubicBezTo>
                    <a:cubicBezTo>
                      <a:pt x="267" y="321"/>
                      <a:pt x="277" y="339"/>
                      <a:pt x="284" y="354"/>
                    </a:cubicBezTo>
                    <a:cubicBezTo>
                      <a:pt x="287" y="362"/>
                      <a:pt x="290" y="369"/>
                      <a:pt x="291" y="375"/>
                    </a:cubicBezTo>
                    <a:cubicBezTo>
                      <a:pt x="293" y="381"/>
                      <a:pt x="294" y="385"/>
                      <a:pt x="294" y="388"/>
                    </a:cubicBezTo>
                    <a:cubicBezTo>
                      <a:pt x="294" y="390"/>
                      <a:pt x="293" y="391"/>
                      <a:pt x="293" y="391"/>
                    </a:cubicBezTo>
                    <a:cubicBezTo>
                      <a:pt x="293" y="392"/>
                      <a:pt x="292" y="393"/>
                      <a:pt x="290" y="394"/>
                    </a:cubicBezTo>
                    <a:cubicBezTo>
                      <a:pt x="286" y="397"/>
                      <a:pt x="279" y="400"/>
                      <a:pt x="270" y="402"/>
                    </a:cubicBezTo>
                    <a:cubicBezTo>
                      <a:pt x="257" y="405"/>
                      <a:pt x="239" y="408"/>
                      <a:pt x="219" y="410"/>
                    </a:cubicBezTo>
                    <a:cubicBezTo>
                      <a:pt x="199" y="411"/>
                      <a:pt x="177" y="412"/>
                      <a:pt x="155" y="412"/>
                    </a:cubicBezTo>
                    <a:cubicBezTo>
                      <a:pt x="121" y="412"/>
                      <a:pt x="88" y="410"/>
                      <a:pt x="62" y="406"/>
                    </a:cubicBezTo>
                    <a:cubicBezTo>
                      <a:pt x="48" y="404"/>
                      <a:pt x="37" y="402"/>
                      <a:pt x="29" y="399"/>
                    </a:cubicBezTo>
                    <a:cubicBezTo>
                      <a:pt x="25" y="397"/>
                      <a:pt x="22" y="396"/>
                      <a:pt x="20" y="394"/>
                    </a:cubicBezTo>
                    <a:cubicBezTo>
                      <a:pt x="18" y="393"/>
                      <a:pt x="17" y="392"/>
                      <a:pt x="17" y="391"/>
                    </a:cubicBezTo>
                    <a:cubicBezTo>
                      <a:pt x="17" y="391"/>
                      <a:pt x="16" y="390"/>
                      <a:pt x="16" y="388"/>
                    </a:cubicBezTo>
                    <a:cubicBezTo>
                      <a:pt x="16" y="385"/>
                      <a:pt x="17" y="380"/>
                      <a:pt x="19" y="374"/>
                    </a:cubicBezTo>
                    <a:cubicBezTo>
                      <a:pt x="22" y="364"/>
                      <a:pt x="28" y="350"/>
                      <a:pt x="36" y="335"/>
                    </a:cubicBezTo>
                    <a:cubicBezTo>
                      <a:pt x="48" y="312"/>
                      <a:pt x="64" y="286"/>
                      <a:pt x="81" y="260"/>
                    </a:cubicBezTo>
                    <a:cubicBezTo>
                      <a:pt x="97" y="233"/>
                      <a:pt x="113" y="208"/>
                      <a:pt x="127" y="186"/>
                    </a:cubicBezTo>
                    <a:cubicBezTo>
                      <a:pt x="128" y="185"/>
                      <a:pt x="128" y="184"/>
                      <a:pt x="128" y="182"/>
                    </a:cubicBezTo>
                    <a:cubicBezTo>
                      <a:pt x="128" y="38"/>
                      <a:pt x="128" y="38"/>
                      <a:pt x="128" y="38"/>
                    </a:cubicBezTo>
                    <a:cubicBezTo>
                      <a:pt x="128" y="34"/>
                      <a:pt x="125" y="31"/>
                      <a:pt x="121" y="30"/>
                    </a:cubicBezTo>
                    <a:cubicBezTo>
                      <a:pt x="121" y="35"/>
                      <a:pt x="121" y="35"/>
                      <a:pt x="121" y="35"/>
                    </a:cubicBezTo>
                    <a:cubicBezTo>
                      <a:pt x="121" y="30"/>
                      <a:pt x="121" y="30"/>
                      <a:pt x="121" y="30"/>
                    </a:cubicBezTo>
                    <a:cubicBezTo>
                      <a:pt x="121" y="30"/>
                      <a:pt x="121" y="30"/>
                      <a:pt x="121" y="30"/>
                    </a:cubicBezTo>
                    <a:cubicBezTo>
                      <a:pt x="121" y="35"/>
                      <a:pt x="121" y="35"/>
                      <a:pt x="121" y="35"/>
                    </a:cubicBezTo>
                    <a:cubicBezTo>
                      <a:pt x="121" y="30"/>
                      <a:pt x="121" y="30"/>
                      <a:pt x="121" y="30"/>
                    </a:cubicBezTo>
                    <a:cubicBezTo>
                      <a:pt x="121" y="30"/>
                      <a:pt x="121" y="30"/>
                      <a:pt x="121" y="30"/>
                    </a:cubicBezTo>
                    <a:cubicBezTo>
                      <a:pt x="120" y="30"/>
                      <a:pt x="117" y="29"/>
                      <a:pt x="115" y="28"/>
                    </a:cubicBezTo>
                    <a:cubicBezTo>
                      <a:pt x="114" y="27"/>
                      <a:pt x="113" y="26"/>
                      <a:pt x="112" y="25"/>
                    </a:cubicBezTo>
                    <a:cubicBezTo>
                      <a:pt x="112" y="24"/>
                      <a:pt x="111" y="23"/>
                      <a:pt x="111" y="22"/>
                    </a:cubicBezTo>
                    <a:cubicBezTo>
                      <a:pt x="111" y="21"/>
                      <a:pt x="112" y="20"/>
                      <a:pt x="112" y="19"/>
                    </a:cubicBezTo>
                    <a:cubicBezTo>
                      <a:pt x="112" y="18"/>
                      <a:pt x="112" y="18"/>
                      <a:pt x="112" y="17"/>
                    </a:cubicBezTo>
                    <a:cubicBezTo>
                      <a:pt x="112" y="17"/>
                      <a:pt x="112" y="17"/>
                      <a:pt x="112" y="17"/>
                    </a:cubicBezTo>
                    <a:cubicBezTo>
                      <a:pt x="110" y="17"/>
                      <a:pt x="110" y="17"/>
                      <a:pt x="110" y="17"/>
                    </a:cubicBezTo>
                    <a:cubicBezTo>
                      <a:pt x="112" y="18"/>
                      <a:pt x="112" y="18"/>
                      <a:pt x="112" y="18"/>
                    </a:cubicBezTo>
                    <a:cubicBezTo>
                      <a:pt x="112" y="17"/>
                      <a:pt x="112" y="17"/>
                      <a:pt x="112" y="17"/>
                    </a:cubicBezTo>
                    <a:cubicBezTo>
                      <a:pt x="110" y="17"/>
                      <a:pt x="110" y="17"/>
                      <a:pt x="110" y="17"/>
                    </a:cubicBezTo>
                    <a:cubicBezTo>
                      <a:pt x="112" y="18"/>
                      <a:pt x="112" y="18"/>
                      <a:pt x="112" y="18"/>
                    </a:cubicBezTo>
                    <a:cubicBezTo>
                      <a:pt x="110" y="17"/>
                      <a:pt x="110" y="17"/>
                      <a:pt x="110" y="17"/>
                    </a:cubicBezTo>
                    <a:cubicBezTo>
                      <a:pt x="112" y="18"/>
                      <a:pt x="112" y="18"/>
                      <a:pt x="112" y="18"/>
                    </a:cubicBezTo>
                    <a:cubicBezTo>
                      <a:pt x="112" y="18"/>
                      <a:pt x="112" y="18"/>
                      <a:pt x="112" y="18"/>
                    </a:cubicBezTo>
                    <a:cubicBezTo>
                      <a:pt x="110" y="17"/>
                      <a:pt x="110" y="17"/>
                      <a:pt x="110" y="17"/>
                    </a:cubicBezTo>
                    <a:cubicBezTo>
                      <a:pt x="112" y="18"/>
                      <a:pt x="112" y="18"/>
                      <a:pt x="112" y="18"/>
                    </a:cubicBezTo>
                    <a:cubicBezTo>
                      <a:pt x="111" y="18"/>
                      <a:pt x="111" y="18"/>
                      <a:pt x="111" y="18"/>
                    </a:cubicBezTo>
                    <a:cubicBezTo>
                      <a:pt x="112" y="18"/>
                      <a:pt x="112" y="18"/>
                      <a:pt x="112" y="18"/>
                    </a:cubicBezTo>
                    <a:cubicBezTo>
                      <a:pt x="112" y="18"/>
                      <a:pt x="112" y="18"/>
                      <a:pt x="112" y="18"/>
                    </a:cubicBezTo>
                    <a:cubicBezTo>
                      <a:pt x="111" y="18"/>
                      <a:pt x="111" y="18"/>
                      <a:pt x="111" y="18"/>
                    </a:cubicBezTo>
                    <a:cubicBezTo>
                      <a:pt x="112" y="18"/>
                      <a:pt x="112" y="18"/>
                      <a:pt x="112" y="18"/>
                    </a:cubicBezTo>
                    <a:cubicBezTo>
                      <a:pt x="112" y="18"/>
                      <a:pt x="112" y="18"/>
                      <a:pt x="113" y="17"/>
                    </a:cubicBezTo>
                    <a:cubicBezTo>
                      <a:pt x="114" y="17"/>
                      <a:pt x="115" y="16"/>
                      <a:pt x="117" y="16"/>
                    </a:cubicBezTo>
                    <a:cubicBezTo>
                      <a:pt x="119" y="16"/>
                      <a:pt x="121" y="16"/>
                      <a:pt x="123" y="16"/>
                    </a:cubicBezTo>
                    <a:cubicBezTo>
                      <a:pt x="123" y="8"/>
                      <a:pt x="123" y="8"/>
                      <a:pt x="123" y="8"/>
                    </a:cubicBezTo>
                    <a:cubicBezTo>
                      <a:pt x="122" y="16"/>
                      <a:pt x="122" y="16"/>
                      <a:pt x="122" y="16"/>
                    </a:cubicBezTo>
                    <a:cubicBezTo>
                      <a:pt x="196" y="17"/>
                      <a:pt x="196" y="17"/>
                      <a:pt x="196" y="17"/>
                    </a:cubicBezTo>
                    <a:cubicBezTo>
                      <a:pt x="196" y="17"/>
                      <a:pt x="196" y="17"/>
                      <a:pt x="196" y="17"/>
                    </a:cubicBezTo>
                    <a:cubicBezTo>
                      <a:pt x="196" y="14"/>
                      <a:pt x="196" y="14"/>
                      <a:pt x="196" y="14"/>
                    </a:cubicBezTo>
                    <a:cubicBezTo>
                      <a:pt x="195" y="17"/>
                      <a:pt x="195" y="17"/>
                      <a:pt x="195" y="17"/>
                    </a:cubicBezTo>
                    <a:cubicBezTo>
                      <a:pt x="195" y="17"/>
                      <a:pt x="196" y="17"/>
                      <a:pt x="196" y="17"/>
                    </a:cubicBezTo>
                    <a:cubicBezTo>
                      <a:pt x="196" y="14"/>
                      <a:pt x="196" y="14"/>
                      <a:pt x="196" y="14"/>
                    </a:cubicBezTo>
                    <a:cubicBezTo>
                      <a:pt x="195" y="17"/>
                      <a:pt x="195" y="17"/>
                      <a:pt x="195" y="17"/>
                    </a:cubicBezTo>
                    <a:cubicBezTo>
                      <a:pt x="195" y="16"/>
                      <a:pt x="195" y="16"/>
                      <a:pt x="195" y="16"/>
                    </a:cubicBezTo>
                    <a:cubicBezTo>
                      <a:pt x="195" y="17"/>
                      <a:pt x="195" y="17"/>
                      <a:pt x="195" y="17"/>
                    </a:cubicBezTo>
                    <a:cubicBezTo>
                      <a:pt x="195" y="17"/>
                      <a:pt x="195" y="17"/>
                      <a:pt x="195" y="17"/>
                    </a:cubicBezTo>
                    <a:cubicBezTo>
                      <a:pt x="195" y="16"/>
                      <a:pt x="195" y="16"/>
                      <a:pt x="195" y="16"/>
                    </a:cubicBezTo>
                    <a:cubicBezTo>
                      <a:pt x="195" y="17"/>
                      <a:pt x="195" y="17"/>
                      <a:pt x="195" y="17"/>
                    </a:cubicBezTo>
                    <a:cubicBezTo>
                      <a:pt x="195" y="17"/>
                      <a:pt x="195" y="17"/>
                      <a:pt x="195" y="17"/>
                    </a:cubicBezTo>
                    <a:cubicBezTo>
                      <a:pt x="195" y="17"/>
                      <a:pt x="196" y="17"/>
                      <a:pt x="197" y="18"/>
                    </a:cubicBezTo>
                    <a:cubicBezTo>
                      <a:pt x="197" y="20"/>
                      <a:pt x="198" y="22"/>
                      <a:pt x="199" y="23"/>
                    </a:cubicBezTo>
                    <a:cubicBezTo>
                      <a:pt x="199" y="24"/>
                      <a:pt x="199" y="24"/>
                      <a:pt x="200" y="25"/>
                    </a:cubicBezTo>
                    <a:cubicBezTo>
                      <a:pt x="200" y="25"/>
                      <a:pt x="200" y="25"/>
                      <a:pt x="200" y="25"/>
                    </a:cubicBezTo>
                    <a:cubicBezTo>
                      <a:pt x="200" y="25"/>
                      <a:pt x="200" y="25"/>
                      <a:pt x="200" y="25"/>
                    </a:cubicBezTo>
                    <a:cubicBezTo>
                      <a:pt x="201" y="25"/>
                      <a:pt x="201" y="25"/>
                      <a:pt x="201" y="25"/>
                    </a:cubicBezTo>
                    <a:cubicBezTo>
                      <a:pt x="200" y="25"/>
                      <a:pt x="200" y="25"/>
                      <a:pt x="200" y="25"/>
                    </a:cubicBezTo>
                    <a:cubicBezTo>
                      <a:pt x="200" y="25"/>
                      <a:pt x="200" y="25"/>
                      <a:pt x="200" y="25"/>
                    </a:cubicBezTo>
                    <a:cubicBezTo>
                      <a:pt x="201" y="25"/>
                      <a:pt x="201" y="25"/>
                      <a:pt x="201" y="25"/>
                    </a:cubicBezTo>
                    <a:cubicBezTo>
                      <a:pt x="200" y="25"/>
                      <a:pt x="200" y="25"/>
                      <a:pt x="200" y="25"/>
                    </a:cubicBezTo>
                    <a:cubicBezTo>
                      <a:pt x="207" y="23"/>
                      <a:pt x="207" y="23"/>
                      <a:pt x="207" y="23"/>
                    </a:cubicBezTo>
                    <a:cubicBezTo>
                      <a:pt x="199" y="23"/>
                      <a:pt x="199" y="23"/>
                      <a:pt x="199" y="23"/>
                    </a:cubicBezTo>
                    <a:cubicBezTo>
                      <a:pt x="202" y="23"/>
                      <a:pt x="202" y="23"/>
                      <a:pt x="202" y="23"/>
                    </a:cubicBezTo>
                    <a:cubicBezTo>
                      <a:pt x="200" y="22"/>
                      <a:pt x="200" y="22"/>
                      <a:pt x="200" y="22"/>
                    </a:cubicBezTo>
                    <a:cubicBezTo>
                      <a:pt x="199" y="23"/>
                      <a:pt x="199" y="23"/>
                      <a:pt x="199" y="23"/>
                    </a:cubicBezTo>
                    <a:cubicBezTo>
                      <a:pt x="202" y="23"/>
                      <a:pt x="202" y="23"/>
                      <a:pt x="202" y="23"/>
                    </a:cubicBezTo>
                    <a:cubicBezTo>
                      <a:pt x="200" y="22"/>
                      <a:pt x="200" y="22"/>
                      <a:pt x="200" y="22"/>
                    </a:cubicBezTo>
                    <a:cubicBezTo>
                      <a:pt x="201" y="23"/>
                      <a:pt x="201" y="23"/>
                      <a:pt x="201" y="23"/>
                    </a:cubicBezTo>
                    <a:cubicBezTo>
                      <a:pt x="200" y="22"/>
                      <a:pt x="200" y="22"/>
                      <a:pt x="200" y="22"/>
                    </a:cubicBezTo>
                    <a:cubicBezTo>
                      <a:pt x="200" y="22"/>
                      <a:pt x="200" y="22"/>
                      <a:pt x="200" y="22"/>
                    </a:cubicBezTo>
                    <a:cubicBezTo>
                      <a:pt x="201" y="23"/>
                      <a:pt x="201" y="23"/>
                      <a:pt x="201" y="23"/>
                    </a:cubicBezTo>
                    <a:cubicBezTo>
                      <a:pt x="200" y="22"/>
                      <a:pt x="200" y="22"/>
                      <a:pt x="200" y="22"/>
                    </a:cubicBezTo>
                    <a:cubicBezTo>
                      <a:pt x="200" y="22"/>
                      <a:pt x="200" y="22"/>
                      <a:pt x="200" y="22"/>
                    </a:cubicBezTo>
                    <a:cubicBezTo>
                      <a:pt x="200" y="22"/>
                      <a:pt x="200" y="22"/>
                      <a:pt x="200" y="22"/>
                    </a:cubicBezTo>
                    <a:cubicBezTo>
                      <a:pt x="200" y="22"/>
                      <a:pt x="200" y="22"/>
                      <a:pt x="200" y="22"/>
                    </a:cubicBezTo>
                    <a:cubicBezTo>
                      <a:pt x="200" y="22"/>
                      <a:pt x="200" y="22"/>
                      <a:pt x="200" y="22"/>
                    </a:cubicBezTo>
                    <a:cubicBezTo>
                      <a:pt x="200" y="22"/>
                      <a:pt x="200" y="22"/>
                      <a:pt x="200" y="22"/>
                    </a:cubicBezTo>
                    <a:cubicBezTo>
                      <a:pt x="200" y="22"/>
                      <a:pt x="199" y="23"/>
                      <a:pt x="198" y="25"/>
                    </a:cubicBezTo>
                    <a:cubicBezTo>
                      <a:pt x="196" y="26"/>
                      <a:pt x="194" y="28"/>
                      <a:pt x="192" y="29"/>
                    </a:cubicBezTo>
                    <a:cubicBezTo>
                      <a:pt x="191" y="30"/>
                      <a:pt x="190" y="31"/>
                      <a:pt x="189" y="31"/>
                    </a:cubicBezTo>
                    <a:cubicBezTo>
                      <a:pt x="188" y="31"/>
                      <a:pt x="188" y="31"/>
                      <a:pt x="188" y="31"/>
                    </a:cubicBezTo>
                    <a:cubicBezTo>
                      <a:pt x="188" y="32"/>
                      <a:pt x="188" y="32"/>
                      <a:pt x="188" y="32"/>
                    </a:cubicBezTo>
                    <a:cubicBezTo>
                      <a:pt x="188" y="32"/>
                      <a:pt x="188" y="32"/>
                      <a:pt x="188" y="32"/>
                    </a:cubicBezTo>
                    <a:cubicBezTo>
                      <a:pt x="189" y="33"/>
                      <a:pt x="189" y="33"/>
                      <a:pt x="189" y="33"/>
                    </a:cubicBezTo>
                    <a:cubicBezTo>
                      <a:pt x="188" y="32"/>
                      <a:pt x="188" y="32"/>
                      <a:pt x="188" y="32"/>
                    </a:cubicBezTo>
                    <a:cubicBezTo>
                      <a:pt x="188" y="32"/>
                      <a:pt x="188" y="32"/>
                      <a:pt x="188" y="32"/>
                    </a:cubicBezTo>
                    <a:cubicBezTo>
                      <a:pt x="189" y="33"/>
                      <a:pt x="189" y="33"/>
                      <a:pt x="189" y="33"/>
                    </a:cubicBezTo>
                    <a:cubicBezTo>
                      <a:pt x="188" y="32"/>
                      <a:pt x="188" y="32"/>
                      <a:pt x="188" y="32"/>
                    </a:cubicBezTo>
                    <a:cubicBezTo>
                      <a:pt x="186" y="33"/>
                      <a:pt x="184" y="36"/>
                      <a:pt x="184" y="39"/>
                    </a:cubicBezTo>
                    <a:cubicBezTo>
                      <a:pt x="184" y="182"/>
                      <a:pt x="184" y="182"/>
                      <a:pt x="184" y="182"/>
                    </a:cubicBezTo>
                    <a:cubicBezTo>
                      <a:pt x="184" y="184"/>
                      <a:pt x="184" y="185"/>
                      <a:pt x="185" y="187"/>
                    </a:cubicBezTo>
                    <a:lnTo>
                      <a:pt x="192" y="182"/>
                    </a:lnTo>
                    <a:close/>
                  </a:path>
                </a:pathLst>
              </a:custGeom>
              <a:solidFill>
                <a:schemeClr val="bg2"/>
              </a:solidFill>
              <a:ln>
                <a:noFill/>
              </a:ln>
            </p:spPr>
            <p:txBody>
              <a:bodyPr anchor="ctr"/>
              <a:lstStyle/>
              <a:p>
                <a:pPr algn="ctr"/>
              </a:p>
            </p:txBody>
          </p:sp>
          <p:sp>
            <p:nvSpPr>
              <p:cNvPr id="96" name="Oval 97"/>
              <p:cNvSpPr/>
              <p:nvPr/>
            </p:nvSpPr>
            <p:spPr bwMode="auto">
              <a:xfrm>
                <a:off x="7588607" y="3060168"/>
                <a:ext cx="66652" cy="67326"/>
              </a:xfrm>
              <a:prstGeom prst="ellipse">
                <a:avLst/>
              </a:prstGeom>
              <a:solidFill>
                <a:schemeClr val="bg2"/>
              </a:solidFill>
              <a:ln>
                <a:noFill/>
              </a:ln>
            </p:spPr>
            <p:txBody>
              <a:bodyPr anchor="ctr"/>
              <a:lstStyle/>
              <a:p>
                <a:pPr algn="ctr"/>
              </a:p>
            </p:txBody>
          </p:sp>
          <p:sp>
            <p:nvSpPr>
              <p:cNvPr id="97" name="Freeform: Shape 98"/>
              <p:cNvSpPr/>
              <p:nvPr/>
            </p:nvSpPr>
            <p:spPr bwMode="auto">
              <a:xfrm>
                <a:off x="7429718" y="3157116"/>
                <a:ext cx="350093" cy="229580"/>
              </a:xfrm>
              <a:custGeom>
                <a:avLst/>
                <a:gdLst>
                  <a:gd name="T0" fmla="*/ 161 w 220"/>
                  <a:gd name="T1" fmla="*/ 0 h 144"/>
                  <a:gd name="T2" fmla="*/ 65 w 220"/>
                  <a:gd name="T3" fmla="*/ 3 h 144"/>
                  <a:gd name="T4" fmla="*/ 0 w 220"/>
                  <a:gd name="T5" fmla="*/ 118 h 144"/>
                  <a:gd name="T6" fmla="*/ 220 w 220"/>
                  <a:gd name="T7" fmla="*/ 119 h 144"/>
                  <a:gd name="T8" fmla="*/ 161 w 220"/>
                  <a:gd name="T9" fmla="*/ 0 h 144"/>
                  <a:gd name="T10" fmla="*/ 87 w 220"/>
                  <a:gd name="T11" fmla="*/ 87 h 144"/>
                  <a:gd name="T12" fmla="*/ 62 w 220"/>
                  <a:gd name="T13" fmla="*/ 63 h 144"/>
                  <a:gd name="T14" fmla="*/ 87 w 220"/>
                  <a:gd name="T15" fmla="*/ 39 h 144"/>
                  <a:gd name="T16" fmla="*/ 111 w 220"/>
                  <a:gd name="T17" fmla="*/ 63 h 144"/>
                  <a:gd name="T18" fmla="*/ 87 w 220"/>
                  <a:gd name="T19" fmla="*/ 87 h 144"/>
                  <a:gd name="T20" fmla="*/ 147 w 220"/>
                  <a:gd name="T21" fmla="*/ 103 h 144"/>
                  <a:gd name="T22" fmla="*/ 132 w 220"/>
                  <a:gd name="T23" fmla="*/ 88 h 144"/>
                  <a:gd name="T24" fmla="*/ 147 w 220"/>
                  <a:gd name="T25" fmla="*/ 74 h 144"/>
                  <a:gd name="T26" fmla="*/ 161 w 220"/>
                  <a:gd name="T27" fmla="*/ 88 h 144"/>
                  <a:gd name="T28" fmla="*/ 147 w 220"/>
                  <a:gd name="T29" fmla="*/ 103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0" h="144">
                    <a:moveTo>
                      <a:pt x="161" y="0"/>
                    </a:moveTo>
                    <a:cubicBezTo>
                      <a:pt x="65" y="3"/>
                      <a:pt x="65" y="3"/>
                      <a:pt x="65" y="3"/>
                    </a:cubicBezTo>
                    <a:cubicBezTo>
                      <a:pt x="0" y="118"/>
                      <a:pt x="0" y="118"/>
                      <a:pt x="0" y="118"/>
                    </a:cubicBezTo>
                    <a:cubicBezTo>
                      <a:pt x="39" y="134"/>
                      <a:pt x="147" y="144"/>
                      <a:pt x="220" y="119"/>
                    </a:cubicBezTo>
                    <a:lnTo>
                      <a:pt x="161" y="0"/>
                    </a:lnTo>
                    <a:close/>
                    <a:moveTo>
                      <a:pt x="87" y="87"/>
                    </a:moveTo>
                    <a:cubicBezTo>
                      <a:pt x="73" y="87"/>
                      <a:pt x="62" y="76"/>
                      <a:pt x="62" y="63"/>
                    </a:cubicBezTo>
                    <a:cubicBezTo>
                      <a:pt x="62" y="49"/>
                      <a:pt x="73" y="39"/>
                      <a:pt x="87" y="39"/>
                    </a:cubicBezTo>
                    <a:cubicBezTo>
                      <a:pt x="100" y="39"/>
                      <a:pt x="111" y="49"/>
                      <a:pt x="111" y="63"/>
                    </a:cubicBezTo>
                    <a:cubicBezTo>
                      <a:pt x="111" y="76"/>
                      <a:pt x="100" y="87"/>
                      <a:pt x="87" y="87"/>
                    </a:cubicBezTo>
                    <a:close/>
                    <a:moveTo>
                      <a:pt x="147" y="103"/>
                    </a:moveTo>
                    <a:cubicBezTo>
                      <a:pt x="139" y="103"/>
                      <a:pt x="132" y="96"/>
                      <a:pt x="132" y="88"/>
                    </a:cubicBezTo>
                    <a:cubicBezTo>
                      <a:pt x="132" y="81"/>
                      <a:pt x="139" y="74"/>
                      <a:pt x="147" y="74"/>
                    </a:cubicBezTo>
                    <a:cubicBezTo>
                      <a:pt x="155" y="74"/>
                      <a:pt x="161" y="81"/>
                      <a:pt x="161" y="88"/>
                    </a:cubicBezTo>
                    <a:cubicBezTo>
                      <a:pt x="161" y="96"/>
                      <a:pt x="155" y="103"/>
                      <a:pt x="147" y="103"/>
                    </a:cubicBezTo>
                    <a:close/>
                  </a:path>
                </a:pathLst>
              </a:custGeom>
              <a:solidFill>
                <a:schemeClr val="bg2"/>
              </a:solidFill>
              <a:ln>
                <a:noFill/>
              </a:ln>
            </p:spPr>
            <p:txBody>
              <a:bodyPr anchor="ctr"/>
              <a:lstStyle/>
              <a:p>
                <a:pPr algn="ctr"/>
              </a:p>
            </p:txBody>
          </p:sp>
        </p:grpSp>
        <p:grpSp>
          <p:nvGrpSpPr>
            <p:cNvPr id="18" name="Group 99"/>
            <p:cNvGrpSpPr/>
            <p:nvPr/>
          </p:nvGrpSpPr>
          <p:grpSpPr>
            <a:xfrm>
              <a:off x="15689" y="5919"/>
              <a:ext cx="1068" cy="1156"/>
              <a:chOff x="7004221" y="4138049"/>
              <a:chExt cx="904182" cy="978913"/>
            </a:xfrm>
          </p:grpSpPr>
          <p:sp>
            <p:nvSpPr>
              <p:cNvPr id="88" name="Freeform: Shape 100"/>
              <p:cNvSpPr/>
              <p:nvPr/>
            </p:nvSpPr>
            <p:spPr bwMode="auto">
              <a:xfrm>
                <a:off x="7088378" y="4158920"/>
                <a:ext cx="820025" cy="958042"/>
              </a:xfrm>
              <a:custGeom>
                <a:avLst/>
                <a:gdLst>
                  <a:gd name="T0" fmla="*/ 258 w 515"/>
                  <a:gd name="T1" fmla="*/ 0 h 602"/>
                  <a:gd name="T2" fmla="*/ 0 w 515"/>
                  <a:gd name="T3" fmla="*/ 257 h 602"/>
                  <a:gd name="T4" fmla="*/ 131 w 515"/>
                  <a:gd name="T5" fmla="*/ 481 h 602"/>
                  <a:gd name="T6" fmla="*/ 142 w 515"/>
                  <a:gd name="T7" fmla="*/ 602 h 602"/>
                  <a:gd name="T8" fmla="*/ 246 w 515"/>
                  <a:gd name="T9" fmla="*/ 514 h 602"/>
                  <a:gd name="T10" fmla="*/ 258 w 515"/>
                  <a:gd name="T11" fmla="*/ 514 h 602"/>
                  <a:gd name="T12" fmla="*/ 515 w 515"/>
                  <a:gd name="T13" fmla="*/ 257 h 602"/>
                  <a:gd name="T14" fmla="*/ 258 w 515"/>
                  <a:gd name="T15" fmla="*/ 0 h 6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5" h="602">
                    <a:moveTo>
                      <a:pt x="258" y="0"/>
                    </a:moveTo>
                    <a:cubicBezTo>
                      <a:pt x="116" y="0"/>
                      <a:pt x="0" y="115"/>
                      <a:pt x="0" y="257"/>
                    </a:cubicBezTo>
                    <a:cubicBezTo>
                      <a:pt x="0" y="353"/>
                      <a:pt x="53" y="437"/>
                      <a:pt x="131" y="481"/>
                    </a:cubicBezTo>
                    <a:cubicBezTo>
                      <a:pt x="142" y="602"/>
                      <a:pt x="142" y="602"/>
                      <a:pt x="142" y="602"/>
                    </a:cubicBezTo>
                    <a:cubicBezTo>
                      <a:pt x="246" y="514"/>
                      <a:pt x="246" y="514"/>
                      <a:pt x="246" y="514"/>
                    </a:cubicBezTo>
                    <a:cubicBezTo>
                      <a:pt x="250" y="514"/>
                      <a:pt x="254" y="514"/>
                      <a:pt x="258" y="514"/>
                    </a:cubicBezTo>
                    <a:cubicBezTo>
                      <a:pt x="400" y="514"/>
                      <a:pt x="515" y="399"/>
                      <a:pt x="515" y="257"/>
                    </a:cubicBezTo>
                    <a:cubicBezTo>
                      <a:pt x="515" y="115"/>
                      <a:pt x="400" y="0"/>
                      <a:pt x="258"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Freeform: Shape 101"/>
              <p:cNvSpPr/>
              <p:nvPr/>
            </p:nvSpPr>
            <p:spPr bwMode="auto">
              <a:xfrm>
                <a:off x="7004221" y="4138049"/>
                <a:ext cx="818678" cy="958042"/>
              </a:xfrm>
              <a:custGeom>
                <a:avLst/>
                <a:gdLst>
                  <a:gd name="T0" fmla="*/ 257 w 514"/>
                  <a:gd name="T1" fmla="*/ 0 h 602"/>
                  <a:gd name="T2" fmla="*/ 0 w 514"/>
                  <a:gd name="T3" fmla="*/ 257 h 602"/>
                  <a:gd name="T4" fmla="*/ 131 w 514"/>
                  <a:gd name="T5" fmla="*/ 481 h 602"/>
                  <a:gd name="T6" fmla="*/ 142 w 514"/>
                  <a:gd name="T7" fmla="*/ 602 h 602"/>
                  <a:gd name="T8" fmla="*/ 246 w 514"/>
                  <a:gd name="T9" fmla="*/ 514 h 602"/>
                  <a:gd name="T10" fmla="*/ 257 w 514"/>
                  <a:gd name="T11" fmla="*/ 514 h 602"/>
                  <a:gd name="T12" fmla="*/ 514 w 514"/>
                  <a:gd name="T13" fmla="*/ 257 h 602"/>
                  <a:gd name="T14" fmla="*/ 257 w 514"/>
                  <a:gd name="T15" fmla="*/ 0 h 6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4" h="602">
                    <a:moveTo>
                      <a:pt x="257" y="0"/>
                    </a:moveTo>
                    <a:cubicBezTo>
                      <a:pt x="115" y="0"/>
                      <a:pt x="0" y="115"/>
                      <a:pt x="0" y="257"/>
                    </a:cubicBezTo>
                    <a:cubicBezTo>
                      <a:pt x="0" y="353"/>
                      <a:pt x="53" y="437"/>
                      <a:pt x="131" y="481"/>
                    </a:cubicBezTo>
                    <a:cubicBezTo>
                      <a:pt x="142" y="602"/>
                      <a:pt x="142" y="602"/>
                      <a:pt x="142" y="602"/>
                    </a:cubicBezTo>
                    <a:cubicBezTo>
                      <a:pt x="246" y="514"/>
                      <a:pt x="246" y="514"/>
                      <a:pt x="246" y="514"/>
                    </a:cubicBezTo>
                    <a:cubicBezTo>
                      <a:pt x="249" y="514"/>
                      <a:pt x="253" y="514"/>
                      <a:pt x="257" y="514"/>
                    </a:cubicBezTo>
                    <a:cubicBezTo>
                      <a:pt x="399" y="514"/>
                      <a:pt x="514" y="399"/>
                      <a:pt x="514" y="257"/>
                    </a:cubicBezTo>
                    <a:cubicBezTo>
                      <a:pt x="514" y="115"/>
                      <a:pt x="399" y="0"/>
                      <a:pt x="257" y="0"/>
                    </a:cubicBezTo>
                    <a:close/>
                  </a:path>
                </a:pathLst>
              </a:custGeom>
              <a:solidFill>
                <a:schemeClr val="tx2"/>
              </a:solidFill>
              <a:ln>
                <a:noFill/>
              </a:ln>
            </p:spPr>
            <p:txBody>
              <a:bodyPr anchor="ctr"/>
              <a:lstStyle/>
              <a:p>
                <a:pPr algn="ctr"/>
              </a:p>
            </p:txBody>
          </p:sp>
          <p:sp>
            <p:nvSpPr>
              <p:cNvPr id="90" name="Freeform: Shape 102"/>
              <p:cNvSpPr/>
              <p:nvPr/>
            </p:nvSpPr>
            <p:spPr bwMode="auto">
              <a:xfrm>
                <a:off x="7138199" y="4430915"/>
                <a:ext cx="154175" cy="216115"/>
              </a:xfrm>
              <a:custGeom>
                <a:avLst/>
                <a:gdLst>
                  <a:gd name="T0" fmla="*/ 3 w 97"/>
                  <a:gd name="T1" fmla="*/ 54 h 136"/>
                  <a:gd name="T2" fmla="*/ 51 w 97"/>
                  <a:gd name="T3" fmla="*/ 0 h 136"/>
                  <a:gd name="T4" fmla="*/ 97 w 97"/>
                  <a:gd name="T5" fmla="*/ 42 h 136"/>
                  <a:gd name="T6" fmla="*/ 73 w 97"/>
                  <a:gd name="T7" fmla="*/ 82 h 136"/>
                  <a:gd name="T8" fmla="*/ 34 w 97"/>
                  <a:gd name="T9" fmla="*/ 113 h 136"/>
                  <a:gd name="T10" fmla="*/ 97 w 97"/>
                  <a:gd name="T11" fmla="*/ 113 h 136"/>
                  <a:gd name="T12" fmla="*/ 97 w 97"/>
                  <a:gd name="T13" fmla="*/ 136 h 136"/>
                  <a:gd name="T14" fmla="*/ 0 w 97"/>
                  <a:gd name="T15" fmla="*/ 136 h 136"/>
                  <a:gd name="T16" fmla="*/ 42 w 97"/>
                  <a:gd name="T17" fmla="*/ 76 h 136"/>
                  <a:gd name="T18" fmla="*/ 70 w 97"/>
                  <a:gd name="T19" fmla="*/ 43 h 136"/>
                  <a:gd name="T20" fmla="*/ 51 w 97"/>
                  <a:gd name="T21" fmla="*/ 23 h 136"/>
                  <a:gd name="T22" fmla="*/ 28 w 97"/>
                  <a:gd name="T23" fmla="*/ 54 h 136"/>
                  <a:gd name="T24" fmla="*/ 3 w 97"/>
                  <a:gd name="T25" fmla="*/ 54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7" h="136">
                    <a:moveTo>
                      <a:pt x="3" y="54"/>
                    </a:moveTo>
                    <a:cubicBezTo>
                      <a:pt x="2" y="23"/>
                      <a:pt x="19" y="0"/>
                      <a:pt x="51" y="0"/>
                    </a:cubicBezTo>
                    <a:cubicBezTo>
                      <a:pt x="75" y="0"/>
                      <a:pt x="97" y="16"/>
                      <a:pt x="97" y="42"/>
                    </a:cubicBezTo>
                    <a:cubicBezTo>
                      <a:pt x="97" y="62"/>
                      <a:pt x="86" y="73"/>
                      <a:pt x="73" y="82"/>
                    </a:cubicBezTo>
                    <a:cubicBezTo>
                      <a:pt x="60" y="91"/>
                      <a:pt x="44" y="99"/>
                      <a:pt x="34" y="113"/>
                    </a:cubicBezTo>
                    <a:cubicBezTo>
                      <a:pt x="97" y="113"/>
                      <a:pt x="97" y="113"/>
                      <a:pt x="97" y="113"/>
                    </a:cubicBezTo>
                    <a:cubicBezTo>
                      <a:pt x="97" y="136"/>
                      <a:pt x="97" y="136"/>
                      <a:pt x="97" y="136"/>
                    </a:cubicBezTo>
                    <a:cubicBezTo>
                      <a:pt x="0" y="136"/>
                      <a:pt x="0" y="136"/>
                      <a:pt x="0" y="136"/>
                    </a:cubicBezTo>
                    <a:cubicBezTo>
                      <a:pt x="0" y="105"/>
                      <a:pt x="19" y="92"/>
                      <a:pt x="42" y="76"/>
                    </a:cubicBezTo>
                    <a:cubicBezTo>
                      <a:pt x="60" y="64"/>
                      <a:pt x="70" y="57"/>
                      <a:pt x="70" y="43"/>
                    </a:cubicBezTo>
                    <a:cubicBezTo>
                      <a:pt x="70" y="32"/>
                      <a:pt x="61" y="23"/>
                      <a:pt x="51" y="23"/>
                    </a:cubicBezTo>
                    <a:cubicBezTo>
                      <a:pt x="33" y="23"/>
                      <a:pt x="28" y="40"/>
                      <a:pt x="28" y="54"/>
                    </a:cubicBezTo>
                    <a:lnTo>
                      <a:pt x="3" y="54"/>
                    </a:lnTo>
                    <a:close/>
                  </a:path>
                </a:pathLst>
              </a:custGeom>
              <a:solidFill>
                <a:schemeClr val="bg2"/>
              </a:solidFill>
              <a:ln>
                <a:noFill/>
              </a:ln>
            </p:spPr>
            <p:txBody>
              <a:bodyPr anchor="ctr"/>
              <a:lstStyle/>
              <a:p>
                <a:pPr algn="ctr"/>
              </a:p>
            </p:txBody>
          </p:sp>
          <p:sp>
            <p:nvSpPr>
              <p:cNvPr id="91" name="Freeform: Shape 103"/>
              <p:cNvSpPr/>
              <p:nvPr/>
            </p:nvSpPr>
            <p:spPr bwMode="auto">
              <a:xfrm>
                <a:off x="7335463" y="4476697"/>
                <a:ext cx="159561" cy="157542"/>
              </a:xfrm>
              <a:custGeom>
                <a:avLst/>
                <a:gdLst>
                  <a:gd name="T0" fmla="*/ 0 w 237"/>
                  <a:gd name="T1" fmla="*/ 102 h 234"/>
                  <a:gd name="T2" fmla="*/ 104 w 237"/>
                  <a:gd name="T3" fmla="*/ 102 h 234"/>
                  <a:gd name="T4" fmla="*/ 104 w 237"/>
                  <a:gd name="T5" fmla="*/ 0 h 234"/>
                  <a:gd name="T6" fmla="*/ 132 w 237"/>
                  <a:gd name="T7" fmla="*/ 0 h 234"/>
                  <a:gd name="T8" fmla="*/ 132 w 237"/>
                  <a:gd name="T9" fmla="*/ 102 h 234"/>
                  <a:gd name="T10" fmla="*/ 237 w 237"/>
                  <a:gd name="T11" fmla="*/ 102 h 234"/>
                  <a:gd name="T12" fmla="*/ 237 w 237"/>
                  <a:gd name="T13" fmla="*/ 130 h 234"/>
                  <a:gd name="T14" fmla="*/ 132 w 237"/>
                  <a:gd name="T15" fmla="*/ 130 h 234"/>
                  <a:gd name="T16" fmla="*/ 132 w 237"/>
                  <a:gd name="T17" fmla="*/ 234 h 234"/>
                  <a:gd name="T18" fmla="*/ 104 w 237"/>
                  <a:gd name="T19" fmla="*/ 234 h 234"/>
                  <a:gd name="T20" fmla="*/ 104 w 237"/>
                  <a:gd name="T21" fmla="*/ 130 h 234"/>
                  <a:gd name="T22" fmla="*/ 0 w 237"/>
                  <a:gd name="T23" fmla="*/ 130 h 234"/>
                  <a:gd name="T24" fmla="*/ 0 w 237"/>
                  <a:gd name="T25" fmla="*/ 102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7" h="234">
                    <a:moveTo>
                      <a:pt x="0" y="102"/>
                    </a:moveTo>
                    <a:lnTo>
                      <a:pt x="104" y="102"/>
                    </a:lnTo>
                    <a:lnTo>
                      <a:pt x="104" y="0"/>
                    </a:lnTo>
                    <a:lnTo>
                      <a:pt x="132" y="0"/>
                    </a:lnTo>
                    <a:lnTo>
                      <a:pt x="132" y="102"/>
                    </a:lnTo>
                    <a:lnTo>
                      <a:pt x="237" y="102"/>
                    </a:lnTo>
                    <a:lnTo>
                      <a:pt x="237" y="130"/>
                    </a:lnTo>
                    <a:lnTo>
                      <a:pt x="132" y="130"/>
                    </a:lnTo>
                    <a:lnTo>
                      <a:pt x="132" y="234"/>
                    </a:lnTo>
                    <a:lnTo>
                      <a:pt x="104" y="234"/>
                    </a:lnTo>
                    <a:lnTo>
                      <a:pt x="104" y="130"/>
                    </a:lnTo>
                    <a:lnTo>
                      <a:pt x="0" y="130"/>
                    </a:lnTo>
                    <a:lnTo>
                      <a:pt x="0" y="102"/>
                    </a:lnTo>
                    <a:close/>
                  </a:path>
                </a:pathLst>
              </a:custGeom>
              <a:solidFill>
                <a:schemeClr val="bg2"/>
              </a:solidFill>
              <a:ln>
                <a:noFill/>
              </a:ln>
            </p:spPr>
            <p:txBody>
              <a:bodyPr anchor="ctr"/>
              <a:lstStyle/>
              <a:p>
                <a:pPr algn="ctr"/>
              </a:p>
            </p:txBody>
          </p:sp>
          <p:sp>
            <p:nvSpPr>
              <p:cNvPr id="92" name="Freeform: Shape 104"/>
              <p:cNvSpPr/>
              <p:nvPr/>
            </p:nvSpPr>
            <p:spPr bwMode="auto">
              <a:xfrm>
                <a:off x="7528014" y="4430915"/>
                <a:ext cx="156195" cy="216115"/>
              </a:xfrm>
              <a:custGeom>
                <a:avLst/>
                <a:gdLst>
                  <a:gd name="T0" fmla="*/ 3 w 98"/>
                  <a:gd name="T1" fmla="*/ 54 h 136"/>
                  <a:gd name="T2" fmla="*/ 51 w 98"/>
                  <a:gd name="T3" fmla="*/ 0 h 136"/>
                  <a:gd name="T4" fmla="*/ 97 w 98"/>
                  <a:gd name="T5" fmla="*/ 42 h 136"/>
                  <a:gd name="T6" fmla="*/ 73 w 98"/>
                  <a:gd name="T7" fmla="*/ 82 h 136"/>
                  <a:gd name="T8" fmla="*/ 35 w 98"/>
                  <a:gd name="T9" fmla="*/ 113 h 136"/>
                  <a:gd name="T10" fmla="*/ 98 w 98"/>
                  <a:gd name="T11" fmla="*/ 113 h 136"/>
                  <a:gd name="T12" fmla="*/ 98 w 98"/>
                  <a:gd name="T13" fmla="*/ 136 h 136"/>
                  <a:gd name="T14" fmla="*/ 0 w 98"/>
                  <a:gd name="T15" fmla="*/ 136 h 136"/>
                  <a:gd name="T16" fmla="*/ 42 w 98"/>
                  <a:gd name="T17" fmla="*/ 76 h 136"/>
                  <a:gd name="T18" fmla="*/ 70 w 98"/>
                  <a:gd name="T19" fmla="*/ 43 h 136"/>
                  <a:gd name="T20" fmla="*/ 51 w 98"/>
                  <a:gd name="T21" fmla="*/ 23 h 136"/>
                  <a:gd name="T22" fmla="*/ 29 w 98"/>
                  <a:gd name="T23" fmla="*/ 54 h 136"/>
                  <a:gd name="T24" fmla="*/ 3 w 98"/>
                  <a:gd name="T25" fmla="*/ 54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6">
                    <a:moveTo>
                      <a:pt x="3" y="54"/>
                    </a:moveTo>
                    <a:cubicBezTo>
                      <a:pt x="2" y="23"/>
                      <a:pt x="19" y="0"/>
                      <a:pt x="51" y="0"/>
                    </a:cubicBezTo>
                    <a:cubicBezTo>
                      <a:pt x="75" y="0"/>
                      <a:pt x="97" y="16"/>
                      <a:pt x="97" y="42"/>
                    </a:cubicBezTo>
                    <a:cubicBezTo>
                      <a:pt x="97" y="62"/>
                      <a:pt x="86" y="73"/>
                      <a:pt x="73" y="82"/>
                    </a:cubicBezTo>
                    <a:cubicBezTo>
                      <a:pt x="60" y="91"/>
                      <a:pt x="44" y="99"/>
                      <a:pt x="35" y="113"/>
                    </a:cubicBezTo>
                    <a:cubicBezTo>
                      <a:pt x="98" y="113"/>
                      <a:pt x="98" y="113"/>
                      <a:pt x="98" y="113"/>
                    </a:cubicBezTo>
                    <a:cubicBezTo>
                      <a:pt x="98" y="136"/>
                      <a:pt x="98" y="136"/>
                      <a:pt x="98" y="136"/>
                    </a:cubicBezTo>
                    <a:cubicBezTo>
                      <a:pt x="0" y="136"/>
                      <a:pt x="0" y="136"/>
                      <a:pt x="0" y="136"/>
                    </a:cubicBezTo>
                    <a:cubicBezTo>
                      <a:pt x="0" y="105"/>
                      <a:pt x="19" y="92"/>
                      <a:pt x="42" y="76"/>
                    </a:cubicBezTo>
                    <a:cubicBezTo>
                      <a:pt x="60" y="64"/>
                      <a:pt x="70" y="57"/>
                      <a:pt x="70" y="43"/>
                    </a:cubicBezTo>
                    <a:cubicBezTo>
                      <a:pt x="70" y="32"/>
                      <a:pt x="62" y="23"/>
                      <a:pt x="51" y="23"/>
                    </a:cubicBezTo>
                    <a:cubicBezTo>
                      <a:pt x="33" y="23"/>
                      <a:pt x="29" y="40"/>
                      <a:pt x="29" y="54"/>
                    </a:cubicBezTo>
                    <a:lnTo>
                      <a:pt x="3" y="54"/>
                    </a:lnTo>
                    <a:close/>
                  </a:path>
                </a:pathLst>
              </a:custGeom>
              <a:solidFill>
                <a:schemeClr val="bg2"/>
              </a:solidFill>
              <a:ln>
                <a:noFill/>
              </a:ln>
            </p:spPr>
            <p:txBody>
              <a:bodyPr anchor="ctr"/>
              <a:lstStyle/>
              <a:p>
                <a:pPr algn="ctr"/>
              </a:p>
            </p:txBody>
          </p:sp>
        </p:grpSp>
        <p:grpSp>
          <p:nvGrpSpPr>
            <p:cNvPr id="24" name="Group 105"/>
            <p:cNvGrpSpPr/>
            <p:nvPr/>
          </p:nvGrpSpPr>
          <p:grpSpPr>
            <a:xfrm>
              <a:off x="14341" y="3475"/>
              <a:ext cx="1276" cy="1382"/>
              <a:chOff x="5863054" y="2068463"/>
              <a:chExt cx="1080574" cy="1170118"/>
            </a:xfrm>
          </p:grpSpPr>
          <p:sp>
            <p:nvSpPr>
              <p:cNvPr id="81" name="Freeform: Shape 106"/>
              <p:cNvSpPr/>
              <p:nvPr/>
            </p:nvSpPr>
            <p:spPr bwMode="auto">
              <a:xfrm>
                <a:off x="5966062" y="2094047"/>
                <a:ext cx="977566" cy="1144534"/>
              </a:xfrm>
              <a:custGeom>
                <a:avLst/>
                <a:gdLst>
                  <a:gd name="T0" fmla="*/ 307 w 614"/>
                  <a:gd name="T1" fmla="*/ 0 h 719"/>
                  <a:gd name="T2" fmla="*/ 0 w 614"/>
                  <a:gd name="T3" fmla="*/ 307 h 719"/>
                  <a:gd name="T4" fmla="*/ 307 w 614"/>
                  <a:gd name="T5" fmla="*/ 615 h 719"/>
                  <a:gd name="T6" fmla="*/ 321 w 614"/>
                  <a:gd name="T7" fmla="*/ 614 h 719"/>
                  <a:gd name="T8" fmla="*/ 445 w 614"/>
                  <a:gd name="T9" fmla="*/ 719 h 719"/>
                  <a:gd name="T10" fmla="*/ 458 w 614"/>
                  <a:gd name="T11" fmla="*/ 575 h 719"/>
                  <a:gd name="T12" fmla="*/ 614 w 614"/>
                  <a:gd name="T13" fmla="*/ 307 h 719"/>
                  <a:gd name="T14" fmla="*/ 307 w 614"/>
                  <a:gd name="T15" fmla="*/ 0 h 7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4" h="719">
                    <a:moveTo>
                      <a:pt x="307" y="0"/>
                    </a:moveTo>
                    <a:cubicBezTo>
                      <a:pt x="137" y="0"/>
                      <a:pt x="0" y="138"/>
                      <a:pt x="0" y="307"/>
                    </a:cubicBezTo>
                    <a:cubicBezTo>
                      <a:pt x="0" y="477"/>
                      <a:pt x="137" y="615"/>
                      <a:pt x="307" y="615"/>
                    </a:cubicBezTo>
                    <a:cubicBezTo>
                      <a:pt x="312" y="615"/>
                      <a:pt x="316" y="615"/>
                      <a:pt x="321" y="614"/>
                    </a:cubicBezTo>
                    <a:cubicBezTo>
                      <a:pt x="445" y="719"/>
                      <a:pt x="445" y="719"/>
                      <a:pt x="445" y="719"/>
                    </a:cubicBezTo>
                    <a:cubicBezTo>
                      <a:pt x="458" y="575"/>
                      <a:pt x="458" y="575"/>
                      <a:pt x="458" y="575"/>
                    </a:cubicBezTo>
                    <a:cubicBezTo>
                      <a:pt x="551" y="522"/>
                      <a:pt x="614" y="422"/>
                      <a:pt x="614" y="307"/>
                    </a:cubicBezTo>
                    <a:cubicBezTo>
                      <a:pt x="614" y="138"/>
                      <a:pt x="477" y="0"/>
                      <a:pt x="307"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Freeform: Shape 107"/>
              <p:cNvSpPr/>
              <p:nvPr/>
            </p:nvSpPr>
            <p:spPr bwMode="auto">
              <a:xfrm>
                <a:off x="5863054" y="2068463"/>
                <a:ext cx="977566" cy="1144534"/>
              </a:xfrm>
              <a:custGeom>
                <a:avLst/>
                <a:gdLst>
                  <a:gd name="T0" fmla="*/ 614 w 614"/>
                  <a:gd name="T1" fmla="*/ 307 h 719"/>
                  <a:gd name="T2" fmla="*/ 307 w 614"/>
                  <a:gd name="T3" fmla="*/ 0 h 719"/>
                  <a:gd name="T4" fmla="*/ 0 w 614"/>
                  <a:gd name="T5" fmla="*/ 307 h 719"/>
                  <a:gd name="T6" fmla="*/ 307 w 614"/>
                  <a:gd name="T7" fmla="*/ 614 h 719"/>
                  <a:gd name="T8" fmla="*/ 321 w 614"/>
                  <a:gd name="T9" fmla="*/ 614 h 719"/>
                  <a:gd name="T10" fmla="*/ 445 w 614"/>
                  <a:gd name="T11" fmla="*/ 719 h 719"/>
                  <a:gd name="T12" fmla="*/ 458 w 614"/>
                  <a:gd name="T13" fmla="*/ 575 h 719"/>
                  <a:gd name="T14" fmla="*/ 614 w 614"/>
                  <a:gd name="T15" fmla="*/ 307 h 7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4" h="719">
                    <a:moveTo>
                      <a:pt x="614" y="307"/>
                    </a:moveTo>
                    <a:cubicBezTo>
                      <a:pt x="614" y="138"/>
                      <a:pt x="477" y="0"/>
                      <a:pt x="307" y="0"/>
                    </a:cubicBezTo>
                    <a:cubicBezTo>
                      <a:pt x="137" y="0"/>
                      <a:pt x="0" y="138"/>
                      <a:pt x="0" y="307"/>
                    </a:cubicBezTo>
                    <a:cubicBezTo>
                      <a:pt x="0" y="477"/>
                      <a:pt x="137" y="614"/>
                      <a:pt x="307" y="614"/>
                    </a:cubicBezTo>
                    <a:cubicBezTo>
                      <a:pt x="312" y="614"/>
                      <a:pt x="316" y="614"/>
                      <a:pt x="321" y="614"/>
                    </a:cubicBezTo>
                    <a:cubicBezTo>
                      <a:pt x="445" y="719"/>
                      <a:pt x="445" y="719"/>
                      <a:pt x="445" y="719"/>
                    </a:cubicBezTo>
                    <a:cubicBezTo>
                      <a:pt x="458" y="575"/>
                      <a:pt x="458" y="575"/>
                      <a:pt x="458" y="575"/>
                    </a:cubicBezTo>
                    <a:cubicBezTo>
                      <a:pt x="551" y="522"/>
                      <a:pt x="614" y="422"/>
                      <a:pt x="614" y="307"/>
                    </a:cubicBezTo>
                    <a:close/>
                  </a:path>
                </a:pathLst>
              </a:custGeom>
              <a:solidFill>
                <a:schemeClr val="accent4"/>
              </a:solidFill>
              <a:ln>
                <a:noFill/>
              </a:ln>
            </p:spPr>
            <p:txBody>
              <a:bodyPr anchor="ctr"/>
              <a:lstStyle/>
              <a:p>
                <a:pPr algn="ctr"/>
              </a:p>
            </p:txBody>
          </p:sp>
          <p:sp>
            <p:nvSpPr>
              <p:cNvPr id="83" name="Freeform: Shape 108"/>
              <p:cNvSpPr/>
              <p:nvPr/>
            </p:nvSpPr>
            <p:spPr bwMode="auto">
              <a:xfrm>
                <a:off x="6063684" y="2215232"/>
                <a:ext cx="486763" cy="555436"/>
              </a:xfrm>
              <a:custGeom>
                <a:avLst/>
                <a:gdLst>
                  <a:gd name="T0" fmla="*/ 0 w 723"/>
                  <a:gd name="T1" fmla="*/ 338 h 825"/>
                  <a:gd name="T2" fmla="*/ 305 w 723"/>
                  <a:gd name="T3" fmla="*/ 825 h 825"/>
                  <a:gd name="T4" fmla="*/ 723 w 723"/>
                  <a:gd name="T5" fmla="*/ 0 h 825"/>
                  <a:gd name="T6" fmla="*/ 0 w 723"/>
                  <a:gd name="T7" fmla="*/ 338 h 825"/>
                  <a:gd name="T8" fmla="*/ 198 w 723"/>
                  <a:gd name="T9" fmla="*/ 383 h 825"/>
                  <a:gd name="T10" fmla="*/ 482 w 723"/>
                  <a:gd name="T11" fmla="*/ 250 h 825"/>
                  <a:gd name="T12" fmla="*/ 319 w 723"/>
                  <a:gd name="T13" fmla="*/ 574 h 825"/>
                  <a:gd name="T14" fmla="*/ 198 w 723"/>
                  <a:gd name="T15" fmla="*/ 383 h 8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3" h="825">
                    <a:moveTo>
                      <a:pt x="0" y="338"/>
                    </a:moveTo>
                    <a:lnTo>
                      <a:pt x="305" y="825"/>
                    </a:lnTo>
                    <a:lnTo>
                      <a:pt x="723" y="0"/>
                    </a:lnTo>
                    <a:lnTo>
                      <a:pt x="0" y="338"/>
                    </a:lnTo>
                    <a:close/>
                    <a:moveTo>
                      <a:pt x="198" y="383"/>
                    </a:moveTo>
                    <a:lnTo>
                      <a:pt x="482" y="250"/>
                    </a:lnTo>
                    <a:lnTo>
                      <a:pt x="319" y="574"/>
                    </a:lnTo>
                    <a:lnTo>
                      <a:pt x="198" y="383"/>
                    </a:lnTo>
                    <a:close/>
                  </a:path>
                </a:pathLst>
              </a:custGeom>
              <a:solidFill>
                <a:schemeClr val="bg2"/>
              </a:solidFill>
              <a:ln>
                <a:noFill/>
              </a:ln>
            </p:spPr>
            <p:txBody>
              <a:bodyPr anchor="ctr"/>
              <a:lstStyle/>
              <a:p>
                <a:pPr algn="ctr"/>
              </a:p>
            </p:txBody>
          </p:sp>
          <p:sp>
            <p:nvSpPr>
              <p:cNvPr id="84" name="Freeform: Shape 109"/>
              <p:cNvSpPr/>
              <p:nvPr/>
            </p:nvSpPr>
            <p:spPr bwMode="auto">
              <a:xfrm>
                <a:off x="6383480" y="2531662"/>
                <a:ext cx="200630" cy="207363"/>
              </a:xfrm>
              <a:custGeom>
                <a:avLst/>
                <a:gdLst>
                  <a:gd name="T0" fmla="*/ 0 w 298"/>
                  <a:gd name="T1" fmla="*/ 194 h 308"/>
                  <a:gd name="T2" fmla="*/ 184 w 298"/>
                  <a:gd name="T3" fmla="*/ 0 h 308"/>
                  <a:gd name="T4" fmla="*/ 298 w 298"/>
                  <a:gd name="T5" fmla="*/ 116 h 308"/>
                  <a:gd name="T6" fmla="*/ 113 w 298"/>
                  <a:gd name="T7" fmla="*/ 308 h 308"/>
                  <a:gd name="T8" fmla="*/ 0 w 298"/>
                  <a:gd name="T9" fmla="*/ 194 h 308"/>
                </a:gdLst>
                <a:ahLst/>
                <a:cxnLst>
                  <a:cxn ang="0">
                    <a:pos x="T0" y="T1"/>
                  </a:cxn>
                  <a:cxn ang="0">
                    <a:pos x="T2" y="T3"/>
                  </a:cxn>
                  <a:cxn ang="0">
                    <a:pos x="T4" y="T5"/>
                  </a:cxn>
                  <a:cxn ang="0">
                    <a:pos x="T6" y="T7"/>
                  </a:cxn>
                  <a:cxn ang="0">
                    <a:pos x="T8" y="T9"/>
                  </a:cxn>
                </a:cxnLst>
                <a:rect l="0" t="0" r="r" b="b"/>
                <a:pathLst>
                  <a:path w="298" h="308">
                    <a:moveTo>
                      <a:pt x="0" y="194"/>
                    </a:moveTo>
                    <a:lnTo>
                      <a:pt x="184" y="0"/>
                    </a:lnTo>
                    <a:lnTo>
                      <a:pt x="298" y="116"/>
                    </a:lnTo>
                    <a:lnTo>
                      <a:pt x="113" y="308"/>
                    </a:lnTo>
                    <a:lnTo>
                      <a:pt x="0" y="194"/>
                    </a:lnTo>
                    <a:close/>
                  </a:path>
                </a:pathLst>
              </a:custGeom>
              <a:solidFill>
                <a:schemeClr val="bg2"/>
              </a:solidFill>
              <a:ln>
                <a:noFill/>
              </a:ln>
            </p:spPr>
            <p:txBody>
              <a:bodyPr anchor="ctr"/>
              <a:lstStyle/>
              <a:p>
                <a:pPr algn="ctr"/>
              </a:p>
            </p:txBody>
          </p:sp>
          <p:sp>
            <p:nvSpPr>
              <p:cNvPr id="85" name="Freeform: Shape 110"/>
              <p:cNvSpPr/>
              <p:nvPr/>
            </p:nvSpPr>
            <p:spPr bwMode="auto">
              <a:xfrm>
                <a:off x="6351837" y="2675066"/>
                <a:ext cx="94929" cy="87523"/>
              </a:xfrm>
              <a:custGeom>
                <a:avLst/>
                <a:gdLst>
                  <a:gd name="T0" fmla="*/ 16 w 60"/>
                  <a:gd name="T1" fmla="*/ 0 h 55"/>
                  <a:gd name="T2" fmla="*/ 60 w 60"/>
                  <a:gd name="T3" fmla="*/ 45 h 55"/>
                  <a:gd name="T4" fmla="*/ 0 w 60"/>
                  <a:gd name="T5" fmla="*/ 55 h 55"/>
                  <a:gd name="T6" fmla="*/ 16 w 60"/>
                  <a:gd name="T7" fmla="*/ 0 h 55"/>
                </a:gdLst>
                <a:ahLst/>
                <a:cxnLst>
                  <a:cxn ang="0">
                    <a:pos x="T0" y="T1"/>
                  </a:cxn>
                  <a:cxn ang="0">
                    <a:pos x="T2" y="T3"/>
                  </a:cxn>
                  <a:cxn ang="0">
                    <a:pos x="T4" y="T5"/>
                  </a:cxn>
                  <a:cxn ang="0">
                    <a:pos x="T6" y="T7"/>
                  </a:cxn>
                </a:cxnLst>
                <a:rect l="0" t="0" r="r" b="b"/>
                <a:pathLst>
                  <a:path w="60" h="55">
                    <a:moveTo>
                      <a:pt x="16" y="0"/>
                    </a:moveTo>
                    <a:cubicBezTo>
                      <a:pt x="17" y="1"/>
                      <a:pt x="60" y="45"/>
                      <a:pt x="60" y="45"/>
                    </a:cubicBezTo>
                    <a:cubicBezTo>
                      <a:pt x="0" y="55"/>
                      <a:pt x="0" y="55"/>
                      <a:pt x="0" y="55"/>
                    </a:cubicBezTo>
                    <a:lnTo>
                      <a:pt x="16" y="0"/>
                    </a:lnTo>
                    <a:close/>
                  </a:path>
                </a:pathLst>
              </a:custGeom>
              <a:solidFill>
                <a:schemeClr val="bg2"/>
              </a:solidFill>
              <a:ln>
                <a:noFill/>
              </a:ln>
            </p:spPr>
            <p:txBody>
              <a:bodyPr anchor="ctr"/>
              <a:lstStyle/>
              <a:p>
                <a:pPr algn="ctr"/>
              </a:p>
            </p:txBody>
          </p:sp>
          <p:sp>
            <p:nvSpPr>
              <p:cNvPr id="86" name="Freeform: Shape 111"/>
              <p:cNvSpPr/>
              <p:nvPr/>
            </p:nvSpPr>
            <p:spPr bwMode="auto">
              <a:xfrm>
                <a:off x="6502646" y="2476455"/>
                <a:ext cx="135324" cy="133305"/>
              </a:xfrm>
              <a:custGeom>
                <a:avLst/>
                <a:gdLst>
                  <a:gd name="T0" fmla="*/ 156 w 201"/>
                  <a:gd name="T1" fmla="*/ 198 h 198"/>
                  <a:gd name="T2" fmla="*/ 0 w 201"/>
                  <a:gd name="T3" fmla="*/ 44 h 198"/>
                  <a:gd name="T4" fmla="*/ 45 w 201"/>
                  <a:gd name="T5" fmla="*/ 0 h 198"/>
                  <a:gd name="T6" fmla="*/ 201 w 201"/>
                  <a:gd name="T7" fmla="*/ 153 h 198"/>
                  <a:gd name="T8" fmla="*/ 156 w 201"/>
                  <a:gd name="T9" fmla="*/ 198 h 198"/>
                </a:gdLst>
                <a:ahLst/>
                <a:cxnLst>
                  <a:cxn ang="0">
                    <a:pos x="T0" y="T1"/>
                  </a:cxn>
                  <a:cxn ang="0">
                    <a:pos x="T2" y="T3"/>
                  </a:cxn>
                  <a:cxn ang="0">
                    <a:pos x="T4" y="T5"/>
                  </a:cxn>
                  <a:cxn ang="0">
                    <a:pos x="T6" y="T7"/>
                  </a:cxn>
                  <a:cxn ang="0">
                    <a:pos x="T8" y="T9"/>
                  </a:cxn>
                </a:cxnLst>
                <a:rect l="0" t="0" r="r" b="b"/>
                <a:pathLst>
                  <a:path w="201" h="198">
                    <a:moveTo>
                      <a:pt x="156" y="198"/>
                    </a:moveTo>
                    <a:lnTo>
                      <a:pt x="0" y="44"/>
                    </a:lnTo>
                    <a:lnTo>
                      <a:pt x="45" y="0"/>
                    </a:lnTo>
                    <a:lnTo>
                      <a:pt x="201" y="153"/>
                    </a:lnTo>
                    <a:lnTo>
                      <a:pt x="156" y="198"/>
                    </a:lnTo>
                    <a:close/>
                  </a:path>
                </a:pathLst>
              </a:custGeom>
              <a:solidFill>
                <a:schemeClr val="bg2"/>
              </a:solidFill>
              <a:ln>
                <a:noFill/>
              </a:ln>
            </p:spPr>
            <p:txBody>
              <a:bodyPr anchor="ctr"/>
              <a:lstStyle/>
              <a:p>
                <a:pPr algn="ctr"/>
              </a:p>
            </p:txBody>
          </p:sp>
          <p:sp>
            <p:nvSpPr>
              <p:cNvPr id="87" name="Rectangle 112"/>
              <p:cNvSpPr/>
              <p:nvPr/>
            </p:nvSpPr>
            <p:spPr bwMode="auto">
              <a:xfrm>
                <a:off x="6200355" y="2799618"/>
                <a:ext cx="311717" cy="31643"/>
              </a:xfrm>
              <a:prstGeom prst="rect">
                <a:avLst/>
              </a:prstGeom>
              <a:solidFill>
                <a:schemeClr val="bg2"/>
              </a:solidFill>
              <a:ln>
                <a:noFill/>
              </a:ln>
            </p:spPr>
            <p:txBody>
              <a:bodyPr anchor="ctr"/>
              <a:lstStyle/>
              <a:p>
                <a:pPr algn="ctr"/>
              </a:p>
            </p:txBody>
          </p:sp>
        </p:grpSp>
        <p:grpSp>
          <p:nvGrpSpPr>
            <p:cNvPr id="33" name="Group 113"/>
            <p:cNvGrpSpPr/>
            <p:nvPr/>
          </p:nvGrpSpPr>
          <p:grpSpPr>
            <a:xfrm>
              <a:off x="12257" y="6074"/>
              <a:ext cx="1149" cy="1252"/>
              <a:chOff x="4098452" y="4268661"/>
              <a:chExt cx="972853" cy="1059703"/>
            </a:xfrm>
          </p:grpSpPr>
          <p:sp>
            <p:nvSpPr>
              <p:cNvPr id="74" name="Freeform: Shape 114"/>
              <p:cNvSpPr/>
              <p:nvPr/>
            </p:nvSpPr>
            <p:spPr bwMode="auto">
              <a:xfrm>
                <a:off x="4354962" y="4408698"/>
                <a:ext cx="334608" cy="624108"/>
              </a:xfrm>
              <a:custGeom>
                <a:avLst/>
                <a:gdLst>
                  <a:gd name="T0" fmla="*/ 210 w 210"/>
                  <a:gd name="T1" fmla="*/ 261 h 392"/>
                  <a:gd name="T2" fmla="*/ 204 w 210"/>
                  <a:gd name="T3" fmla="*/ 290 h 392"/>
                  <a:gd name="T4" fmla="*/ 187 w 210"/>
                  <a:gd name="T5" fmla="*/ 318 h 392"/>
                  <a:gd name="T6" fmla="*/ 159 w 210"/>
                  <a:gd name="T7" fmla="*/ 341 h 392"/>
                  <a:gd name="T8" fmla="*/ 123 w 210"/>
                  <a:gd name="T9" fmla="*/ 355 h 392"/>
                  <a:gd name="T10" fmla="*/ 123 w 210"/>
                  <a:gd name="T11" fmla="*/ 392 h 392"/>
                  <a:gd name="T12" fmla="*/ 96 w 210"/>
                  <a:gd name="T13" fmla="*/ 392 h 392"/>
                  <a:gd name="T14" fmla="*/ 96 w 210"/>
                  <a:gd name="T15" fmla="*/ 358 h 392"/>
                  <a:gd name="T16" fmla="*/ 94 w 210"/>
                  <a:gd name="T17" fmla="*/ 358 h 392"/>
                  <a:gd name="T18" fmla="*/ 91 w 210"/>
                  <a:gd name="T19" fmla="*/ 358 h 392"/>
                  <a:gd name="T20" fmla="*/ 64 w 210"/>
                  <a:gd name="T21" fmla="*/ 357 h 392"/>
                  <a:gd name="T22" fmla="*/ 41 w 210"/>
                  <a:gd name="T23" fmla="*/ 352 h 392"/>
                  <a:gd name="T24" fmla="*/ 20 w 210"/>
                  <a:gd name="T25" fmla="*/ 345 h 392"/>
                  <a:gd name="T26" fmla="*/ 0 w 210"/>
                  <a:gd name="T27" fmla="*/ 335 h 392"/>
                  <a:gd name="T28" fmla="*/ 15 w 210"/>
                  <a:gd name="T29" fmla="*/ 288 h 392"/>
                  <a:gd name="T30" fmla="*/ 31 w 210"/>
                  <a:gd name="T31" fmla="*/ 297 h 392"/>
                  <a:gd name="T32" fmla="*/ 51 w 210"/>
                  <a:gd name="T33" fmla="*/ 306 h 392"/>
                  <a:gd name="T34" fmla="*/ 74 w 210"/>
                  <a:gd name="T35" fmla="*/ 314 h 392"/>
                  <a:gd name="T36" fmla="*/ 96 w 210"/>
                  <a:gd name="T37" fmla="*/ 318 h 392"/>
                  <a:gd name="T38" fmla="*/ 96 w 210"/>
                  <a:gd name="T39" fmla="*/ 219 h 392"/>
                  <a:gd name="T40" fmla="*/ 66 w 210"/>
                  <a:gd name="T41" fmla="*/ 206 h 392"/>
                  <a:gd name="T42" fmla="*/ 39 w 210"/>
                  <a:gd name="T43" fmla="*/ 188 h 392"/>
                  <a:gd name="T44" fmla="*/ 19 w 210"/>
                  <a:gd name="T45" fmla="*/ 160 h 392"/>
                  <a:gd name="T46" fmla="*/ 11 w 210"/>
                  <a:gd name="T47" fmla="*/ 119 h 392"/>
                  <a:gd name="T48" fmla="*/ 17 w 210"/>
                  <a:gd name="T49" fmla="*/ 94 h 392"/>
                  <a:gd name="T50" fmla="*/ 33 w 210"/>
                  <a:gd name="T51" fmla="*/ 69 h 392"/>
                  <a:gd name="T52" fmla="*/ 60 w 210"/>
                  <a:gd name="T53" fmla="*/ 48 h 392"/>
                  <a:gd name="T54" fmla="*/ 96 w 210"/>
                  <a:gd name="T55" fmla="*/ 35 h 392"/>
                  <a:gd name="T56" fmla="*/ 96 w 210"/>
                  <a:gd name="T57" fmla="*/ 0 h 392"/>
                  <a:gd name="T58" fmla="*/ 123 w 210"/>
                  <a:gd name="T59" fmla="*/ 0 h 392"/>
                  <a:gd name="T60" fmla="*/ 123 w 210"/>
                  <a:gd name="T61" fmla="*/ 32 h 392"/>
                  <a:gd name="T62" fmla="*/ 123 w 210"/>
                  <a:gd name="T63" fmla="*/ 32 h 392"/>
                  <a:gd name="T64" fmla="*/ 161 w 210"/>
                  <a:gd name="T65" fmla="*/ 34 h 392"/>
                  <a:gd name="T66" fmla="*/ 196 w 210"/>
                  <a:gd name="T67" fmla="*/ 40 h 392"/>
                  <a:gd name="T68" fmla="*/ 187 w 210"/>
                  <a:gd name="T69" fmla="*/ 87 h 392"/>
                  <a:gd name="T70" fmla="*/ 155 w 210"/>
                  <a:gd name="T71" fmla="*/ 77 h 392"/>
                  <a:gd name="T72" fmla="*/ 123 w 210"/>
                  <a:gd name="T73" fmla="*/ 72 h 392"/>
                  <a:gd name="T74" fmla="*/ 123 w 210"/>
                  <a:gd name="T75" fmla="*/ 159 h 392"/>
                  <a:gd name="T76" fmla="*/ 153 w 210"/>
                  <a:gd name="T77" fmla="*/ 172 h 392"/>
                  <a:gd name="T78" fmla="*/ 181 w 210"/>
                  <a:gd name="T79" fmla="*/ 191 h 392"/>
                  <a:gd name="T80" fmla="*/ 202 w 210"/>
                  <a:gd name="T81" fmla="*/ 219 h 392"/>
                  <a:gd name="T82" fmla="*/ 210 w 210"/>
                  <a:gd name="T83" fmla="*/ 261 h 392"/>
                  <a:gd name="T84" fmla="*/ 65 w 210"/>
                  <a:gd name="T85" fmla="*/ 110 h 392"/>
                  <a:gd name="T86" fmla="*/ 74 w 210"/>
                  <a:gd name="T87" fmla="*/ 133 h 392"/>
                  <a:gd name="T88" fmla="*/ 96 w 210"/>
                  <a:gd name="T89" fmla="*/ 148 h 392"/>
                  <a:gd name="T90" fmla="*/ 96 w 210"/>
                  <a:gd name="T91" fmla="*/ 73 h 392"/>
                  <a:gd name="T92" fmla="*/ 77 w 210"/>
                  <a:gd name="T93" fmla="*/ 79 h 392"/>
                  <a:gd name="T94" fmla="*/ 68 w 210"/>
                  <a:gd name="T95" fmla="*/ 90 h 392"/>
                  <a:gd name="T96" fmla="*/ 65 w 210"/>
                  <a:gd name="T97" fmla="*/ 110 h 392"/>
                  <a:gd name="T98" fmla="*/ 155 w 210"/>
                  <a:gd name="T99" fmla="*/ 269 h 392"/>
                  <a:gd name="T100" fmla="*/ 146 w 210"/>
                  <a:gd name="T101" fmla="*/ 246 h 392"/>
                  <a:gd name="T102" fmla="*/ 123 w 210"/>
                  <a:gd name="T103" fmla="*/ 230 h 392"/>
                  <a:gd name="T104" fmla="*/ 123 w 210"/>
                  <a:gd name="T105" fmla="*/ 316 h 392"/>
                  <a:gd name="T106" fmla="*/ 132 w 210"/>
                  <a:gd name="T107" fmla="*/ 314 h 392"/>
                  <a:gd name="T108" fmla="*/ 140 w 210"/>
                  <a:gd name="T109" fmla="*/ 311 h 392"/>
                  <a:gd name="T110" fmla="*/ 151 w 210"/>
                  <a:gd name="T111" fmla="*/ 298 h 392"/>
                  <a:gd name="T112" fmla="*/ 155 w 210"/>
                  <a:gd name="T113" fmla="*/ 269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392">
                    <a:moveTo>
                      <a:pt x="210" y="261"/>
                    </a:moveTo>
                    <a:cubicBezTo>
                      <a:pt x="210" y="271"/>
                      <a:pt x="208" y="281"/>
                      <a:pt x="204" y="290"/>
                    </a:cubicBezTo>
                    <a:cubicBezTo>
                      <a:pt x="200" y="300"/>
                      <a:pt x="194" y="310"/>
                      <a:pt x="187" y="318"/>
                    </a:cubicBezTo>
                    <a:cubicBezTo>
                      <a:pt x="179" y="327"/>
                      <a:pt x="170" y="334"/>
                      <a:pt x="159" y="341"/>
                    </a:cubicBezTo>
                    <a:cubicBezTo>
                      <a:pt x="148" y="347"/>
                      <a:pt x="136" y="352"/>
                      <a:pt x="123" y="355"/>
                    </a:cubicBezTo>
                    <a:cubicBezTo>
                      <a:pt x="123" y="392"/>
                      <a:pt x="123" y="392"/>
                      <a:pt x="123" y="392"/>
                    </a:cubicBezTo>
                    <a:cubicBezTo>
                      <a:pt x="96" y="392"/>
                      <a:pt x="96" y="392"/>
                      <a:pt x="96" y="392"/>
                    </a:cubicBezTo>
                    <a:cubicBezTo>
                      <a:pt x="96" y="358"/>
                      <a:pt x="96" y="358"/>
                      <a:pt x="96" y="358"/>
                    </a:cubicBezTo>
                    <a:cubicBezTo>
                      <a:pt x="95" y="358"/>
                      <a:pt x="94" y="358"/>
                      <a:pt x="94" y="358"/>
                    </a:cubicBezTo>
                    <a:cubicBezTo>
                      <a:pt x="93" y="358"/>
                      <a:pt x="92" y="358"/>
                      <a:pt x="91" y="358"/>
                    </a:cubicBezTo>
                    <a:cubicBezTo>
                      <a:pt x="82" y="358"/>
                      <a:pt x="73" y="358"/>
                      <a:pt x="64" y="357"/>
                    </a:cubicBezTo>
                    <a:cubicBezTo>
                      <a:pt x="56" y="356"/>
                      <a:pt x="48" y="354"/>
                      <a:pt x="41" y="352"/>
                    </a:cubicBezTo>
                    <a:cubicBezTo>
                      <a:pt x="34" y="350"/>
                      <a:pt x="27" y="348"/>
                      <a:pt x="20" y="345"/>
                    </a:cubicBezTo>
                    <a:cubicBezTo>
                      <a:pt x="13" y="342"/>
                      <a:pt x="7" y="339"/>
                      <a:pt x="0" y="335"/>
                    </a:cubicBezTo>
                    <a:cubicBezTo>
                      <a:pt x="15" y="288"/>
                      <a:pt x="15" y="288"/>
                      <a:pt x="15" y="288"/>
                    </a:cubicBezTo>
                    <a:cubicBezTo>
                      <a:pt x="19" y="291"/>
                      <a:pt x="25" y="294"/>
                      <a:pt x="31" y="297"/>
                    </a:cubicBezTo>
                    <a:cubicBezTo>
                      <a:pt x="37" y="301"/>
                      <a:pt x="44" y="304"/>
                      <a:pt x="51" y="306"/>
                    </a:cubicBezTo>
                    <a:cubicBezTo>
                      <a:pt x="59" y="309"/>
                      <a:pt x="66" y="312"/>
                      <a:pt x="74" y="314"/>
                    </a:cubicBezTo>
                    <a:cubicBezTo>
                      <a:pt x="82" y="316"/>
                      <a:pt x="89" y="317"/>
                      <a:pt x="96" y="318"/>
                    </a:cubicBezTo>
                    <a:cubicBezTo>
                      <a:pt x="96" y="219"/>
                      <a:pt x="96" y="219"/>
                      <a:pt x="96" y="219"/>
                    </a:cubicBezTo>
                    <a:cubicBezTo>
                      <a:pt x="86" y="215"/>
                      <a:pt x="76" y="211"/>
                      <a:pt x="66" y="206"/>
                    </a:cubicBezTo>
                    <a:cubicBezTo>
                      <a:pt x="56" y="201"/>
                      <a:pt x="47" y="195"/>
                      <a:pt x="39" y="188"/>
                    </a:cubicBezTo>
                    <a:cubicBezTo>
                      <a:pt x="30" y="180"/>
                      <a:pt x="24" y="171"/>
                      <a:pt x="19" y="160"/>
                    </a:cubicBezTo>
                    <a:cubicBezTo>
                      <a:pt x="13" y="149"/>
                      <a:pt x="11" y="136"/>
                      <a:pt x="11" y="119"/>
                    </a:cubicBezTo>
                    <a:cubicBezTo>
                      <a:pt x="11" y="111"/>
                      <a:pt x="13" y="103"/>
                      <a:pt x="17" y="94"/>
                    </a:cubicBezTo>
                    <a:cubicBezTo>
                      <a:pt x="21" y="85"/>
                      <a:pt x="26" y="77"/>
                      <a:pt x="33" y="69"/>
                    </a:cubicBezTo>
                    <a:cubicBezTo>
                      <a:pt x="41" y="61"/>
                      <a:pt x="50" y="54"/>
                      <a:pt x="60" y="48"/>
                    </a:cubicBezTo>
                    <a:cubicBezTo>
                      <a:pt x="71" y="42"/>
                      <a:pt x="83" y="37"/>
                      <a:pt x="96" y="35"/>
                    </a:cubicBezTo>
                    <a:cubicBezTo>
                      <a:pt x="96" y="0"/>
                      <a:pt x="96" y="0"/>
                      <a:pt x="96" y="0"/>
                    </a:cubicBezTo>
                    <a:cubicBezTo>
                      <a:pt x="123" y="0"/>
                      <a:pt x="123" y="0"/>
                      <a:pt x="123" y="0"/>
                    </a:cubicBezTo>
                    <a:cubicBezTo>
                      <a:pt x="123" y="32"/>
                      <a:pt x="123" y="32"/>
                      <a:pt x="123" y="32"/>
                    </a:cubicBezTo>
                    <a:cubicBezTo>
                      <a:pt x="123" y="32"/>
                      <a:pt x="123" y="32"/>
                      <a:pt x="123" y="32"/>
                    </a:cubicBezTo>
                    <a:cubicBezTo>
                      <a:pt x="137" y="32"/>
                      <a:pt x="149" y="33"/>
                      <a:pt x="161" y="34"/>
                    </a:cubicBezTo>
                    <a:cubicBezTo>
                      <a:pt x="172" y="36"/>
                      <a:pt x="184" y="38"/>
                      <a:pt x="196" y="40"/>
                    </a:cubicBezTo>
                    <a:cubicBezTo>
                      <a:pt x="187" y="87"/>
                      <a:pt x="187" y="87"/>
                      <a:pt x="187" y="87"/>
                    </a:cubicBezTo>
                    <a:cubicBezTo>
                      <a:pt x="176" y="83"/>
                      <a:pt x="166" y="80"/>
                      <a:pt x="155" y="77"/>
                    </a:cubicBezTo>
                    <a:cubicBezTo>
                      <a:pt x="143" y="74"/>
                      <a:pt x="133" y="73"/>
                      <a:pt x="123" y="72"/>
                    </a:cubicBezTo>
                    <a:cubicBezTo>
                      <a:pt x="123" y="159"/>
                      <a:pt x="123" y="159"/>
                      <a:pt x="123" y="159"/>
                    </a:cubicBezTo>
                    <a:cubicBezTo>
                      <a:pt x="132" y="163"/>
                      <a:pt x="143" y="168"/>
                      <a:pt x="153" y="172"/>
                    </a:cubicBezTo>
                    <a:cubicBezTo>
                      <a:pt x="163" y="177"/>
                      <a:pt x="173" y="183"/>
                      <a:pt x="181" y="191"/>
                    </a:cubicBezTo>
                    <a:cubicBezTo>
                      <a:pt x="190" y="198"/>
                      <a:pt x="197" y="208"/>
                      <a:pt x="202" y="219"/>
                    </a:cubicBezTo>
                    <a:cubicBezTo>
                      <a:pt x="207" y="230"/>
                      <a:pt x="210" y="244"/>
                      <a:pt x="210" y="261"/>
                    </a:cubicBezTo>
                    <a:moveTo>
                      <a:pt x="65" y="110"/>
                    </a:moveTo>
                    <a:cubicBezTo>
                      <a:pt x="65" y="119"/>
                      <a:pt x="68" y="127"/>
                      <a:pt x="74" y="133"/>
                    </a:cubicBezTo>
                    <a:cubicBezTo>
                      <a:pt x="80" y="139"/>
                      <a:pt x="87" y="144"/>
                      <a:pt x="96" y="148"/>
                    </a:cubicBezTo>
                    <a:cubicBezTo>
                      <a:pt x="96" y="73"/>
                      <a:pt x="96" y="73"/>
                      <a:pt x="96" y="73"/>
                    </a:cubicBezTo>
                    <a:cubicBezTo>
                      <a:pt x="88" y="74"/>
                      <a:pt x="82" y="76"/>
                      <a:pt x="77" y="79"/>
                    </a:cubicBezTo>
                    <a:cubicBezTo>
                      <a:pt x="73" y="81"/>
                      <a:pt x="70" y="85"/>
                      <a:pt x="68" y="90"/>
                    </a:cubicBezTo>
                    <a:cubicBezTo>
                      <a:pt x="66" y="95"/>
                      <a:pt x="65" y="102"/>
                      <a:pt x="65" y="110"/>
                    </a:cubicBezTo>
                    <a:moveTo>
                      <a:pt x="155" y="269"/>
                    </a:moveTo>
                    <a:cubicBezTo>
                      <a:pt x="155" y="260"/>
                      <a:pt x="152" y="252"/>
                      <a:pt x="146" y="246"/>
                    </a:cubicBezTo>
                    <a:cubicBezTo>
                      <a:pt x="140" y="240"/>
                      <a:pt x="132" y="235"/>
                      <a:pt x="123" y="230"/>
                    </a:cubicBezTo>
                    <a:cubicBezTo>
                      <a:pt x="123" y="316"/>
                      <a:pt x="123" y="316"/>
                      <a:pt x="123" y="316"/>
                    </a:cubicBezTo>
                    <a:cubicBezTo>
                      <a:pt x="126" y="316"/>
                      <a:pt x="129" y="315"/>
                      <a:pt x="132" y="314"/>
                    </a:cubicBezTo>
                    <a:cubicBezTo>
                      <a:pt x="134" y="313"/>
                      <a:pt x="137" y="312"/>
                      <a:pt x="140" y="311"/>
                    </a:cubicBezTo>
                    <a:cubicBezTo>
                      <a:pt x="144" y="309"/>
                      <a:pt x="148" y="305"/>
                      <a:pt x="151" y="298"/>
                    </a:cubicBezTo>
                    <a:cubicBezTo>
                      <a:pt x="154" y="290"/>
                      <a:pt x="155" y="281"/>
                      <a:pt x="155" y="269"/>
                    </a:cubicBezTo>
                  </a:path>
                </a:pathLst>
              </a:custGeom>
              <a:solidFill>
                <a:schemeClr val="bg2"/>
              </a:solidFill>
              <a:ln>
                <a:noFill/>
              </a:ln>
            </p:spPr>
            <p:txBody>
              <a:bodyPr anchor="ctr"/>
              <a:lstStyle/>
              <a:p>
                <a:pPr algn="ctr"/>
              </a:p>
            </p:txBody>
          </p:sp>
          <p:sp>
            <p:nvSpPr>
              <p:cNvPr id="75" name="Freeform: Shape 115"/>
              <p:cNvSpPr/>
              <p:nvPr/>
            </p:nvSpPr>
            <p:spPr bwMode="auto">
              <a:xfrm>
                <a:off x="4183282" y="4288858"/>
                <a:ext cx="888023" cy="1039506"/>
              </a:xfrm>
              <a:custGeom>
                <a:avLst/>
                <a:gdLst>
                  <a:gd name="T0" fmla="*/ 231 w 558"/>
                  <a:gd name="T1" fmla="*/ 391 h 653"/>
                  <a:gd name="T2" fmla="*/ 248 w 558"/>
                  <a:gd name="T3" fmla="*/ 386 h 653"/>
                  <a:gd name="T4" fmla="*/ 263 w 558"/>
                  <a:gd name="T5" fmla="*/ 344 h 653"/>
                  <a:gd name="T6" fmla="*/ 231 w 558"/>
                  <a:gd name="T7" fmla="*/ 305 h 653"/>
                  <a:gd name="T8" fmla="*/ 185 w 558"/>
                  <a:gd name="T9" fmla="*/ 154 h 653"/>
                  <a:gd name="T10" fmla="*/ 173 w 558"/>
                  <a:gd name="T11" fmla="*/ 185 h 653"/>
                  <a:gd name="T12" fmla="*/ 204 w 558"/>
                  <a:gd name="T13" fmla="*/ 223 h 653"/>
                  <a:gd name="T14" fmla="*/ 204 w 558"/>
                  <a:gd name="T15" fmla="*/ 393 h 653"/>
                  <a:gd name="T16" fmla="*/ 174 w 558"/>
                  <a:gd name="T17" fmla="*/ 281 h 653"/>
                  <a:gd name="T18" fmla="*/ 127 w 558"/>
                  <a:gd name="T19" fmla="*/ 235 h 653"/>
                  <a:gd name="T20" fmla="*/ 125 w 558"/>
                  <a:gd name="T21" fmla="*/ 169 h 653"/>
                  <a:gd name="T22" fmla="*/ 168 w 558"/>
                  <a:gd name="T23" fmla="*/ 123 h 653"/>
                  <a:gd name="T24" fmla="*/ 204 w 558"/>
                  <a:gd name="T25" fmla="*/ 75 h 653"/>
                  <a:gd name="T26" fmla="*/ 231 w 558"/>
                  <a:gd name="T27" fmla="*/ 107 h 653"/>
                  <a:gd name="T28" fmla="*/ 269 w 558"/>
                  <a:gd name="T29" fmla="*/ 109 h 653"/>
                  <a:gd name="T30" fmla="*/ 295 w 558"/>
                  <a:gd name="T31" fmla="*/ 162 h 653"/>
                  <a:gd name="T32" fmla="*/ 231 w 558"/>
                  <a:gd name="T33" fmla="*/ 147 h 653"/>
                  <a:gd name="T34" fmla="*/ 261 w 558"/>
                  <a:gd name="T35" fmla="*/ 247 h 653"/>
                  <a:gd name="T36" fmla="*/ 310 w 558"/>
                  <a:gd name="T37" fmla="*/ 294 h 653"/>
                  <a:gd name="T38" fmla="*/ 312 w 558"/>
                  <a:gd name="T39" fmla="*/ 365 h 653"/>
                  <a:gd name="T40" fmla="*/ 267 w 558"/>
                  <a:gd name="T41" fmla="*/ 416 h 653"/>
                  <a:gd name="T42" fmla="*/ 231 w 558"/>
                  <a:gd name="T43" fmla="*/ 467 h 653"/>
                  <a:gd name="T44" fmla="*/ 204 w 558"/>
                  <a:gd name="T45" fmla="*/ 433 h 653"/>
                  <a:gd name="T46" fmla="*/ 199 w 558"/>
                  <a:gd name="T47" fmla="*/ 433 h 653"/>
                  <a:gd name="T48" fmla="*/ 149 w 558"/>
                  <a:gd name="T49" fmla="*/ 427 h 653"/>
                  <a:gd name="T50" fmla="*/ 108 w 558"/>
                  <a:gd name="T51" fmla="*/ 410 h 653"/>
                  <a:gd name="T52" fmla="*/ 139 w 558"/>
                  <a:gd name="T53" fmla="*/ 372 h 653"/>
                  <a:gd name="T54" fmla="*/ 182 w 558"/>
                  <a:gd name="T55" fmla="*/ 389 h 653"/>
                  <a:gd name="T56" fmla="*/ 279 w 558"/>
                  <a:gd name="T57" fmla="*/ 0 h 653"/>
                  <a:gd name="T58" fmla="*/ 279 w 558"/>
                  <a:gd name="T59" fmla="*/ 558 h 653"/>
                  <a:gd name="T60" fmla="*/ 405 w 558"/>
                  <a:gd name="T61" fmla="*/ 653 h 653"/>
                  <a:gd name="T62" fmla="*/ 558 w 558"/>
                  <a:gd name="T63" fmla="*/ 279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58" h="653">
                    <a:moveTo>
                      <a:pt x="231" y="305"/>
                    </a:moveTo>
                    <a:cubicBezTo>
                      <a:pt x="231" y="391"/>
                      <a:pt x="231" y="391"/>
                      <a:pt x="231" y="391"/>
                    </a:cubicBezTo>
                    <a:cubicBezTo>
                      <a:pt x="234" y="391"/>
                      <a:pt x="237" y="390"/>
                      <a:pt x="240" y="389"/>
                    </a:cubicBezTo>
                    <a:cubicBezTo>
                      <a:pt x="242" y="388"/>
                      <a:pt x="245" y="387"/>
                      <a:pt x="248" y="386"/>
                    </a:cubicBezTo>
                    <a:cubicBezTo>
                      <a:pt x="252" y="384"/>
                      <a:pt x="256" y="380"/>
                      <a:pt x="259" y="373"/>
                    </a:cubicBezTo>
                    <a:cubicBezTo>
                      <a:pt x="262" y="365"/>
                      <a:pt x="263" y="356"/>
                      <a:pt x="263" y="344"/>
                    </a:cubicBezTo>
                    <a:cubicBezTo>
                      <a:pt x="263" y="335"/>
                      <a:pt x="260" y="327"/>
                      <a:pt x="254" y="321"/>
                    </a:cubicBezTo>
                    <a:cubicBezTo>
                      <a:pt x="248" y="315"/>
                      <a:pt x="240" y="310"/>
                      <a:pt x="231" y="305"/>
                    </a:cubicBezTo>
                    <a:moveTo>
                      <a:pt x="204" y="148"/>
                    </a:moveTo>
                    <a:cubicBezTo>
                      <a:pt x="196" y="149"/>
                      <a:pt x="190" y="151"/>
                      <a:pt x="185" y="154"/>
                    </a:cubicBezTo>
                    <a:cubicBezTo>
                      <a:pt x="181" y="156"/>
                      <a:pt x="178" y="160"/>
                      <a:pt x="176" y="165"/>
                    </a:cubicBezTo>
                    <a:cubicBezTo>
                      <a:pt x="174" y="170"/>
                      <a:pt x="173" y="177"/>
                      <a:pt x="173" y="185"/>
                    </a:cubicBezTo>
                    <a:cubicBezTo>
                      <a:pt x="173" y="194"/>
                      <a:pt x="176" y="202"/>
                      <a:pt x="182" y="208"/>
                    </a:cubicBezTo>
                    <a:cubicBezTo>
                      <a:pt x="188" y="214"/>
                      <a:pt x="195" y="219"/>
                      <a:pt x="204" y="223"/>
                    </a:cubicBezTo>
                    <a:cubicBezTo>
                      <a:pt x="204" y="148"/>
                      <a:pt x="204" y="148"/>
                      <a:pt x="204" y="148"/>
                    </a:cubicBezTo>
                    <a:moveTo>
                      <a:pt x="204" y="393"/>
                    </a:moveTo>
                    <a:cubicBezTo>
                      <a:pt x="204" y="294"/>
                      <a:pt x="204" y="294"/>
                      <a:pt x="204" y="294"/>
                    </a:cubicBezTo>
                    <a:cubicBezTo>
                      <a:pt x="194" y="290"/>
                      <a:pt x="184" y="286"/>
                      <a:pt x="174" y="281"/>
                    </a:cubicBezTo>
                    <a:cubicBezTo>
                      <a:pt x="164" y="276"/>
                      <a:pt x="155" y="270"/>
                      <a:pt x="147" y="263"/>
                    </a:cubicBezTo>
                    <a:cubicBezTo>
                      <a:pt x="138" y="255"/>
                      <a:pt x="132" y="246"/>
                      <a:pt x="127" y="235"/>
                    </a:cubicBezTo>
                    <a:cubicBezTo>
                      <a:pt x="121" y="224"/>
                      <a:pt x="119" y="211"/>
                      <a:pt x="119" y="194"/>
                    </a:cubicBezTo>
                    <a:cubicBezTo>
                      <a:pt x="119" y="186"/>
                      <a:pt x="121" y="178"/>
                      <a:pt x="125" y="169"/>
                    </a:cubicBezTo>
                    <a:cubicBezTo>
                      <a:pt x="129" y="160"/>
                      <a:pt x="134" y="152"/>
                      <a:pt x="141" y="144"/>
                    </a:cubicBezTo>
                    <a:cubicBezTo>
                      <a:pt x="149" y="136"/>
                      <a:pt x="158" y="129"/>
                      <a:pt x="168" y="123"/>
                    </a:cubicBezTo>
                    <a:cubicBezTo>
                      <a:pt x="179" y="117"/>
                      <a:pt x="191" y="112"/>
                      <a:pt x="204" y="110"/>
                    </a:cubicBezTo>
                    <a:cubicBezTo>
                      <a:pt x="204" y="75"/>
                      <a:pt x="204" y="75"/>
                      <a:pt x="204" y="75"/>
                    </a:cubicBezTo>
                    <a:cubicBezTo>
                      <a:pt x="231" y="75"/>
                      <a:pt x="231" y="75"/>
                      <a:pt x="231" y="75"/>
                    </a:cubicBezTo>
                    <a:cubicBezTo>
                      <a:pt x="231" y="107"/>
                      <a:pt x="231" y="107"/>
                      <a:pt x="231" y="107"/>
                    </a:cubicBezTo>
                    <a:cubicBezTo>
                      <a:pt x="231" y="107"/>
                      <a:pt x="231" y="107"/>
                      <a:pt x="231" y="107"/>
                    </a:cubicBezTo>
                    <a:cubicBezTo>
                      <a:pt x="245" y="107"/>
                      <a:pt x="257" y="108"/>
                      <a:pt x="269" y="109"/>
                    </a:cubicBezTo>
                    <a:cubicBezTo>
                      <a:pt x="280" y="111"/>
                      <a:pt x="292" y="113"/>
                      <a:pt x="304" y="115"/>
                    </a:cubicBezTo>
                    <a:cubicBezTo>
                      <a:pt x="295" y="162"/>
                      <a:pt x="295" y="162"/>
                      <a:pt x="295" y="162"/>
                    </a:cubicBezTo>
                    <a:cubicBezTo>
                      <a:pt x="284" y="158"/>
                      <a:pt x="274" y="155"/>
                      <a:pt x="263" y="152"/>
                    </a:cubicBezTo>
                    <a:cubicBezTo>
                      <a:pt x="251" y="149"/>
                      <a:pt x="241" y="148"/>
                      <a:pt x="231" y="147"/>
                    </a:cubicBezTo>
                    <a:cubicBezTo>
                      <a:pt x="231" y="234"/>
                      <a:pt x="231" y="234"/>
                      <a:pt x="231" y="234"/>
                    </a:cubicBezTo>
                    <a:cubicBezTo>
                      <a:pt x="240" y="238"/>
                      <a:pt x="251" y="243"/>
                      <a:pt x="261" y="247"/>
                    </a:cubicBezTo>
                    <a:cubicBezTo>
                      <a:pt x="271" y="252"/>
                      <a:pt x="281" y="258"/>
                      <a:pt x="289" y="266"/>
                    </a:cubicBezTo>
                    <a:cubicBezTo>
                      <a:pt x="298" y="273"/>
                      <a:pt x="305" y="283"/>
                      <a:pt x="310" y="294"/>
                    </a:cubicBezTo>
                    <a:cubicBezTo>
                      <a:pt x="315" y="305"/>
                      <a:pt x="318" y="319"/>
                      <a:pt x="318" y="336"/>
                    </a:cubicBezTo>
                    <a:cubicBezTo>
                      <a:pt x="318" y="346"/>
                      <a:pt x="316" y="356"/>
                      <a:pt x="312" y="365"/>
                    </a:cubicBezTo>
                    <a:cubicBezTo>
                      <a:pt x="308" y="375"/>
                      <a:pt x="302" y="385"/>
                      <a:pt x="295" y="393"/>
                    </a:cubicBezTo>
                    <a:cubicBezTo>
                      <a:pt x="287" y="402"/>
                      <a:pt x="278" y="409"/>
                      <a:pt x="267" y="416"/>
                    </a:cubicBezTo>
                    <a:cubicBezTo>
                      <a:pt x="256" y="422"/>
                      <a:pt x="244" y="427"/>
                      <a:pt x="231" y="430"/>
                    </a:cubicBezTo>
                    <a:cubicBezTo>
                      <a:pt x="231" y="467"/>
                      <a:pt x="231" y="467"/>
                      <a:pt x="231" y="467"/>
                    </a:cubicBezTo>
                    <a:cubicBezTo>
                      <a:pt x="204" y="467"/>
                      <a:pt x="204" y="467"/>
                      <a:pt x="204" y="467"/>
                    </a:cubicBezTo>
                    <a:cubicBezTo>
                      <a:pt x="204" y="433"/>
                      <a:pt x="204" y="433"/>
                      <a:pt x="204" y="433"/>
                    </a:cubicBezTo>
                    <a:cubicBezTo>
                      <a:pt x="203" y="433"/>
                      <a:pt x="202" y="433"/>
                      <a:pt x="202" y="433"/>
                    </a:cubicBezTo>
                    <a:cubicBezTo>
                      <a:pt x="201" y="433"/>
                      <a:pt x="200" y="433"/>
                      <a:pt x="199" y="433"/>
                    </a:cubicBezTo>
                    <a:cubicBezTo>
                      <a:pt x="190" y="433"/>
                      <a:pt x="181" y="433"/>
                      <a:pt x="172" y="432"/>
                    </a:cubicBezTo>
                    <a:cubicBezTo>
                      <a:pt x="164" y="431"/>
                      <a:pt x="156" y="429"/>
                      <a:pt x="149" y="427"/>
                    </a:cubicBezTo>
                    <a:cubicBezTo>
                      <a:pt x="142" y="425"/>
                      <a:pt x="135" y="423"/>
                      <a:pt x="128" y="420"/>
                    </a:cubicBezTo>
                    <a:cubicBezTo>
                      <a:pt x="121" y="417"/>
                      <a:pt x="115" y="414"/>
                      <a:pt x="108" y="410"/>
                    </a:cubicBezTo>
                    <a:cubicBezTo>
                      <a:pt x="123" y="363"/>
                      <a:pt x="123" y="363"/>
                      <a:pt x="123" y="363"/>
                    </a:cubicBezTo>
                    <a:cubicBezTo>
                      <a:pt x="127" y="366"/>
                      <a:pt x="133" y="369"/>
                      <a:pt x="139" y="372"/>
                    </a:cubicBezTo>
                    <a:cubicBezTo>
                      <a:pt x="145" y="376"/>
                      <a:pt x="152" y="379"/>
                      <a:pt x="159" y="381"/>
                    </a:cubicBezTo>
                    <a:cubicBezTo>
                      <a:pt x="167" y="384"/>
                      <a:pt x="174" y="387"/>
                      <a:pt x="182" y="389"/>
                    </a:cubicBezTo>
                    <a:cubicBezTo>
                      <a:pt x="190" y="391"/>
                      <a:pt x="197" y="392"/>
                      <a:pt x="204" y="393"/>
                    </a:cubicBezTo>
                    <a:moveTo>
                      <a:pt x="279" y="0"/>
                    </a:moveTo>
                    <a:cubicBezTo>
                      <a:pt x="125" y="0"/>
                      <a:pt x="0" y="125"/>
                      <a:pt x="0" y="279"/>
                    </a:cubicBezTo>
                    <a:cubicBezTo>
                      <a:pt x="0" y="433"/>
                      <a:pt x="125" y="558"/>
                      <a:pt x="279" y="558"/>
                    </a:cubicBezTo>
                    <a:cubicBezTo>
                      <a:pt x="284" y="558"/>
                      <a:pt x="288" y="558"/>
                      <a:pt x="292" y="558"/>
                    </a:cubicBezTo>
                    <a:cubicBezTo>
                      <a:pt x="405" y="653"/>
                      <a:pt x="405" y="653"/>
                      <a:pt x="405" y="653"/>
                    </a:cubicBezTo>
                    <a:cubicBezTo>
                      <a:pt x="417" y="522"/>
                      <a:pt x="417" y="522"/>
                      <a:pt x="417" y="522"/>
                    </a:cubicBezTo>
                    <a:cubicBezTo>
                      <a:pt x="501" y="474"/>
                      <a:pt x="558" y="383"/>
                      <a:pt x="558" y="279"/>
                    </a:cubicBezTo>
                    <a:cubicBezTo>
                      <a:pt x="558" y="125"/>
                      <a:pt x="433" y="0"/>
                      <a:pt x="279"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Freeform: Shape 116"/>
              <p:cNvSpPr/>
              <p:nvPr/>
            </p:nvSpPr>
            <p:spPr bwMode="auto">
              <a:xfrm>
                <a:off x="4354962" y="4408698"/>
                <a:ext cx="334608" cy="624108"/>
              </a:xfrm>
              <a:custGeom>
                <a:avLst/>
                <a:gdLst>
                  <a:gd name="T0" fmla="*/ 123 w 210"/>
                  <a:gd name="T1" fmla="*/ 316 h 392"/>
                  <a:gd name="T2" fmla="*/ 123 w 210"/>
                  <a:gd name="T3" fmla="*/ 230 h 392"/>
                  <a:gd name="T4" fmla="*/ 146 w 210"/>
                  <a:gd name="T5" fmla="*/ 246 h 392"/>
                  <a:gd name="T6" fmla="*/ 155 w 210"/>
                  <a:gd name="T7" fmla="*/ 269 h 392"/>
                  <a:gd name="T8" fmla="*/ 151 w 210"/>
                  <a:gd name="T9" fmla="*/ 298 h 392"/>
                  <a:gd name="T10" fmla="*/ 140 w 210"/>
                  <a:gd name="T11" fmla="*/ 311 h 392"/>
                  <a:gd name="T12" fmla="*/ 132 w 210"/>
                  <a:gd name="T13" fmla="*/ 314 h 392"/>
                  <a:gd name="T14" fmla="*/ 123 w 210"/>
                  <a:gd name="T15" fmla="*/ 316 h 392"/>
                  <a:gd name="T16" fmla="*/ 96 w 210"/>
                  <a:gd name="T17" fmla="*/ 148 h 392"/>
                  <a:gd name="T18" fmla="*/ 74 w 210"/>
                  <a:gd name="T19" fmla="*/ 133 h 392"/>
                  <a:gd name="T20" fmla="*/ 65 w 210"/>
                  <a:gd name="T21" fmla="*/ 110 h 392"/>
                  <a:gd name="T22" fmla="*/ 68 w 210"/>
                  <a:gd name="T23" fmla="*/ 90 h 392"/>
                  <a:gd name="T24" fmla="*/ 77 w 210"/>
                  <a:gd name="T25" fmla="*/ 79 h 392"/>
                  <a:gd name="T26" fmla="*/ 96 w 210"/>
                  <a:gd name="T27" fmla="*/ 73 h 392"/>
                  <a:gd name="T28" fmla="*/ 96 w 210"/>
                  <a:gd name="T29" fmla="*/ 148 h 392"/>
                  <a:gd name="T30" fmla="*/ 123 w 210"/>
                  <a:gd name="T31" fmla="*/ 0 h 392"/>
                  <a:gd name="T32" fmla="*/ 96 w 210"/>
                  <a:gd name="T33" fmla="*/ 0 h 392"/>
                  <a:gd name="T34" fmla="*/ 96 w 210"/>
                  <a:gd name="T35" fmla="*/ 35 h 392"/>
                  <a:gd name="T36" fmla="*/ 60 w 210"/>
                  <a:gd name="T37" fmla="*/ 48 h 392"/>
                  <a:gd name="T38" fmla="*/ 33 w 210"/>
                  <a:gd name="T39" fmla="*/ 69 h 392"/>
                  <a:gd name="T40" fmla="*/ 17 w 210"/>
                  <a:gd name="T41" fmla="*/ 94 h 392"/>
                  <a:gd name="T42" fmla="*/ 11 w 210"/>
                  <a:gd name="T43" fmla="*/ 119 h 392"/>
                  <a:gd name="T44" fmla="*/ 19 w 210"/>
                  <a:gd name="T45" fmla="*/ 160 h 392"/>
                  <a:gd name="T46" fmla="*/ 39 w 210"/>
                  <a:gd name="T47" fmla="*/ 188 h 392"/>
                  <a:gd name="T48" fmla="*/ 66 w 210"/>
                  <a:gd name="T49" fmla="*/ 206 h 392"/>
                  <a:gd name="T50" fmla="*/ 96 w 210"/>
                  <a:gd name="T51" fmla="*/ 219 h 392"/>
                  <a:gd name="T52" fmla="*/ 96 w 210"/>
                  <a:gd name="T53" fmla="*/ 318 h 392"/>
                  <a:gd name="T54" fmla="*/ 74 w 210"/>
                  <a:gd name="T55" fmla="*/ 314 h 392"/>
                  <a:gd name="T56" fmla="*/ 51 w 210"/>
                  <a:gd name="T57" fmla="*/ 306 h 392"/>
                  <a:gd name="T58" fmla="*/ 31 w 210"/>
                  <a:gd name="T59" fmla="*/ 297 h 392"/>
                  <a:gd name="T60" fmla="*/ 15 w 210"/>
                  <a:gd name="T61" fmla="*/ 288 h 392"/>
                  <a:gd name="T62" fmla="*/ 0 w 210"/>
                  <a:gd name="T63" fmla="*/ 335 h 392"/>
                  <a:gd name="T64" fmla="*/ 20 w 210"/>
                  <a:gd name="T65" fmla="*/ 345 h 392"/>
                  <a:gd name="T66" fmla="*/ 41 w 210"/>
                  <a:gd name="T67" fmla="*/ 352 h 392"/>
                  <a:gd name="T68" fmla="*/ 64 w 210"/>
                  <a:gd name="T69" fmla="*/ 357 h 392"/>
                  <a:gd name="T70" fmla="*/ 91 w 210"/>
                  <a:gd name="T71" fmla="*/ 358 h 392"/>
                  <a:gd name="T72" fmla="*/ 94 w 210"/>
                  <a:gd name="T73" fmla="*/ 358 h 392"/>
                  <a:gd name="T74" fmla="*/ 96 w 210"/>
                  <a:gd name="T75" fmla="*/ 358 h 392"/>
                  <a:gd name="T76" fmla="*/ 96 w 210"/>
                  <a:gd name="T77" fmla="*/ 392 h 392"/>
                  <a:gd name="T78" fmla="*/ 123 w 210"/>
                  <a:gd name="T79" fmla="*/ 392 h 392"/>
                  <a:gd name="T80" fmla="*/ 123 w 210"/>
                  <a:gd name="T81" fmla="*/ 355 h 392"/>
                  <a:gd name="T82" fmla="*/ 159 w 210"/>
                  <a:gd name="T83" fmla="*/ 341 h 392"/>
                  <a:gd name="T84" fmla="*/ 187 w 210"/>
                  <a:gd name="T85" fmla="*/ 318 h 392"/>
                  <a:gd name="T86" fmla="*/ 204 w 210"/>
                  <a:gd name="T87" fmla="*/ 290 h 392"/>
                  <a:gd name="T88" fmla="*/ 210 w 210"/>
                  <a:gd name="T89" fmla="*/ 261 h 392"/>
                  <a:gd name="T90" fmla="*/ 202 w 210"/>
                  <a:gd name="T91" fmla="*/ 219 h 392"/>
                  <a:gd name="T92" fmla="*/ 181 w 210"/>
                  <a:gd name="T93" fmla="*/ 191 h 392"/>
                  <a:gd name="T94" fmla="*/ 153 w 210"/>
                  <a:gd name="T95" fmla="*/ 172 h 392"/>
                  <a:gd name="T96" fmla="*/ 123 w 210"/>
                  <a:gd name="T97" fmla="*/ 159 h 392"/>
                  <a:gd name="T98" fmla="*/ 123 w 210"/>
                  <a:gd name="T99" fmla="*/ 72 h 392"/>
                  <a:gd name="T100" fmla="*/ 155 w 210"/>
                  <a:gd name="T101" fmla="*/ 77 h 392"/>
                  <a:gd name="T102" fmla="*/ 187 w 210"/>
                  <a:gd name="T103" fmla="*/ 87 h 392"/>
                  <a:gd name="T104" fmla="*/ 196 w 210"/>
                  <a:gd name="T105" fmla="*/ 40 h 392"/>
                  <a:gd name="T106" fmla="*/ 161 w 210"/>
                  <a:gd name="T107" fmla="*/ 34 h 392"/>
                  <a:gd name="T108" fmla="*/ 123 w 210"/>
                  <a:gd name="T109" fmla="*/ 32 h 392"/>
                  <a:gd name="T110" fmla="*/ 123 w 210"/>
                  <a:gd name="T111" fmla="*/ 32 h 392"/>
                  <a:gd name="T112" fmla="*/ 123 w 210"/>
                  <a:gd name="T113" fmla="*/ 0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392">
                    <a:moveTo>
                      <a:pt x="123" y="316"/>
                    </a:moveTo>
                    <a:cubicBezTo>
                      <a:pt x="123" y="230"/>
                      <a:pt x="123" y="230"/>
                      <a:pt x="123" y="230"/>
                    </a:cubicBezTo>
                    <a:cubicBezTo>
                      <a:pt x="132" y="235"/>
                      <a:pt x="140" y="240"/>
                      <a:pt x="146" y="246"/>
                    </a:cubicBezTo>
                    <a:cubicBezTo>
                      <a:pt x="152" y="252"/>
                      <a:pt x="155" y="260"/>
                      <a:pt x="155" y="269"/>
                    </a:cubicBezTo>
                    <a:cubicBezTo>
                      <a:pt x="155" y="281"/>
                      <a:pt x="154" y="290"/>
                      <a:pt x="151" y="298"/>
                    </a:cubicBezTo>
                    <a:cubicBezTo>
                      <a:pt x="148" y="305"/>
                      <a:pt x="144" y="309"/>
                      <a:pt x="140" y="311"/>
                    </a:cubicBezTo>
                    <a:cubicBezTo>
                      <a:pt x="137" y="312"/>
                      <a:pt x="134" y="313"/>
                      <a:pt x="132" y="314"/>
                    </a:cubicBezTo>
                    <a:cubicBezTo>
                      <a:pt x="129" y="315"/>
                      <a:pt x="126" y="316"/>
                      <a:pt x="123" y="316"/>
                    </a:cubicBezTo>
                    <a:moveTo>
                      <a:pt x="96" y="148"/>
                    </a:moveTo>
                    <a:cubicBezTo>
                      <a:pt x="87" y="144"/>
                      <a:pt x="80" y="139"/>
                      <a:pt x="74" y="133"/>
                    </a:cubicBezTo>
                    <a:cubicBezTo>
                      <a:pt x="68" y="127"/>
                      <a:pt x="65" y="119"/>
                      <a:pt x="65" y="110"/>
                    </a:cubicBezTo>
                    <a:cubicBezTo>
                      <a:pt x="65" y="102"/>
                      <a:pt x="66" y="95"/>
                      <a:pt x="68" y="90"/>
                    </a:cubicBezTo>
                    <a:cubicBezTo>
                      <a:pt x="70" y="85"/>
                      <a:pt x="73" y="81"/>
                      <a:pt x="77" y="79"/>
                    </a:cubicBezTo>
                    <a:cubicBezTo>
                      <a:pt x="82" y="76"/>
                      <a:pt x="88" y="74"/>
                      <a:pt x="96" y="73"/>
                    </a:cubicBezTo>
                    <a:cubicBezTo>
                      <a:pt x="96" y="148"/>
                      <a:pt x="96" y="148"/>
                      <a:pt x="96" y="148"/>
                    </a:cubicBezTo>
                    <a:moveTo>
                      <a:pt x="123" y="0"/>
                    </a:moveTo>
                    <a:cubicBezTo>
                      <a:pt x="96" y="0"/>
                      <a:pt x="96" y="0"/>
                      <a:pt x="96" y="0"/>
                    </a:cubicBezTo>
                    <a:cubicBezTo>
                      <a:pt x="96" y="35"/>
                      <a:pt x="96" y="35"/>
                      <a:pt x="96" y="35"/>
                    </a:cubicBezTo>
                    <a:cubicBezTo>
                      <a:pt x="83" y="37"/>
                      <a:pt x="71" y="42"/>
                      <a:pt x="60" y="48"/>
                    </a:cubicBezTo>
                    <a:cubicBezTo>
                      <a:pt x="50" y="54"/>
                      <a:pt x="41" y="61"/>
                      <a:pt x="33" y="69"/>
                    </a:cubicBezTo>
                    <a:cubicBezTo>
                      <a:pt x="26" y="77"/>
                      <a:pt x="21" y="85"/>
                      <a:pt x="17" y="94"/>
                    </a:cubicBezTo>
                    <a:cubicBezTo>
                      <a:pt x="13" y="103"/>
                      <a:pt x="11" y="111"/>
                      <a:pt x="11" y="119"/>
                    </a:cubicBezTo>
                    <a:cubicBezTo>
                      <a:pt x="11" y="136"/>
                      <a:pt x="13" y="149"/>
                      <a:pt x="19" y="160"/>
                    </a:cubicBezTo>
                    <a:cubicBezTo>
                      <a:pt x="24" y="171"/>
                      <a:pt x="30" y="180"/>
                      <a:pt x="39" y="188"/>
                    </a:cubicBezTo>
                    <a:cubicBezTo>
                      <a:pt x="47" y="195"/>
                      <a:pt x="56" y="201"/>
                      <a:pt x="66" y="206"/>
                    </a:cubicBezTo>
                    <a:cubicBezTo>
                      <a:pt x="76" y="211"/>
                      <a:pt x="86" y="215"/>
                      <a:pt x="96" y="219"/>
                    </a:cubicBezTo>
                    <a:cubicBezTo>
                      <a:pt x="96" y="318"/>
                      <a:pt x="96" y="318"/>
                      <a:pt x="96" y="318"/>
                    </a:cubicBezTo>
                    <a:cubicBezTo>
                      <a:pt x="89" y="317"/>
                      <a:pt x="82" y="316"/>
                      <a:pt x="74" y="314"/>
                    </a:cubicBezTo>
                    <a:cubicBezTo>
                      <a:pt x="66" y="312"/>
                      <a:pt x="59" y="309"/>
                      <a:pt x="51" y="306"/>
                    </a:cubicBezTo>
                    <a:cubicBezTo>
                      <a:pt x="44" y="304"/>
                      <a:pt x="37" y="301"/>
                      <a:pt x="31" y="297"/>
                    </a:cubicBezTo>
                    <a:cubicBezTo>
                      <a:pt x="25" y="294"/>
                      <a:pt x="19" y="291"/>
                      <a:pt x="15" y="288"/>
                    </a:cubicBezTo>
                    <a:cubicBezTo>
                      <a:pt x="0" y="335"/>
                      <a:pt x="0" y="335"/>
                      <a:pt x="0" y="335"/>
                    </a:cubicBezTo>
                    <a:cubicBezTo>
                      <a:pt x="7" y="339"/>
                      <a:pt x="13" y="342"/>
                      <a:pt x="20" y="345"/>
                    </a:cubicBezTo>
                    <a:cubicBezTo>
                      <a:pt x="27" y="348"/>
                      <a:pt x="34" y="350"/>
                      <a:pt x="41" y="352"/>
                    </a:cubicBezTo>
                    <a:cubicBezTo>
                      <a:pt x="48" y="354"/>
                      <a:pt x="56" y="356"/>
                      <a:pt x="64" y="357"/>
                    </a:cubicBezTo>
                    <a:cubicBezTo>
                      <a:pt x="73" y="358"/>
                      <a:pt x="82" y="358"/>
                      <a:pt x="91" y="358"/>
                    </a:cubicBezTo>
                    <a:cubicBezTo>
                      <a:pt x="92" y="358"/>
                      <a:pt x="93" y="358"/>
                      <a:pt x="94" y="358"/>
                    </a:cubicBezTo>
                    <a:cubicBezTo>
                      <a:pt x="94" y="358"/>
                      <a:pt x="95" y="358"/>
                      <a:pt x="96" y="358"/>
                    </a:cubicBezTo>
                    <a:cubicBezTo>
                      <a:pt x="96" y="392"/>
                      <a:pt x="96" y="392"/>
                      <a:pt x="96" y="392"/>
                    </a:cubicBezTo>
                    <a:cubicBezTo>
                      <a:pt x="123" y="392"/>
                      <a:pt x="123" y="392"/>
                      <a:pt x="123" y="392"/>
                    </a:cubicBezTo>
                    <a:cubicBezTo>
                      <a:pt x="123" y="355"/>
                      <a:pt x="123" y="355"/>
                      <a:pt x="123" y="355"/>
                    </a:cubicBezTo>
                    <a:cubicBezTo>
                      <a:pt x="136" y="352"/>
                      <a:pt x="148" y="347"/>
                      <a:pt x="159" y="341"/>
                    </a:cubicBezTo>
                    <a:cubicBezTo>
                      <a:pt x="170" y="334"/>
                      <a:pt x="179" y="327"/>
                      <a:pt x="187" y="318"/>
                    </a:cubicBezTo>
                    <a:cubicBezTo>
                      <a:pt x="194" y="310"/>
                      <a:pt x="200" y="300"/>
                      <a:pt x="204" y="290"/>
                    </a:cubicBezTo>
                    <a:cubicBezTo>
                      <a:pt x="208" y="281"/>
                      <a:pt x="210" y="271"/>
                      <a:pt x="210" y="261"/>
                    </a:cubicBezTo>
                    <a:cubicBezTo>
                      <a:pt x="210" y="244"/>
                      <a:pt x="207" y="230"/>
                      <a:pt x="202" y="219"/>
                    </a:cubicBezTo>
                    <a:cubicBezTo>
                      <a:pt x="197" y="208"/>
                      <a:pt x="190" y="198"/>
                      <a:pt x="181" y="191"/>
                    </a:cubicBezTo>
                    <a:cubicBezTo>
                      <a:pt x="173" y="183"/>
                      <a:pt x="163" y="177"/>
                      <a:pt x="153" y="172"/>
                    </a:cubicBezTo>
                    <a:cubicBezTo>
                      <a:pt x="143" y="168"/>
                      <a:pt x="132" y="163"/>
                      <a:pt x="123" y="159"/>
                    </a:cubicBezTo>
                    <a:cubicBezTo>
                      <a:pt x="123" y="72"/>
                      <a:pt x="123" y="72"/>
                      <a:pt x="123" y="72"/>
                    </a:cubicBezTo>
                    <a:cubicBezTo>
                      <a:pt x="133" y="73"/>
                      <a:pt x="143" y="74"/>
                      <a:pt x="155" y="77"/>
                    </a:cubicBezTo>
                    <a:cubicBezTo>
                      <a:pt x="166" y="80"/>
                      <a:pt x="176" y="83"/>
                      <a:pt x="187" y="87"/>
                    </a:cubicBezTo>
                    <a:cubicBezTo>
                      <a:pt x="196" y="40"/>
                      <a:pt x="196" y="40"/>
                      <a:pt x="196" y="40"/>
                    </a:cubicBezTo>
                    <a:cubicBezTo>
                      <a:pt x="184" y="38"/>
                      <a:pt x="172" y="36"/>
                      <a:pt x="161" y="34"/>
                    </a:cubicBezTo>
                    <a:cubicBezTo>
                      <a:pt x="149" y="33"/>
                      <a:pt x="137" y="32"/>
                      <a:pt x="123" y="32"/>
                    </a:cubicBezTo>
                    <a:cubicBezTo>
                      <a:pt x="123" y="32"/>
                      <a:pt x="123" y="32"/>
                      <a:pt x="123" y="32"/>
                    </a:cubicBezTo>
                    <a:cubicBezTo>
                      <a:pt x="123" y="0"/>
                      <a:pt x="123" y="0"/>
                      <a:pt x="123" y="0"/>
                    </a:cubicBezTo>
                  </a:path>
                </a:pathLst>
              </a:custGeom>
              <a:solidFill>
                <a:schemeClr val="bg2"/>
              </a:solidFill>
              <a:ln>
                <a:noFill/>
              </a:ln>
            </p:spPr>
            <p:txBody>
              <a:bodyPr anchor="ctr"/>
              <a:lstStyle/>
              <a:p>
                <a:pPr algn="ctr"/>
              </a:p>
            </p:txBody>
          </p:sp>
          <p:sp>
            <p:nvSpPr>
              <p:cNvPr id="77" name="Freeform: Shape 117"/>
              <p:cNvSpPr/>
              <p:nvPr/>
            </p:nvSpPr>
            <p:spPr bwMode="auto">
              <a:xfrm>
                <a:off x="4098452" y="4268661"/>
                <a:ext cx="888697" cy="1039506"/>
              </a:xfrm>
              <a:custGeom>
                <a:avLst/>
                <a:gdLst>
                  <a:gd name="T0" fmla="*/ 558 w 558"/>
                  <a:gd name="T1" fmla="*/ 279 h 653"/>
                  <a:gd name="T2" fmla="*/ 279 w 558"/>
                  <a:gd name="T3" fmla="*/ 0 h 653"/>
                  <a:gd name="T4" fmla="*/ 0 w 558"/>
                  <a:gd name="T5" fmla="*/ 279 h 653"/>
                  <a:gd name="T6" fmla="*/ 279 w 558"/>
                  <a:gd name="T7" fmla="*/ 558 h 653"/>
                  <a:gd name="T8" fmla="*/ 292 w 558"/>
                  <a:gd name="T9" fmla="*/ 558 h 653"/>
                  <a:gd name="T10" fmla="*/ 404 w 558"/>
                  <a:gd name="T11" fmla="*/ 653 h 653"/>
                  <a:gd name="T12" fmla="*/ 416 w 558"/>
                  <a:gd name="T13" fmla="*/ 522 h 653"/>
                  <a:gd name="T14" fmla="*/ 558 w 558"/>
                  <a:gd name="T15" fmla="*/ 279 h 6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8" h="653">
                    <a:moveTo>
                      <a:pt x="558" y="279"/>
                    </a:moveTo>
                    <a:cubicBezTo>
                      <a:pt x="558" y="125"/>
                      <a:pt x="433" y="0"/>
                      <a:pt x="279" y="0"/>
                    </a:cubicBezTo>
                    <a:cubicBezTo>
                      <a:pt x="125" y="0"/>
                      <a:pt x="0" y="125"/>
                      <a:pt x="0" y="279"/>
                    </a:cubicBezTo>
                    <a:cubicBezTo>
                      <a:pt x="0" y="433"/>
                      <a:pt x="125" y="558"/>
                      <a:pt x="279" y="558"/>
                    </a:cubicBezTo>
                    <a:cubicBezTo>
                      <a:pt x="283" y="558"/>
                      <a:pt x="287" y="558"/>
                      <a:pt x="292" y="558"/>
                    </a:cubicBezTo>
                    <a:cubicBezTo>
                      <a:pt x="404" y="653"/>
                      <a:pt x="404" y="653"/>
                      <a:pt x="404" y="653"/>
                    </a:cubicBezTo>
                    <a:cubicBezTo>
                      <a:pt x="416" y="522"/>
                      <a:pt x="416" y="522"/>
                      <a:pt x="416" y="522"/>
                    </a:cubicBezTo>
                    <a:cubicBezTo>
                      <a:pt x="501" y="474"/>
                      <a:pt x="558" y="383"/>
                      <a:pt x="558" y="279"/>
                    </a:cubicBezTo>
                    <a:close/>
                  </a:path>
                </a:pathLst>
              </a:custGeom>
              <a:solidFill>
                <a:schemeClr val="accent1"/>
              </a:solidFill>
              <a:ln>
                <a:noFill/>
              </a:ln>
            </p:spPr>
            <p:txBody>
              <a:bodyPr anchor="ctr"/>
              <a:lstStyle/>
              <a:p>
                <a:pPr algn="ctr"/>
              </a:p>
            </p:txBody>
          </p:sp>
          <p:sp>
            <p:nvSpPr>
              <p:cNvPr id="78" name="Freeform: Shape 118"/>
              <p:cNvSpPr/>
              <p:nvPr/>
            </p:nvSpPr>
            <p:spPr bwMode="auto">
              <a:xfrm>
                <a:off x="4291003" y="4558160"/>
                <a:ext cx="206016" cy="245065"/>
              </a:xfrm>
              <a:custGeom>
                <a:avLst/>
                <a:gdLst>
                  <a:gd name="T0" fmla="*/ 37 w 129"/>
                  <a:gd name="T1" fmla="*/ 106 h 154"/>
                  <a:gd name="T2" fmla="*/ 21 w 129"/>
                  <a:gd name="T3" fmla="*/ 154 h 154"/>
                  <a:gd name="T4" fmla="*/ 0 w 129"/>
                  <a:gd name="T5" fmla="*/ 154 h 154"/>
                  <a:gd name="T6" fmla="*/ 53 w 129"/>
                  <a:gd name="T7" fmla="*/ 0 h 154"/>
                  <a:gd name="T8" fmla="*/ 77 w 129"/>
                  <a:gd name="T9" fmla="*/ 0 h 154"/>
                  <a:gd name="T10" fmla="*/ 129 w 129"/>
                  <a:gd name="T11" fmla="*/ 154 h 154"/>
                  <a:gd name="T12" fmla="*/ 108 w 129"/>
                  <a:gd name="T13" fmla="*/ 154 h 154"/>
                  <a:gd name="T14" fmla="*/ 92 w 129"/>
                  <a:gd name="T15" fmla="*/ 106 h 154"/>
                  <a:gd name="T16" fmla="*/ 37 w 129"/>
                  <a:gd name="T17" fmla="*/ 106 h 154"/>
                  <a:gd name="T18" fmla="*/ 88 w 129"/>
                  <a:gd name="T19" fmla="*/ 90 h 154"/>
                  <a:gd name="T20" fmla="*/ 72 w 129"/>
                  <a:gd name="T21" fmla="*/ 46 h 154"/>
                  <a:gd name="T22" fmla="*/ 64 w 129"/>
                  <a:gd name="T23" fmla="*/ 18 h 154"/>
                  <a:gd name="T24" fmla="*/ 64 w 129"/>
                  <a:gd name="T25" fmla="*/ 18 h 154"/>
                  <a:gd name="T26" fmla="*/ 56 w 129"/>
                  <a:gd name="T27" fmla="*/ 45 h 154"/>
                  <a:gd name="T28" fmla="*/ 41 w 129"/>
                  <a:gd name="T29" fmla="*/ 90 h 154"/>
                  <a:gd name="T30" fmla="*/ 88 w 129"/>
                  <a:gd name="T31" fmla="*/ 9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9" h="154">
                    <a:moveTo>
                      <a:pt x="37" y="106"/>
                    </a:moveTo>
                    <a:cubicBezTo>
                      <a:pt x="21" y="154"/>
                      <a:pt x="21" y="154"/>
                      <a:pt x="21" y="154"/>
                    </a:cubicBezTo>
                    <a:cubicBezTo>
                      <a:pt x="0" y="154"/>
                      <a:pt x="0" y="154"/>
                      <a:pt x="0" y="154"/>
                    </a:cubicBezTo>
                    <a:cubicBezTo>
                      <a:pt x="53" y="0"/>
                      <a:pt x="53" y="0"/>
                      <a:pt x="53" y="0"/>
                    </a:cubicBezTo>
                    <a:cubicBezTo>
                      <a:pt x="77" y="0"/>
                      <a:pt x="77" y="0"/>
                      <a:pt x="77" y="0"/>
                    </a:cubicBezTo>
                    <a:cubicBezTo>
                      <a:pt x="129" y="154"/>
                      <a:pt x="129" y="154"/>
                      <a:pt x="129" y="154"/>
                    </a:cubicBezTo>
                    <a:cubicBezTo>
                      <a:pt x="108" y="154"/>
                      <a:pt x="108" y="154"/>
                      <a:pt x="108" y="154"/>
                    </a:cubicBezTo>
                    <a:cubicBezTo>
                      <a:pt x="92" y="106"/>
                      <a:pt x="92" y="106"/>
                      <a:pt x="92" y="106"/>
                    </a:cubicBezTo>
                    <a:lnTo>
                      <a:pt x="37" y="106"/>
                    </a:lnTo>
                    <a:close/>
                    <a:moveTo>
                      <a:pt x="88" y="90"/>
                    </a:moveTo>
                    <a:cubicBezTo>
                      <a:pt x="72" y="46"/>
                      <a:pt x="72" y="46"/>
                      <a:pt x="72" y="46"/>
                    </a:cubicBezTo>
                    <a:cubicBezTo>
                      <a:pt x="69" y="36"/>
                      <a:pt x="67" y="26"/>
                      <a:pt x="64" y="18"/>
                    </a:cubicBezTo>
                    <a:cubicBezTo>
                      <a:pt x="64" y="18"/>
                      <a:pt x="64" y="18"/>
                      <a:pt x="64" y="18"/>
                    </a:cubicBezTo>
                    <a:cubicBezTo>
                      <a:pt x="62" y="26"/>
                      <a:pt x="59" y="36"/>
                      <a:pt x="56" y="45"/>
                    </a:cubicBezTo>
                    <a:cubicBezTo>
                      <a:pt x="41" y="90"/>
                      <a:pt x="41" y="90"/>
                      <a:pt x="41" y="90"/>
                    </a:cubicBezTo>
                    <a:lnTo>
                      <a:pt x="88" y="90"/>
                    </a:lnTo>
                    <a:close/>
                  </a:path>
                </a:pathLst>
              </a:custGeom>
              <a:solidFill>
                <a:schemeClr val="bg2"/>
              </a:solidFill>
              <a:ln>
                <a:noFill/>
              </a:ln>
            </p:spPr>
            <p:txBody>
              <a:bodyPr anchor="ctr"/>
              <a:lstStyle/>
              <a:p>
                <a:pPr algn="ctr"/>
              </a:p>
            </p:txBody>
          </p:sp>
          <p:sp>
            <p:nvSpPr>
              <p:cNvPr id="79" name="Freeform: Shape 119"/>
              <p:cNvSpPr/>
              <p:nvPr/>
            </p:nvSpPr>
            <p:spPr bwMode="auto">
              <a:xfrm>
                <a:off x="4528662" y="4427549"/>
                <a:ext cx="156195" cy="248431"/>
              </a:xfrm>
              <a:custGeom>
                <a:avLst/>
                <a:gdLst>
                  <a:gd name="T0" fmla="*/ 0 w 98"/>
                  <a:gd name="T1" fmla="*/ 3 h 156"/>
                  <a:gd name="T2" fmla="*/ 37 w 98"/>
                  <a:gd name="T3" fmla="*/ 0 h 156"/>
                  <a:gd name="T4" fmla="*/ 79 w 98"/>
                  <a:gd name="T5" fmla="*/ 11 h 156"/>
                  <a:gd name="T6" fmla="*/ 92 w 98"/>
                  <a:gd name="T7" fmla="*/ 38 h 156"/>
                  <a:gd name="T8" fmla="*/ 66 w 98"/>
                  <a:gd name="T9" fmla="*/ 72 h 156"/>
                  <a:gd name="T10" fmla="*/ 66 w 98"/>
                  <a:gd name="T11" fmla="*/ 73 h 156"/>
                  <a:gd name="T12" fmla="*/ 98 w 98"/>
                  <a:gd name="T13" fmla="*/ 111 h 156"/>
                  <a:gd name="T14" fmla="*/ 84 w 98"/>
                  <a:gd name="T15" fmla="*/ 142 h 156"/>
                  <a:gd name="T16" fmla="*/ 31 w 98"/>
                  <a:gd name="T17" fmla="*/ 156 h 156"/>
                  <a:gd name="T18" fmla="*/ 0 w 98"/>
                  <a:gd name="T19" fmla="*/ 155 h 156"/>
                  <a:gd name="T20" fmla="*/ 0 w 98"/>
                  <a:gd name="T21" fmla="*/ 3 h 156"/>
                  <a:gd name="T22" fmla="*/ 20 w 98"/>
                  <a:gd name="T23" fmla="*/ 66 h 156"/>
                  <a:gd name="T24" fmla="*/ 38 w 98"/>
                  <a:gd name="T25" fmla="*/ 66 h 156"/>
                  <a:gd name="T26" fmla="*/ 72 w 98"/>
                  <a:gd name="T27" fmla="*/ 40 h 156"/>
                  <a:gd name="T28" fmla="*/ 38 w 98"/>
                  <a:gd name="T29" fmla="*/ 15 h 156"/>
                  <a:gd name="T30" fmla="*/ 20 w 98"/>
                  <a:gd name="T31" fmla="*/ 16 h 156"/>
                  <a:gd name="T32" fmla="*/ 20 w 98"/>
                  <a:gd name="T33" fmla="*/ 66 h 156"/>
                  <a:gd name="T34" fmla="*/ 20 w 98"/>
                  <a:gd name="T35" fmla="*/ 140 h 156"/>
                  <a:gd name="T36" fmla="*/ 37 w 98"/>
                  <a:gd name="T37" fmla="*/ 141 h 156"/>
                  <a:gd name="T38" fmla="*/ 77 w 98"/>
                  <a:gd name="T39" fmla="*/ 111 h 156"/>
                  <a:gd name="T40" fmla="*/ 37 w 98"/>
                  <a:gd name="T41" fmla="*/ 81 h 156"/>
                  <a:gd name="T42" fmla="*/ 20 w 98"/>
                  <a:gd name="T43" fmla="*/ 81 h 156"/>
                  <a:gd name="T44" fmla="*/ 20 w 98"/>
                  <a:gd name="T45" fmla="*/ 14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8" h="156">
                    <a:moveTo>
                      <a:pt x="0" y="3"/>
                    </a:moveTo>
                    <a:cubicBezTo>
                      <a:pt x="9" y="1"/>
                      <a:pt x="23" y="0"/>
                      <a:pt x="37" y="0"/>
                    </a:cubicBezTo>
                    <a:cubicBezTo>
                      <a:pt x="57" y="0"/>
                      <a:pt x="69" y="3"/>
                      <a:pt x="79" y="11"/>
                    </a:cubicBezTo>
                    <a:cubicBezTo>
                      <a:pt x="87" y="17"/>
                      <a:pt x="92" y="26"/>
                      <a:pt x="92" y="38"/>
                    </a:cubicBezTo>
                    <a:cubicBezTo>
                      <a:pt x="92" y="53"/>
                      <a:pt x="82" y="66"/>
                      <a:pt x="66" y="72"/>
                    </a:cubicBezTo>
                    <a:cubicBezTo>
                      <a:pt x="66" y="73"/>
                      <a:pt x="66" y="73"/>
                      <a:pt x="66" y="73"/>
                    </a:cubicBezTo>
                    <a:cubicBezTo>
                      <a:pt x="80" y="76"/>
                      <a:pt x="98" y="88"/>
                      <a:pt x="98" y="111"/>
                    </a:cubicBezTo>
                    <a:cubicBezTo>
                      <a:pt x="98" y="124"/>
                      <a:pt x="92" y="134"/>
                      <a:pt x="84" y="142"/>
                    </a:cubicBezTo>
                    <a:cubicBezTo>
                      <a:pt x="74" y="152"/>
                      <a:pt x="56" y="156"/>
                      <a:pt x="31" y="156"/>
                    </a:cubicBezTo>
                    <a:cubicBezTo>
                      <a:pt x="18" y="156"/>
                      <a:pt x="7" y="156"/>
                      <a:pt x="0" y="155"/>
                    </a:cubicBezTo>
                    <a:lnTo>
                      <a:pt x="0" y="3"/>
                    </a:lnTo>
                    <a:close/>
                    <a:moveTo>
                      <a:pt x="20" y="66"/>
                    </a:moveTo>
                    <a:cubicBezTo>
                      <a:pt x="38" y="66"/>
                      <a:pt x="38" y="66"/>
                      <a:pt x="38" y="66"/>
                    </a:cubicBezTo>
                    <a:cubicBezTo>
                      <a:pt x="59" y="66"/>
                      <a:pt x="72" y="55"/>
                      <a:pt x="72" y="40"/>
                    </a:cubicBezTo>
                    <a:cubicBezTo>
                      <a:pt x="72" y="22"/>
                      <a:pt x="58" y="15"/>
                      <a:pt x="38" y="15"/>
                    </a:cubicBezTo>
                    <a:cubicBezTo>
                      <a:pt x="29" y="15"/>
                      <a:pt x="23" y="16"/>
                      <a:pt x="20" y="16"/>
                    </a:cubicBezTo>
                    <a:lnTo>
                      <a:pt x="20" y="66"/>
                    </a:lnTo>
                    <a:close/>
                    <a:moveTo>
                      <a:pt x="20" y="140"/>
                    </a:moveTo>
                    <a:cubicBezTo>
                      <a:pt x="24" y="141"/>
                      <a:pt x="30" y="141"/>
                      <a:pt x="37" y="141"/>
                    </a:cubicBezTo>
                    <a:cubicBezTo>
                      <a:pt x="58" y="141"/>
                      <a:pt x="77" y="133"/>
                      <a:pt x="77" y="111"/>
                    </a:cubicBezTo>
                    <a:cubicBezTo>
                      <a:pt x="77" y="90"/>
                      <a:pt x="58" y="81"/>
                      <a:pt x="37" y="81"/>
                    </a:cubicBezTo>
                    <a:cubicBezTo>
                      <a:pt x="20" y="81"/>
                      <a:pt x="20" y="81"/>
                      <a:pt x="20" y="81"/>
                    </a:cubicBezTo>
                    <a:lnTo>
                      <a:pt x="20" y="140"/>
                    </a:lnTo>
                    <a:close/>
                  </a:path>
                </a:pathLst>
              </a:custGeom>
              <a:solidFill>
                <a:schemeClr val="bg2"/>
              </a:solidFill>
              <a:ln>
                <a:noFill/>
              </a:ln>
            </p:spPr>
            <p:txBody>
              <a:bodyPr anchor="ctr"/>
              <a:lstStyle/>
              <a:p>
                <a:pPr algn="ctr"/>
              </a:p>
            </p:txBody>
          </p:sp>
          <p:sp>
            <p:nvSpPr>
              <p:cNvPr id="80" name="Freeform: Shape 120"/>
              <p:cNvSpPr/>
              <p:nvPr/>
            </p:nvSpPr>
            <p:spPr bwMode="auto">
              <a:xfrm>
                <a:off x="4552226" y="4741286"/>
                <a:ext cx="157542" cy="213422"/>
              </a:xfrm>
              <a:custGeom>
                <a:avLst/>
                <a:gdLst>
                  <a:gd name="T0" fmla="*/ 99 w 99"/>
                  <a:gd name="T1" fmla="*/ 128 h 134"/>
                  <a:gd name="T2" fmla="*/ 64 w 99"/>
                  <a:gd name="T3" fmla="*/ 134 h 134"/>
                  <a:gd name="T4" fmla="*/ 0 w 99"/>
                  <a:gd name="T5" fmla="*/ 68 h 134"/>
                  <a:gd name="T6" fmla="*/ 68 w 99"/>
                  <a:gd name="T7" fmla="*/ 0 h 134"/>
                  <a:gd name="T8" fmla="*/ 99 w 99"/>
                  <a:gd name="T9" fmla="*/ 5 h 134"/>
                  <a:gd name="T10" fmla="*/ 95 w 99"/>
                  <a:gd name="T11" fmla="*/ 19 h 134"/>
                  <a:gd name="T12" fmla="*/ 69 w 99"/>
                  <a:gd name="T13" fmla="*/ 14 h 134"/>
                  <a:gd name="T14" fmla="*/ 18 w 99"/>
                  <a:gd name="T15" fmla="*/ 67 h 134"/>
                  <a:gd name="T16" fmla="*/ 68 w 99"/>
                  <a:gd name="T17" fmla="*/ 119 h 134"/>
                  <a:gd name="T18" fmla="*/ 95 w 99"/>
                  <a:gd name="T19" fmla="*/ 114 h 134"/>
                  <a:gd name="T20" fmla="*/ 99 w 99"/>
                  <a:gd name="T21" fmla="*/ 128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 h="134">
                    <a:moveTo>
                      <a:pt x="99" y="128"/>
                    </a:moveTo>
                    <a:cubicBezTo>
                      <a:pt x="93" y="131"/>
                      <a:pt x="80" y="134"/>
                      <a:pt x="64" y="134"/>
                    </a:cubicBezTo>
                    <a:cubicBezTo>
                      <a:pt x="28" y="134"/>
                      <a:pt x="0" y="111"/>
                      <a:pt x="0" y="68"/>
                    </a:cubicBezTo>
                    <a:cubicBezTo>
                      <a:pt x="0" y="27"/>
                      <a:pt x="28" y="0"/>
                      <a:pt x="68" y="0"/>
                    </a:cubicBezTo>
                    <a:cubicBezTo>
                      <a:pt x="84" y="0"/>
                      <a:pt x="95" y="3"/>
                      <a:pt x="99" y="5"/>
                    </a:cubicBezTo>
                    <a:cubicBezTo>
                      <a:pt x="95" y="19"/>
                      <a:pt x="95" y="19"/>
                      <a:pt x="95" y="19"/>
                    </a:cubicBezTo>
                    <a:cubicBezTo>
                      <a:pt x="89" y="16"/>
                      <a:pt x="80" y="14"/>
                      <a:pt x="69" y="14"/>
                    </a:cubicBezTo>
                    <a:cubicBezTo>
                      <a:pt x="38" y="14"/>
                      <a:pt x="18" y="33"/>
                      <a:pt x="18" y="67"/>
                    </a:cubicBezTo>
                    <a:cubicBezTo>
                      <a:pt x="18" y="99"/>
                      <a:pt x="36" y="119"/>
                      <a:pt x="68" y="119"/>
                    </a:cubicBezTo>
                    <a:cubicBezTo>
                      <a:pt x="78" y="119"/>
                      <a:pt x="89" y="117"/>
                      <a:pt x="95" y="114"/>
                    </a:cubicBezTo>
                    <a:lnTo>
                      <a:pt x="99" y="128"/>
                    </a:lnTo>
                    <a:close/>
                  </a:path>
                </a:pathLst>
              </a:custGeom>
              <a:solidFill>
                <a:schemeClr val="bg2"/>
              </a:solidFill>
              <a:ln>
                <a:noFill/>
              </a:ln>
            </p:spPr>
            <p:txBody>
              <a:bodyPr anchor="ctr"/>
              <a:lstStyle/>
              <a:p>
                <a:pPr algn="ctr"/>
              </a:p>
            </p:txBody>
          </p:sp>
        </p:grpSp>
        <p:grpSp>
          <p:nvGrpSpPr>
            <p:cNvPr id="35" name="Group 121"/>
            <p:cNvGrpSpPr/>
            <p:nvPr/>
          </p:nvGrpSpPr>
          <p:grpSpPr>
            <a:xfrm>
              <a:off x="12044" y="4425"/>
              <a:ext cx="1011" cy="1136"/>
              <a:chOff x="3918693" y="2872329"/>
              <a:chExt cx="856381" cy="961409"/>
            </a:xfrm>
          </p:grpSpPr>
          <p:sp>
            <p:nvSpPr>
              <p:cNvPr id="60" name="Freeform: Shape 122"/>
              <p:cNvSpPr/>
              <p:nvPr/>
            </p:nvSpPr>
            <p:spPr bwMode="auto">
              <a:xfrm>
                <a:off x="3988712" y="2912052"/>
                <a:ext cx="786362" cy="921686"/>
              </a:xfrm>
              <a:custGeom>
                <a:avLst/>
                <a:gdLst>
                  <a:gd name="T0" fmla="*/ 247 w 494"/>
                  <a:gd name="T1" fmla="*/ 0 h 579"/>
                  <a:gd name="T2" fmla="*/ 0 w 494"/>
                  <a:gd name="T3" fmla="*/ 247 h 579"/>
                  <a:gd name="T4" fmla="*/ 247 w 494"/>
                  <a:gd name="T5" fmla="*/ 494 h 579"/>
                  <a:gd name="T6" fmla="*/ 258 w 494"/>
                  <a:gd name="T7" fmla="*/ 494 h 579"/>
                  <a:gd name="T8" fmla="*/ 358 w 494"/>
                  <a:gd name="T9" fmla="*/ 579 h 579"/>
                  <a:gd name="T10" fmla="*/ 368 w 494"/>
                  <a:gd name="T11" fmla="*/ 462 h 579"/>
                  <a:gd name="T12" fmla="*/ 494 w 494"/>
                  <a:gd name="T13" fmla="*/ 247 h 579"/>
                  <a:gd name="T14" fmla="*/ 247 w 494"/>
                  <a:gd name="T15" fmla="*/ 0 h 5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4" h="579">
                    <a:moveTo>
                      <a:pt x="247" y="0"/>
                    </a:moveTo>
                    <a:cubicBezTo>
                      <a:pt x="110" y="0"/>
                      <a:pt x="0" y="111"/>
                      <a:pt x="0" y="247"/>
                    </a:cubicBezTo>
                    <a:cubicBezTo>
                      <a:pt x="0" y="384"/>
                      <a:pt x="110" y="494"/>
                      <a:pt x="247" y="494"/>
                    </a:cubicBezTo>
                    <a:cubicBezTo>
                      <a:pt x="251" y="494"/>
                      <a:pt x="254" y="494"/>
                      <a:pt x="258" y="494"/>
                    </a:cubicBezTo>
                    <a:cubicBezTo>
                      <a:pt x="358" y="579"/>
                      <a:pt x="358" y="579"/>
                      <a:pt x="358" y="579"/>
                    </a:cubicBezTo>
                    <a:cubicBezTo>
                      <a:pt x="368" y="462"/>
                      <a:pt x="368" y="462"/>
                      <a:pt x="368" y="462"/>
                    </a:cubicBezTo>
                    <a:cubicBezTo>
                      <a:pt x="443" y="420"/>
                      <a:pt x="494" y="340"/>
                      <a:pt x="494" y="247"/>
                    </a:cubicBezTo>
                    <a:cubicBezTo>
                      <a:pt x="494" y="111"/>
                      <a:pt x="383" y="0"/>
                      <a:pt x="247"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Freeform: Shape 123"/>
              <p:cNvSpPr/>
              <p:nvPr/>
            </p:nvSpPr>
            <p:spPr bwMode="auto">
              <a:xfrm>
                <a:off x="3918693" y="2872329"/>
                <a:ext cx="788382" cy="920340"/>
              </a:xfrm>
              <a:custGeom>
                <a:avLst/>
                <a:gdLst>
                  <a:gd name="T0" fmla="*/ 495 w 495"/>
                  <a:gd name="T1" fmla="*/ 247 h 578"/>
                  <a:gd name="T2" fmla="*/ 248 w 495"/>
                  <a:gd name="T3" fmla="*/ 0 h 578"/>
                  <a:gd name="T4" fmla="*/ 0 w 495"/>
                  <a:gd name="T5" fmla="*/ 247 h 578"/>
                  <a:gd name="T6" fmla="*/ 248 w 495"/>
                  <a:gd name="T7" fmla="*/ 494 h 578"/>
                  <a:gd name="T8" fmla="*/ 259 w 495"/>
                  <a:gd name="T9" fmla="*/ 494 h 578"/>
                  <a:gd name="T10" fmla="*/ 359 w 495"/>
                  <a:gd name="T11" fmla="*/ 578 h 578"/>
                  <a:gd name="T12" fmla="*/ 369 w 495"/>
                  <a:gd name="T13" fmla="*/ 462 h 578"/>
                  <a:gd name="T14" fmla="*/ 495 w 495"/>
                  <a:gd name="T15" fmla="*/ 247 h 5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5" h="578">
                    <a:moveTo>
                      <a:pt x="495" y="247"/>
                    </a:moveTo>
                    <a:cubicBezTo>
                      <a:pt x="495" y="110"/>
                      <a:pt x="384" y="0"/>
                      <a:pt x="248" y="0"/>
                    </a:cubicBezTo>
                    <a:cubicBezTo>
                      <a:pt x="111" y="0"/>
                      <a:pt x="0" y="110"/>
                      <a:pt x="0" y="247"/>
                    </a:cubicBezTo>
                    <a:cubicBezTo>
                      <a:pt x="0" y="383"/>
                      <a:pt x="111" y="494"/>
                      <a:pt x="248" y="494"/>
                    </a:cubicBezTo>
                    <a:cubicBezTo>
                      <a:pt x="251" y="494"/>
                      <a:pt x="255" y="494"/>
                      <a:pt x="259" y="494"/>
                    </a:cubicBezTo>
                    <a:cubicBezTo>
                      <a:pt x="359" y="578"/>
                      <a:pt x="359" y="578"/>
                      <a:pt x="359" y="578"/>
                    </a:cubicBezTo>
                    <a:cubicBezTo>
                      <a:pt x="369" y="462"/>
                      <a:pt x="369" y="462"/>
                      <a:pt x="369" y="462"/>
                    </a:cubicBezTo>
                    <a:cubicBezTo>
                      <a:pt x="444" y="419"/>
                      <a:pt x="495" y="339"/>
                      <a:pt x="495" y="247"/>
                    </a:cubicBezTo>
                    <a:close/>
                  </a:path>
                </a:pathLst>
              </a:custGeom>
              <a:solidFill>
                <a:schemeClr val="accent1"/>
              </a:solidFill>
              <a:ln>
                <a:noFill/>
              </a:ln>
            </p:spPr>
            <p:txBody>
              <a:bodyPr anchor="ctr"/>
              <a:lstStyle/>
              <a:p>
                <a:pPr algn="ctr"/>
              </a:p>
            </p:txBody>
          </p:sp>
          <p:sp>
            <p:nvSpPr>
              <p:cNvPr id="62" name="Freeform: Shape 124"/>
              <p:cNvSpPr/>
              <p:nvPr/>
            </p:nvSpPr>
            <p:spPr bwMode="auto">
              <a:xfrm>
                <a:off x="4149620" y="3238580"/>
                <a:ext cx="235639" cy="235639"/>
              </a:xfrm>
              <a:custGeom>
                <a:avLst/>
                <a:gdLst>
                  <a:gd name="T0" fmla="*/ 148 w 148"/>
                  <a:gd name="T1" fmla="*/ 145 h 148"/>
                  <a:gd name="T2" fmla="*/ 145 w 148"/>
                  <a:gd name="T3" fmla="*/ 148 h 148"/>
                  <a:gd name="T4" fmla="*/ 3 w 148"/>
                  <a:gd name="T5" fmla="*/ 148 h 148"/>
                  <a:gd name="T6" fmla="*/ 0 w 148"/>
                  <a:gd name="T7" fmla="*/ 145 h 148"/>
                  <a:gd name="T8" fmla="*/ 0 w 148"/>
                  <a:gd name="T9" fmla="*/ 3 h 148"/>
                  <a:gd name="T10" fmla="*/ 3 w 148"/>
                  <a:gd name="T11" fmla="*/ 0 h 148"/>
                  <a:gd name="T12" fmla="*/ 145 w 148"/>
                  <a:gd name="T13" fmla="*/ 0 h 148"/>
                  <a:gd name="T14" fmla="*/ 148 w 148"/>
                  <a:gd name="T15" fmla="*/ 3 h 148"/>
                  <a:gd name="T16" fmla="*/ 148 w 148"/>
                  <a:gd name="T17" fmla="*/ 145 h 148"/>
                  <a:gd name="T18" fmla="*/ 4 w 148"/>
                  <a:gd name="T19" fmla="*/ 140 h 148"/>
                  <a:gd name="T20" fmla="*/ 144 w 148"/>
                  <a:gd name="T21" fmla="*/ 140 h 148"/>
                  <a:gd name="T22" fmla="*/ 144 w 148"/>
                  <a:gd name="T23" fmla="*/ 8 h 148"/>
                  <a:gd name="T24" fmla="*/ 4 w 148"/>
                  <a:gd name="T25" fmla="*/ 8 h 148"/>
                  <a:gd name="T26" fmla="*/ 4 w 148"/>
                  <a:gd name="T27" fmla="*/ 14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8" h="148">
                    <a:moveTo>
                      <a:pt x="148" y="145"/>
                    </a:moveTo>
                    <a:cubicBezTo>
                      <a:pt x="148" y="147"/>
                      <a:pt x="147" y="148"/>
                      <a:pt x="145" y="148"/>
                    </a:cubicBezTo>
                    <a:cubicBezTo>
                      <a:pt x="3" y="148"/>
                      <a:pt x="3" y="148"/>
                      <a:pt x="3" y="148"/>
                    </a:cubicBezTo>
                    <a:cubicBezTo>
                      <a:pt x="1" y="148"/>
                      <a:pt x="0" y="147"/>
                      <a:pt x="0" y="145"/>
                    </a:cubicBezTo>
                    <a:cubicBezTo>
                      <a:pt x="0" y="3"/>
                      <a:pt x="0" y="3"/>
                      <a:pt x="0" y="3"/>
                    </a:cubicBezTo>
                    <a:cubicBezTo>
                      <a:pt x="0" y="1"/>
                      <a:pt x="1" y="0"/>
                      <a:pt x="3" y="0"/>
                    </a:cubicBezTo>
                    <a:cubicBezTo>
                      <a:pt x="145" y="0"/>
                      <a:pt x="145" y="0"/>
                      <a:pt x="145" y="0"/>
                    </a:cubicBezTo>
                    <a:cubicBezTo>
                      <a:pt x="147" y="0"/>
                      <a:pt x="148" y="1"/>
                      <a:pt x="148" y="3"/>
                    </a:cubicBezTo>
                    <a:lnTo>
                      <a:pt x="148" y="145"/>
                    </a:lnTo>
                    <a:close/>
                    <a:moveTo>
                      <a:pt x="4" y="140"/>
                    </a:moveTo>
                    <a:cubicBezTo>
                      <a:pt x="144" y="140"/>
                      <a:pt x="144" y="140"/>
                      <a:pt x="144" y="140"/>
                    </a:cubicBezTo>
                    <a:cubicBezTo>
                      <a:pt x="144" y="8"/>
                      <a:pt x="144" y="8"/>
                      <a:pt x="144" y="8"/>
                    </a:cubicBezTo>
                    <a:cubicBezTo>
                      <a:pt x="4" y="8"/>
                      <a:pt x="4" y="8"/>
                      <a:pt x="4" y="8"/>
                    </a:cubicBezTo>
                    <a:lnTo>
                      <a:pt x="4" y="140"/>
                    </a:lnTo>
                    <a:close/>
                  </a:path>
                </a:pathLst>
              </a:custGeom>
              <a:solidFill>
                <a:schemeClr val="bg2"/>
              </a:solidFill>
              <a:ln>
                <a:noFill/>
              </a:ln>
            </p:spPr>
            <p:txBody>
              <a:bodyPr anchor="ctr"/>
              <a:lstStyle/>
              <a:p>
                <a:pPr algn="ctr"/>
              </a:p>
            </p:txBody>
          </p:sp>
          <p:sp>
            <p:nvSpPr>
              <p:cNvPr id="63" name="Freeform: Shape 125"/>
              <p:cNvSpPr/>
              <p:nvPr/>
            </p:nvSpPr>
            <p:spPr bwMode="auto">
              <a:xfrm>
                <a:off x="4152986" y="3154423"/>
                <a:ext cx="316430" cy="93582"/>
              </a:xfrm>
              <a:custGeom>
                <a:avLst/>
                <a:gdLst>
                  <a:gd name="T0" fmla="*/ 144 w 199"/>
                  <a:gd name="T1" fmla="*/ 59 h 59"/>
                  <a:gd name="T2" fmla="*/ 142 w 199"/>
                  <a:gd name="T3" fmla="*/ 59 h 59"/>
                  <a:gd name="T4" fmla="*/ 142 w 199"/>
                  <a:gd name="T5" fmla="*/ 55 h 59"/>
                  <a:gd name="T6" fmla="*/ 190 w 199"/>
                  <a:gd name="T7" fmla="*/ 5 h 59"/>
                  <a:gd name="T8" fmla="*/ 55 w 199"/>
                  <a:gd name="T9" fmla="*/ 5 h 59"/>
                  <a:gd name="T10" fmla="*/ 5 w 199"/>
                  <a:gd name="T11" fmla="*/ 58 h 59"/>
                  <a:gd name="T12" fmla="*/ 1 w 199"/>
                  <a:gd name="T13" fmla="*/ 58 h 59"/>
                  <a:gd name="T14" fmla="*/ 1 w 199"/>
                  <a:gd name="T15" fmla="*/ 54 h 59"/>
                  <a:gd name="T16" fmla="*/ 52 w 199"/>
                  <a:gd name="T17" fmla="*/ 1 h 59"/>
                  <a:gd name="T18" fmla="*/ 54 w 199"/>
                  <a:gd name="T19" fmla="*/ 1 h 59"/>
                  <a:gd name="T20" fmla="*/ 196 w 199"/>
                  <a:gd name="T21" fmla="*/ 1 h 59"/>
                  <a:gd name="T22" fmla="*/ 199 w 199"/>
                  <a:gd name="T23" fmla="*/ 2 h 59"/>
                  <a:gd name="T24" fmla="*/ 198 w 199"/>
                  <a:gd name="T25" fmla="*/ 4 h 59"/>
                  <a:gd name="T26" fmla="*/ 146 w 199"/>
                  <a:gd name="T27" fmla="*/ 59 h 59"/>
                  <a:gd name="T28" fmla="*/ 144 w 199"/>
                  <a:gd name="T29"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59">
                    <a:moveTo>
                      <a:pt x="144" y="59"/>
                    </a:moveTo>
                    <a:cubicBezTo>
                      <a:pt x="144" y="59"/>
                      <a:pt x="143" y="59"/>
                      <a:pt x="142" y="59"/>
                    </a:cubicBezTo>
                    <a:cubicBezTo>
                      <a:pt x="141" y="58"/>
                      <a:pt x="141" y="56"/>
                      <a:pt x="142" y="55"/>
                    </a:cubicBezTo>
                    <a:cubicBezTo>
                      <a:pt x="190" y="5"/>
                      <a:pt x="190" y="5"/>
                      <a:pt x="190" y="5"/>
                    </a:cubicBezTo>
                    <a:cubicBezTo>
                      <a:pt x="55" y="5"/>
                      <a:pt x="55" y="5"/>
                      <a:pt x="55" y="5"/>
                    </a:cubicBezTo>
                    <a:cubicBezTo>
                      <a:pt x="5" y="58"/>
                      <a:pt x="5" y="58"/>
                      <a:pt x="5" y="58"/>
                    </a:cubicBezTo>
                    <a:cubicBezTo>
                      <a:pt x="4" y="59"/>
                      <a:pt x="2" y="59"/>
                      <a:pt x="1" y="58"/>
                    </a:cubicBezTo>
                    <a:cubicBezTo>
                      <a:pt x="0" y="57"/>
                      <a:pt x="0" y="55"/>
                      <a:pt x="1" y="54"/>
                    </a:cubicBezTo>
                    <a:cubicBezTo>
                      <a:pt x="52" y="1"/>
                      <a:pt x="52" y="1"/>
                      <a:pt x="52" y="1"/>
                    </a:cubicBezTo>
                    <a:cubicBezTo>
                      <a:pt x="52" y="0"/>
                      <a:pt x="53" y="1"/>
                      <a:pt x="54" y="1"/>
                    </a:cubicBezTo>
                    <a:cubicBezTo>
                      <a:pt x="196" y="1"/>
                      <a:pt x="196" y="1"/>
                      <a:pt x="196" y="1"/>
                    </a:cubicBezTo>
                    <a:cubicBezTo>
                      <a:pt x="197" y="1"/>
                      <a:pt x="198" y="1"/>
                      <a:pt x="199" y="2"/>
                    </a:cubicBezTo>
                    <a:cubicBezTo>
                      <a:pt x="199" y="3"/>
                      <a:pt x="199" y="3"/>
                      <a:pt x="198" y="4"/>
                    </a:cubicBezTo>
                    <a:cubicBezTo>
                      <a:pt x="146" y="59"/>
                      <a:pt x="146" y="59"/>
                      <a:pt x="146" y="59"/>
                    </a:cubicBezTo>
                    <a:cubicBezTo>
                      <a:pt x="146" y="59"/>
                      <a:pt x="145" y="59"/>
                      <a:pt x="144" y="59"/>
                    </a:cubicBezTo>
                    <a:close/>
                  </a:path>
                </a:pathLst>
              </a:custGeom>
              <a:solidFill>
                <a:schemeClr val="bg2"/>
              </a:solidFill>
              <a:ln>
                <a:noFill/>
              </a:ln>
            </p:spPr>
            <p:txBody>
              <a:bodyPr anchor="ctr"/>
              <a:lstStyle/>
              <a:p>
                <a:pPr algn="ctr"/>
              </a:p>
            </p:txBody>
          </p:sp>
          <p:sp>
            <p:nvSpPr>
              <p:cNvPr id="64" name="Freeform: Shape 126"/>
              <p:cNvSpPr/>
              <p:nvPr/>
            </p:nvSpPr>
            <p:spPr bwMode="auto">
              <a:xfrm>
                <a:off x="4379199" y="3155770"/>
                <a:ext cx="93582" cy="318450"/>
              </a:xfrm>
              <a:custGeom>
                <a:avLst/>
                <a:gdLst>
                  <a:gd name="T0" fmla="*/ 3 w 59"/>
                  <a:gd name="T1" fmla="*/ 200 h 200"/>
                  <a:gd name="T2" fmla="*/ 1 w 59"/>
                  <a:gd name="T3" fmla="*/ 199 h 200"/>
                  <a:gd name="T4" fmla="*/ 1 w 59"/>
                  <a:gd name="T5" fmla="*/ 195 h 200"/>
                  <a:gd name="T6" fmla="*/ 53 w 59"/>
                  <a:gd name="T7" fmla="*/ 138 h 200"/>
                  <a:gd name="T8" fmla="*/ 52 w 59"/>
                  <a:gd name="T9" fmla="*/ 2 h 200"/>
                  <a:gd name="T10" fmla="*/ 54 w 59"/>
                  <a:gd name="T11" fmla="*/ 0 h 200"/>
                  <a:gd name="T12" fmla="*/ 57 w 59"/>
                  <a:gd name="T13" fmla="*/ 2 h 200"/>
                  <a:gd name="T14" fmla="*/ 59 w 59"/>
                  <a:gd name="T15" fmla="*/ 139 h 200"/>
                  <a:gd name="T16" fmla="*/ 58 w 59"/>
                  <a:gd name="T17" fmla="*/ 141 h 200"/>
                  <a:gd name="T18" fmla="*/ 5 w 59"/>
                  <a:gd name="T19" fmla="*/ 199 h 200"/>
                  <a:gd name="T20" fmla="*/ 3 w 59"/>
                  <a:gd name="T21"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200">
                    <a:moveTo>
                      <a:pt x="3" y="200"/>
                    </a:moveTo>
                    <a:cubicBezTo>
                      <a:pt x="2" y="200"/>
                      <a:pt x="2" y="199"/>
                      <a:pt x="1" y="199"/>
                    </a:cubicBezTo>
                    <a:cubicBezTo>
                      <a:pt x="0" y="198"/>
                      <a:pt x="0" y="196"/>
                      <a:pt x="1" y="195"/>
                    </a:cubicBezTo>
                    <a:cubicBezTo>
                      <a:pt x="53" y="138"/>
                      <a:pt x="53" y="138"/>
                      <a:pt x="53" y="138"/>
                    </a:cubicBezTo>
                    <a:cubicBezTo>
                      <a:pt x="52" y="2"/>
                      <a:pt x="52" y="2"/>
                      <a:pt x="52" y="2"/>
                    </a:cubicBezTo>
                    <a:cubicBezTo>
                      <a:pt x="52" y="1"/>
                      <a:pt x="53" y="0"/>
                      <a:pt x="54" y="0"/>
                    </a:cubicBezTo>
                    <a:cubicBezTo>
                      <a:pt x="56" y="0"/>
                      <a:pt x="57" y="1"/>
                      <a:pt x="57" y="2"/>
                    </a:cubicBezTo>
                    <a:cubicBezTo>
                      <a:pt x="59" y="139"/>
                      <a:pt x="59" y="139"/>
                      <a:pt x="59" y="139"/>
                    </a:cubicBezTo>
                    <a:cubicBezTo>
                      <a:pt x="59" y="140"/>
                      <a:pt x="59" y="140"/>
                      <a:pt x="58" y="141"/>
                    </a:cubicBezTo>
                    <a:cubicBezTo>
                      <a:pt x="5" y="199"/>
                      <a:pt x="5" y="199"/>
                      <a:pt x="5" y="199"/>
                    </a:cubicBezTo>
                    <a:cubicBezTo>
                      <a:pt x="4" y="199"/>
                      <a:pt x="4" y="200"/>
                      <a:pt x="3" y="200"/>
                    </a:cubicBezTo>
                    <a:close/>
                  </a:path>
                </a:pathLst>
              </a:custGeom>
              <a:solidFill>
                <a:schemeClr val="bg2"/>
              </a:solidFill>
              <a:ln>
                <a:noFill/>
              </a:ln>
            </p:spPr>
            <p:txBody>
              <a:bodyPr anchor="ctr"/>
              <a:lstStyle/>
              <a:p>
                <a:pPr algn="ctr"/>
              </a:p>
            </p:txBody>
          </p:sp>
          <p:sp>
            <p:nvSpPr>
              <p:cNvPr id="65" name="Freeform: Shape 127"/>
              <p:cNvSpPr/>
              <p:nvPr/>
            </p:nvSpPr>
            <p:spPr bwMode="auto">
              <a:xfrm>
                <a:off x="4235796" y="3154423"/>
                <a:ext cx="9426" cy="20198"/>
              </a:xfrm>
              <a:custGeom>
                <a:avLst/>
                <a:gdLst>
                  <a:gd name="T0" fmla="*/ 3 w 6"/>
                  <a:gd name="T1" fmla="*/ 13 h 13"/>
                  <a:gd name="T2" fmla="*/ 0 w 6"/>
                  <a:gd name="T3" fmla="*/ 9 h 13"/>
                  <a:gd name="T4" fmla="*/ 0 w 6"/>
                  <a:gd name="T5" fmla="*/ 4 h 13"/>
                  <a:gd name="T6" fmla="*/ 3 w 6"/>
                  <a:gd name="T7" fmla="*/ 1 h 13"/>
                  <a:gd name="T8" fmla="*/ 6 w 6"/>
                  <a:gd name="T9" fmla="*/ 3 h 13"/>
                  <a:gd name="T10" fmla="*/ 6 w 6"/>
                  <a:gd name="T11" fmla="*/ 9 h 13"/>
                  <a:gd name="T12" fmla="*/ 3 w 6"/>
                  <a:gd name="T13" fmla="*/ 13 h 13"/>
                </a:gdLst>
                <a:ahLst/>
                <a:cxnLst>
                  <a:cxn ang="0">
                    <a:pos x="T0" y="T1"/>
                  </a:cxn>
                  <a:cxn ang="0">
                    <a:pos x="T2" y="T3"/>
                  </a:cxn>
                  <a:cxn ang="0">
                    <a:pos x="T4" y="T5"/>
                  </a:cxn>
                  <a:cxn ang="0">
                    <a:pos x="T6" y="T7"/>
                  </a:cxn>
                  <a:cxn ang="0">
                    <a:pos x="T8" y="T9"/>
                  </a:cxn>
                  <a:cxn ang="0">
                    <a:pos x="T10" y="T11"/>
                  </a:cxn>
                  <a:cxn ang="0">
                    <a:pos x="T12" y="T13"/>
                  </a:cxn>
                </a:cxnLst>
                <a:rect l="0" t="0" r="r" b="b"/>
                <a:pathLst>
                  <a:path w="6" h="13">
                    <a:moveTo>
                      <a:pt x="3" y="13"/>
                    </a:moveTo>
                    <a:cubicBezTo>
                      <a:pt x="1" y="13"/>
                      <a:pt x="0" y="11"/>
                      <a:pt x="0" y="9"/>
                    </a:cubicBezTo>
                    <a:cubicBezTo>
                      <a:pt x="0" y="4"/>
                      <a:pt x="0" y="4"/>
                      <a:pt x="0" y="4"/>
                    </a:cubicBezTo>
                    <a:cubicBezTo>
                      <a:pt x="0" y="2"/>
                      <a:pt x="1" y="1"/>
                      <a:pt x="3" y="1"/>
                    </a:cubicBezTo>
                    <a:cubicBezTo>
                      <a:pt x="4" y="0"/>
                      <a:pt x="6" y="2"/>
                      <a:pt x="6" y="3"/>
                    </a:cubicBezTo>
                    <a:cubicBezTo>
                      <a:pt x="6" y="9"/>
                      <a:pt x="6" y="9"/>
                      <a:pt x="6" y="9"/>
                    </a:cubicBezTo>
                    <a:cubicBezTo>
                      <a:pt x="6" y="11"/>
                      <a:pt x="4" y="13"/>
                      <a:pt x="3" y="13"/>
                    </a:cubicBezTo>
                    <a:close/>
                  </a:path>
                </a:pathLst>
              </a:custGeom>
              <a:solidFill>
                <a:schemeClr val="bg2"/>
              </a:solidFill>
              <a:ln>
                <a:noFill/>
              </a:ln>
            </p:spPr>
            <p:txBody>
              <a:bodyPr anchor="ctr"/>
              <a:lstStyle/>
              <a:p>
                <a:pPr algn="ctr"/>
              </a:p>
            </p:txBody>
          </p:sp>
          <p:sp>
            <p:nvSpPr>
              <p:cNvPr id="66" name="Freeform: Shape 128"/>
              <p:cNvSpPr/>
              <p:nvPr/>
            </p:nvSpPr>
            <p:spPr bwMode="auto">
              <a:xfrm>
                <a:off x="4171837" y="3180007"/>
                <a:ext cx="74731" cy="273342"/>
              </a:xfrm>
              <a:custGeom>
                <a:avLst/>
                <a:gdLst>
                  <a:gd name="T0" fmla="*/ 1 w 47"/>
                  <a:gd name="T1" fmla="*/ 171 h 172"/>
                  <a:gd name="T2" fmla="*/ 8 w 47"/>
                  <a:gd name="T3" fmla="*/ 159 h 172"/>
                  <a:gd name="T4" fmla="*/ 12 w 47"/>
                  <a:gd name="T5" fmla="*/ 163 h 172"/>
                  <a:gd name="T6" fmla="*/ 3 w 47"/>
                  <a:gd name="T7" fmla="*/ 172 h 172"/>
                  <a:gd name="T8" fmla="*/ 15 w 47"/>
                  <a:gd name="T9" fmla="*/ 155 h 172"/>
                  <a:gd name="T10" fmla="*/ 22 w 47"/>
                  <a:gd name="T11" fmla="*/ 144 h 172"/>
                  <a:gd name="T12" fmla="*/ 26 w 47"/>
                  <a:gd name="T13" fmla="*/ 147 h 172"/>
                  <a:gd name="T14" fmla="*/ 17 w 47"/>
                  <a:gd name="T15" fmla="*/ 156 h 172"/>
                  <a:gd name="T16" fmla="*/ 30 w 47"/>
                  <a:gd name="T17" fmla="*/ 139 h 172"/>
                  <a:gd name="T18" fmla="*/ 37 w 47"/>
                  <a:gd name="T19" fmla="*/ 128 h 172"/>
                  <a:gd name="T20" fmla="*/ 41 w 47"/>
                  <a:gd name="T21" fmla="*/ 131 h 172"/>
                  <a:gd name="T22" fmla="*/ 32 w 47"/>
                  <a:gd name="T23" fmla="*/ 140 h 172"/>
                  <a:gd name="T24" fmla="*/ 42 w 47"/>
                  <a:gd name="T25" fmla="*/ 122 h 172"/>
                  <a:gd name="T26" fmla="*/ 45 w 47"/>
                  <a:gd name="T27" fmla="*/ 108 h 172"/>
                  <a:gd name="T28" fmla="*/ 47 w 47"/>
                  <a:gd name="T29" fmla="*/ 122 h 172"/>
                  <a:gd name="T30" fmla="*/ 44 w 47"/>
                  <a:gd name="T31" fmla="*/ 105 h 172"/>
                  <a:gd name="T32" fmla="*/ 42 w 47"/>
                  <a:gd name="T33" fmla="*/ 90 h 172"/>
                  <a:gd name="T34" fmla="*/ 47 w 47"/>
                  <a:gd name="T35" fmla="*/ 89 h 172"/>
                  <a:gd name="T36" fmla="*/ 44 w 47"/>
                  <a:gd name="T37" fmla="*/ 105 h 172"/>
                  <a:gd name="T38" fmla="*/ 41 w 47"/>
                  <a:gd name="T39" fmla="*/ 80 h 172"/>
                  <a:gd name="T40" fmla="*/ 44 w 47"/>
                  <a:gd name="T41" fmla="*/ 65 h 172"/>
                  <a:gd name="T42" fmla="*/ 47 w 47"/>
                  <a:gd name="T43" fmla="*/ 80 h 172"/>
                  <a:gd name="T44" fmla="*/ 44 w 47"/>
                  <a:gd name="T45" fmla="*/ 61 h 172"/>
                  <a:gd name="T46" fmla="*/ 41 w 47"/>
                  <a:gd name="T47" fmla="*/ 47 h 172"/>
                  <a:gd name="T48" fmla="*/ 46 w 47"/>
                  <a:gd name="T49" fmla="*/ 46 h 172"/>
                  <a:gd name="T50" fmla="*/ 44 w 47"/>
                  <a:gd name="T51" fmla="*/ 61 h 172"/>
                  <a:gd name="T52" fmla="*/ 41 w 47"/>
                  <a:gd name="T53" fmla="*/ 35 h 172"/>
                  <a:gd name="T54" fmla="*/ 43 w 47"/>
                  <a:gd name="T55" fmla="*/ 22 h 172"/>
                  <a:gd name="T56" fmla="*/ 46 w 47"/>
                  <a:gd name="T57" fmla="*/ 35 h 172"/>
                  <a:gd name="T58" fmla="*/ 43 w 47"/>
                  <a:gd name="T59" fmla="*/ 37 h 172"/>
                  <a:gd name="T60" fmla="*/ 40 w 47"/>
                  <a:gd name="T61" fmla="*/ 12 h 172"/>
                  <a:gd name="T62" fmla="*/ 43 w 47"/>
                  <a:gd name="T63" fmla="*/ 0 h 172"/>
                  <a:gd name="T64" fmla="*/ 46 w 47"/>
                  <a:gd name="T65" fmla="*/ 1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7" h="172">
                    <a:moveTo>
                      <a:pt x="3" y="172"/>
                    </a:moveTo>
                    <a:cubicBezTo>
                      <a:pt x="2" y="172"/>
                      <a:pt x="1" y="172"/>
                      <a:pt x="1" y="171"/>
                    </a:cubicBezTo>
                    <a:cubicBezTo>
                      <a:pt x="0" y="170"/>
                      <a:pt x="0" y="168"/>
                      <a:pt x="1" y="167"/>
                    </a:cubicBezTo>
                    <a:cubicBezTo>
                      <a:pt x="8" y="159"/>
                      <a:pt x="8" y="159"/>
                      <a:pt x="8" y="159"/>
                    </a:cubicBezTo>
                    <a:cubicBezTo>
                      <a:pt x="9" y="158"/>
                      <a:pt x="11" y="158"/>
                      <a:pt x="12" y="159"/>
                    </a:cubicBezTo>
                    <a:cubicBezTo>
                      <a:pt x="13" y="160"/>
                      <a:pt x="13" y="162"/>
                      <a:pt x="12" y="163"/>
                    </a:cubicBezTo>
                    <a:cubicBezTo>
                      <a:pt x="5" y="171"/>
                      <a:pt x="5" y="171"/>
                      <a:pt x="5" y="171"/>
                    </a:cubicBezTo>
                    <a:cubicBezTo>
                      <a:pt x="4" y="171"/>
                      <a:pt x="3" y="172"/>
                      <a:pt x="3" y="172"/>
                    </a:cubicBezTo>
                    <a:close/>
                    <a:moveTo>
                      <a:pt x="17" y="156"/>
                    </a:moveTo>
                    <a:cubicBezTo>
                      <a:pt x="16" y="156"/>
                      <a:pt x="16" y="156"/>
                      <a:pt x="15" y="155"/>
                    </a:cubicBezTo>
                    <a:cubicBezTo>
                      <a:pt x="14" y="154"/>
                      <a:pt x="14" y="153"/>
                      <a:pt x="15" y="151"/>
                    </a:cubicBezTo>
                    <a:cubicBezTo>
                      <a:pt x="22" y="144"/>
                      <a:pt x="22" y="144"/>
                      <a:pt x="22" y="144"/>
                    </a:cubicBezTo>
                    <a:cubicBezTo>
                      <a:pt x="23" y="142"/>
                      <a:pt x="25" y="142"/>
                      <a:pt x="26" y="143"/>
                    </a:cubicBezTo>
                    <a:cubicBezTo>
                      <a:pt x="27" y="144"/>
                      <a:pt x="27" y="146"/>
                      <a:pt x="26" y="147"/>
                    </a:cubicBezTo>
                    <a:cubicBezTo>
                      <a:pt x="19" y="155"/>
                      <a:pt x="19" y="155"/>
                      <a:pt x="19" y="155"/>
                    </a:cubicBezTo>
                    <a:cubicBezTo>
                      <a:pt x="19" y="156"/>
                      <a:pt x="18" y="156"/>
                      <a:pt x="17" y="156"/>
                    </a:cubicBezTo>
                    <a:close/>
                    <a:moveTo>
                      <a:pt x="32" y="140"/>
                    </a:moveTo>
                    <a:cubicBezTo>
                      <a:pt x="31" y="140"/>
                      <a:pt x="30" y="140"/>
                      <a:pt x="30" y="139"/>
                    </a:cubicBezTo>
                    <a:cubicBezTo>
                      <a:pt x="29" y="138"/>
                      <a:pt x="29" y="137"/>
                      <a:pt x="30" y="136"/>
                    </a:cubicBezTo>
                    <a:cubicBezTo>
                      <a:pt x="37" y="128"/>
                      <a:pt x="37" y="128"/>
                      <a:pt x="37" y="128"/>
                    </a:cubicBezTo>
                    <a:cubicBezTo>
                      <a:pt x="38" y="127"/>
                      <a:pt x="40" y="127"/>
                      <a:pt x="41" y="128"/>
                    </a:cubicBezTo>
                    <a:cubicBezTo>
                      <a:pt x="42" y="129"/>
                      <a:pt x="42" y="130"/>
                      <a:pt x="41" y="131"/>
                    </a:cubicBezTo>
                    <a:cubicBezTo>
                      <a:pt x="34" y="139"/>
                      <a:pt x="34" y="139"/>
                      <a:pt x="34" y="139"/>
                    </a:cubicBezTo>
                    <a:cubicBezTo>
                      <a:pt x="33" y="140"/>
                      <a:pt x="32" y="140"/>
                      <a:pt x="32" y="140"/>
                    </a:cubicBezTo>
                    <a:close/>
                    <a:moveTo>
                      <a:pt x="45" y="125"/>
                    </a:moveTo>
                    <a:cubicBezTo>
                      <a:pt x="43" y="125"/>
                      <a:pt x="42" y="123"/>
                      <a:pt x="42" y="122"/>
                    </a:cubicBezTo>
                    <a:cubicBezTo>
                      <a:pt x="42" y="111"/>
                      <a:pt x="42" y="111"/>
                      <a:pt x="42" y="111"/>
                    </a:cubicBezTo>
                    <a:cubicBezTo>
                      <a:pt x="42" y="109"/>
                      <a:pt x="43" y="108"/>
                      <a:pt x="45" y="108"/>
                    </a:cubicBezTo>
                    <a:cubicBezTo>
                      <a:pt x="46" y="108"/>
                      <a:pt x="47" y="109"/>
                      <a:pt x="47" y="110"/>
                    </a:cubicBezTo>
                    <a:cubicBezTo>
                      <a:pt x="47" y="122"/>
                      <a:pt x="47" y="122"/>
                      <a:pt x="47" y="122"/>
                    </a:cubicBezTo>
                    <a:cubicBezTo>
                      <a:pt x="47" y="123"/>
                      <a:pt x="46" y="125"/>
                      <a:pt x="45" y="125"/>
                    </a:cubicBezTo>
                    <a:close/>
                    <a:moveTo>
                      <a:pt x="44" y="105"/>
                    </a:moveTo>
                    <a:cubicBezTo>
                      <a:pt x="43" y="105"/>
                      <a:pt x="42" y="103"/>
                      <a:pt x="42" y="101"/>
                    </a:cubicBezTo>
                    <a:cubicBezTo>
                      <a:pt x="42" y="90"/>
                      <a:pt x="42" y="90"/>
                      <a:pt x="42" y="90"/>
                    </a:cubicBezTo>
                    <a:cubicBezTo>
                      <a:pt x="42" y="88"/>
                      <a:pt x="43" y="87"/>
                      <a:pt x="44" y="87"/>
                    </a:cubicBezTo>
                    <a:cubicBezTo>
                      <a:pt x="46" y="86"/>
                      <a:pt x="47" y="88"/>
                      <a:pt x="47" y="89"/>
                    </a:cubicBezTo>
                    <a:cubicBezTo>
                      <a:pt x="47" y="101"/>
                      <a:pt x="47" y="101"/>
                      <a:pt x="47" y="101"/>
                    </a:cubicBezTo>
                    <a:cubicBezTo>
                      <a:pt x="47" y="103"/>
                      <a:pt x="46" y="105"/>
                      <a:pt x="44" y="105"/>
                    </a:cubicBezTo>
                    <a:close/>
                    <a:moveTo>
                      <a:pt x="44" y="85"/>
                    </a:moveTo>
                    <a:cubicBezTo>
                      <a:pt x="43" y="85"/>
                      <a:pt x="41" y="82"/>
                      <a:pt x="41" y="80"/>
                    </a:cubicBezTo>
                    <a:cubicBezTo>
                      <a:pt x="41" y="69"/>
                      <a:pt x="41" y="69"/>
                      <a:pt x="41" y="69"/>
                    </a:cubicBezTo>
                    <a:cubicBezTo>
                      <a:pt x="41" y="67"/>
                      <a:pt x="42" y="65"/>
                      <a:pt x="44" y="65"/>
                    </a:cubicBezTo>
                    <a:cubicBezTo>
                      <a:pt x="45" y="65"/>
                      <a:pt x="47" y="66"/>
                      <a:pt x="47" y="68"/>
                    </a:cubicBezTo>
                    <a:cubicBezTo>
                      <a:pt x="47" y="80"/>
                      <a:pt x="47" y="80"/>
                      <a:pt x="47" y="80"/>
                    </a:cubicBezTo>
                    <a:cubicBezTo>
                      <a:pt x="47" y="82"/>
                      <a:pt x="46" y="85"/>
                      <a:pt x="44" y="85"/>
                    </a:cubicBezTo>
                    <a:close/>
                    <a:moveTo>
                      <a:pt x="44" y="61"/>
                    </a:moveTo>
                    <a:cubicBezTo>
                      <a:pt x="42" y="61"/>
                      <a:pt x="41" y="59"/>
                      <a:pt x="41" y="58"/>
                    </a:cubicBezTo>
                    <a:cubicBezTo>
                      <a:pt x="41" y="47"/>
                      <a:pt x="41" y="47"/>
                      <a:pt x="41" y="47"/>
                    </a:cubicBezTo>
                    <a:cubicBezTo>
                      <a:pt x="41" y="45"/>
                      <a:pt x="42" y="44"/>
                      <a:pt x="44" y="44"/>
                    </a:cubicBezTo>
                    <a:cubicBezTo>
                      <a:pt x="45" y="43"/>
                      <a:pt x="46" y="45"/>
                      <a:pt x="46" y="46"/>
                    </a:cubicBezTo>
                    <a:cubicBezTo>
                      <a:pt x="47" y="58"/>
                      <a:pt x="47" y="58"/>
                      <a:pt x="47" y="58"/>
                    </a:cubicBezTo>
                    <a:cubicBezTo>
                      <a:pt x="47" y="59"/>
                      <a:pt x="45" y="61"/>
                      <a:pt x="44" y="61"/>
                    </a:cubicBezTo>
                    <a:close/>
                    <a:moveTo>
                      <a:pt x="43" y="37"/>
                    </a:moveTo>
                    <a:cubicBezTo>
                      <a:pt x="42" y="37"/>
                      <a:pt x="41" y="36"/>
                      <a:pt x="41" y="35"/>
                    </a:cubicBezTo>
                    <a:cubicBezTo>
                      <a:pt x="41" y="24"/>
                      <a:pt x="41" y="24"/>
                      <a:pt x="41" y="24"/>
                    </a:cubicBezTo>
                    <a:cubicBezTo>
                      <a:pt x="41" y="23"/>
                      <a:pt x="42" y="22"/>
                      <a:pt x="43" y="22"/>
                    </a:cubicBezTo>
                    <a:cubicBezTo>
                      <a:pt x="45" y="22"/>
                      <a:pt x="46" y="23"/>
                      <a:pt x="46" y="25"/>
                    </a:cubicBezTo>
                    <a:cubicBezTo>
                      <a:pt x="46" y="35"/>
                      <a:pt x="46" y="35"/>
                      <a:pt x="46" y="35"/>
                    </a:cubicBezTo>
                    <a:cubicBezTo>
                      <a:pt x="46" y="36"/>
                      <a:pt x="45" y="37"/>
                      <a:pt x="44" y="37"/>
                    </a:cubicBezTo>
                    <a:lnTo>
                      <a:pt x="43" y="37"/>
                    </a:lnTo>
                    <a:close/>
                    <a:moveTo>
                      <a:pt x="43" y="13"/>
                    </a:moveTo>
                    <a:cubicBezTo>
                      <a:pt x="42" y="13"/>
                      <a:pt x="40" y="14"/>
                      <a:pt x="40" y="12"/>
                    </a:cubicBezTo>
                    <a:cubicBezTo>
                      <a:pt x="40" y="2"/>
                      <a:pt x="40" y="2"/>
                      <a:pt x="40" y="2"/>
                    </a:cubicBezTo>
                    <a:cubicBezTo>
                      <a:pt x="40" y="1"/>
                      <a:pt x="41" y="0"/>
                      <a:pt x="43" y="0"/>
                    </a:cubicBezTo>
                    <a:cubicBezTo>
                      <a:pt x="44" y="0"/>
                      <a:pt x="46" y="1"/>
                      <a:pt x="46" y="3"/>
                    </a:cubicBezTo>
                    <a:cubicBezTo>
                      <a:pt x="46" y="12"/>
                      <a:pt x="46" y="12"/>
                      <a:pt x="46" y="12"/>
                    </a:cubicBezTo>
                    <a:cubicBezTo>
                      <a:pt x="46" y="13"/>
                      <a:pt x="45" y="13"/>
                      <a:pt x="43" y="13"/>
                    </a:cubicBezTo>
                    <a:close/>
                  </a:path>
                </a:pathLst>
              </a:custGeom>
              <a:solidFill>
                <a:schemeClr val="bg2"/>
              </a:solidFill>
              <a:ln>
                <a:noFill/>
              </a:ln>
            </p:spPr>
            <p:txBody>
              <a:bodyPr anchor="ctr"/>
              <a:lstStyle/>
              <a:p>
                <a:pPr algn="ctr"/>
              </a:p>
            </p:txBody>
          </p:sp>
          <p:sp>
            <p:nvSpPr>
              <p:cNvPr id="67" name="Freeform: Shape 129"/>
              <p:cNvSpPr/>
              <p:nvPr/>
            </p:nvSpPr>
            <p:spPr bwMode="auto">
              <a:xfrm>
                <a:off x="4154332" y="3456715"/>
                <a:ext cx="14138" cy="16158"/>
              </a:xfrm>
              <a:custGeom>
                <a:avLst/>
                <a:gdLst>
                  <a:gd name="T0" fmla="*/ 3 w 9"/>
                  <a:gd name="T1" fmla="*/ 10 h 10"/>
                  <a:gd name="T2" fmla="*/ 1 w 9"/>
                  <a:gd name="T3" fmla="*/ 9 h 10"/>
                  <a:gd name="T4" fmla="*/ 1 w 9"/>
                  <a:gd name="T5" fmla="*/ 5 h 10"/>
                  <a:gd name="T6" fmla="*/ 4 w 9"/>
                  <a:gd name="T7" fmla="*/ 1 h 10"/>
                  <a:gd name="T8" fmla="*/ 8 w 9"/>
                  <a:gd name="T9" fmla="*/ 1 h 10"/>
                  <a:gd name="T10" fmla="*/ 8 w 9"/>
                  <a:gd name="T11" fmla="*/ 5 h 10"/>
                  <a:gd name="T12" fmla="*/ 5 w 9"/>
                  <a:gd name="T13" fmla="*/ 9 h 10"/>
                  <a:gd name="T14" fmla="*/ 3 w 9"/>
                  <a:gd name="T15" fmla="*/ 10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10">
                    <a:moveTo>
                      <a:pt x="3" y="10"/>
                    </a:moveTo>
                    <a:cubicBezTo>
                      <a:pt x="2" y="10"/>
                      <a:pt x="1" y="9"/>
                      <a:pt x="1" y="9"/>
                    </a:cubicBezTo>
                    <a:cubicBezTo>
                      <a:pt x="0" y="8"/>
                      <a:pt x="0" y="6"/>
                      <a:pt x="1" y="5"/>
                    </a:cubicBezTo>
                    <a:cubicBezTo>
                      <a:pt x="4" y="1"/>
                      <a:pt x="4" y="1"/>
                      <a:pt x="4" y="1"/>
                    </a:cubicBezTo>
                    <a:cubicBezTo>
                      <a:pt x="5" y="0"/>
                      <a:pt x="7" y="0"/>
                      <a:pt x="8" y="1"/>
                    </a:cubicBezTo>
                    <a:cubicBezTo>
                      <a:pt x="9" y="2"/>
                      <a:pt x="9" y="4"/>
                      <a:pt x="8" y="5"/>
                    </a:cubicBezTo>
                    <a:cubicBezTo>
                      <a:pt x="5" y="9"/>
                      <a:pt x="5" y="9"/>
                      <a:pt x="5" y="9"/>
                    </a:cubicBezTo>
                    <a:cubicBezTo>
                      <a:pt x="4" y="9"/>
                      <a:pt x="3" y="10"/>
                      <a:pt x="3" y="10"/>
                    </a:cubicBezTo>
                    <a:close/>
                  </a:path>
                </a:pathLst>
              </a:custGeom>
              <a:solidFill>
                <a:schemeClr val="bg2"/>
              </a:solidFill>
              <a:ln>
                <a:noFill/>
              </a:ln>
            </p:spPr>
            <p:txBody>
              <a:bodyPr anchor="ctr"/>
              <a:lstStyle/>
              <a:p>
                <a:pPr algn="ctr"/>
              </a:p>
            </p:txBody>
          </p:sp>
          <p:sp>
            <p:nvSpPr>
              <p:cNvPr id="68" name="Freeform: Shape 130"/>
              <p:cNvSpPr/>
              <p:nvPr/>
            </p:nvSpPr>
            <p:spPr bwMode="auto">
              <a:xfrm>
                <a:off x="4238489" y="3372558"/>
                <a:ext cx="17505" cy="6059"/>
              </a:xfrm>
              <a:custGeom>
                <a:avLst/>
                <a:gdLst>
                  <a:gd name="T0" fmla="*/ 8 w 11"/>
                  <a:gd name="T1" fmla="*/ 4 h 4"/>
                  <a:gd name="T2" fmla="*/ 8 w 11"/>
                  <a:gd name="T3" fmla="*/ 4 h 4"/>
                  <a:gd name="T4" fmla="*/ 3 w 11"/>
                  <a:gd name="T5" fmla="*/ 4 h 4"/>
                  <a:gd name="T6" fmla="*/ 0 w 11"/>
                  <a:gd name="T7" fmla="*/ 2 h 4"/>
                  <a:gd name="T8" fmla="*/ 3 w 11"/>
                  <a:gd name="T9" fmla="*/ 0 h 4"/>
                  <a:gd name="T10" fmla="*/ 3 w 11"/>
                  <a:gd name="T11" fmla="*/ 0 h 4"/>
                  <a:gd name="T12" fmla="*/ 8 w 11"/>
                  <a:gd name="T13" fmla="*/ 0 h 4"/>
                  <a:gd name="T14" fmla="*/ 11 w 11"/>
                  <a:gd name="T15" fmla="*/ 2 h 4"/>
                  <a:gd name="T16" fmla="*/ 8 w 11"/>
                  <a:gd name="T17"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4">
                    <a:moveTo>
                      <a:pt x="8" y="4"/>
                    </a:moveTo>
                    <a:cubicBezTo>
                      <a:pt x="8" y="4"/>
                      <a:pt x="8" y="4"/>
                      <a:pt x="8" y="4"/>
                    </a:cubicBezTo>
                    <a:cubicBezTo>
                      <a:pt x="3" y="4"/>
                      <a:pt x="3" y="4"/>
                      <a:pt x="3" y="4"/>
                    </a:cubicBezTo>
                    <a:cubicBezTo>
                      <a:pt x="1" y="4"/>
                      <a:pt x="0" y="4"/>
                      <a:pt x="0" y="2"/>
                    </a:cubicBezTo>
                    <a:cubicBezTo>
                      <a:pt x="0" y="1"/>
                      <a:pt x="1" y="0"/>
                      <a:pt x="3" y="0"/>
                    </a:cubicBezTo>
                    <a:cubicBezTo>
                      <a:pt x="3" y="0"/>
                      <a:pt x="3" y="0"/>
                      <a:pt x="3" y="0"/>
                    </a:cubicBezTo>
                    <a:cubicBezTo>
                      <a:pt x="8" y="0"/>
                      <a:pt x="8" y="0"/>
                      <a:pt x="8" y="0"/>
                    </a:cubicBezTo>
                    <a:cubicBezTo>
                      <a:pt x="10" y="0"/>
                      <a:pt x="11" y="0"/>
                      <a:pt x="11" y="2"/>
                    </a:cubicBezTo>
                    <a:cubicBezTo>
                      <a:pt x="11" y="3"/>
                      <a:pt x="10" y="4"/>
                      <a:pt x="8" y="4"/>
                    </a:cubicBezTo>
                    <a:close/>
                  </a:path>
                </a:pathLst>
              </a:custGeom>
              <a:solidFill>
                <a:schemeClr val="bg2"/>
              </a:solidFill>
              <a:ln>
                <a:noFill/>
              </a:ln>
            </p:spPr>
            <p:txBody>
              <a:bodyPr anchor="ctr"/>
              <a:lstStyle/>
              <a:p>
                <a:pPr algn="ctr"/>
              </a:p>
            </p:txBody>
          </p:sp>
          <p:sp>
            <p:nvSpPr>
              <p:cNvPr id="69" name="Freeform: Shape 131"/>
              <p:cNvSpPr/>
              <p:nvPr/>
            </p:nvSpPr>
            <p:spPr bwMode="auto">
              <a:xfrm>
                <a:off x="4266093" y="3365826"/>
                <a:ext cx="175046" cy="14138"/>
              </a:xfrm>
              <a:custGeom>
                <a:avLst/>
                <a:gdLst>
                  <a:gd name="T0" fmla="*/ 108 w 110"/>
                  <a:gd name="T1" fmla="*/ 8 h 9"/>
                  <a:gd name="T2" fmla="*/ 107 w 110"/>
                  <a:gd name="T3" fmla="*/ 8 h 9"/>
                  <a:gd name="T4" fmla="*/ 96 w 110"/>
                  <a:gd name="T5" fmla="*/ 9 h 9"/>
                  <a:gd name="T6" fmla="*/ 93 w 110"/>
                  <a:gd name="T7" fmla="*/ 6 h 9"/>
                  <a:gd name="T8" fmla="*/ 96 w 110"/>
                  <a:gd name="T9" fmla="*/ 4 h 9"/>
                  <a:gd name="T10" fmla="*/ 108 w 110"/>
                  <a:gd name="T11" fmla="*/ 4 h 9"/>
                  <a:gd name="T12" fmla="*/ 110 w 110"/>
                  <a:gd name="T13" fmla="*/ 6 h 9"/>
                  <a:gd name="T14" fmla="*/ 108 w 110"/>
                  <a:gd name="T15" fmla="*/ 8 h 9"/>
                  <a:gd name="T16" fmla="*/ 84 w 110"/>
                  <a:gd name="T17" fmla="*/ 8 h 9"/>
                  <a:gd name="T18" fmla="*/ 84 w 110"/>
                  <a:gd name="T19" fmla="*/ 8 h 9"/>
                  <a:gd name="T20" fmla="*/ 73 w 110"/>
                  <a:gd name="T21" fmla="*/ 9 h 9"/>
                  <a:gd name="T22" fmla="*/ 70 w 110"/>
                  <a:gd name="T23" fmla="*/ 4 h 9"/>
                  <a:gd name="T24" fmla="*/ 73 w 110"/>
                  <a:gd name="T25" fmla="*/ 0 h 9"/>
                  <a:gd name="T26" fmla="*/ 73 w 110"/>
                  <a:gd name="T27" fmla="*/ 0 h 9"/>
                  <a:gd name="T28" fmla="*/ 84 w 110"/>
                  <a:gd name="T29" fmla="*/ 2 h 9"/>
                  <a:gd name="T30" fmla="*/ 87 w 110"/>
                  <a:gd name="T31" fmla="*/ 5 h 9"/>
                  <a:gd name="T32" fmla="*/ 84 w 110"/>
                  <a:gd name="T33" fmla="*/ 8 h 9"/>
                  <a:gd name="T34" fmla="*/ 61 w 110"/>
                  <a:gd name="T35" fmla="*/ 8 h 9"/>
                  <a:gd name="T36" fmla="*/ 61 w 110"/>
                  <a:gd name="T37" fmla="*/ 8 h 9"/>
                  <a:gd name="T38" fmla="*/ 49 w 110"/>
                  <a:gd name="T39" fmla="*/ 9 h 9"/>
                  <a:gd name="T40" fmla="*/ 47 w 110"/>
                  <a:gd name="T41" fmla="*/ 4 h 9"/>
                  <a:gd name="T42" fmla="*/ 49 w 110"/>
                  <a:gd name="T43" fmla="*/ 0 h 9"/>
                  <a:gd name="T44" fmla="*/ 49 w 110"/>
                  <a:gd name="T45" fmla="*/ 0 h 9"/>
                  <a:gd name="T46" fmla="*/ 61 w 110"/>
                  <a:gd name="T47" fmla="*/ 2 h 9"/>
                  <a:gd name="T48" fmla="*/ 64 w 110"/>
                  <a:gd name="T49" fmla="*/ 5 h 9"/>
                  <a:gd name="T50" fmla="*/ 61 w 110"/>
                  <a:gd name="T51" fmla="*/ 8 h 9"/>
                  <a:gd name="T52" fmla="*/ 38 w 110"/>
                  <a:gd name="T53" fmla="*/ 8 h 9"/>
                  <a:gd name="T54" fmla="*/ 38 w 110"/>
                  <a:gd name="T55" fmla="*/ 8 h 9"/>
                  <a:gd name="T56" fmla="*/ 26 w 110"/>
                  <a:gd name="T57" fmla="*/ 8 h 9"/>
                  <a:gd name="T58" fmla="*/ 23 w 110"/>
                  <a:gd name="T59" fmla="*/ 4 h 9"/>
                  <a:gd name="T60" fmla="*/ 26 w 110"/>
                  <a:gd name="T61" fmla="*/ 0 h 9"/>
                  <a:gd name="T62" fmla="*/ 26 w 110"/>
                  <a:gd name="T63" fmla="*/ 0 h 9"/>
                  <a:gd name="T64" fmla="*/ 38 w 110"/>
                  <a:gd name="T65" fmla="*/ 2 h 9"/>
                  <a:gd name="T66" fmla="*/ 40 w 110"/>
                  <a:gd name="T67" fmla="*/ 5 h 9"/>
                  <a:gd name="T68" fmla="*/ 38 w 110"/>
                  <a:gd name="T69" fmla="*/ 8 h 9"/>
                  <a:gd name="T70" fmla="*/ 14 w 110"/>
                  <a:gd name="T71" fmla="*/ 8 h 9"/>
                  <a:gd name="T72" fmla="*/ 14 w 110"/>
                  <a:gd name="T73" fmla="*/ 8 h 9"/>
                  <a:gd name="T74" fmla="*/ 3 w 110"/>
                  <a:gd name="T75" fmla="*/ 8 h 9"/>
                  <a:gd name="T76" fmla="*/ 0 w 110"/>
                  <a:gd name="T77" fmla="*/ 4 h 9"/>
                  <a:gd name="T78" fmla="*/ 3 w 110"/>
                  <a:gd name="T79" fmla="*/ 0 h 9"/>
                  <a:gd name="T80" fmla="*/ 3 w 110"/>
                  <a:gd name="T81" fmla="*/ 0 h 9"/>
                  <a:gd name="T82" fmla="*/ 15 w 110"/>
                  <a:gd name="T83" fmla="*/ 2 h 9"/>
                  <a:gd name="T84" fmla="*/ 17 w 110"/>
                  <a:gd name="T85" fmla="*/ 5 h 9"/>
                  <a:gd name="T86" fmla="*/ 14 w 110"/>
                  <a:gd name="T87"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10" h="9">
                    <a:moveTo>
                      <a:pt x="108" y="8"/>
                    </a:moveTo>
                    <a:cubicBezTo>
                      <a:pt x="107" y="8"/>
                      <a:pt x="107" y="8"/>
                      <a:pt x="107" y="8"/>
                    </a:cubicBezTo>
                    <a:cubicBezTo>
                      <a:pt x="96" y="9"/>
                      <a:pt x="96" y="9"/>
                      <a:pt x="96" y="9"/>
                    </a:cubicBezTo>
                    <a:cubicBezTo>
                      <a:pt x="94" y="9"/>
                      <a:pt x="93" y="8"/>
                      <a:pt x="93" y="6"/>
                    </a:cubicBezTo>
                    <a:cubicBezTo>
                      <a:pt x="93" y="5"/>
                      <a:pt x="94" y="4"/>
                      <a:pt x="96" y="4"/>
                    </a:cubicBezTo>
                    <a:cubicBezTo>
                      <a:pt x="108" y="4"/>
                      <a:pt x="108" y="4"/>
                      <a:pt x="108" y="4"/>
                    </a:cubicBezTo>
                    <a:cubicBezTo>
                      <a:pt x="109" y="4"/>
                      <a:pt x="110" y="4"/>
                      <a:pt x="110" y="6"/>
                    </a:cubicBezTo>
                    <a:cubicBezTo>
                      <a:pt x="110" y="8"/>
                      <a:pt x="109" y="8"/>
                      <a:pt x="108" y="8"/>
                    </a:cubicBezTo>
                    <a:close/>
                    <a:moveTo>
                      <a:pt x="84" y="8"/>
                    </a:moveTo>
                    <a:cubicBezTo>
                      <a:pt x="84" y="8"/>
                      <a:pt x="84" y="8"/>
                      <a:pt x="84" y="8"/>
                    </a:cubicBezTo>
                    <a:cubicBezTo>
                      <a:pt x="73" y="9"/>
                      <a:pt x="73" y="9"/>
                      <a:pt x="73" y="9"/>
                    </a:cubicBezTo>
                    <a:cubicBezTo>
                      <a:pt x="71" y="9"/>
                      <a:pt x="70" y="6"/>
                      <a:pt x="70" y="4"/>
                    </a:cubicBezTo>
                    <a:cubicBezTo>
                      <a:pt x="70" y="3"/>
                      <a:pt x="71" y="0"/>
                      <a:pt x="73" y="0"/>
                    </a:cubicBezTo>
                    <a:cubicBezTo>
                      <a:pt x="73" y="0"/>
                      <a:pt x="73" y="0"/>
                      <a:pt x="73" y="0"/>
                    </a:cubicBezTo>
                    <a:cubicBezTo>
                      <a:pt x="84" y="2"/>
                      <a:pt x="84" y="2"/>
                      <a:pt x="84" y="2"/>
                    </a:cubicBezTo>
                    <a:cubicBezTo>
                      <a:pt x="86" y="2"/>
                      <a:pt x="87" y="3"/>
                      <a:pt x="87" y="5"/>
                    </a:cubicBezTo>
                    <a:cubicBezTo>
                      <a:pt x="87" y="6"/>
                      <a:pt x="86" y="8"/>
                      <a:pt x="84" y="8"/>
                    </a:cubicBezTo>
                    <a:close/>
                    <a:moveTo>
                      <a:pt x="61" y="8"/>
                    </a:moveTo>
                    <a:cubicBezTo>
                      <a:pt x="61" y="8"/>
                      <a:pt x="61" y="8"/>
                      <a:pt x="61" y="8"/>
                    </a:cubicBezTo>
                    <a:cubicBezTo>
                      <a:pt x="49" y="9"/>
                      <a:pt x="49" y="9"/>
                      <a:pt x="49" y="9"/>
                    </a:cubicBezTo>
                    <a:cubicBezTo>
                      <a:pt x="48" y="9"/>
                      <a:pt x="47" y="6"/>
                      <a:pt x="47" y="4"/>
                    </a:cubicBezTo>
                    <a:cubicBezTo>
                      <a:pt x="47" y="3"/>
                      <a:pt x="48" y="0"/>
                      <a:pt x="49" y="0"/>
                    </a:cubicBezTo>
                    <a:cubicBezTo>
                      <a:pt x="49" y="0"/>
                      <a:pt x="49" y="0"/>
                      <a:pt x="49" y="0"/>
                    </a:cubicBezTo>
                    <a:cubicBezTo>
                      <a:pt x="61" y="2"/>
                      <a:pt x="61" y="2"/>
                      <a:pt x="61" y="2"/>
                    </a:cubicBezTo>
                    <a:cubicBezTo>
                      <a:pt x="63" y="2"/>
                      <a:pt x="64" y="3"/>
                      <a:pt x="64" y="5"/>
                    </a:cubicBezTo>
                    <a:cubicBezTo>
                      <a:pt x="64" y="6"/>
                      <a:pt x="63" y="8"/>
                      <a:pt x="61" y="8"/>
                    </a:cubicBezTo>
                    <a:close/>
                    <a:moveTo>
                      <a:pt x="38" y="8"/>
                    </a:moveTo>
                    <a:cubicBezTo>
                      <a:pt x="38" y="8"/>
                      <a:pt x="38" y="8"/>
                      <a:pt x="38" y="8"/>
                    </a:cubicBezTo>
                    <a:cubicBezTo>
                      <a:pt x="26" y="8"/>
                      <a:pt x="26" y="8"/>
                      <a:pt x="26" y="8"/>
                    </a:cubicBezTo>
                    <a:cubicBezTo>
                      <a:pt x="25" y="8"/>
                      <a:pt x="23" y="6"/>
                      <a:pt x="23" y="4"/>
                    </a:cubicBezTo>
                    <a:cubicBezTo>
                      <a:pt x="23" y="3"/>
                      <a:pt x="25" y="0"/>
                      <a:pt x="26" y="0"/>
                    </a:cubicBezTo>
                    <a:cubicBezTo>
                      <a:pt x="26" y="0"/>
                      <a:pt x="26" y="0"/>
                      <a:pt x="26" y="0"/>
                    </a:cubicBezTo>
                    <a:cubicBezTo>
                      <a:pt x="38" y="2"/>
                      <a:pt x="38" y="2"/>
                      <a:pt x="38" y="2"/>
                    </a:cubicBezTo>
                    <a:cubicBezTo>
                      <a:pt x="39" y="2"/>
                      <a:pt x="40" y="3"/>
                      <a:pt x="40" y="5"/>
                    </a:cubicBezTo>
                    <a:cubicBezTo>
                      <a:pt x="40" y="6"/>
                      <a:pt x="39" y="8"/>
                      <a:pt x="38" y="8"/>
                    </a:cubicBezTo>
                    <a:close/>
                    <a:moveTo>
                      <a:pt x="14" y="8"/>
                    </a:moveTo>
                    <a:cubicBezTo>
                      <a:pt x="14" y="8"/>
                      <a:pt x="14" y="8"/>
                      <a:pt x="14" y="8"/>
                    </a:cubicBezTo>
                    <a:cubicBezTo>
                      <a:pt x="3" y="8"/>
                      <a:pt x="3" y="8"/>
                      <a:pt x="3" y="8"/>
                    </a:cubicBezTo>
                    <a:cubicBezTo>
                      <a:pt x="1" y="8"/>
                      <a:pt x="0" y="6"/>
                      <a:pt x="0" y="4"/>
                    </a:cubicBezTo>
                    <a:cubicBezTo>
                      <a:pt x="0" y="3"/>
                      <a:pt x="1" y="0"/>
                      <a:pt x="3" y="0"/>
                    </a:cubicBezTo>
                    <a:cubicBezTo>
                      <a:pt x="3" y="0"/>
                      <a:pt x="3" y="0"/>
                      <a:pt x="3" y="0"/>
                    </a:cubicBezTo>
                    <a:cubicBezTo>
                      <a:pt x="15" y="2"/>
                      <a:pt x="15" y="2"/>
                      <a:pt x="15" y="2"/>
                    </a:cubicBezTo>
                    <a:cubicBezTo>
                      <a:pt x="16" y="2"/>
                      <a:pt x="17" y="3"/>
                      <a:pt x="17" y="5"/>
                    </a:cubicBezTo>
                    <a:cubicBezTo>
                      <a:pt x="17" y="6"/>
                      <a:pt x="16" y="8"/>
                      <a:pt x="14" y="8"/>
                    </a:cubicBezTo>
                    <a:close/>
                  </a:path>
                </a:pathLst>
              </a:custGeom>
              <a:solidFill>
                <a:schemeClr val="bg2"/>
              </a:solidFill>
              <a:ln>
                <a:noFill/>
              </a:ln>
            </p:spPr>
            <p:txBody>
              <a:bodyPr anchor="ctr"/>
              <a:lstStyle/>
              <a:p>
                <a:pPr algn="ctr"/>
              </a:p>
            </p:txBody>
          </p:sp>
          <p:sp>
            <p:nvSpPr>
              <p:cNvPr id="70" name="Freeform: Shape 132"/>
              <p:cNvSpPr/>
              <p:nvPr/>
            </p:nvSpPr>
            <p:spPr bwMode="auto">
              <a:xfrm>
                <a:off x="4450565" y="3372558"/>
                <a:ext cx="17505" cy="7406"/>
              </a:xfrm>
              <a:custGeom>
                <a:avLst/>
                <a:gdLst>
                  <a:gd name="T0" fmla="*/ 9 w 11"/>
                  <a:gd name="T1" fmla="*/ 4 h 5"/>
                  <a:gd name="T2" fmla="*/ 9 w 11"/>
                  <a:gd name="T3" fmla="*/ 4 h 5"/>
                  <a:gd name="T4" fmla="*/ 3 w 11"/>
                  <a:gd name="T5" fmla="*/ 5 h 5"/>
                  <a:gd name="T6" fmla="*/ 0 w 11"/>
                  <a:gd name="T7" fmla="*/ 2 h 5"/>
                  <a:gd name="T8" fmla="*/ 3 w 11"/>
                  <a:gd name="T9" fmla="*/ 0 h 5"/>
                  <a:gd name="T10" fmla="*/ 3 w 11"/>
                  <a:gd name="T11" fmla="*/ 0 h 5"/>
                  <a:gd name="T12" fmla="*/ 9 w 11"/>
                  <a:gd name="T13" fmla="*/ 0 h 5"/>
                  <a:gd name="T14" fmla="*/ 11 w 11"/>
                  <a:gd name="T15" fmla="*/ 2 h 5"/>
                  <a:gd name="T16" fmla="*/ 9 w 11"/>
                  <a:gd name="T17"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5">
                    <a:moveTo>
                      <a:pt x="9" y="4"/>
                    </a:moveTo>
                    <a:cubicBezTo>
                      <a:pt x="9" y="4"/>
                      <a:pt x="9" y="4"/>
                      <a:pt x="9" y="4"/>
                    </a:cubicBezTo>
                    <a:cubicBezTo>
                      <a:pt x="3" y="5"/>
                      <a:pt x="3" y="5"/>
                      <a:pt x="3" y="5"/>
                    </a:cubicBezTo>
                    <a:cubicBezTo>
                      <a:pt x="2" y="5"/>
                      <a:pt x="0" y="4"/>
                      <a:pt x="0" y="2"/>
                    </a:cubicBezTo>
                    <a:cubicBezTo>
                      <a:pt x="0" y="1"/>
                      <a:pt x="2" y="0"/>
                      <a:pt x="3" y="0"/>
                    </a:cubicBezTo>
                    <a:cubicBezTo>
                      <a:pt x="3" y="0"/>
                      <a:pt x="3" y="0"/>
                      <a:pt x="3" y="0"/>
                    </a:cubicBezTo>
                    <a:cubicBezTo>
                      <a:pt x="9" y="0"/>
                      <a:pt x="9" y="0"/>
                      <a:pt x="9" y="0"/>
                    </a:cubicBezTo>
                    <a:cubicBezTo>
                      <a:pt x="10" y="0"/>
                      <a:pt x="11" y="0"/>
                      <a:pt x="11" y="2"/>
                    </a:cubicBezTo>
                    <a:cubicBezTo>
                      <a:pt x="11" y="3"/>
                      <a:pt x="10" y="4"/>
                      <a:pt x="9" y="4"/>
                    </a:cubicBezTo>
                    <a:close/>
                  </a:path>
                </a:pathLst>
              </a:custGeom>
              <a:solidFill>
                <a:schemeClr val="bg2"/>
              </a:solidFill>
              <a:ln>
                <a:noFill/>
              </a:ln>
            </p:spPr>
            <p:txBody>
              <a:bodyPr anchor="ctr"/>
              <a:lstStyle/>
              <a:p>
                <a:pPr algn="ctr"/>
              </a:p>
            </p:txBody>
          </p:sp>
          <p:sp>
            <p:nvSpPr>
              <p:cNvPr id="71" name="Freeform: Shape 133"/>
              <p:cNvSpPr/>
              <p:nvPr/>
            </p:nvSpPr>
            <p:spPr bwMode="auto">
              <a:xfrm>
                <a:off x="4085660" y="3155770"/>
                <a:ext cx="65306" cy="53860"/>
              </a:xfrm>
              <a:custGeom>
                <a:avLst/>
                <a:gdLst>
                  <a:gd name="T0" fmla="*/ 2 w 41"/>
                  <a:gd name="T1" fmla="*/ 11 h 34"/>
                  <a:gd name="T2" fmla="*/ 21 w 41"/>
                  <a:gd name="T3" fmla="*/ 0 h 34"/>
                  <a:gd name="T4" fmla="*/ 39 w 41"/>
                  <a:gd name="T5" fmla="*/ 11 h 34"/>
                  <a:gd name="T6" fmla="*/ 39 w 41"/>
                  <a:gd name="T7" fmla="*/ 27 h 34"/>
                  <a:gd name="T8" fmla="*/ 41 w 41"/>
                  <a:gd name="T9" fmla="*/ 33 h 34"/>
                  <a:gd name="T10" fmla="*/ 30 w 41"/>
                  <a:gd name="T11" fmla="*/ 33 h 34"/>
                  <a:gd name="T12" fmla="*/ 29 w 41"/>
                  <a:gd name="T13" fmla="*/ 30 h 34"/>
                  <a:gd name="T14" fmla="*/ 14 w 41"/>
                  <a:gd name="T15" fmla="*/ 34 h 34"/>
                  <a:gd name="T16" fmla="*/ 0 w 41"/>
                  <a:gd name="T17" fmla="*/ 24 h 34"/>
                  <a:gd name="T18" fmla="*/ 13 w 41"/>
                  <a:gd name="T19" fmla="*/ 14 h 34"/>
                  <a:gd name="T20" fmla="*/ 24 w 41"/>
                  <a:gd name="T21" fmla="*/ 13 h 34"/>
                  <a:gd name="T22" fmla="*/ 29 w 41"/>
                  <a:gd name="T23" fmla="*/ 10 h 34"/>
                  <a:gd name="T24" fmla="*/ 20 w 41"/>
                  <a:gd name="T25" fmla="*/ 6 h 34"/>
                  <a:gd name="T26" fmla="*/ 12 w 41"/>
                  <a:gd name="T27" fmla="*/ 11 h 34"/>
                  <a:gd name="T28" fmla="*/ 2 w 41"/>
                  <a:gd name="T29" fmla="*/ 11 h 34"/>
                  <a:gd name="T30" fmla="*/ 29 w 41"/>
                  <a:gd name="T31" fmla="*/ 17 h 34"/>
                  <a:gd name="T32" fmla="*/ 23 w 41"/>
                  <a:gd name="T33" fmla="*/ 19 h 34"/>
                  <a:gd name="T34" fmla="*/ 17 w 41"/>
                  <a:gd name="T35" fmla="*/ 19 h 34"/>
                  <a:gd name="T36" fmla="*/ 11 w 41"/>
                  <a:gd name="T37" fmla="*/ 24 h 34"/>
                  <a:gd name="T38" fmla="*/ 18 w 41"/>
                  <a:gd name="T39" fmla="*/ 28 h 34"/>
                  <a:gd name="T40" fmla="*/ 29 w 41"/>
                  <a:gd name="T41" fmla="*/ 20 h 34"/>
                  <a:gd name="T42" fmla="*/ 29 w 41"/>
                  <a:gd name="T43" fmla="*/ 1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 h="34">
                    <a:moveTo>
                      <a:pt x="2" y="11"/>
                    </a:moveTo>
                    <a:cubicBezTo>
                      <a:pt x="3" y="1"/>
                      <a:pt x="12" y="0"/>
                      <a:pt x="21" y="0"/>
                    </a:cubicBezTo>
                    <a:cubicBezTo>
                      <a:pt x="36" y="0"/>
                      <a:pt x="39" y="5"/>
                      <a:pt x="39" y="11"/>
                    </a:cubicBezTo>
                    <a:cubicBezTo>
                      <a:pt x="39" y="27"/>
                      <a:pt x="39" y="27"/>
                      <a:pt x="39" y="27"/>
                    </a:cubicBezTo>
                    <a:cubicBezTo>
                      <a:pt x="39" y="29"/>
                      <a:pt x="40" y="31"/>
                      <a:pt x="41" y="33"/>
                    </a:cubicBezTo>
                    <a:cubicBezTo>
                      <a:pt x="30" y="33"/>
                      <a:pt x="30" y="33"/>
                      <a:pt x="30" y="33"/>
                    </a:cubicBezTo>
                    <a:cubicBezTo>
                      <a:pt x="30" y="32"/>
                      <a:pt x="29" y="31"/>
                      <a:pt x="29" y="30"/>
                    </a:cubicBezTo>
                    <a:cubicBezTo>
                      <a:pt x="26" y="33"/>
                      <a:pt x="19" y="34"/>
                      <a:pt x="14" y="34"/>
                    </a:cubicBezTo>
                    <a:cubicBezTo>
                      <a:pt x="6" y="34"/>
                      <a:pt x="0" y="31"/>
                      <a:pt x="0" y="24"/>
                    </a:cubicBezTo>
                    <a:cubicBezTo>
                      <a:pt x="0" y="16"/>
                      <a:pt x="7" y="14"/>
                      <a:pt x="13" y="14"/>
                    </a:cubicBezTo>
                    <a:cubicBezTo>
                      <a:pt x="24" y="13"/>
                      <a:pt x="24" y="13"/>
                      <a:pt x="24" y="13"/>
                    </a:cubicBezTo>
                    <a:cubicBezTo>
                      <a:pt x="28" y="13"/>
                      <a:pt x="29" y="12"/>
                      <a:pt x="29" y="10"/>
                    </a:cubicBezTo>
                    <a:cubicBezTo>
                      <a:pt x="29" y="7"/>
                      <a:pt x="27" y="6"/>
                      <a:pt x="20" y="6"/>
                    </a:cubicBezTo>
                    <a:cubicBezTo>
                      <a:pt x="16" y="6"/>
                      <a:pt x="14" y="6"/>
                      <a:pt x="12" y="11"/>
                    </a:cubicBezTo>
                    <a:lnTo>
                      <a:pt x="2" y="11"/>
                    </a:lnTo>
                    <a:close/>
                    <a:moveTo>
                      <a:pt x="29" y="17"/>
                    </a:moveTo>
                    <a:cubicBezTo>
                      <a:pt x="27" y="18"/>
                      <a:pt x="25" y="19"/>
                      <a:pt x="23" y="19"/>
                    </a:cubicBezTo>
                    <a:cubicBezTo>
                      <a:pt x="17" y="19"/>
                      <a:pt x="17" y="19"/>
                      <a:pt x="17" y="19"/>
                    </a:cubicBezTo>
                    <a:cubicBezTo>
                      <a:pt x="13" y="20"/>
                      <a:pt x="11" y="21"/>
                      <a:pt x="11" y="24"/>
                    </a:cubicBezTo>
                    <a:cubicBezTo>
                      <a:pt x="11" y="26"/>
                      <a:pt x="14" y="28"/>
                      <a:pt x="18" y="28"/>
                    </a:cubicBezTo>
                    <a:cubicBezTo>
                      <a:pt x="23" y="28"/>
                      <a:pt x="29" y="25"/>
                      <a:pt x="29" y="20"/>
                    </a:cubicBezTo>
                    <a:lnTo>
                      <a:pt x="29" y="17"/>
                    </a:lnTo>
                    <a:close/>
                  </a:path>
                </a:pathLst>
              </a:custGeom>
              <a:solidFill>
                <a:schemeClr val="bg2"/>
              </a:solidFill>
              <a:ln>
                <a:noFill/>
              </a:ln>
            </p:spPr>
            <p:txBody>
              <a:bodyPr anchor="ctr"/>
              <a:lstStyle/>
              <a:p>
                <a:pPr algn="ctr"/>
              </a:p>
            </p:txBody>
          </p:sp>
          <p:sp>
            <p:nvSpPr>
              <p:cNvPr id="72" name="Freeform: Shape 134"/>
              <p:cNvSpPr/>
              <p:nvPr/>
            </p:nvSpPr>
            <p:spPr bwMode="auto">
              <a:xfrm>
                <a:off x="4219638" y="3041317"/>
                <a:ext cx="66652" cy="71365"/>
              </a:xfrm>
              <a:custGeom>
                <a:avLst/>
                <a:gdLst>
                  <a:gd name="T0" fmla="*/ 0 w 42"/>
                  <a:gd name="T1" fmla="*/ 0 h 45"/>
                  <a:gd name="T2" fmla="*/ 11 w 42"/>
                  <a:gd name="T3" fmla="*/ 0 h 45"/>
                  <a:gd name="T4" fmla="*/ 11 w 42"/>
                  <a:gd name="T5" fmla="*/ 15 h 45"/>
                  <a:gd name="T6" fmla="*/ 11 w 42"/>
                  <a:gd name="T7" fmla="*/ 15 h 45"/>
                  <a:gd name="T8" fmla="*/ 24 w 42"/>
                  <a:gd name="T9" fmla="*/ 11 h 45"/>
                  <a:gd name="T10" fmla="*/ 42 w 42"/>
                  <a:gd name="T11" fmla="*/ 28 h 45"/>
                  <a:gd name="T12" fmla="*/ 23 w 42"/>
                  <a:gd name="T13" fmla="*/ 45 h 45"/>
                  <a:gd name="T14" fmla="*/ 11 w 42"/>
                  <a:gd name="T15" fmla="*/ 40 h 45"/>
                  <a:gd name="T16" fmla="*/ 11 w 42"/>
                  <a:gd name="T17" fmla="*/ 40 h 45"/>
                  <a:gd name="T18" fmla="*/ 11 w 42"/>
                  <a:gd name="T19" fmla="*/ 44 h 45"/>
                  <a:gd name="T20" fmla="*/ 0 w 42"/>
                  <a:gd name="T21" fmla="*/ 44 h 45"/>
                  <a:gd name="T22" fmla="*/ 0 w 42"/>
                  <a:gd name="T23" fmla="*/ 0 h 45"/>
                  <a:gd name="T24" fmla="*/ 21 w 42"/>
                  <a:gd name="T25" fmla="*/ 37 h 45"/>
                  <a:gd name="T26" fmla="*/ 31 w 42"/>
                  <a:gd name="T27" fmla="*/ 28 h 45"/>
                  <a:gd name="T28" fmla="*/ 21 w 42"/>
                  <a:gd name="T29" fmla="*/ 18 h 45"/>
                  <a:gd name="T30" fmla="*/ 11 w 42"/>
                  <a:gd name="T31" fmla="*/ 28 h 45"/>
                  <a:gd name="T32" fmla="*/ 21 w 42"/>
                  <a:gd name="T33" fmla="*/ 37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45">
                    <a:moveTo>
                      <a:pt x="0" y="0"/>
                    </a:moveTo>
                    <a:cubicBezTo>
                      <a:pt x="11" y="0"/>
                      <a:pt x="11" y="0"/>
                      <a:pt x="11" y="0"/>
                    </a:cubicBezTo>
                    <a:cubicBezTo>
                      <a:pt x="11" y="15"/>
                      <a:pt x="11" y="15"/>
                      <a:pt x="11" y="15"/>
                    </a:cubicBezTo>
                    <a:cubicBezTo>
                      <a:pt x="11" y="15"/>
                      <a:pt x="11" y="15"/>
                      <a:pt x="11" y="15"/>
                    </a:cubicBezTo>
                    <a:cubicBezTo>
                      <a:pt x="13" y="13"/>
                      <a:pt x="18" y="11"/>
                      <a:pt x="24" y="11"/>
                    </a:cubicBezTo>
                    <a:cubicBezTo>
                      <a:pt x="34" y="11"/>
                      <a:pt x="42" y="17"/>
                      <a:pt x="42" y="28"/>
                    </a:cubicBezTo>
                    <a:cubicBezTo>
                      <a:pt x="42" y="39"/>
                      <a:pt x="33" y="45"/>
                      <a:pt x="23" y="45"/>
                    </a:cubicBezTo>
                    <a:cubicBezTo>
                      <a:pt x="18" y="45"/>
                      <a:pt x="15" y="44"/>
                      <a:pt x="11" y="40"/>
                    </a:cubicBezTo>
                    <a:cubicBezTo>
                      <a:pt x="11" y="40"/>
                      <a:pt x="11" y="40"/>
                      <a:pt x="11" y="40"/>
                    </a:cubicBezTo>
                    <a:cubicBezTo>
                      <a:pt x="11" y="44"/>
                      <a:pt x="11" y="44"/>
                      <a:pt x="11" y="44"/>
                    </a:cubicBezTo>
                    <a:cubicBezTo>
                      <a:pt x="0" y="44"/>
                      <a:pt x="0" y="44"/>
                      <a:pt x="0" y="44"/>
                    </a:cubicBezTo>
                    <a:lnTo>
                      <a:pt x="0" y="0"/>
                    </a:lnTo>
                    <a:close/>
                    <a:moveTo>
                      <a:pt x="21" y="37"/>
                    </a:moveTo>
                    <a:cubicBezTo>
                      <a:pt x="26" y="37"/>
                      <a:pt x="31" y="34"/>
                      <a:pt x="31" y="28"/>
                    </a:cubicBezTo>
                    <a:cubicBezTo>
                      <a:pt x="31" y="22"/>
                      <a:pt x="26" y="18"/>
                      <a:pt x="21" y="18"/>
                    </a:cubicBezTo>
                    <a:cubicBezTo>
                      <a:pt x="15" y="18"/>
                      <a:pt x="11" y="22"/>
                      <a:pt x="11" y="28"/>
                    </a:cubicBezTo>
                    <a:cubicBezTo>
                      <a:pt x="11" y="34"/>
                      <a:pt x="15" y="37"/>
                      <a:pt x="21" y="37"/>
                    </a:cubicBezTo>
                    <a:close/>
                  </a:path>
                </a:pathLst>
              </a:custGeom>
              <a:solidFill>
                <a:schemeClr val="bg2"/>
              </a:solidFill>
              <a:ln>
                <a:noFill/>
              </a:ln>
            </p:spPr>
            <p:txBody>
              <a:bodyPr anchor="ctr"/>
              <a:lstStyle/>
              <a:p>
                <a:pPr algn="ctr"/>
              </a:p>
            </p:txBody>
          </p:sp>
          <p:sp>
            <p:nvSpPr>
              <p:cNvPr id="73" name="Freeform: Shape 135"/>
              <p:cNvSpPr/>
              <p:nvPr/>
            </p:nvSpPr>
            <p:spPr bwMode="auto">
              <a:xfrm>
                <a:off x="4469416" y="3076326"/>
                <a:ext cx="65306" cy="55880"/>
              </a:xfrm>
              <a:custGeom>
                <a:avLst/>
                <a:gdLst>
                  <a:gd name="T0" fmla="*/ 30 w 41"/>
                  <a:gd name="T1" fmla="*/ 13 h 35"/>
                  <a:gd name="T2" fmla="*/ 21 w 41"/>
                  <a:gd name="T3" fmla="*/ 8 h 35"/>
                  <a:gd name="T4" fmla="*/ 11 w 41"/>
                  <a:gd name="T5" fmla="*/ 17 h 35"/>
                  <a:gd name="T6" fmla="*/ 21 w 41"/>
                  <a:gd name="T7" fmla="*/ 27 h 35"/>
                  <a:gd name="T8" fmla="*/ 30 w 41"/>
                  <a:gd name="T9" fmla="*/ 21 h 35"/>
                  <a:gd name="T10" fmla="*/ 41 w 41"/>
                  <a:gd name="T11" fmla="*/ 21 h 35"/>
                  <a:gd name="T12" fmla="*/ 20 w 41"/>
                  <a:gd name="T13" fmla="*/ 35 h 35"/>
                  <a:gd name="T14" fmla="*/ 0 w 41"/>
                  <a:gd name="T15" fmla="*/ 17 h 35"/>
                  <a:gd name="T16" fmla="*/ 21 w 41"/>
                  <a:gd name="T17" fmla="*/ 0 h 35"/>
                  <a:gd name="T18" fmla="*/ 41 w 41"/>
                  <a:gd name="T19" fmla="*/ 13 h 35"/>
                  <a:gd name="T20" fmla="*/ 30 w 41"/>
                  <a:gd name="T21" fmla="*/ 13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 h="35">
                    <a:moveTo>
                      <a:pt x="30" y="13"/>
                    </a:moveTo>
                    <a:cubicBezTo>
                      <a:pt x="29" y="9"/>
                      <a:pt x="25" y="8"/>
                      <a:pt x="21" y="8"/>
                    </a:cubicBezTo>
                    <a:cubicBezTo>
                      <a:pt x="14" y="8"/>
                      <a:pt x="11" y="11"/>
                      <a:pt x="11" y="17"/>
                    </a:cubicBezTo>
                    <a:cubicBezTo>
                      <a:pt x="11" y="24"/>
                      <a:pt x="14" y="27"/>
                      <a:pt x="21" y="27"/>
                    </a:cubicBezTo>
                    <a:cubicBezTo>
                      <a:pt x="26" y="27"/>
                      <a:pt x="29" y="25"/>
                      <a:pt x="30" y="21"/>
                    </a:cubicBezTo>
                    <a:cubicBezTo>
                      <a:pt x="41" y="21"/>
                      <a:pt x="41" y="21"/>
                      <a:pt x="41" y="21"/>
                    </a:cubicBezTo>
                    <a:cubicBezTo>
                      <a:pt x="39" y="32"/>
                      <a:pt x="31" y="35"/>
                      <a:pt x="20" y="35"/>
                    </a:cubicBezTo>
                    <a:cubicBezTo>
                      <a:pt x="8" y="35"/>
                      <a:pt x="0" y="30"/>
                      <a:pt x="0" y="17"/>
                    </a:cubicBezTo>
                    <a:cubicBezTo>
                      <a:pt x="0" y="5"/>
                      <a:pt x="8" y="0"/>
                      <a:pt x="21" y="0"/>
                    </a:cubicBezTo>
                    <a:cubicBezTo>
                      <a:pt x="29" y="0"/>
                      <a:pt x="39" y="2"/>
                      <a:pt x="41" y="13"/>
                    </a:cubicBezTo>
                    <a:lnTo>
                      <a:pt x="30" y="13"/>
                    </a:lnTo>
                    <a:close/>
                  </a:path>
                </a:pathLst>
              </a:custGeom>
              <a:solidFill>
                <a:schemeClr val="bg2"/>
              </a:solidFill>
              <a:ln>
                <a:noFill/>
              </a:ln>
            </p:spPr>
            <p:txBody>
              <a:bodyPr anchor="ctr"/>
              <a:lstStyle/>
              <a:p>
                <a:pPr algn="ctr"/>
              </a:p>
            </p:txBody>
          </p:sp>
        </p:grpSp>
        <p:grpSp>
          <p:nvGrpSpPr>
            <p:cNvPr id="38" name="Group 136"/>
            <p:cNvGrpSpPr/>
            <p:nvPr/>
          </p:nvGrpSpPr>
          <p:grpSpPr>
            <a:xfrm>
              <a:off x="12774" y="3348"/>
              <a:ext cx="874" cy="1030"/>
              <a:chOff x="4536741" y="1960742"/>
              <a:chExt cx="739908" cy="871865"/>
            </a:xfrm>
          </p:grpSpPr>
          <p:sp>
            <p:nvSpPr>
              <p:cNvPr id="47" name="Freeform: Shape 137"/>
              <p:cNvSpPr/>
              <p:nvPr/>
            </p:nvSpPr>
            <p:spPr bwMode="auto">
              <a:xfrm>
                <a:off x="4562325" y="1998444"/>
                <a:ext cx="714324" cy="834163"/>
              </a:xfrm>
              <a:custGeom>
                <a:avLst/>
                <a:gdLst>
                  <a:gd name="T0" fmla="*/ 225 w 449"/>
                  <a:gd name="T1" fmla="*/ 0 h 524"/>
                  <a:gd name="T2" fmla="*/ 0 w 449"/>
                  <a:gd name="T3" fmla="*/ 224 h 524"/>
                  <a:gd name="T4" fmla="*/ 225 w 449"/>
                  <a:gd name="T5" fmla="*/ 448 h 524"/>
                  <a:gd name="T6" fmla="*/ 235 w 449"/>
                  <a:gd name="T7" fmla="*/ 448 h 524"/>
                  <a:gd name="T8" fmla="*/ 325 w 449"/>
                  <a:gd name="T9" fmla="*/ 524 h 524"/>
                  <a:gd name="T10" fmla="*/ 335 w 449"/>
                  <a:gd name="T11" fmla="*/ 419 h 524"/>
                  <a:gd name="T12" fmla="*/ 449 w 449"/>
                  <a:gd name="T13" fmla="*/ 224 h 524"/>
                  <a:gd name="T14" fmla="*/ 225 w 449"/>
                  <a:gd name="T15" fmla="*/ 0 h 5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9" h="524">
                    <a:moveTo>
                      <a:pt x="225" y="0"/>
                    </a:moveTo>
                    <a:cubicBezTo>
                      <a:pt x="101" y="0"/>
                      <a:pt x="0" y="100"/>
                      <a:pt x="0" y="224"/>
                    </a:cubicBezTo>
                    <a:cubicBezTo>
                      <a:pt x="0" y="348"/>
                      <a:pt x="101" y="448"/>
                      <a:pt x="225" y="448"/>
                    </a:cubicBezTo>
                    <a:cubicBezTo>
                      <a:pt x="228" y="448"/>
                      <a:pt x="231" y="448"/>
                      <a:pt x="235" y="448"/>
                    </a:cubicBezTo>
                    <a:cubicBezTo>
                      <a:pt x="325" y="524"/>
                      <a:pt x="325" y="524"/>
                      <a:pt x="325" y="524"/>
                    </a:cubicBezTo>
                    <a:cubicBezTo>
                      <a:pt x="335" y="419"/>
                      <a:pt x="335" y="419"/>
                      <a:pt x="335" y="419"/>
                    </a:cubicBezTo>
                    <a:cubicBezTo>
                      <a:pt x="403" y="380"/>
                      <a:pt x="449" y="307"/>
                      <a:pt x="449" y="224"/>
                    </a:cubicBezTo>
                    <a:cubicBezTo>
                      <a:pt x="449" y="100"/>
                      <a:pt x="348" y="0"/>
                      <a:pt x="225"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Freeform: Shape 138"/>
              <p:cNvSpPr/>
              <p:nvPr/>
            </p:nvSpPr>
            <p:spPr bwMode="auto">
              <a:xfrm>
                <a:off x="4536741" y="1960742"/>
                <a:ext cx="714324" cy="833490"/>
              </a:xfrm>
              <a:custGeom>
                <a:avLst/>
                <a:gdLst>
                  <a:gd name="T0" fmla="*/ 449 w 449"/>
                  <a:gd name="T1" fmla="*/ 224 h 524"/>
                  <a:gd name="T2" fmla="*/ 225 w 449"/>
                  <a:gd name="T3" fmla="*/ 0 h 524"/>
                  <a:gd name="T4" fmla="*/ 0 w 449"/>
                  <a:gd name="T5" fmla="*/ 224 h 524"/>
                  <a:gd name="T6" fmla="*/ 225 w 449"/>
                  <a:gd name="T7" fmla="*/ 448 h 524"/>
                  <a:gd name="T8" fmla="*/ 235 w 449"/>
                  <a:gd name="T9" fmla="*/ 448 h 524"/>
                  <a:gd name="T10" fmla="*/ 325 w 449"/>
                  <a:gd name="T11" fmla="*/ 524 h 524"/>
                  <a:gd name="T12" fmla="*/ 335 w 449"/>
                  <a:gd name="T13" fmla="*/ 419 h 524"/>
                  <a:gd name="T14" fmla="*/ 449 w 449"/>
                  <a:gd name="T15" fmla="*/ 224 h 5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9" h="524">
                    <a:moveTo>
                      <a:pt x="449" y="224"/>
                    </a:moveTo>
                    <a:cubicBezTo>
                      <a:pt x="449" y="100"/>
                      <a:pt x="348" y="0"/>
                      <a:pt x="225" y="0"/>
                    </a:cubicBezTo>
                    <a:cubicBezTo>
                      <a:pt x="101" y="0"/>
                      <a:pt x="0" y="100"/>
                      <a:pt x="0" y="224"/>
                    </a:cubicBezTo>
                    <a:cubicBezTo>
                      <a:pt x="0" y="348"/>
                      <a:pt x="101" y="448"/>
                      <a:pt x="225" y="448"/>
                    </a:cubicBezTo>
                    <a:cubicBezTo>
                      <a:pt x="228" y="448"/>
                      <a:pt x="231" y="448"/>
                      <a:pt x="235" y="448"/>
                    </a:cubicBezTo>
                    <a:cubicBezTo>
                      <a:pt x="325" y="524"/>
                      <a:pt x="325" y="524"/>
                      <a:pt x="325" y="524"/>
                    </a:cubicBezTo>
                    <a:cubicBezTo>
                      <a:pt x="335" y="419"/>
                      <a:pt x="335" y="419"/>
                      <a:pt x="335" y="419"/>
                    </a:cubicBezTo>
                    <a:cubicBezTo>
                      <a:pt x="403" y="380"/>
                      <a:pt x="449" y="307"/>
                      <a:pt x="449" y="224"/>
                    </a:cubicBezTo>
                    <a:close/>
                  </a:path>
                </a:pathLst>
              </a:custGeom>
              <a:solidFill>
                <a:schemeClr val="accent3"/>
              </a:solidFill>
              <a:ln>
                <a:noFill/>
              </a:ln>
            </p:spPr>
            <p:txBody>
              <a:bodyPr anchor="ctr"/>
              <a:lstStyle/>
              <a:p>
                <a:pPr algn="ctr"/>
              </a:p>
            </p:txBody>
          </p:sp>
          <p:sp>
            <p:nvSpPr>
              <p:cNvPr id="49" name="Freeform: Shape 139"/>
              <p:cNvSpPr/>
              <p:nvPr/>
            </p:nvSpPr>
            <p:spPr bwMode="auto">
              <a:xfrm>
                <a:off x="4649848" y="2145214"/>
                <a:ext cx="508981" cy="379043"/>
              </a:xfrm>
              <a:custGeom>
                <a:avLst/>
                <a:gdLst>
                  <a:gd name="T0" fmla="*/ 318 w 320"/>
                  <a:gd name="T1" fmla="*/ 85 h 238"/>
                  <a:gd name="T2" fmla="*/ 50 w 320"/>
                  <a:gd name="T3" fmla="*/ 237 h 238"/>
                  <a:gd name="T4" fmla="*/ 44 w 320"/>
                  <a:gd name="T5" fmla="*/ 235 h 238"/>
                  <a:gd name="T6" fmla="*/ 1 w 320"/>
                  <a:gd name="T7" fmla="*/ 158 h 238"/>
                  <a:gd name="T8" fmla="*/ 2 w 320"/>
                  <a:gd name="T9" fmla="*/ 153 h 238"/>
                  <a:gd name="T10" fmla="*/ 270 w 320"/>
                  <a:gd name="T11" fmla="*/ 1 h 238"/>
                  <a:gd name="T12" fmla="*/ 276 w 320"/>
                  <a:gd name="T13" fmla="*/ 3 h 238"/>
                  <a:gd name="T14" fmla="*/ 319 w 320"/>
                  <a:gd name="T15" fmla="*/ 80 h 238"/>
                  <a:gd name="T16" fmla="*/ 318 w 320"/>
                  <a:gd name="T17" fmla="*/ 85 h 238"/>
                  <a:gd name="T18" fmla="*/ 49 w 320"/>
                  <a:gd name="T19" fmla="*/ 228 h 238"/>
                  <a:gd name="T20" fmla="*/ 310 w 320"/>
                  <a:gd name="T21" fmla="*/ 80 h 238"/>
                  <a:gd name="T22" fmla="*/ 271 w 320"/>
                  <a:gd name="T23" fmla="*/ 10 h 238"/>
                  <a:gd name="T24" fmla="*/ 10 w 320"/>
                  <a:gd name="T25" fmla="*/ 158 h 238"/>
                  <a:gd name="T26" fmla="*/ 49 w 320"/>
                  <a:gd name="T27" fmla="*/ 22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0" h="238">
                    <a:moveTo>
                      <a:pt x="318" y="85"/>
                    </a:moveTo>
                    <a:cubicBezTo>
                      <a:pt x="50" y="237"/>
                      <a:pt x="50" y="237"/>
                      <a:pt x="50" y="237"/>
                    </a:cubicBezTo>
                    <a:cubicBezTo>
                      <a:pt x="48" y="238"/>
                      <a:pt x="45" y="237"/>
                      <a:pt x="44" y="235"/>
                    </a:cubicBezTo>
                    <a:cubicBezTo>
                      <a:pt x="1" y="158"/>
                      <a:pt x="1" y="158"/>
                      <a:pt x="1" y="158"/>
                    </a:cubicBezTo>
                    <a:cubicBezTo>
                      <a:pt x="0" y="157"/>
                      <a:pt x="0" y="154"/>
                      <a:pt x="2" y="153"/>
                    </a:cubicBezTo>
                    <a:cubicBezTo>
                      <a:pt x="270" y="1"/>
                      <a:pt x="270" y="1"/>
                      <a:pt x="270" y="1"/>
                    </a:cubicBezTo>
                    <a:cubicBezTo>
                      <a:pt x="272" y="0"/>
                      <a:pt x="275" y="1"/>
                      <a:pt x="276" y="3"/>
                    </a:cubicBezTo>
                    <a:cubicBezTo>
                      <a:pt x="319" y="80"/>
                      <a:pt x="319" y="80"/>
                      <a:pt x="319" y="80"/>
                    </a:cubicBezTo>
                    <a:cubicBezTo>
                      <a:pt x="320" y="81"/>
                      <a:pt x="320" y="84"/>
                      <a:pt x="318" y="85"/>
                    </a:cubicBezTo>
                    <a:close/>
                    <a:moveTo>
                      <a:pt x="49" y="228"/>
                    </a:moveTo>
                    <a:cubicBezTo>
                      <a:pt x="310" y="80"/>
                      <a:pt x="310" y="80"/>
                      <a:pt x="310" y="80"/>
                    </a:cubicBezTo>
                    <a:cubicBezTo>
                      <a:pt x="271" y="10"/>
                      <a:pt x="271" y="10"/>
                      <a:pt x="271" y="10"/>
                    </a:cubicBezTo>
                    <a:cubicBezTo>
                      <a:pt x="10" y="158"/>
                      <a:pt x="10" y="158"/>
                      <a:pt x="10" y="158"/>
                    </a:cubicBezTo>
                    <a:lnTo>
                      <a:pt x="49" y="228"/>
                    </a:lnTo>
                    <a:close/>
                  </a:path>
                </a:pathLst>
              </a:custGeom>
              <a:solidFill>
                <a:schemeClr val="bg2"/>
              </a:solidFill>
              <a:ln>
                <a:noFill/>
              </a:ln>
            </p:spPr>
            <p:txBody>
              <a:bodyPr anchor="ctr"/>
              <a:lstStyle/>
              <a:p>
                <a:pPr algn="ctr"/>
              </a:p>
            </p:txBody>
          </p:sp>
          <p:sp>
            <p:nvSpPr>
              <p:cNvPr id="50" name="Freeform: Shape 140"/>
              <p:cNvSpPr/>
              <p:nvPr/>
            </p:nvSpPr>
            <p:spPr bwMode="auto">
              <a:xfrm>
                <a:off x="4698996" y="2358636"/>
                <a:ext cx="45781" cy="70019"/>
              </a:xfrm>
              <a:custGeom>
                <a:avLst/>
                <a:gdLst>
                  <a:gd name="T0" fmla="*/ 26 w 29"/>
                  <a:gd name="T1" fmla="*/ 43 h 44"/>
                  <a:gd name="T2" fmla="*/ 21 w 29"/>
                  <a:gd name="T3" fmla="*/ 42 h 44"/>
                  <a:gd name="T4" fmla="*/ 1 w 29"/>
                  <a:gd name="T5" fmla="*/ 7 h 44"/>
                  <a:gd name="T6" fmla="*/ 3 w 29"/>
                  <a:gd name="T7" fmla="*/ 1 h 44"/>
                  <a:gd name="T8" fmla="*/ 8 w 29"/>
                  <a:gd name="T9" fmla="*/ 3 h 44"/>
                  <a:gd name="T10" fmla="*/ 28 w 29"/>
                  <a:gd name="T11" fmla="*/ 38 h 44"/>
                  <a:gd name="T12" fmla="*/ 26 w 29"/>
                  <a:gd name="T13" fmla="*/ 43 h 44"/>
                </a:gdLst>
                <a:ahLst/>
                <a:cxnLst>
                  <a:cxn ang="0">
                    <a:pos x="T0" y="T1"/>
                  </a:cxn>
                  <a:cxn ang="0">
                    <a:pos x="T2" y="T3"/>
                  </a:cxn>
                  <a:cxn ang="0">
                    <a:pos x="T4" y="T5"/>
                  </a:cxn>
                  <a:cxn ang="0">
                    <a:pos x="T6" y="T7"/>
                  </a:cxn>
                  <a:cxn ang="0">
                    <a:pos x="T8" y="T9"/>
                  </a:cxn>
                  <a:cxn ang="0">
                    <a:pos x="T10" y="T11"/>
                  </a:cxn>
                  <a:cxn ang="0">
                    <a:pos x="T12" y="T13"/>
                  </a:cxn>
                </a:cxnLst>
                <a:rect l="0" t="0" r="r" b="b"/>
                <a:pathLst>
                  <a:path w="29" h="44">
                    <a:moveTo>
                      <a:pt x="26" y="43"/>
                    </a:moveTo>
                    <a:cubicBezTo>
                      <a:pt x="24" y="44"/>
                      <a:pt x="22" y="43"/>
                      <a:pt x="21" y="42"/>
                    </a:cubicBezTo>
                    <a:cubicBezTo>
                      <a:pt x="1" y="7"/>
                      <a:pt x="1" y="7"/>
                      <a:pt x="1" y="7"/>
                    </a:cubicBezTo>
                    <a:cubicBezTo>
                      <a:pt x="0" y="5"/>
                      <a:pt x="1" y="2"/>
                      <a:pt x="3" y="1"/>
                    </a:cubicBezTo>
                    <a:cubicBezTo>
                      <a:pt x="5" y="0"/>
                      <a:pt x="7" y="1"/>
                      <a:pt x="8" y="3"/>
                    </a:cubicBezTo>
                    <a:cubicBezTo>
                      <a:pt x="28" y="38"/>
                      <a:pt x="28" y="38"/>
                      <a:pt x="28" y="38"/>
                    </a:cubicBezTo>
                    <a:cubicBezTo>
                      <a:pt x="29" y="40"/>
                      <a:pt x="28" y="42"/>
                      <a:pt x="26" y="43"/>
                    </a:cubicBezTo>
                    <a:close/>
                  </a:path>
                </a:pathLst>
              </a:custGeom>
              <a:solidFill>
                <a:schemeClr val="bg2"/>
              </a:solidFill>
              <a:ln>
                <a:noFill/>
              </a:ln>
            </p:spPr>
            <p:txBody>
              <a:bodyPr anchor="ctr"/>
              <a:lstStyle/>
              <a:p>
                <a:pPr algn="ctr"/>
              </a:p>
            </p:txBody>
          </p:sp>
          <p:sp>
            <p:nvSpPr>
              <p:cNvPr id="51" name="Freeform: Shape 141"/>
              <p:cNvSpPr/>
              <p:nvPr/>
            </p:nvSpPr>
            <p:spPr bwMode="auto">
              <a:xfrm>
                <a:off x="4765648" y="2321607"/>
                <a:ext cx="46455" cy="70019"/>
              </a:xfrm>
              <a:custGeom>
                <a:avLst/>
                <a:gdLst>
                  <a:gd name="T0" fmla="*/ 26 w 29"/>
                  <a:gd name="T1" fmla="*/ 42 h 44"/>
                  <a:gd name="T2" fmla="*/ 21 w 29"/>
                  <a:gd name="T3" fmla="*/ 41 h 44"/>
                  <a:gd name="T4" fmla="*/ 1 w 29"/>
                  <a:gd name="T5" fmla="*/ 6 h 44"/>
                  <a:gd name="T6" fmla="*/ 2 w 29"/>
                  <a:gd name="T7" fmla="*/ 1 h 44"/>
                  <a:gd name="T8" fmla="*/ 8 w 29"/>
                  <a:gd name="T9" fmla="*/ 2 h 44"/>
                  <a:gd name="T10" fmla="*/ 28 w 29"/>
                  <a:gd name="T11" fmla="*/ 37 h 44"/>
                  <a:gd name="T12" fmla="*/ 26 w 29"/>
                  <a:gd name="T13" fmla="*/ 42 h 44"/>
                </a:gdLst>
                <a:ahLst/>
                <a:cxnLst>
                  <a:cxn ang="0">
                    <a:pos x="T0" y="T1"/>
                  </a:cxn>
                  <a:cxn ang="0">
                    <a:pos x="T2" y="T3"/>
                  </a:cxn>
                  <a:cxn ang="0">
                    <a:pos x="T4" y="T5"/>
                  </a:cxn>
                  <a:cxn ang="0">
                    <a:pos x="T6" y="T7"/>
                  </a:cxn>
                  <a:cxn ang="0">
                    <a:pos x="T8" y="T9"/>
                  </a:cxn>
                  <a:cxn ang="0">
                    <a:pos x="T10" y="T11"/>
                  </a:cxn>
                  <a:cxn ang="0">
                    <a:pos x="T12" y="T13"/>
                  </a:cxn>
                </a:cxnLst>
                <a:rect l="0" t="0" r="r" b="b"/>
                <a:pathLst>
                  <a:path w="29" h="44">
                    <a:moveTo>
                      <a:pt x="26" y="42"/>
                    </a:moveTo>
                    <a:cubicBezTo>
                      <a:pt x="24" y="44"/>
                      <a:pt x="22" y="43"/>
                      <a:pt x="21" y="41"/>
                    </a:cubicBezTo>
                    <a:cubicBezTo>
                      <a:pt x="1" y="6"/>
                      <a:pt x="1" y="6"/>
                      <a:pt x="1" y="6"/>
                    </a:cubicBezTo>
                    <a:cubicBezTo>
                      <a:pt x="0" y="4"/>
                      <a:pt x="1" y="2"/>
                      <a:pt x="2" y="1"/>
                    </a:cubicBezTo>
                    <a:cubicBezTo>
                      <a:pt x="4" y="0"/>
                      <a:pt x="7" y="0"/>
                      <a:pt x="8" y="2"/>
                    </a:cubicBezTo>
                    <a:cubicBezTo>
                      <a:pt x="28" y="37"/>
                      <a:pt x="28" y="37"/>
                      <a:pt x="28" y="37"/>
                    </a:cubicBezTo>
                    <a:cubicBezTo>
                      <a:pt x="29" y="39"/>
                      <a:pt x="28" y="41"/>
                      <a:pt x="26" y="42"/>
                    </a:cubicBezTo>
                    <a:close/>
                  </a:path>
                </a:pathLst>
              </a:custGeom>
              <a:solidFill>
                <a:schemeClr val="bg2"/>
              </a:solidFill>
              <a:ln>
                <a:noFill/>
              </a:ln>
            </p:spPr>
            <p:txBody>
              <a:bodyPr anchor="ctr"/>
              <a:lstStyle/>
              <a:p>
                <a:pPr algn="ctr"/>
              </a:p>
            </p:txBody>
          </p:sp>
          <p:sp>
            <p:nvSpPr>
              <p:cNvPr id="40" name="Freeform: Shape 142"/>
              <p:cNvSpPr/>
              <p:nvPr/>
            </p:nvSpPr>
            <p:spPr bwMode="auto">
              <a:xfrm>
                <a:off x="4840379" y="2285251"/>
                <a:ext cx="46455" cy="70019"/>
              </a:xfrm>
              <a:custGeom>
                <a:avLst/>
                <a:gdLst>
                  <a:gd name="T0" fmla="*/ 26 w 29"/>
                  <a:gd name="T1" fmla="*/ 43 h 44"/>
                  <a:gd name="T2" fmla="*/ 21 w 29"/>
                  <a:gd name="T3" fmla="*/ 42 h 44"/>
                  <a:gd name="T4" fmla="*/ 1 w 29"/>
                  <a:gd name="T5" fmla="*/ 7 h 44"/>
                  <a:gd name="T6" fmla="*/ 3 w 29"/>
                  <a:gd name="T7" fmla="*/ 2 h 44"/>
                  <a:gd name="T8" fmla="*/ 8 w 29"/>
                  <a:gd name="T9" fmla="*/ 3 h 44"/>
                  <a:gd name="T10" fmla="*/ 28 w 29"/>
                  <a:gd name="T11" fmla="*/ 38 h 44"/>
                  <a:gd name="T12" fmla="*/ 26 w 29"/>
                  <a:gd name="T13" fmla="*/ 43 h 44"/>
                </a:gdLst>
                <a:ahLst/>
                <a:cxnLst>
                  <a:cxn ang="0">
                    <a:pos x="T0" y="T1"/>
                  </a:cxn>
                  <a:cxn ang="0">
                    <a:pos x="T2" y="T3"/>
                  </a:cxn>
                  <a:cxn ang="0">
                    <a:pos x="T4" y="T5"/>
                  </a:cxn>
                  <a:cxn ang="0">
                    <a:pos x="T6" y="T7"/>
                  </a:cxn>
                  <a:cxn ang="0">
                    <a:pos x="T8" y="T9"/>
                  </a:cxn>
                  <a:cxn ang="0">
                    <a:pos x="T10" y="T11"/>
                  </a:cxn>
                  <a:cxn ang="0">
                    <a:pos x="T12" y="T13"/>
                  </a:cxn>
                </a:cxnLst>
                <a:rect l="0" t="0" r="r" b="b"/>
                <a:pathLst>
                  <a:path w="29" h="44">
                    <a:moveTo>
                      <a:pt x="26" y="43"/>
                    </a:moveTo>
                    <a:cubicBezTo>
                      <a:pt x="24" y="44"/>
                      <a:pt x="22" y="44"/>
                      <a:pt x="21" y="42"/>
                    </a:cubicBezTo>
                    <a:cubicBezTo>
                      <a:pt x="1" y="7"/>
                      <a:pt x="1" y="7"/>
                      <a:pt x="1" y="7"/>
                    </a:cubicBezTo>
                    <a:cubicBezTo>
                      <a:pt x="0" y="5"/>
                      <a:pt x="1" y="3"/>
                      <a:pt x="3" y="2"/>
                    </a:cubicBezTo>
                    <a:cubicBezTo>
                      <a:pt x="5" y="0"/>
                      <a:pt x="7" y="1"/>
                      <a:pt x="8" y="3"/>
                    </a:cubicBezTo>
                    <a:cubicBezTo>
                      <a:pt x="28" y="38"/>
                      <a:pt x="28" y="38"/>
                      <a:pt x="28" y="38"/>
                    </a:cubicBezTo>
                    <a:cubicBezTo>
                      <a:pt x="29" y="40"/>
                      <a:pt x="28" y="42"/>
                      <a:pt x="26" y="43"/>
                    </a:cubicBezTo>
                    <a:close/>
                  </a:path>
                </a:pathLst>
              </a:custGeom>
              <a:solidFill>
                <a:schemeClr val="bg2"/>
              </a:solidFill>
              <a:ln>
                <a:noFill/>
              </a:ln>
            </p:spPr>
            <p:txBody>
              <a:bodyPr anchor="ctr"/>
              <a:lstStyle/>
              <a:p>
                <a:pPr algn="ctr"/>
              </a:p>
            </p:txBody>
          </p:sp>
          <p:sp>
            <p:nvSpPr>
              <p:cNvPr id="41" name="Freeform: Shape 143"/>
              <p:cNvSpPr/>
              <p:nvPr/>
            </p:nvSpPr>
            <p:spPr bwMode="auto">
              <a:xfrm>
                <a:off x="4732658" y="2339111"/>
                <a:ext cx="55207" cy="87523"/>
              </a:xfrm>
              <a:custGeom>
                <a:avLst/>
                <a:gdLst>
                  <a:gd name="T0" fmla="*/ 32 w 35"/>
                  <a:gd name="T1" fmla="*/ 54 h 55"/>
                  <a:gd name="T2" fmla="*/ 27 w 35"/>
                  <a:gd name="T3" fmla="*/ 52 h 55"/>
                  <a:gd name="T4" fmla="*/ 1 w 35"/>
                  <a:gd name="T5" fmla="*/ 7 h 55"/>
                  <a:gd name="T6" fmla="*/ 3 w 35"/>
                  <a:gd name="T7" fmla="*/ 1 h 55"/>
                  <a:gd name="T8" fmla="*/ 8 w 35"/>
                  <a:gd name="T9" fmla="*/ 3 h 55"/>
                  <a:gd name="T10" fmla="*/ 34 w 35"/>
                  <a:gd name="T11" fmla="*/ 48 h 55"/>
                  <a:gd name="T12" fmla="*/ 32 w 35"/>
                  <a:gd name="T13" fmla="*/ 54 h 55"/>
                </a:gdLst>
                <a:ahLst/>
                <a:cxnLst>
                  <a:cxn ang="0">
                    <a:pos x="T0" y="T1"/>
                  </a:cxn>
                  <a:cxn ang="0">
                    <a:pos x="T2" y="T3"/>
                  </a:cxn>
                  <a:cxn ang="0">
                    <a:pos x="T4" y="T5"/>
                  </a:cxn>
                  <a:cxn ang="0">
                    <a:pos x="T6" y="T7"/>
                  </a:cxn>
                  <a:cxn ang="0">
                    <a:pos x="T8" y="T9"/>
                  </a:cxn>
                  <a:cxn ang="0">
                    <a:pos x="T10" y="T11"/>
                  </a:cxn>
                  <a:cxn ang="0">
                    <a:pos x="T12" y="T13"/>
                  </a:cxn>
                </a:cxnLst>
                <a:rect l="0" t="0" r="r" b="b"/>
                <a:pathLst>
                  <a:path w="35" h="55">
                    <a:moveTo>
                      <a:pt x="32" y="54"/>
                    </a:moveTo>
                    <a:cubicBezTo>
                      <a:pt x="30" y="55"/>
                      <a:pt x="28" y="54"/>
                      <a:pt x="27" y="52"/>
                    </a:cubicBezTo>
                    <a:cubicBezTo>
                      <a:pt x="1" y="7"/>
                      <a:pt x="1" y="7"/>
                      <a:pt x="1" y="7"/>
                    </a:cubicBezTo>
                    <a:cubicBezTo>
                      <a:pt x="0" y="5"/>
                      <a:pt x="1" y="3"/>
                      <a:pt x="3" y="1"/>
                    </a:cubicBezTo>
                    <a:cubicBezTo>
                      <a:pt x="4" y="0"/>
                      <a:pt x="7" y="1"/>
                      <a:pt x="8" y="3"/>
                    </a:cubicBezTo>
                    <a:cubicBezTo>
                      <a:pt x="34" y="48"/>
                      <a:pt x="34" y="48"/>
                      <a:pt x="34" y="48"/>
                    </a:cubicBezTo>
                    <a:cubicBezTo>
                      <a:pt x="35" y="50"/>
                      <a:pt x="34" y="53"/>
                      <a:pt x="32" y="54"/>
                    </a:cubicBezTo>
                    <a:close/>
                  </a:path>
                </a:pathLst>
              </a:custGeom>
              <a:solidFill>
                <a:schemeClr val="bg2"/>
              </a:solidFill>
              <a:ln>
                <a:noFill/>
              </a:ln>
            </p:spPr>
            <p:txBody>
              <a:bodyPr anchor="ctr"/>
              <a:lstStyle/>
              <a:p>
                <a:pPr algn="ctr"/>
              </a:p>
            </p:txBody>
          </p:sp>
          <p:sp>
            <p:nvSpPr>
              <p:cNvPr id="42" name="Freeform: Shape 144"/>
              <p:cNvSpPr/>
              <p:nvPr/>
            </p:nvSpPr>
            <p:spPr bwMode="auto">
              <a:xfrm>
                <a:off x="4802677" y="2307468"/>
                <a:ext cx="53860" cy="87523"/>
              </a:xfrm>
              <a:custGeom>
                <a:avLst/>
                <a:gdLst>
                  <a:gd name="T0" fmla="*/ 32 w 34"/>
                  <a:gd name="T1" fmla="*/ 54 h 55"/>
                  <a:gd name="T2" fmla="*/ 26 w 34"/>
                  <a:gd name="T3" fmla="*/ 52 h 55"/>
                  <a:gd name="T4" fmla="*/ 1 w 34"/>
                  <a:gd name="T5" fmla="*/ 7 h 55"/>
                  <a:gd name="T6" fmla="*/ 2 w 34"/>
                  <a:gd name="T7" fmla="*/ 1 h 55"/>
                  <a:gd name="T8" fmla="*/ 8 w 34"/>
                  <a:gd name="T9" fmla="*/ 3 h 55"/>
                  <a:gd name="T10" fmla="*/ 33 w 34"/>
                  <a:gd name="T11" fmla="*/ 48 h 55"/>
                  <a:gd name="T12" fmla="*/ 32 w 34"/>
                  <a:gd name="T13" fmla="*/ 54 h 55"/>
                </a:gdLst>
                <a:ahLst/>
                <a:cxnLst>
                  <a:cxn ang="0">
                    <a:pos x="T0" y="T1"/>
                  </a:cxn>
                  <a:cxn ang="0">
                    <a:pos x="T2" y="T3"/>
                  </a:cxn>
                  <a:cxn ang="0">
                    <a:pos x="T4" y="T5"/>
                  </a:cxn>
                  <a:cxn ang="0">
                    <a:pos x="T6" y="T7"/>
                  </a:cxn>
                  <a:cxn ang="0">
                    <a:pos x="T8" y="T9"/>
                  </a:cxn>
                  <a:cxn ang="0">
                    <a:pos x="T10" y="T11"/>
                  </a:cxn>
                  <a:cxn ang="0">
                    <a:pos x="T12" y="T13"/>
                  </a:cxn>
                </a:cxnLst>
                <a:rect l="0" t="0" r="r" b="b"/>
                <a:pathLst>
                  <a:path w="34" h="55">
                    <a:moveTo>
                      <a:pt x="32" y="54"/>
                    </a:moveTo>
                    <a:cubicBezTo>
                      <a:pt x="30" y="55"/>
                      <a:pt x="27" y="54"/>
                      <a:pt x="26" y="52"/>
                    </a:cubicBezTo>
                    <a:cubicBezTo>
                      <a:pt x="1" y="7"/>
                      <a:pt x="1" y="7"/>
                      <a:pt x="1" y="7"/>
                    </a:cubicBezTo>
                    <a:cubicBezTo>
                      <a:pt x="0" y="5"/>
                      <a:pt x="0" y="2"/>
                      <a:pt x="2" y="1"/>
                    </a:cubicBezTo>
                    <a:cubicBezTo>
                      <a:pt x="4" y="0"/>
                      <a:pt x="7" y="1"/>
                      <a:pt x="8" y="3"/>
                    </a:cubicBezTo>
                    <a:cubicBezTo>
                      <a:pt x="33" y="48"/>
                      <a:pt x="33" y="48"/>
                      <a:pt x="33" y="48"/>
                    </a:cubicBezTo>
                    <a:cubicBezTo>
                      <a:pt x="34" y="50"/>
                      <a:pt x="34" y="52"/>
                      <a:pt x="32" y="54"/>
                    </a:cubicBezTo>
                    <a:close/>
                  </a:path>
                </a:pathLst>
              </a:custGeom>
              <a:solidFill>
                <a:schemeClr val="bg2"/>
              </a:solidFill>
              <a:ln>
                <a:noFill/>
              </a:ln>
            </p:spPr>
            <p:txBody>
              <a:bodyPr anchor="ctr"/>
              <a:lstStyle/>
              <a:p>
                <a:pPr algn="ctr"/>
              </a:p>
            </p:txBody>
          </p:sp>
          <p:sp>
            <p:nvSpPr>
              <p:cNvPr id="43" name="Freeform: Shape 145"/>
              <p:cNvSpPr/>
              <p:nvPr/>
            </p:nvSpPr>
            <p:spPr bwMode="auto">
              <a:xfrm>
                <a:off x="4918477" y="2242163"/>
                <a:ext cx="46455" cy="70019"/>
              </a:xfrm>
              <a:custGeom>
                <a:avLst/>
                <a:gdLst>
                  <a:gd name="T0" fmla="*/ 26 w 29"/>
                  <a:gd name="T1" fmla="*/ 43 h 44"/>
                  <a:gd name="T2" fmla="*/ 21 w 29"/>
                  <a:gd name="T3" fmla="*/ 41 h 44"/>
                  <a:gd name="T4" fmla="*/ 1 w 29"/>
                  <a:gd name="T5" fmla="*/ 6 h 44"/>
                  <a:gd name="T6" fmla="*/ 2 w 29"/>
                  <a:gd name="T7" fmla="*/ 1 h 44"/>
                  <a:gd name="T8" fmla="*/ 8 w 29"/>
                  <a:gd name="T9" fmla="*/ 3 h 44"/>
                  <a:gd name="T10" fmla="*/ 28 w 29"/>
                  <a:gd name="T11" fmla="*/ 37 h 44"/>
                  <a:gd name="T12" fmla="*/ 26 w 29"/>
                  <a:gd name="T13" fmla="*/ 43 h 44"/>
                </a:gdLst>
                <a:ahLst/>
                <a:cxnLst>
                  <a:cxn ang="0">
                    <a:pos x="T0" y="T1"/>
                  </a:cxn>
                  <a:cxn ang="0">
                    <a:pos x="T2" y="T3"/>
                  </a:cxn>
                  <a:cxn ang="0">
                    <a:pos x="T4" y="T5"/>
                  </a:cxn>
                  <a:cxn ang="0">
                    <a:pos x="T6" y="T7"/>
                  </a:cxn>
                  <a:cxn ang="0">
                    <a:pos x="T8" y="T9"/>
                  </a:cxn>
                  <a:cxn ang="0">
                    <a:pos x="T10" y="T11"/>
                  </a:cxn>
                  <a:cxn ang="0">
                    <a:pos x="T12" y="T13"/>
                  </a:cxn>
                </a:cxnLst>
                <a:rect l="0" t="0" r="r" b="b"/>
                <a:pathLst>
                  <a:path w="29" h="44">
                    <a:moveTo>
                      <a:pt x="26" y="43"/>
                    </a:moveTo>
                    <a:cubicBezTo>
                      <a:pt x="24" y="44"/>
                      <a:pt x="22" y="43"/>
                      <a:pt x="21" y="41"/>
                    </a:cubicBezTo>
                    <a:cubicBezTo>
                      <a:pt x="1" y="6"/>
                      <a:pt x="1" y="6"/>
                      <a:pt x="1" y="6"/>
                    </a:cubicBezTo>
                    <a:cubicBezTo>
                      <a:pt x="0" y="5"/>
                      <a:pt x="1" y="2"/>
                      <a:pt x="2" y="1"/>
                    </a:cubicBezTo>
                    <a:cubicBezTo>
                      <a:pt x="4" y="0"/>
                      <a:pt x="7" y="1"/>
                      <a:pt x="8" y="3"/>
                    </a:cubicBezTo>
                    <a:cubicBezTo>
                      <a:pt x="28" y="37"/>
                      <a:pt x="28" y="37"/>
                      <a:pt x="28" y="37"/>
                    </a:cubicBezTo>
                    <a:cubicBezTo>
                      <a:pt x="29" y="39"/>
                      <a:pt x="28" y="42"/>
                      <a:pt x="26" y="43"/>
                    </a:cubicBezTo>
                    <a:close/>
                  </a:path>
                </a:pathLst>
              </a:custGeom>
              <a:solidFill>
                <a:schemeClr val="bg2"/>
              </a:solidFill>
              <a:ln>
                <a:noFill/>
              </a:ln>
            </p:spPr>
            <p:txBody>
              <a:bodyPr anchor="ctr"/>
              <a:lstStyle/>
              <a:p>
                <a:pPr algn="ctr"/>
              </a:p>
            </p:txBody>
          </p:sp>
          <p:sp>
            <p:nvSpPr>
              <p:cNvPr id="56" name="Freeform: Shape 146"/>
              <p:cNvSpPr/>
              <p:nvPr/>
            </p:nvSpPr>
            <p:spPr bwMode="auto">
              <a:xfrm>
                <a:off x="4878755" y="2264380"/>
                <a:ext cx="55880" cy="86177"/>
              </a:xfrm>
              <a:custGeom>
                <a:avLst/>
                <a:gdLst>
                  <a:gd name="T0" fmla="*/ 33 w 35"/>
                  <a:gd name="T1" fmla="*/ 53 h 54"/>
                  <a:gd name="T2" fmla="*/ 27 w 35"/>
                  <a:gd name="T3" fmla="*/ 51 h 54"/>
                  <a:gd name="T4" fmla="*/ 2 w 35"/>
                  <a:gd name="T5" fmla="*/ 6 h 54"/>
                  <a:gd name="T6" fmla="*/ 3 w 35"/>
                  <a:gd name="T7" fmla="*/ 1 h 54"/>
                  <a:gd name="T8" fmla="*/ 9 w 35"/>
                  <a:gd name="T9" fmla="*/ 2 h 54"/>
                  <a:gd name="T10" fmla="*/ 34 w 35"/>
                  <a:gd name="T11" fmla="*/ 48 h 54"/>
                  <a:gd name="T12" fmla="*/ 33 w 35"/>
                  <a:gd name="T13" fmla="*/ 53 h 54"/>
                </a:gdLst>
                <a:ahLst/>
                <a:cxnLst>
                  <a:cxn ang="0">
                    <a:pos x="T0" y="T1"/>
                  </a:cxn>
                  <a:cxn ang="0">
                    <a:pos x="T2" y="T3"/>
                  </a:cxn>
                  <a:cxn ang="0">
                    <a:pos x="T4" y="T5"/>
                  </a:cxn>
                  <a:cxn ang="0">
                    <a:pos x="T6" y="T7"/>
                  </a:cxn>
                  <a:cxn ang="0">
                    <a:pos x="T8" y="T9"/>
                  </a:cxn>
                  <a:cxn ang="0">
                    <a:pos x="T10" y="T11"/>
                  </a:cxn>
                  <a:cxn ang="0">
                    <a:pos x="T12" y="T13"/>
                  </a:cxn>
                </a:cxnLst>
                <a:rect l="0" t="0" r="r" b="b"/>
                <a:pathLst>
                  <a:path w="35" h="54">
                    <a:moveTo>
                      <a:pt x="33" y="53"/>
                    </a:moveTo>
                    <a:cubicBezTo>
                      <a:pt x="31" y="54"/>
                      <a:pt x="28" y="53"/>
                      <a:pt x="27" y="51"/>
                    </a:cubicBezTo>
                    <a:cubicBezTo>
                      <a:pt x="2" y="6"/>
                      <a:pt x="2" y="6"/>
                      <a:pt x="2" y="6"/>
                    </a:cubicBezTo>
                    <a:cubicBezTo>
                      <a:pt x="0" y="4"/>
                      <a:pt x="1" y="2"/>
                      <a:pt x="3" y="1"/>
                    </a:cubicBezTo>
                    <a:cubicBezTo>
                      <a:pt x="5" y="0"/>
                      <a:pt x="7" y="0"/>
                      <a:pt x="9" y="2"/>
                    </a:cubicBezTo>
                    <a:cubicBezTo>
                      <a:pt x="34" y="48"/>
                      <a:pt x="34" y="48"/>
                      <a:pt x="34" y="48"/>
                    </a:cubicBezTo>
                    <a:cubicBezTo>
                      <a:pt x="35" y="49"/>
                      <a:pt x="35" y="52"/>
                      <a:pt x="33" y="53"/>
                    </a:cubicBezTo>
                    <a:close/>
                  </a:path>
                </a:pathLst>
              </a:custGeom>
              <a:solidFill>
                <a:schemeClr val="bg2"/>
              </a:solidFill>
              <a:ln>
                <a:noFill/>
              </a:ln>
            </p:spPr>
            <p:txBody>
              <a:bodyPr anchor="ctr"/>
              <a:lstStyle/>
              <a:p>
                <a:pPr algn="ctr"/>
              </a:p>
            </p:txBody>
          </p:sp>
          <p:sp>
            <p:nvSpPr>
              <p:cNvPr id="57" name="Freeform: Shape 147"/>
              <p:cNvSpPr/>
              <p:nvPr/>
            </p:nvSpPr>
            <p:spPr bwMode="auto">
              <a:xfrm>
                <a:off x="4996574" y="2197728"/>
                <a:ext cx="44435" cy="70019"/>
              </a:xfrm>
              <a:custGeom>
                <a:avLst/>
                <a:gdLst>
                  <a:gd name="T0" fmla="*/ 26 w 28"/>
                  <a:gd name="T1" fmla="*/ 43 h 44"/>
                  <a:gd name="T2" fmla="*/ 20 w 28"/>
                  <a:gd name="T3" fmla="*/ 42 h 44"/>
                  <a:gd name="T4" fmla="*/ 1 w 28"/>
                  <a:gd name="T5" fmla="*/ 7 h 44"/>
                  <a:gd name="T6" fmla="*/ 2 w 28"/>
                  <a:gd name="T7" fmla="*/ 1 h 44"/>
                  <a:gd name="T8" fmla="*/ 8 w 28"/>
                  <a:gd name="T9" fmla="*/ 3 h 44"/>
                  <a:gd name="T10" fmla="*/ 27 w 28"/>
                  <a:gd name="T11" fmla="*/ 38 h 44"/>
                  <a:gd name="T12" fmla="*/ 26 w 28"/>
                  <a:gd name="T13" fmla="*/ 43 h 44"/>
                </a:gdLst>
                <a:ahLst/>
                <a:cxnLst>
                  <a:cxn ang="0">
                    <a:pos x="T0" y="T1"/>
                  </a:cxn>
                  <a:cxn ang="0">
                    <a:pos x="T2" y="T3"/>
                  </a:cxn>
                  <a:cxn ang="0">
                    <a:pos x="T4" y="T5"/>
                  </a:cxn>
                  <a:cxn ang="0">
                    <a:pos x="T6" y="T7"/>
                  </a:cxn>
                  <a:cxn ang="0">
                    <a:pos x="T8" y="T9"/>
                  </a:cxn>
                  <a:cxn ang="0">
                    <a:pos x="T10" y="T11"/>
                  </a:cxn>
                  <a:cxn ang="0">
                    <a:pos x="T12" y="T13"/>
                  </a:cxn>
                </a:cxnLst>
                <a:rect l="0" t="0" r="r" b="b"/>
                <a:pathLst>
                  <a:path w="28" h="44">
                    <a:moveTo>
                      <a:pt x="26" y="43"/>
                    </a:moveTo>
                    <a:cubicBezTo>
                      <a:pt x="24" y="44"/>
                      <a:pt x="21" y="44"/>
                      <a:pt x="20" y="42"/>
                    </a:cubicBezTo>
                    <a:cubicBezTo>
                      <a:pt x="1" y="7"/>
                      <a:pt x="1" y="7"/>
                      <a:pt x="1" y="7"/>
                    </a:cubicBezTo>
                    <a:cubicBezTo>
                      <a:pt x="0" y="5"/>
                      <a:pt x="0" y="3"/>
                      <a:pt x="2" y="1"/>
                    </a:cubicBezTo>
                    <a:cubicBezTo>
                      <a:pt x="4" y="0"/>
                      <a:pt x="7" y="1"/>
                      <a:pt x="8" y="3"/>
                    </a:cubicBezTo>
                    <a:cubicBezTo>
                      <a:pt x="27" y="38"/>
                      <a:pt x="27" y="38"/>
                      <a:pt x="27" y="38"/>
                    </a:cubicBezTo>
                    <a:cubicBezTo>
                      <a:pt x="28" y="40"/>
                      <a:pt x="28" y="42"/>
                      <a:pt x="26" y="43"/>
                    </a:cubicBezTo>
                    <a:close/>
                  </a:path>
                </a:pathLst>
              </a:custGeom>
              <a:solidFill>
                <a:schemeClr val="bg2"/>
              </a:solidFill>
              <a:ln>
                <a:noFill/>
              </a:ln>
            </p:spPr>
            <p:txBody>
              <a:bodyPr anchor="ctr"/>
              <a:lstStyle/>
              <a:p>
                <a:pPr algn="ctr"/>
              </a:p>
            </p:txBody>
          </p:sp>
          <p:sp>
            <p:nvSpPr>
              <p:cNvPr id="58" name="Freeform: Shape 148"/>
              <p:cNvSpPr/>
              <p:nvPr/>
            </p:nvSpPr>
            <p:spPr bwMode="auto">
              <a:xfrm>
                <a:off x="4956852" y="2219945"/>
                <a:ext cx="55880" cy="87523"/>
              </a:xfrm>
              <a:custGeom>
                <a:avLst/>
                <a:gdLst>
                  <a:gd name="T0" fmla="*/ 32 w 35"/>
                  <a:gd name="T1" fmla="*/ 53 h 55"/>
                  <a:gd name="T2" fmla="*/ 27 w 35"/>
                  <a:gd name="T3" fmla="*/ 52 h 55"/>
                  <a:gd name="T4" fmla="*/ 1 w 35"/>
                  <a:gd name="T5" fmla="*/ 7 h 55"/>
                  <a:gd name="T6" fmla="*/ 3 w 35"/>
                  <a:gd name="T7" fmla="*/ 1 h 55"/>
                  <a:gd name="T8" fmla="*/ 8 w 35"/>
                  <a:gd name="T9" fmla="*/ 3 h 55"/>
                  <a:gd name="T10" fmla="*/ 34 w 35"/>
                  <a:gd name="T11" fmla="*/ 48 h 55"/>
                  <a:gd name="T12" fmla="*/ 32 w 35"/>
                  <a:gd name="T13" fmla="*/ 53 h 55"/>
                </a:gdLst>
                <a:ahLst/>
                <a:cxnLst>
                  <a:cxn ang="0">
                    <a:pos x="T0" y="T1"/>
                  </a:cxn>
                  <a:cxn ang="0">
                    <a:pos x="T2" y="T3"/>
                  </a:cxn>
                  <a:cxn ang="0">
                    <a:pos x="T4" y="T5"/>
                  </a:cxn>
                  <a:cxn ang="0">
                    <a:pos x="T6" y="T7"/>
                  </a:cxn>
                  <a:cxn ang="0">
                    <a:pos x="T8" y="T9"/>
                  </a:cxn>
                  <a:cxn ang="0">
                    <a:pos x="T10" y="T11"/>
                  </a:cxn>
                  <a:cxn ang="0">
                    <a:pos x="T12" y="T13"/>
                  </a:cxn>
                </a:cxnLst>
                <a:rect l="0" t="0" r="r" b="b"/>
                <a:pathLst>
                  <a:path w="35" h="55">
                    <a:moveTo>
                      <a:pt x="32" y="53"/>
                    </a:moveTo>
                    <a:cubicBezTo>
                      <a:pt x="30" y="55"/>
                      <a:pt x="28" y="54"/>
                      <a:pt x="27" y="52"/>
                    </a:cubicBezTo>
                    <a:cubicBezTo>
                      <a:pt x="1" y="7"/>
                      <a:pt x="1" y="7"/>
                      <a:pt x="1" y="7"/>
                    </a:cubicBezTo>
                    <a:cubicBezTo>
                      <a:pt x="0" y="5"/>
                      <a:pt x="1" y="2"/>
                      <a:pt x="3" y="1"/>
                    </a:cubicBezTo>
                    <a:cubicBezTo>
                      <a:pt x="5" y="0"/>
                      <a:pt x="7" y="1"/>
                      <a:pt x="8" y="3"/>
                    </a:cubicBezTo>
                    <a:cubicBezTo>
                      <a:pt x="34" y="48"/>
                      <a:pt x="34" y="48"/>
                      <a:pt x="34" y="48"/>
                    </a:cubicBezTo>
                    <a:cubicBezTo>
                      <a:pt x="35" y="50"/>
                      <a:pt x="34" y="52"/>
                      <a:pt x="32" y="53"/>
                    </a:cubicBezTo>
                    <a:close/>
                  </a:path>
                </a:pathLst>
              </a:custGeom>
              <a:solidFill>
                <a:schemeClr val="bg2"/>
              </a:solidFill>
              <a:ln>
                <a:noFill/>
              </a:ln>
            </p:spPr>
            <p:txBody>
              <a:bodyPr anchor="ctr"/>
              <a:lstStyle/>
              <a:p>
                <a:pPr algn="ctr"/>
              </a:p>
            </p:txBody>
          </p:sp>
          <p:sp>
            <p:nvSpPr>
              <p:cNvPr id="59" name="Freeform: Shape 149"/>
              <p:cNvSpPr/>
              <p:nvPr/>
            </p:nvSpPr>
            <p:spPr bwMode="auto">
              <a:xfrm>
                <a:off x="5034950" y="2176857"/>
                <a:ext cx="55880" cy="86177"/>
              </a:xfrm>
              <a:custGeom>
                <a:avLst/>
                <a:gdLst>
                  <a:gd name="T0" fmla="*/ 32 w 35"/>
                  <a:gd name="T1" fmla="*/ 53 h 54"/>
                  <a:gd name="T2" fmla="*/ 27 w 35"/>
                  <a:gd name="T3" fmla="*/ 51 h 54"/>
                  <a:gd name="T4" fmla="*/ 1 w 35"/>
                  <a:gd name="T5" fmla="*/ 6 h 54"/>
                  <a:gd name="T6" fmla="*/ 3 w 35"/>
                  <a:gd name="T7" fmla="*/ 1 h 54"/>
                  <a:gd name="T8" fmla="*/ 8 w 35"/>
                  <a:gd name="T9" fmla="*/ 2 h 54"/>
                  <a:gd name="T10" fmla="*/ 34 w 35"/>
                  <a:gd name="T11" fmla="*/ 47 h 54"/>
                  <a:gd name="T12" fmla="*/ 32 w 35"/>
                  <a:gd name="T13" fmla="*/ 53 h 54"/>
                </a:gdLst>
                <a:ahLst/>
                <a:cxnLst>
                  <a:cxn ang="0">
                    <a:pos x="T0" y="T1"/>
                  </a:cxn>
                  <a:cxn ang="0">
                    <a:pos x="T2" y="T3"/>
                  </a:cxn>
                  <a:cxn ang="0">
                    <a:pos x="T4" y="T5"/>
                  </a:cxn>
                  <a:cxn ang="0">
                    <a:pos x="T6" y="T7"/>
                  </a:cxn>
                  <a:cxn ang="0">
                    <a:pos x="T8" y="T9"/>
                  </a:cxn>
                  <a:cxn ang="0">
                    <a:pos x="T10" y="T11"/>
                  </a:cxn>
                  <a:cxn ang="0">
                    <a:pos x="T12" y="T13"/>
                  </a:cxn>
                </a:cxnLst>
                <a:rect l="0" t="0" r="r" b="b"/>
                <a:pathLst>
                  <a:path w="35" h="54">
                    <a:moveTo>
                      <a:pt x="32" y="53"/>
                    </a:moveTo>
                    <a:cubicBezTo>
                      <a:pt x="30" y="54"/>
                      <a:pt x="28" y="53"/>
                      <a:pt x="27" y="51"/>
                    </a:cubicBezTo>
                    <a:cubicBezTo>
                      <a:pt x="1" y="6"/>
                      <a:pt x="1" y="6"/>
                      <a:pt x="1" y="6"/>
                    </a:cubicBezTo>
                    <a:cubicBezTo>
                      <a:pt x="0" y="4"/>
                      <a:pt x="1" y="2"/>
                      <a:pt x="3" y="1"/>
                    </a:cubicBezTo>
                    <a:cubicBezTo>
                      <a:pt x="4" y="0"/>
                      <a:pt x="7" y="0"/>
                      <a:pt x="8" y="2"/>
                    </a:cubicBezTo>
                    <a:cubicBezTo>
                      <a:pt x="34" y="47"/>
                      <a:pt x="34" y="47"/>
                      <a:pt x="34" y="47"/>
                    </a:cubicBezTo>
                    <a:cubicBezTo>
                      <a:pt x="35" y="49"/>
                      <a:pt x="34" y="52"/>
                      <a:pt x="32" y="53"/>
                    </a:cubicBezTo>
                    <a:close/>
                  </a:path>
                </a:pathLst>
              </a:custGeom>
              <a:solidFill>
                <a:schemeClr val="bg2"/>
              </a:solidFill>
              <a:ln>
                <a:noFill/>
              </a:ln>
            </p:spPr>
            <p:txBody>
              <a:bodyPr anchor="ctr"/>
              <a:lstStyle/>
              <a:p>
                <a:pPr algn="ctr"/>
              </a:p>
            </p:txBody>
          </p:sp>
        </p:grpSp>
      </p:grpSp>
    </p:spTree>
  </p:cSld>
  <p:clrMapOvr>
    <a:masterClrMapping/>
  </p:clrMapOvr>
  <p:transition>
    <p:cover dir="d"/>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p:nvPr>
            <p:ph type="title"/>
          </p:nvPr>
        </p:nvSpPr>
        <p:spPr>
          <a:xfrm>
            <a:off x="180000" y="360663"/>
            <a:ext cx="7973400" cy="700405"/>
          </a:xfrm>
        </p:spPr>
        <p:txBody>
          <a:bodyPr/>
          <a:p>
            <a:r>
              <a:rPr lang="zh-CN" altLang="en-US" dirty="0">
                <a:sym typeface="+mn-ea"/>
              </a:rPr>
              <a:t>算法的概念</a:t>
            </a:r>
            <a:endParaRPr lang="zh-CN" altLang="en-US"/>
          </a:p>
        </p:txBody>
      </p:sp>
      <p:sp>
        <p:nvSpPr>
          <p:cNvPr id="12" name="灯片编号占位符 11"/>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13" name="内容占位符 2"/>
          <p:cNvSpPr>
            <a:spLocks noGrp="1"/>
          </p:cNvSpPr>
          <p:nvPr/>
        </p:nvSpPr>
        <p:spPr>
          <a:xfrm>
            <a:off x="497205" y="1201420"/>
            <a:ext cx="6731000" cy="497459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l" fontAlgn="auto">
              <a:lnSpc>
                <a:spcPct val="100000"/>
              </a:lnSpc>
              <a:buClrTx/>
              <a:buSzTx/>
              <a:buNone/>
            </a:pPr>
            <a:r>
              <a:rPr lang="zh-CN" altLang="en-US" sz="2000" b="1" dirty="0">
                <a:latin typeface="宋体" panose="02010600030101010101" pitchFamily="2" charset="-122"/>
                <a:ea typeface="宋体" panose="02010600030101010101" pitchFamily="2" charset="-122"/>
                <a:cs typeface="宋体" panose="02010600030101010101" pitchFamily="2" charset="-122"/>
              </a:rPr>
              <a:t>算法设计的4个基本目标</a:t>
            </a:r>
            <a:endParaRPr lang="zh-CN" altLang="en-US" sz="2000" b="1" dirty="0">
              <a:latin typeface="宋体" panose="02010600030101010101" pitchFamily="2" charset="-122"/>
              <a:ea typeface="宋体" panose="02010600030101010101" pitchFamily="2" charset="-122"/>
              <a:cs typeface="宋体" panose="02010600030101010101" pitchFamily="2" charset="-122"/>
            </a:endParaRPr>
          </a:p>
          <a:p>
            <a:pPr marL="0" algn="l" fontAlgn="auto">
              <a:lnSpc>
                <a:spcPct val="100000"/>
              </a:lnSpc>
              <a:buClrTx/>
              <a:buSzTx/>
              <a:buNone/>
            </a:pPr>
            <a:r>
              <a:rPr lang="en-US" altLang="zh-CN" sz="2000" b="1" dirty="0">
                <a:latin typeface="宋体" panose="02010600030101010101" pitchFamily="2" charset="-122"/>
                <a:ea typeface="宋体" panose="02010600030101010101" pitchFamily="2" charset="-122"/>
                <a:cs typeface="宋体" panose="02010600030101010101" pitchFamily="2" charset="-122"/>
              </a:rPr>
              <a:t>·</a:t>
            </a:r>
            <a:r>
              <a:rPr lang="zh-CN" altLang="en-US" sz="2000" b="1" dirty="0">
                <a:latin typeface="宋体" panose="02010600030101010101" pitchFamily="2" charset="-122"/>
                <a:ea typeface="宋体" panose="02010600030101010101" pitchFamily="2" charset="-122"/>
                <a:cs typeface="宋体" panose="02010600030101010101" pitchFamily="2" charset="-122"/>
              </a:rPr>
              <a:t>正确性：算法应满足应用问题的需求，这是算法设计最重要、最基本的目标。</a:t>
            </a:r>
            <a:endParaRPr lang="zh-CN" altLang="en-US" sz="2000" b="1" dirty="0">
              <a:latin typeface="宋体" panose="02010600030101010101" pitchFamily="2" charset="-122"/>
              <a:ea typeface="宋体" panose="02010600030101010101" pitchFamily="2" charset="-122"/>
              <a:cs typeface="宋体" panose="02010600030101010101" pitchFamily="2" charset="-122"/>
            </a:endParaRPr>
          </a:p>
          <a:p>
            <a:pPr marL="0" lvl="1" algn="l" fontAlgn="auto">
              <a:lnSpc>
                <a:spcPct val="100000"/>
              </a:lnSpc>
              <a:spcBef>
                <a:spcPts val="1000"/>
              </a:spcBef>
              <a:buClrTx/>
              <a:buSzTx/>
              <a:buNone/>
            </a:pPr>
            <a:r>
              <a:rPr lang="en-US" altLang="zh-CN" sz="2000" b="1" dirty="0">
                <a:latin typeface="宋体" panose="02010600030101010101" pitchFamily="2" charset="-122"/>
                <a:ea typeface="宋体" panose="02010600030101010101" pitchFamily="2" charset="-122"/>
                <a:cs typeface="宋体" panose="02010600030101010101" pitchFamily="2" charset="-122"/>
              </a:rPr>
              <a:t>·</a:t>
            </a:r>
            <a:r>
              <a:rPr lang="zh-CN" altLang="en-US" sz="2000" b="1" dirty="0">
                <a:latin typeface="宋体" panose="02010600030101010101" pitchFamily="2" charset="-122"/>
                <a:ea typeface="宋体" panose="02010600030101010101" pitchFamily="2" charset="-122"/>
                <a:cs typeface="宋体" panose="02010600030101010101" pitchFamily="2" charset="-122"/>
              </a:rPr>
              <a:t>健壮性：</a:t>
            </a:r>
            <a:r>
              <a:rPr lang="zh-CN" altLang="en-US" sz="2000" b="1" dirty="0">
                <a:latin typeface="宋体" panose="02010600030101010101" pitchFamily="2" charset="-122"/>
                <a:ea typeface="宋体" panose="02010600030101010101" pitchFamily="2" charset="-122"/>
                <a:cs typeface="宋体" panose="02010600030101010101" pitchFamily="2" charset="-122"/>
              </a:rPr>
              <a:t>算法应具有良好的容错性，可以检查错误是否出现并且对错误进行适当的处理，即使输入的数据不合适，也能避免出现不可控的结果。</a:t>
            </a:r>
            <a:endParaRPr lang="zh-CN" altLang="en-US" sz="2000" b="1" dirty="0">
              <a:latin typeface="宋体" panose="02010600030101010101" pitchFamily="2" charset="-122"/>
              <a:ea typeface="宋体" panose="02010600030101010101" pitchFamily="2" charset="-122"/>
              <a:cs typeface="宋体" panose="02010600030101010101" pitchFamily="2" charset="-122"/>
            </a:endParaRPr>
          </a:p>
          <a:p>
            <a:pPr marL="0" lvl="1" algn="l" fontAlgn="auto">
              <a:lnSpc>
                <a:spcPct val="100000"/>
              </a:lnSpc>
              <a:spcBef>
                <a:spcPts val="1000"/>
              </a:spcBef>
              <a:buClrTx/>
              <a:buSzTx/>
              <a:buNone/>
            </a:pPr>
            <a:r>
              <a:rPr lang="en-US" altLang="zh-CN" sz="20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000" b="1" dirty="0">
                <a:latin typeface="宋体" panose="02010600030101010101" pitchFamily="2" charset="-122"/>
                <a:ea typeface="宋体" panose="02010600030101010101" pitchFamily="2" charset="-122"/>
                <a:cs typeface="宋体" panose="02010600030101010101" pitchFamily="2" charset="-122"/>
                <a:sym typeface="+mn-ea"/>
              </a:rPr>
              <a:t>高效率：算法的执行时间越短，时间效率越高； 算法执行时所占的存储空间越小，空间效率越高。时间效率和空间效率往往不可兼得，用户在解决实际问题时要根据实际情况权衡得失，进行高效率算法的设计。</a:t>
            </a:r>
            <a:endParaRPr lang="zh-CN" altLang="en-US" sz="2000" b="1" dirty="0">
              <a:latin typeface="宋体" panose="02010600030101010101" pitchFamily="2" charset="-122"/>
              <a:ea typeface="宋体" panose="02010600030101010101" pitchFamily="2" charset="-122"/>
              <a:cs typeface="宋体" panose="02010600030101010101" pitchFamily="2" charset="-122"/>
              <a:sym typeface="+mn-ea"/>
            </a:endParaRPr>
          </a:p>
          <a:p>
            <a:pPr marL="0" lvl="1" algn="l" fontAlgn="auto">
              <a:lnSpc>
                <a:spcPct val="100000"/>
              </a:lnSpc>
              <a:spcBef>
                <a:spcPts val="1000"/>
              </a:spcBef>
              <a:buClrTx/>
              <a:buSzTx/>
              <a:buNone/>
            </a:pPr>
            <a:r>
              <a:rPr lang="en-US" altLang="zh-CN" sz="20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000" b="1" dirty="0">
                <a:latin typeface="宋体" panose="02010600030101010101" pitchFamily="2" charset="-122"/>
                <a:ea typeface="宋体" panose="02010600030101010101" pitchFamily="2" charset="-122"/>
                <a:cs typeface="宋体" panose="02010600030101010101" pitchFamily="2" charset="-122"/>
                <a:sym typeface="+mn-ea"/>
              </a:rPr>
              <a:t>可读性：算法的表达思路应清晰，层次分明，易于理解，可读性强，以便于后续对算法的使用和修改。</a:t>
            </a:r>
            <a:endParaRPr lang="zh-CN" altLang="en-US" sz="2000" b="1" dirty="0">
              <a:latin typeface="宋体" panose="02010600030101010101" pitchFamily="2" charset="-122"/>
              <a:ea typeface="宋体" panose="02010600030101010101" pitchFamily="2" charset="-122"/>
              <a:cs typeface="宋体" panose="02010600030101010101" pitchFamily="2" charset="-122"/>
              <a:sym typeface="+mn-ea"/>
            </a:endParaRPr>
          </a:p>
          <a:p>
            <a:pPr marL="0" lvl="1" algn="l" fontAlgn="auto">
              <a:lnSpc>
                <a:spcPct val="100000"/>
              </a:lnSpc>
              <a:spcBef>
                <a:spcPts val="1000"/>
              </a:spcBef>
              <a:buClrTx/>
              <a:buSzTx/>
              <a:buNone/>
            </a:pPr>
            <a:endParaRPr lang="zh-CN" altLang="en-US" sz="2000" b="1" dirty="0">
              <a:latin typeface="宋体" panose="02010600030101010101" pitchFamily="2" charset="-122"/>
              <a:ea typeface="宋体" panose="02010600030101010101" pitchFamily="2" charset="-122"/>
              <a:cs typeface="宋体" panose="02010600030101010101" pitchFamily="2" charset="-122"/>
              <a:sym typeface="+mn-ea"/>
            </a:endParaRPr>
          </a:p>
        </p:txBody>
      </p:sp>
      <p:grpSp>
        <p:nvGrpSpPr>
          <p:cNvPr id="44" name="组合 43"/>
          <p:cNvGrpSpPr/>
          <p:nvPr/>
        </p:nvGrpSpPr>
        <p:grpSpPr>
          <a:xfrm>
            <a:off x="7861300" y="1534160"/>
            <a:ext cx="4287520" cy="4740275"/>
            <a:chOff x="12044" y="3348"/>
            <a:chExt cx="5144" cy="5789"/>
          </a:xfrm>
        </p:grpSpPr>
        <p:grpSp>
          <p:nvGrpSpPr>
            <p:cNvPr id="14" name="Group 19"/>
            <p:cNvGrpSpPr/>
            <p:nvPr/>
          </p:nvGrpSpPr>
          <p:grpSpPr>
            <a:xfrm>
              <a:off x="13298" y="6982"/>
              <a:ext cx="487" cy="2150"/>
              <a:chOff x="4980416" y="5037518"/>
              <a:chExt cx="412706" cy="1820482"/>
            </a:xfrm>
          </p:grpSpPr>
          <p:sp>
            <p:nvSpPr>
              <p:cNvPr id="154" name="Freeform: Shape 20"/>
              <p:cNvSpPr/>
              <p:nvPr/>
            </p:nvSpPr>
            <p:spPr bwMode="auto">
              <a:xfrm>
                <a:off x="4991862" y="5046944"/>
                <a:ext cx="300945" cy="490130"/>
              </a:xfrm>
              <a:custGeom>
                <a:avLst/>
                <a:gdLst>
                  <a:gd name="T0" fmla="*/ 447 w 447"/>
                  <a:gd name="T1" fmla="*/ 659 h 728"/>
                  <a:gd name="T2" fmla="*/ 241 w 447"/>
                  <a:gd name="T3" fmla="*/ 0 h 728"/>
                  <a:gd name="T4" fmla="*/ 196 w 447"/>
                  <a:gd name="T5" fmla="*/ 0 h 728"/>
                  <a:gd name="T6" fmla="*/ 0 w 447"/>
                  <a:gd name="T7" fmla="*/ 681 h 728"/>
                  <a:gd name="T8" fmla="*/ 12 w 447"/>
                  <a:gd name="T9" fmla="*/ 728 h 728"/>
                  <a:gd name="T10" fmla="*/ 423 w 447"/>
                  <a:gd name="T11" fmla="*/ 728 h 728"/>
                  <a:gd name="T12" fmla="*/ 447 w 447"/>
                  <a:gd name="T13" fmla="*/ 659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9"/>
                    </a:moveTo>
                    <a:lnTo>
                      <a:pt x="241" y="0"/>
                    </a:lnTo>
                    <a:lnTo>
                      <a:pt x="196" y="0"/>
                    </a:lnTo>
                    <a:lnTo>
                      <a:pt x="0" y="681"/>
                    </a:lnTo>
                    <a:lnTo>
                      <a:pt x="12" y="728"/>
                    </a:lnTo>
                    <a:lnTo>
                      <a:pt x="423" y="728"/>
                    </a:lnTo>
                    <a:lnTo>
                      <a:pt x="447" y="659"/>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Freeform: Shape 21"/>
              <p:cNvSpPr/>
              <p:nvPr/>
            </p:nvSpPr>
            <p:spPr bwMode="auto">
              <a:xfrm>
                <a:off x="4991862" y="5046944"/>
                <a:ext cx="300945" cy="490130"/>
              </a:xfrm>
              <a:custGeom>
                <a:avLst/>
                <a:gdLst>
                  <a:gd name="T0" fmla="*/ 447 w 447"/>
                  <a:gd name="T1" fmla="*/ 659 h 728"/>
                  <a:gd name="T2" fmla="*/ 241 w 447"/>
                  <a:gd name="T3" fmla="*/ 0 h 728"/>
                  <a:gd name="T4" fmla="*/ 196 w 447"/>
                  <a:gd name="T5" fmla="*/ 0 h 728"/>
                  <a:gd name="T6" fmla="*/ 0 w 447"/>
                  <a:gd name="T7" fmla="*/ 681 h 728"/>
                  <a:gd name="T8" fmla="*/ 12 w 447"/>
                  <a:gd name="T9" fmla="*/ 728 h 728"/>
                  <a:gd name="T10" fmla="*/ 423 w 447"/>
                  <a:gd name="T11" fmla="*/ 728 h 728"/>
                  <a:gd name="T12" fmla="*/ 447 w 447"/>
                  <a:gd name="T13" fmla="*/ 659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9"/>
                    </a:moveTo>
                    <a:lnTo>
                      <a:pt x="241" y="0"/>
                    </a:lnTo>
                    <a:lnTo>
                      <a:pt x="196" y="0"/>
                    </a:lnTo>
                    <a:lnTo>
                      <a:pt x="0" y="681"/>
                    </a:lnTo>
                    <a:lnTo>
                      <a:pt x="12" y="728"/>
                    </a:lnTo>
                    <a:lnTo>
                      <a:pt x="423" y="728"/>
                    </a:lnTo>
                    <a:lnTo>
                      <a:pt x="447" y="659"/>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Freeform: Shape 22"/>
              <p:cNvSpPr/>
              <p:nvPr/>
            </p:nvSpPr>
            <p:spPr bwMode="auto">
              <a:xfrm>
                <a:off x="5078038" y="5468401"/>
                <a:ext cx="125899" cy="1386906"/>
              </a:xfrm>
              <a:custGeom>
                <a:avLst/>
                <a:gdLst>
                  <a:gd name="T0" fmla="*/ 79 w 79"/>
                  <a:gd name="T1" fmla="*/ 871 h 871"/>
                  <a:gd name="T2" fmla="*/ 0 w 79"/>
                  <a:gd name="T3" fmla="*/ 871 h 871"/>
                  <a:gd name="T4" fmla="*/ 0 w 79"/>
                  <a:gd name="T5" fmla="*/ 33 h 871"/>
                  <a:gd name="T6" fmla="*/ 39 w 79"/>
                  <a:gd name="T7" fmla="*/ 1 h 871"/>
                  <a:gd name="T8" fmla="*/ 79 w 79"/>
                  <a:gd name="T9" fmla="*/ 33 h 871"/>
                  <a:gd name="T10" fmla="*/ 79 w 79"/>
                  <a:gd name="T11" fmla="*/ 871 h 871"/>
                </a:gdLst>
                <a:ahLst/>
                <a:cxnLst>
                  <a:cxn ang="0">
                    <a:pos x="T0" y="T1"/>
                  </a:cxn>
                  <a:cxn ang="0">
                    <a:pos x="T2" y="T3"/>
                  </a:cxn>
                  <a:cxn ang="0">
                    <a:pos x="T4" y="T5"/>
                  </a:cxn>
                  <a:cxn ang="0">
                    <a:pos x="T6" y="T7"/>
                  </a:cxn>
                  <a:cxn ang="0">
                    <a:pos x="T8" y="T9"/>
                  </a:cxn>
                  <a:cxn ang="0">
                    <a:pos x="T10" y="T11"/>
                  </a:cxn>
                </a:cxnLst>
                <a:rect l="0" t="0" r="r" b="b"/>
                <a:pathLst>
                  <a:path w="79" h="871">
                    <a:moveTo>
                      <a:pt x="79" y="871"/>
                    </a:moveTo>
                    <a:cubicBezTo>
                      <a:pt x="0" y="871"/>
                      <a:pt x="0" y="871"/>
                      <a:pt x="0" y="871"/>
                    </a:cubicBezTo>
                    <a:cubicBezTo>
                      <a:pt x="0" y="33"/>
                      <a:pt x="0" y="33"/>
                      <a:pt x="0" y="33"/>
                    </a:cubicBezTo>
                    <a:cubicBezTo>
                      <a:pt x="0" y="33"/>
                      <a:pt x="5" y="2"/>
                      <a:pt x="39" y="1"/>
                    </a:cubicBezTo>
                    <a:cubicBezTo>
                      <a:pt x="73" y="0"/>
                      <a:pt x="79" y="33"/>
                      <a:pt x="79" y="33"/>
                    </a:cubicBezTo>
                    <a:cubicBezTo>
                      <a:pt x="79" y="871"/>
                      <a:pt x="79" y="871"/>
                      <a:pt x="79" y="871"/>
                    </a:cubicBezTo>
                  </a:path>
                </a:pathLst>
              </a:custGeom>
              <a:solidFill>
                <a:schemeClr val="accent1">
                  <a:lumMod val="60000"/>
                  <a:lumOff val="40000"/>
                </a:schemeClr>
              </a:solidFill>
              <a:ln>
                <a:noFill/>
              </a:ln>
            </p:spPr>
            <p:txBody>
              <a:bodyPr anchor="ctr"/>
              <a:lstStyle/>
              <a:p>
                <a:pPr algn="ctr"/>
              </a:p>
            </p:txBody>
          </p:sp>
          <p:sp>
            <p:nvSpPr>
              <p:cNvPr id="157" name="Freeform: Shape 23"/>
              <p:cNvSpPr/>
              <p:nvPr/>
            </p:nvSpPr>
            <p:spPr bwMode="auto">
              <a:xfrm>
                <a:off x="5200571" y="5465708"/>
                <a:ext cx="101662" cy="1387579"/>
              </a:xfrm>
              <a:custGeom>
                <a:avLst/>
                <a:gdLst>
                  <a:gd name="T0" fmla="*/ 64 w 64"/>
                  <a:gd name="T1" fmla="*/ 872 h 872"/>
                  <a:gd name="T2" fmla="*/ 0 w 64"/>
                  <a:gd name="T3" fmla="*/ 872 h 872"/>
                  <a:gd name="T4" fmla="*/ 0 w 64"/>
                  <a:gd name="T5" fmla="*/ 33 h 872"/>
                  <a:gd name="T6" fmla="*/ 31 w 64"/>
                  <a:gd name="T7" fmla="*/ 1 h 872"/>
                  <a:gd name="T8" fmla="*/ 64 w 64"/>
                  <a:gd name="T9" fmla="*/ 33 h 872"/>
                  <a:gd name="T10" fmla="*/ 64 w 64"/>
                  <a:gd name="T11" fmla="*/ 872 h 872"/>
                </a:gdLst>
                <a:ahLst/>
                <a:cxnLst>
                  <a:cxn ang="0">
                    <a:pos x="T0" y="T1"/>
                  </a:cxn>
                  <a:cxn ang="0">
                    <a:pos x="T2" y="T3"/>
                  </a:cxn>
                  <a:cxn ang="0">
                    <a:pos x="T4" y="T5"/>
                  </a:cxn>
                  <a:cxn ang="0">
                    <a:pos x="T6" y="T7"/>
                  </a:cxn>
                  <a:cxn ang="0">
                    <a:pos x="T8" y="T9"/>
                  </a:cxn>
                  <a:cxn ang="0">
                    <a:pos x="T10" y="T11"/>
                  </a:cxn>
                </a:cxnLst>
                <a:rect l="0" t="0" r="r" b="b"/>
                <a:pathLst>
                  <a:path w="64" h="872">
                    <a:moveTo>
                      <a:pt x="64" y="872"/>
                    </a:moveTo>
                    <a:cubicBezTo>
                      <a:pt x="0" y="872"/>
                      <a:pt x="0" y="872"/>
                      <a:pt x="0" y="872"/>
                    </a:cubicBezTo>
                    <a:cubicBezTo>
                      <a:pt x="0" y="33"/>
                      <a:pt x="0" y="33"/>
                      <a:pt x="0" y="33"/>
                    </a:cubicBezTo>
                    <a:cubicBezTo>
                      <a:pt x="0" y="33"/>
                      <a:pt x="4" y="2"/>
                      <a:pt x="31" y="1"/>
                    </a:cubicBezTo>
                    <a:cubicBezTo>
                      <a:pt x="58" y="0"/>
                      <a:pt x="64" y="33"/>
                      <a:pt x="64" y="33"/>
                    </a:cubicBezTo>
                    <a:cubicBezTo>
                      <a:pt x="64" y="872"/>
                      <a:pt x="64" y="872"/>
                      <a:pt x="64" y="872"/>
                    </a:cubicBezTo>
                  </a:path>
                </a:pathLst>
              </a:custGeom>
              <a:solidFill>
                <a:srgbClr val="ABA0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Freeform: Shape 24"/>
              <p:cNvSpPr/>
              <p:nvPr/>
            </p:nvSpPr>
            <p:spPr bwMode="auto">
              <a:xfrm>
                <a:off x="4980416" y="5465708"/>
                <a:ext cx="100315" cy="1387579"/>
              </a:xfrm>
              <a:custGeom>
                <a:avLst/>
                <a:gdLst>
                  <a:gd name="T0" fmla="*/ 63 w 63"/>
                  <a:gd name="T1" fmla="*/ 872 h 872"/>
                  <a:gd name="T2" fmla="*/ 0 w 63"/>
                  <a:gd name="T3" fmla="*/ 872 h 872"/>
                  <a:gd name="T4" fmla="*/ 0 w 63"/>
                  <a:gd name="T5" fmla="*/ 33 h 872"/>
                  <a:gd name="T6" fmla="*/ 31 w 63"/>
                  <a:gd name="T7" fmla="*/ 1 h 872"/>
                  <a:gd name="T8" fmla="*/ 63 w 63"/>
                  <a:gd name="T9" fmla="*/ 33 h 872"/>
                  <a:gd name="T10" fmla="*/ 63 w 63"/>
                  <a:gd name="T11" fmla="*/ 872 h 872"/>
                </a:gdLst>
                <a:ahLst/>
                <a:cxnLst>
                  <a:cxn ang="0">
                    <a:pos x="T0" y="T1"/>
                  </a:cxn>
                  <a:cxn ang="0">
                    <a:pos x="T2" y="T3"/>
                  </a:cxn>
                  <a:cxn ang="0">
                    <a:pos x="T4" y="T5"/>
                  </a:cxn>
                  <a:cxn ang="0">
                    <a:pos x="T6" y="T7"/>
                  </a:cxn>
                  <a:cxn ang="0">
                    <a:pos x="T8" y="T9"/>
                  </a:cxn>
                  <a:cxn ang="0">
                    <a:pos x="T10" y="T11"/>
                  </a:cxn>
                </a:cxnLst>
                <a:rect l="0" t="0" r="r" b="b"/>
                <a:pathLst>
                  <a:path w="63" h="872">
                    <a:moveTo>
                      <a:pt x="63" y="872"/>
                    </a:moveTo>
                    <a:cubicBezTo>
                      <a:pt x="0" y="872"/>
                      <a:pt x="0" y="872"/>
                      <a:pt x="0" y="872"/>
                    </a:cubicBezTo>
                    <a:cubicBezTo>
                      <a:pt x="0" y="33"/>
                      <a:pt x="0" y="33"/>
                      <a:pt x="0" y="33"/>
                    </a:cubicBezTo>
                    <a:cubicBezTo>
                      <a:pt x="0" y="33"/>
                      <a:pt x="4" y="2"/>
                      <a:pt x="31" y="1"/>
                    </a:cubicBezTo>
                    <a:cubicBezTo>
                      <a:pt x="57" y="0"/>
                      <a:pt x="63" y="33"/>
                      <a:pt x="63" y="33"/>
                    </a:cubicBezTo>
                    <a:lnTo>
                      <a:pt x="63" y="872"/>
                    </a:lnTo>
                    <a:close/>
                  </a:path>
                </a:pathLst>
              </a:custGeom>
              <a:solidFill>
                <a:schemeClr val="accent1">
                  <a:lumMod val="60000"/>
                  <a:lumOff val="40000"/>
                </a:schemeClr>
              </a:solidFill>
              <a:ln>
                <a:noFill/>
              </a:ln>
            </p:spPr>
            <p:txBody>
              <a:bodyPr anchor="ctr"/>
              <a:lstStyle/>
              <a:p>
                <a:pPr algn="ctr"/>
              </a:p>
            </p:txBody>
          </p:sp>
          <p:sp>
            <p:nvSpPr>
              <p:cNvPr id="159" name="Freeform: Shape 25"/>
              <p:cNvSpPr/>
              <p:nvPr/>
            </p:nvSpPr>
            <p:spPr bwMode="auto">
              <a:xfrm>
                <a:off x="5076019" y="5038865"/>
                <a:ext cx="132631" cy="192551"/>
              </a:xfrm>
              <a:custGeom>
                <a:avLst/>
                <a:gdLst>
                  <a:gd name="T0" fmla="*/ 0 w 83"/>
                  <a:gd name="T1" fmla="*/ 111 h 121"/>
                  <a:gd name="T2" fmla="*/ 83 w 83"/>
                  <a:gd name="T3" fmla="*/ 113 h 121"/>
                  <a:gd name="T4" fmla="*/ 49 w 83"/>
                  <a:gd name="T5" fmla="*/ 0 h 121"/>
                  <a:gd name="T6" fmla="*/ 29 w 83"/>
                  <a:gd name="T7" fmla="*/ 0 h 121"/>
                  <a:gd name="T8" fmla="*/ 0 w 83"/>
                  <a:gd name="T9" fmla="*/ 111 h 121"/>
                </a:gdLst>
                <a:ahLst/>
                <a:cxnLst>
                  <a:cxn ang="0">
                    <a:pos x="T0" y="T1"/>
                  </a:cxn>
                  <a:cxn ang="0">
                    <a:pos x="T2" y="T3"/>
                  </a:cxn>
                  <a:cxn ang="0">
                    <a:pos x="T4" y="T5"/>
                  </a:cxn>
                  <a:cxn ang="0">
                    <a:pos x="T6" y="T7"/>
                  </a:cxn>
                  <a:cxn ang="0">
                    <a:pos x="T8" y="T9"/>
                  </a:cxn>
                </a:cxnLst>
                <a:rect l="0" t="0" r="r" b="b"/>
                <a:pathLst>
                  <a:path w="83" h="121">
                    <a:moveTo>
                      <a:pt x="0" y="111"/>
                    </a:moveTo>
                    <a:cubicBezTo>
                      <a:pt x="0" y="111"/>
                      <a:pt x="40" y="121"/>
                      <a:pt x="83" y="113"/>
                    </a:cubicBezTo>
                    <a:cubicBezTo>
                      <a:pt x="49" y="0"/>
                      <a:pt x="49" y="0"/>
                      <a:pt x="49" y="0"/>
                    </a:cubicBezTo>
                    <a:cubicBezTo>
                      <a:pt x="29" y="0"/>
                      <a:pt x="29" y="0"/>
                      <a:pt x="29" y="0"/>
                    </a:cubicBezTo>
                    <a:cubicBezTo>
                      <a:pt x="0" y="111"/>
                      <a:pt x="0" y="111"/>
                      <a:pt x="0" y="111"/>
                    </a:cubicBezTo>
                  </a:path>
                </a:pathLst>
              </a:custGeom>
              <a:solidFill>
                <a:schemeClr val="accent1">
                  <a:lumMod val="60000"/>
                  <a:lumOff val="40000"/>
                </a:schemeClr>
              </a:solidFill>
              <a:ln>
                <a:noFill/>
              </a:ln>
            </p:spPr>
            <p:txBody>
              <a:bodyPr anchor="ctr"/>
              <a:lstStyle/>
              <a:p>
                <a:pPr algn="ctr"/>
              </a:p>
            </p:txBody>
          </p:sp>
          <p:sp>
            <p:nvSpPr>
              <p:cNvPr id="160" name="Freeform: Shape 26"/>
              <p:cNvSpPr/>
              <p:nvPr/>
            </p:nvSpPr>
            <p:spPr bwMode="auto">
              <a:xfrm>
                <a:off x="5143344" y="5037518"/>
                <a:ext cx="249778" cy="1820482"/>
              </a:xfrm>
              <a:custGeom>
                <a:avLst/>
                <a:gdLst>
                  <a:gd name="T0" fmla="*/ 34 w 157"/>
                  <a:gd name="T1" fmla="*/ 0 h 1144"/>
                  <a:gd name="T2" fmla="*/ 0 w 157"/>
                  <a:gd name="T3" fmla="*/ 1 h 1144"/>
                  <a:gd name="T4" fmla="*/ 7 w 157"/>
                  <a:gd name="T5" fmla="*/ 1 h 1144"/>
                  <a:gd name="T6" fmla="*/ 41 w 157"/>
                  <a:gd name="T7" fmla="*/ 114 h 1144"/>
                  <a:gd name="T8" fmla="*/ 41 w 157"/>
                  <a:gd name="T9" fmla="*/ 114 h 1144"/>
                  <a:gd name="T10" fmla="*/ 94 w 157"/>
                  <a:gd name="T11" fmla="*/ 285 h 1144"/>
                  <a:gd name="T12" fmla="*/ 94 w 157"/>
                  <a:gd name="T13" fmla="*/ 286 h 1144"/>
                  <a:gd name="T14" fmla="*/ 100 w 157"/>
                  <a:gd name="T15" fmla="*/ 302 h 1144"/>
                  <a:gd name="T16" fmla="*/ 100 w 157"/>
                  <a:gd name="T17" fmla="*/ 1141 h 1144"/>
                  <a:gd name="T18" fmla="*/ 38 w 157"/>
                  <a:gd name="T19" fmla="*/ 1141 h 1144"/>
                  <a:gd name="T20" fmla="*/ 38 w 157"/>
                  <a:gd name="T21" fmla="*/ 1142 h 1144"/>
                  <a:gd name="T22" fmla="*/ 0 w 157"/>
                  <a:gd name="T23" fmla="*/ 1142 h 1144"/>
                  <a:gd name="T24" fmla="*/ 0 w 157"/>
                  <a:gd name="T25" fmla="*/ 1144 h 1144"/>
                  <a:gd name="T26" fmla="*/ 157 w 157"/>
                  <a:gd name="T27" fmla="*/ 1142 h 1144"/>
                  <a:gd name="T28" fmla="*/ 142 w 157"/>
                  <a:gd name="T29" fmla="*/ 290 h 1144"/>
                  <a:gd name="T30" fmla="*/ 34 w 157"/>
                  <a:gd name="T31" fmla="*/ 0 h 1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7" h="1144">
                    <a:moveTo>
                      <a:pt x="34" y="0"/>
                    </a:moveTo>
                    <a:cubicBezTo>
                      <a:pt x="0" y="1"/>
                      <a:pt x="0" y="1"/>
                      <a:pt x="0" y="1"/>
                    </a:cubicBezTo>
                    <a:cubicBezTo>
                      <a:pt x="7" y="1"/>
                      <a:pt x="7" y="1"/>
                      <a:pt x="7" y="1"/>
                    </a:cubicBezTo>
                    <a:cubicBezTo>
                      <a:pt x="41" y="114"/>
                      <a:pt x="41" y="114"/>
                      <a:pt x="41" y="114"/>
                    </a:cubicBezTo>
                    <a:cubicBezTo>
                      <a:pt x="41" y="114"/>
                      <a:pt x="41" y="114"/>
                      <a:pt x="41" y="114"/>
                    </a:cubicBezTo>
                    <a:cubicBezTo>
                      <a:pt x="94" y="285"/>
                      <a:pt x="94" y="285"/>
                      <a:pt x="94" y="285"/>
                    </a:cubicBezTo>
                    <a:cubicBezTo>
                      <a:pt x="94" y="286"/>
                      <a:pt x="94" y="286"/>
                      <a:pt x="94" y="286"/>
                    </a:cubicBezTo>
                    <a:cubicBezTo>
                      <a:pt x="98" y="294"/>
                      <a:pt x="100" y="302"/>
                      <a:pt x="100" y="302"/>
                    </a:cubicBezTo>
                    <a:cubicBezTo>
                      <a:pt x="100" y="1141"/>
                      <a:pt x="100" y="1141"/>
                      <a:pt x="100" y="1141"/>
                    </a:cubicBezTo>
                    <a:cubicBezTo>
                      <a:pt x="38" y="1141"/>
                      <a:pt x="38" y="1141"/>
                      <a:pt x="38" y="1141"/>
                    </a:cubicBezTo>
                    <a:cubicBezTo>
                      <a:pt x="38" y="1142"/>
                      <a:pt x="38" y="1142"/>
                      <a:pt x="38" y="1142"/>
                    </a:cubicBezTo>
                    <a:cubicBezTo>
                      <a:pt x="0" y="1142"/>
                      <a:pt x="0" y="1142"/>
                      <a:pt x="0" y="1142"/>
                    </a:cubicBezTo>
                    <a:cubicBezTo>
                      <a:pt x="0" y="1144"/>
                      <a:pt x="0" y="1144"/>
                      <a:pt x="0" y="1144"/>
                    </a:cubicBezTo>
                    <a:cubicBezTo>
                      <a:pt x="157" y="1142"/>
                      <a:pt x="157" y="1142"/>
                      <a:pt x="157" y="11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1" name="Freeform: Shape 27"/>
              <p:cNvSpPr/>
              <p:nvPr/>
            </p:nvSpPr>
            <p:spPr bwMode="auto">
              <a:xfrm>
                <a:off x="5143344" y="5218624"/>
                <a:ext cx="149463" cy="294886"/>
              </a:xfrm>
              <a:custGeom>
                <a:avLst/>
                <a:gdLst>
                  <a:gd name="T0" fmla="*/ 41 w 94"/>
                  <a:gd name="T1" fmla="*/ 0 h 185"/>
                  <a:gd name="T2" fmla="*/ 6 w 94"/>
                  <a:gd name="T3" fmla="*/ 3 h 185"/>
                  <a:gd name="T4" fmla="*/ 0 w 94"/>
                  <a:gd name="T5" fmla="*/ 3 h 185"/>
                  <a:gd name="T6" fmla="*/ 0 w 94"/>
                  <a:gd name="T7" fmla="*/ 158 h 185"/>
                  <a:gd name="T8" fmla="*/ 37 w 94"/>
                  <a:gd name="T9" fmla="*/ 185 h 185"/>
                  <a:gd name="T10" fmla="*/ 67 w 94"/>
                  <a:gd name="T11" fmla="*/ 156 h 185"/>
                  <a:gd name="T12" fmla="*/ 68 w 94"/>
                  <a:gd name="T13" fmla="*/ 156 h 185"/>
                  <a:gd name="T14" fmla="*/ 94 w 94"/>
                  <a:gd name="T15" fmla="*/ 172 h 185"/>
                  <a:gd name="T16" fmla="*/ 94 w 94"/>
                  <a:gd name="T17" fmla="*/ 171 h 185"/>
                  <a:gd name="T18" fmla="*/ 41 w 94"/>
                  <a:gd name="T19"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85">
                    <a:moveTo>
                      <a:pt x="41" y="0"/>
                    </a:moveTo>
                    <a:cubicBezTo>
                      <a:pt x="28" y="2"/>
                      <a:pt x="16" y="3"/>
                      <a:pt x="6" y="3"/>
                    </a:cubicBezTo>
                    <a:cubicBezTo>
                      <a:pt x="4" y="3"/>
                      <a:pt x="2" y="3"/>
                      <a:pt x="0" y="3"/>
                    </a:cubicBezTo>
                    <a:cubicBezTo>
                      <a:pt x="0" y="158"/>
                      <a:pt x="0" y="158"/>
                      <a:pt x="0" y="158"/>
                    </a:cubicBezTo>
                    <a:cubicBezTo>
                      <a:pt x="24" y="159"/>
                      <a:pt x="34" y="177"/>
                      <a:pt x="37" y="185"/>
                    </a:cubicBezTo>
                    <a:cubicBezTo>
                      <a:pt x="38" y="178"/>
                      <a:pt x="45" y="157"/>
                      <a:pt x="67" y="156"/>
                    </a:cubicBezTo>
                    <a:cubicBezTo>
                      <a:pt x="68" y="156"/>
                      <a:pt x="68" y="156"/>
                      <a:pt x="68" y="156"/>
                    </a:cubicBezTo>
                    <a:cubicBezTo>
                      <a:pt x="81" y="156"/>
                      <a:pt x="89" y="164"/>
                      <a:pt x="94" y="172"/>
                    </a:cubicBezTo>
                    <a:cubicBezTo>
                      <a:pt x="94" y="171"/>
                      <a:pt x="94" y="171"/>
                      <a:pt x="94" y="171"/>
                    </a:cubicBezTo>
                    <a:cubicBezTo>
                      <a:pt x="41" y="0"/>
                      <a:pt x="41" y="0"/>
                      <a:pt x="41"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2" name="Freeform: Shape 28"/>
              <p:cNvSpPr/>
              <p:nvPr/>
            </p:nvSpPr>
            <p:spPr bwMode="auto">
              <a:xfrm>
                <a:off x="5143344" y="5470421"/>
                <a:ext cx="60593" cy="1384886"/>
              </a:xfrm>
              <a:custGeom>
                <a:avLst/>
                <a:gdLst>
                  <a:gd name="T0" fmla="*/ 0 w 38"/>
                  <a:gd name="T1" fmla="*/ 0 h 870"/>
                  <a:gd name="T2" fmla="*/ 0 w 38"/>
                  <a:gd name="T3" fmla="*/ 870 h 870"/>
                  <a:gd name="T4" fmla="*/ 38 w 38"/>
                  <a:gd name="T5" fmla="*/ 870 h 870"/>
                  <a:gd name="T6" fmla="*/ 38 w 38"/>
                  <a:gd name="T7" fmla="*/ 869 h 870"/>
                  <a:gd name="T8" fmla="*/ 36 w 38"/>
                  <a:gd name="T9" fmla="*/ 869 h 870"/>
                  <a:gd name="T10" fmla="*/ 36 w 38"/>
                  <a:gd name="T11" fmla="*/ 30 h 870"/>
                  <a:gd name="T12" fmla="*/ 37 w 38"/>
                  <a:gd name="T13" fmla="*/ 27 h 870"/>
                  <a:gd name="T14" fmla="*/ 0 w 38"/>
                  <a:gd name="T15" fmla="*/ 0 h 8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870">
                    <a:moveTo>
                      <a:pt x="0" y="0"/>
                    </a:moveTo>
                    <a:cubicBezTo>
                      <a:pt x="0" y="870"/>
                      <a:pt x="0" y="870"/>
                      <a:pt x="0" y="870"/>
                    </a:cubicBezTo>
                    <a:cubicBezTo>
                      <a:pt x="38" y="870"/>
                      <a:pt x="38" y="870"/>
                      <a:pt x="38" y="870"/>
                    </a:cubicBezTo>
                    <a:cubicBezTo>
                      <a:pt x="38" y="869"/>
                      <a:pt x="38" y="869"/>
                      <a:pt x="38" y="869"/>
                    </a:cubicBezTo>
                    <a:cubicBezTo>
                      <a:pt x="36" y="869"/>
                      <a:pt x="36" y="869"/>
                      <a:pt x="36" y="869"/>
                    </a:cubicBezTo>
                    <a:cubicBezTo>
                      <a:pt x="36" y="30"/>
                      <a:pt x="36" y="30"/>
                      <a:pt x="36" y="30"/>
                    </a:cubicBezTo>
                    <a:cubicBezTo>
                      <a:pt x="36" y="30"/>
                      <a:pt x="37" y="29"/>
                      <a:pt x="37" y="27"/>
                    </a:cubicBezTo>
                    <a:cubicBezTo>
                      <a:pt x="34" y="19"/>
                      <a:pt x="24" y="1"/>
                      <a:pt x="0" y="0"/>
                    </a:cubicBezTo>
                  </a:path>
                </a:pathLst>
              </a:custGeom>
              <a:solidFill>
                <a:schemeClr val="accent1"/>
              </a:solidFill>
              <a:ln>
                <a:noFill/>
              </a:ln>
            </p:spPr>
            <p:txBody>
              <a:bodyPr anchor="ctr"/>
              <a:lstStyle/>
              <a:p>
                <a:pPr algn="ctr"/>
              </a:p>
            </p:txBody>
          </p:sp>
          <p:sp>
            <p:nvSpPr>
              <p:cNvPr id="163" name="Freeform: Shape 29"/>
              <p:cNvSpPr/>
              <p:nvPr/>
            </p:nvSpPr>
            <p:spPr bwMode="auto">
              <a:xfrm>
                <a:off x="5200571" y="5467055"/>
                <a:ext cx="101662" cy="1386232"/>
              </a:xfrm>
              <a:custGeom>
                <a:avLst/>
                <a:gdLst>
                  <a:gd name="T0" fmla="*/ 32 w 64"/>
                  <a:gd name="T1" fmla="*/ 0 h 871"/>
                  <a:gd name="T2" fmla="*/ 31 w 64"/>
                  <a:gd name="T3" fmla="*/ 0 h 871"/>
                  <a:gd name="T4" fmla="*/ 1 w 64"/>
                  <a:gd name="T5" fmla="*/ 29 h 871"/>
                  <a:gd name="T6" fmla="*/ 0 w 64"/>
                  <a:gd name="T7" fmla="*/ 32 h 871"/>
                  <a:gd name="T8" fmla="*/ 0 w 64"/>
                  <a:gd name="T9" fmla="*/ 871 h 871"/>
                  <a:gd name="T10" fmla="*/ 2 w 64"/>
                  <a:gd name="T11" fmla="*/ 871 h 871"/>
                  <a:gd name="T12" fmla="*/ 64 w 64"/>
                  <a:gd name="T13" fmla="*/ 871 h 871"/>
                  <a:gd name="T14" fmla="*/ 64 w 64"/>
                  <a:gd name="T15" fmla="*/ 32 h 871"/>
                  <a:gd name="T16" fmla="*/ 58 w 64"/>
                  <a:gd name="T17" fmla="*/ 16 h 871"/>
                  <a:gd name="T18" fmla="*/ 32 w 64"/>
                  <a:gd name="T19" fmla="*/ 0 h 8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871">
                    <a:moveTo>
                      <a:pt x="32" y="0"/>
                    </a:moveTo>
                    <a:cubicBezTo>
                      <a:pt x="32" y="0"/>
                      <a:pt x="32" y="0"/>
                      <a:pt x="31" y="0"/>
                    </a:cubicBezTo>
                    <a:cubicBezTo>
                      <a:pt x="9" y="1"/>
                      <a:pt x="2" y="22"/>
                      <a:pt x="1" y="29"/>
                    </a:cubicBezTo>
                    <a:cubicBezTo>
                      <a:pt x="1" y="31"/>
                      <a:pt x="0" y="32"/>
                      <a:pt x="0" y="32"/>
                    </a:cubicBezTo>
                    <a:cubicBezTo>
                      <a:pt x="0" y="871"/>
                      <a:pt x="0" y="871"/>
                      <a:pt x="0" y="871"/>
                    </a:cubicBezTo>
                    <a:cubicBezTo>
                      <a:pt x="2" y="871"/>
                      <a:pt x="2" y="871"/>
                      <a:pt x="2" y="871"/>
                    </a:cubicBezTo>
                    <a:cubicBezTo>
                      <a:pt x="64" y="871"/>
                      <a:pt x="64" y="871"/>
                      <a:pt x="64" y="871"/>
                    </a:cubicBezTo>
                    <a:cubicBezTo>
                      <a:pt x="64" y="32"/>
                      <a:pt x="64" y="32"/>
                      <a:pt x="64" y="32"/>
                    </a:cubicBezTo>
                    <a:cubicBezTo>
                      <a:pt x="64" y="32"/>
                      <a:pt x="62" y="24"/>
                      <a:pt x="58" y="16"/>
                    </a:cubicBezTo>
                    <a:cubicBezTo>
                      <a:pt x="53" y="8"/>
                      <a:pt x="45" y="0"/>
                      <a:pt x="32" y="0"/>
                    </a:cubicBezTo>
                  </a:path>
                </a:pathLst>
              </a:custGeom>
              <a:solidFill>
                <a:schemeClr val="accent1"/>
              </a:solidFill>
              <a:ln>
                <a:noFill/>
              </a:ln>
            </p:spPr>
            <p:txBody>
              <a:bodyPr anchor="ctr"/>
              <a:lstStyle/>
              <a:p>
                <a:pPr algn="ctr"/>
              </a:p>
            </p:txBody>
          </p:sp>
          <p:sp>
            <p:nvSpPr>
              <p:cNvPr id="164" name="Freeform: Shape 30"/>
              <p:cNvSpPr/>
              <p:nvPr/>
            </p:nvSpPr>
            <p:spPr bwMode="auto">
              <a:xfrm>
                <a:off x="5143344" y="5038865"/>
                <a:ext cx="65306" cy="184472"/>
              </a:xfrm>
              <a:custGeom>
                <a:avLst/>
                <a:gdLst>
                  <a:gd name="T0" fmla="*/ 7 w 41"/>
                  <a:gd name="T1" fmla="*/ 0 h 116"/>
                  <a:gd name="T2" fmla="*/ 0 w 41"/>
                  <a:gd name="T3" fmla="*/ 0 h 116"/>
                  <a:gd name="T4" fmla="*/ 0 w 41"/>
                  <a:gd name="T5" fmla="*/ 116 h 116"/>
                  <a:gd name="T6" fmla="*/ 6 w 41"/>
                  <a:gd name="T7" fmla="*/ 116 h 116"/>
                  <a:gd name="T8" fmla="*/ 41 w 41"/>
                  <a:gd name="T9" fmla="*/ 113 h 116"/>
                  <a:gd name="T10" fmla="*/ 41 w 41"/>
                  <a:gd name="T11" fmla="*/ 113 h 116"/>
                  <a:gd name="T12" fmla="*/ 7 w 41"/>
                  <a:gd name="T13" fmla="*/ 0 h 116"/>
                </a:gdLst>
                <a:ahLst/>
                <a:cxnLst>
                  <a:cxn ang="0">
                    <a:pos x="T0" y="T1"/>
                  </a:cxn>
                  <a:cxn ang="0">
                    <a:pos x="T2" y="T3"/>
                  </a:cxn>
                  <a:cxn ang="0">
                    <a:pos x="T4" y="T5"/>
                  </a:cxn>
                  <a:cxn ang="0">
                    <a:pos x="T6" y="T7"/>
                  </a:cxn>
                  <a:cxn ang="0">
                    <a:pos x="T8" y="T9"/>
                  </a:cxn>
                  <a:cxn ang="0">
                    <a:pos x="T10" y="T11"/>
                  </a:cxn>
                  <a:cxn ang="0">
                    <a:pos x="T12" y="T13"/>
                  </a:cxn>
                </a:cxnLst>
                <a:rect l="0" t="0" r="r" b="b"/>
                <a:pathLst>
                  <a:path w="41" h="116">
                    <a:moveTo>
                      <a:pt x="7" y="0"/>
                    </a:moveTo>
                    <a:cubicBezTo>
                      <a:pt x="0" y="0"/>
                      <a:pt x="0" y="0"/>
                      <a:pt x="0" y="0"/>
                    </a:cubicBezTo>
                    <a:cubicBezTo>
                      <a:pt x="0" y="116"/>
                      <a:pt x="0" y="116"/>
                      <a:pt x="0" y="116"/>
                    </a:cubicBezTo>
                    <a:cubicBezTo>
                      <a:pt x="2" y="116"/>
                      <a:pt x="4" y="116"/>
                      <a:pt x="6" y="116"/>
                    </a:cubicBezTo>
                    <a:cubicBezTo>
                      <a:pt x="16" y="116"/>
                      <a:pt x="28" y="115"/>
                      <a:pt x="41" y="113"/>
                    </a:cubicBezTo>
                    <a:cubicBezTo>
                      <a:pt x="41" y="113"/>
                      <a:pt x="41" y="113"/>
                      <a:pt x="41" y="113"/>
                    </a:cubicBezTo>
                    <a:cubicBezTo>
                      <a:pt x="7" y="0"/>
                      <a:pt x="7" y="0"/>
                      <a:pt x="7" y="0"/>
                    </a:cubicBezTo>
                  </a:path>
                </a:pathLst>
              </a:custGeom>
              <a:solidFill>
                <a:schemeClr val="accent1"/>
              </a:solidFill>
              <a:ln>
                <a:noFill/>
              </a:ln>
            </p:spPr>
            <p:txBody>
              <a:bodyPr anchor="ctr"/>
              <a:lstStyle/>
              <a:p>
                <a:pPr algn="ctr"/>
              </a:p>
            </p:txBody>
          </p:sp>
        </p:grpSp>
        <p:grpSp>
          <p:nvGrpSpPr>
            <p:cNvPr id="15" name="Group 31"/>
            <p:cNvGrpSpPr/>
            <p:nvPr/>
          </p:nvGrpSpPr>
          <p:grpSpPr>
            <a:xfrm>
              <a:off x="13915" y="7357"/>
              <a:ext cx="487" cy="1775"/>
              <a:chOff x="5502862" y="5355294"/>
              <a:chExt cx="412706" cy="1502706"/>
            </a:xfrm>
          </p:grpSpPr>
          <p:sp>
            <p:nvSpPr>
              <p:cNvPr id="143" name="Freeform: Shape 32"/>
              <p:cNvSpPr/>
              <p:nvPr/>
            </p:nvSpPr>
            <p:spPr bwMode="auto">
              <a:xfrm>
                <a:off x="5514308" y="5365393"/>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Freeform: Shape 33"/>
              <p:cNvSpPr/>
              <p:nvPr/>
            </p:nvSpPr>
            <p:spPr bwMode="auto">
              <a:xfrm>
                <a:off x="5514308" y="5365393"/>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Freeform: Shape 34"/>
              <p:cNvSpPr/>
              <p:nvPr/>
            </p:nvSpPr>
            <p:spPr bwMode="auto">
              <a:xfrm>
                <a:off x="5601831" y="5786851"/>
                <a:ext cx="125899" cy="1068456"/>
              </a:xfrm>
              <a:custGeom>
                <a:avLst/>
                <a:gdLst>
                  <a:gd name="T0" fmla="*/ 79 w 79"/>
                  <a:gd name="T1" fmla="*/ 671 h 671"/>
                  <a:gd name="T2" fmla="*/ 0 w 79"/>
                  <a:gd name="T3" fmla="*/ 671 h 671"/>
                  <a:gd name="T4" fmla="*/ 0 w 79"/>
                  <a:gd name="T5" fmla="*/ 32 h 671"/>
                  <a:gd name="T6" fmla="*/ 38 w 79"/>
                  <a:gd name="T7" fmla="*/ 1 h 671"/>
                  <a:gd name="T8" fmla="*/ 79 w 79"/>
                  <a:gd name="T9" fmla="*/ 32 h 671"/>
                  <a:gd name="T10" fmla="*/ 79 w 79"/>
                  <a:gd name="T11" fmla="*/ 671 h 671"/>
                </a:gdLst>
                <a:ahLst/>
                <a:cxnLst>
                  <a:cxn ang="0">
                    <a:pos x="T0" y="T1"/>
                  </a:cxn>
                  <a:cxn ang="0">
                    <a:pos x="T2" y="T3"/>
                  </a:cxn>
                  <a:cxn ang="0">
                    <a:pos x="T4" y="T5"/>
                  </a:cxn>
                  <a:cxn ang="0">
                    <a:pos x="T6" y="T7"/>
                  </a:cxn>
                  <a:cxn ang="0">
                    <a:pos x="T8" y="T9"/>
                  </a:cxn>
                  <a:cxn ang="0">
                    <a:pos x="T10" y="T11"/>
                  </a:cxn>
                </a:cxnLst>
                <a:rect l="0" t="0" r="r" b="b"/>
                <a:pathLst>
                  <a:path w="79" h="671">
                    <a:moveTo>
                      <a:pt x="79" y="671"/>
                    </a:moveTo>
                    <a:cubicBezTo>
                      <a:pt x="0" y="671"/>
                      <a:pt x="0" y="671"/>
                      <a:pt x="0" y="671"/>
                    </a:cubicBezTo>
                    <a:cubicBezTo>
                      <a:pt x="0" y="32"/>
                      <a:pt x="0" y="32"/>
                      <a:pt x="0" y="32"/>
                    </a:cubicBezTo>
                    <a:cubicBezTo>
                      <a:pt x="0" y="32"/>
                      <a:pt x="5" y="1"/>
                      <a:pt x="38" y="1"/>
                    </a:cubicBezTo>
                    <a:cubicBezTo>
                      <a:pt x="72" y="0"/>
                      <a:pt x="79" y="32"/>
                      <a:pt x="79" y="32"/>
                    </a:cubicBezTo>
                    <a:cubicBezTo>
                      <a:pt x="79" y="671"/>
                      <a:pt x="79" y="671"/>
                      <a:pt x="79" y="671"/>
                    </a:cubicBezTo>
                  </a:path>
                </a:pathLst>
              </a:custGeom>
              <a:solidFill>
                <a:schemeClr val="accent2">
                  <a:lumMod val="60000"/>
                  <a:lumOff val="40000"/>
                </a:schemeClr>
              </a:solidFill>
              <a:ln>
                <a:noFill/>
              </a:ln>
            </p:spPr>
            <p:txBody>
              <a:bodyPr anchor="ctr"/>
              <a:lstStyle/>
              <a:p>
                <a:pPr algn="ctr"/>
              </a:p>
            </p:txBody>
          </p:sp>
          <p:sp>
            <p:nvSpPr>
              <p:cNvPr id="146" name="Freeform: Shape 35"/>
              <p:cNvSpPr/>
              <p:nvPr/>
            </p:nvSpPr>
            <p:spPr bwMode="auto">
              <a:xfrm>
                <a:off x="5724363"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7" y="0"/>
                      <a:pt x="63" y="32"/>
                      <a:pt x="63" y="32"/>
                    </a:cubicBezTo>
                    <a:cubicBezTo>
                      <a:pt x="63" y="672"/>
                      <a:pt x="63" y="672"/>
                      <a:pt x="63" y="672"/>
                    </a:cubicBezTo>
                  </a:path>
                </a:pathLst>
              </a:custGeom>
              <a:solidFill>
                <a:srgbClr val="B59BC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7" name="Freeform: Shape 36"/>
              <p:cNvSpPr/>
              <p:nvPr/>
            </p:nvSpPr>
            <p:spPr bwMode="auto">
              <a:xfrm>
                <a:off x="5502862"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8" y="0"/>
                      <a:pt x="63" y="32"/>
                      <a:pt x="63" y="32"/>
                    </a:cubicBezTo>
                    <a:lnTo>
                      <a:pt x="63" y="672"/>
                    </a:lnTo>
                    <a:close/>
                  </a:path>
                </a:pathLst>
              </a:custGeom>
              <a:solidFill>
                <a:schemeClr val="accent2">
                  <a:lumMod val="60000"/>
                  <a:lumOff val="40000"/>
                </a:schemeClr>
              </a:solidFill>
              <a:ln>
                <a:noFill/>
              </a:ln>
            </p:spPr>
            <p:txBody>
              <a:bodyPr anchor="ctr"/>
              <a:lstStyle/>
              <a:p>
                <a:pPr algn="ctr"/>
              </a:p>
            </p:txBody>
          </p:sp>
          <p:sp>
            <p:nvSpPr>
              <p:cNvPr id="148" name="Freeform: Shape 37"/>
              <p:cNvSpPr/>
              <p:nvPr/>
            </p:nvSpPr>
            <p:spPr bwMode="auto">
              <a:xfrm>
                <a:off x="5599811" y="5357314"/>
                <a:ext cx="130611" cy="189185"/>
              </a:xfrm>
              <a:custGeom>
                <a:avLst/>
                <a:gdLst>
                  <a:gd name="T0" fmla="*/ 0 w 82"/>
                  <a:gd name="T1" fmla="*/ 110 h 119"/>
                  <a:gd name="T2" fmla="*/ 82 w 82"/>
                  <a:gd name="T3" fmla="*/ 111 h 119"/>
                  <a:gd name="T4" fmla="*/ 48 w 82"/>
                  <a:gd name="T5" fmla="*/ 0 h 119"/>
                  <a:gd name="T6" fmla="*/ 28 w 82"/>
                  <a:gd name="T7" fmla="*/ 0 h 119"/>
                  <a:gd name="T8" fmla="*/ 0 w 82"/>
                  <a:gd name="T9" fmla="*/ 110 h 119"/>
                </a:gdLst>
                <a:ahLst/>
                <a:cxnLst>
                  <a:cxn ang="0">
                    <a:pos x="T0" y="T1"/>
                  </a:cxn>
                  <a:cxn ang="0">
                    <a:pos x="T2" y="T3"/>
                  </a:cxn>
                  <a:cxn ang="0">
                    <a:pos x="T4" y="T5"/>
                  </a:cxn>
                  <a:cxn ang="0">
                    <a:pos x="T6" y="T7"/>
                  </a:cxn>
                  <a:cxn ang="0">
                    <a:pos x="T8" y="T9"/>
                  </a:cxn>
                </a:cxnLst>
                <a:rect l="0" t="0" r="r" b="b"/>
                <a:pathLst>
                  <a:path w="82" h="119">
                    <a:moveTo>
                      <a:pt x="0" y="110"/>
                    </a:moveTo>
                    <a:cubicBezTo>
                      <a:pt x="0" y="110"/>
                      <a:pt x="39" y="119"/>
                      <a:pt x="82" y="111"/>
                    </a:cubicBezTo>
                    <a:cubicBezTo>
                      <a:pt x="48" y="0"/>
                      <a:pt x="48" y="0"/>
                      <a:pt x="48" y="0"/>
                    </a:cubicBezTo>
                    <a:cubicBezTo>
                      <a:pt x="28" y="0"/>
                      <a:pt x="28" y="0"/>
                      <a:pt x="28" y="0"/>
                    </a:cubicBezTo>
                    <a:cubicBezTo>
                      <a:pt x="0" y="110"/>
                      <a:pt x="0" y="110"/>
                      <a:pt x="0" y="110"/>
                    </a:cubicBezTo>
                  </a:path>
                </a:pathLst>
              </a:custGeom>
              <a:solidFill>
                <a:schemeClr val="accent2">
                  <a:lumMod val="60000"/>
                  <a:lumOff val="40000"/>
                </a:schemeClr>
              </a:solidFill>
              <a:ln>
                <a:noFill/>
              </a:ln>
            </p:spPr>
            <p:txBody>
              <a:bodyPr anchor="ctr"/>
              <a:lstStyle/>
              <a:p>
                <a:pPr algn="ctr"/>
              </a:p>
            </p:txBody>
          </p:sp>
          <p:sp>
            <p:nvSpPr>
              <p:cNvPr id="149" name="Freeform: Shape 38"/>
              <p:cNvSpPr/>
              <p:nvPr/>
            </p:nvSpPr>
            <p:spPr bwMode="auto">
              <a:xfrm>
                <a:off x="5665117" y="5355294"/>
                <a:ext cx="250451" cy="1502706"/>
              </a:xfrm>
              <a:custGeom>
                <a:avLst/>
                <a:gdLst>
                  <a:gd name="T0" fmla="*/ 34 w 157"/>
                  <a:gd name="T1" fmla="*/ 0 h 944"/>
                  <a:gd name="T2" fmla="*/ 0 w 157"/>
                  <a:gd name="T3" fmla="*/ 1 h 944"/>
                  <a:gd name="T4" fmla="*/ 0 w 157"/>
                  <a:gd name="T5" fmla="*/ 1 h 944"/>
                  <a:gd name="T6" fmla="*/ 7 w 157"/>
                  <a:gd name="T7" fmla="*/ 1 h 944"/>
                  <a:gd name="T8" fmla="*/ 41 w 157"/>
                  <a:gd name="T9" fmla="*/ 112 h 944"/>
                  <a:gd name="T10" fmla="*/ 40 w 157"/>
                  <a:gd name="T11" fmla="*/ 113 h 944"/>
                  <a:gd name="T12" fmla="*/ 95 w 157"/>
                  <a:gd name="T13" fmla="*/ 284 h 944"/>
                  <a:gd name="T14" fmla="*/ 94 w 157"/>
                  <a:gd name="T15" fmla="*/ 286 h 944"/>
                  <a:gd name="T16" fmla="*/ 100 w 157"/>
                  <a:gd name="T17" fmla="*/ 301 h 944"/>
                  <a:gd name="T18" fmla="*/ 100 w 157"/>
                  <a:gd name="T19" fmla="*/ 941 h 944"/>
                  <a:gd name="T20" fmla="*/ 39 w 157"/>
                  <a:gd name="T21" fmla="*/ 941 h 944"/>
                  <a:gd name="T22" fmla="*/ 39 w 157"/>
                  <a:gd name="T23" fmla="*/ 942 h 944"/>
                  <a:gd name="T24" fmla="*/ 0 w 157"/>
                  <a:gd name="T25" fmla="*/ 942 h 944"/>
                  <a:gd name="T26" fmla="*/ 0 w 157"/>
                  <a:gd name="T27" fmla="*/ 944 h 944"/>
                  <a:gd name="T28" fmla="*/ 157 w 157"/>
                  <a:gd name="T29" fmla="*/ 942 h 944"/>
                  <a:gd name="T30" fmla="*/ 142 w 157"/>
                  <a:gd name="T31" fmla="*/ 290 h 944"/>
                  <a:gd name="T32" fmla="*/ 34 w 157"/>
                  <a:gd name="T33" fmla="*/ 0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7" h="944">
                    <a:moveTo>
                      <a:pt x="34" y="0"/>
                    </a:moveTo>
                    <a:cubicBezTo>
                      <a:pt x="0" y="1"/>
                      <a:pt x="0" y="1"/>
                      <a:pt x="0" y="1"/>
                    </a:cubicBezTo>
                    <a:cubicBezTo>
                      <a:pt x="0" y="1"/>
                      <a:pt x="0" y="1"/>
                      <a:pt x="0" y="1"/>
                    </a:cubicBezTo>
                    <a:cubicBezTo>
                      <a:pt x="7" y="1"/>
                      <a:pt x="7" y="1"/>
                      <a:pt x="7" y="1"/>
                    </a:cubicBezTo>
                    <a:cubicBezTo>
                      <a:pt x="41" y="112"/>
                      <a:pt x="41" y="112"/>
                      <a:pt x="41" y="112"/>
                    </a:cubicBezTo>
                    <a:cubicBezTo>
                      <a:pt x="41" y="112"/>
                      <a:pt x="41" y="113"/>
                      <a:pt x="40" y="113"/>
                    </a:cubicBezTo>
                    <a:cubicBezTo>
                      <a:pt x="95" y="284"/>
                      <a:pt x="95" y="284"/>
                      <a:pt x="95" y="284"/>
                    </a:cubicBezTo>
                    <a:cubicBezTo>
                      <a:pt x="94" y="286"/>
                      <a:pt x="94" y="286"/>
                      <a:pt x="94" y="286"/>
                    </a:cubicBezTo>
                    <a:cubicBezTo>
                      <a:pt x="98" y="293"/>
                      <a:pt x="100" y="301"/>
                      <a:pt x="100" y="301"/>
                    </a:cubicBezTo>
                    <a:cubicBezTo>
                      <a:pt x="100" y="941"/>
                      <a:pt x="100" y="941"/>
                      <a:pt x="100" y="941"/>
                    </a:cubicBezTo>
                    <a:cubicBezTo>
                      <a:pt x="39" y="941"/>
                      <a:pt x="39" y="941"/>
                      <a:pt x="39" y="941"/>
                    </a:cubicBezTo>
                    <a:cubicBezTo>
                      <a:pt x="39" y="942"/>
                      <a:pt x="39" y="942"/>
                      <a:pt x="39" y="942"/>
                    </a:cubicBezTo>
                    <a:cubicBezTo>
                      <a:pt x="0" y="942"/>
                      <a:pt x="0" y="942"/>
                      <a:pt x="0" y="942"/>
                    </a:cubicBezTo>
                    <a:cubicBezTo>
                      <a:pt x="0" y="944"/>
                      <a:pt x="0" y="944"/>
                      <a:pt x="0" y="944"/>
                    </a:cubicBezTo>
                    <a:cubicBezTo>
                      <a:pt x="157" y="942"/>
                      <a:pt x="157" y="942"/>
                      <a:pt x="157" y="9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Freeform: Shape 39"/>
              <p:cNvSpPr/>
              <p:nvPr/>
            </p:nvSpPr>
            <p:spPr bwMode="auto">
              <a:xfrm>
                <a:off x="5665117" y="5535727"/>
                <a:ext cx="151482" cy="295559"/>
              </a:xfrm>
              <a:custGeom>
                <a:avLst/>
                <a:gdLst>
                  <a:gd name="T0" fmla="*/ 40 w 95"/>
                  <a:gd name="T1" fmla="*/ 0 h 186"/>
                  <a:gd name="T2" fmla="*/ 6 w 95"/>
                  <a:gd name="T3" fmla="*/ 2 h 186"/>
                  <a:gd name="T4" fmla="*/ 0 w 95"/>
                  <a:gd name="T5" fmla="*/ 2 h 186"/>
                  <a:gd name="T6" fmla="*/ 0 w 95"/>
                  <a:gd name="T7" fmla="*/ 159 h 186"/>
                  <a:gd name="T8" fmla="*/ 37 w 95"/>
                  <a:gd name="T9" fmla="*/ 186 h 186"/>
                  <a:gd name="T10" fmla="*/ 68 w 95"/>
                  <a:gd name="T11" fmla="*/ 156 h 186"/>
                  <a:gd name="T12" fmla="*/ 68 w 95"/>
                  <a:gd name="T13" fmla="*/ 156 h 186"/>
                  <a:gd name="T14" fmla="*/ 94 w 95"/>
                  <a:gd name="T15" fmla="*/ 173 h 186"/>
                  <a:gd name="T16" fmla="*/ 95 w 95"/>
                  <a:gd name="T17" fmla="*/ 171 h 186"/>
                  <a:gd name="T18" fmla="*/ 40 w 95"/>
                  <a:gd name="T19"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186">
                    <a:moveTo>
                      <a:pt x="40" y="0"/>
                    </a:moveTo>
                    <a:cubicBezTo>
                      <a:pt x="28" y="2"/>
                      <a:pt x="16" y="2"/>
                      <a:pt x="6" y="2"/>
                    </a:cubicBezTo>
                    <a:cubicBezTo>
                      <a:pt x="4" y="2"/>
                      <a:pt x="2" y="2"/>
                      <a:pt x="0" y="2"/>
                    </a:cubicBezTo>
                    <a:cubicBezTo>
                      <a:pt x="0" y="159"/>
                      <a:pt x="0" y="159"/>
                      <a:pt x="0" y="159"/>
                    </a:cubicBezTo>
                    <a:cubicBezTo>
                      <a:pt x="24" y="159"/>
                      <a:pt x="34" y="177"/>
                      <a:pt x="37" y="186"/>
                    </a:cubicBezTo>
                    <a:cubicBezTo>
                      <a:pt x="39" y="179"/>
                      <a:pt x="45" y="157"/>
                      <a:pt x="68" y="156"/>
                    </a:cubicBezTo>
                    <a:cubicBezTo>
                      <a:pt x="68" y="156"/>
                      <a:pt x="68" y="156"/>
                      <a:pt x="68" y="156"/>
                    </a:cubicBezTo>
                    <a:cubicBezTo>
                      <a:pt x="82" y="156"/>
                      <a:pt x="89" y="165"/>
                      <a:pt x="94" y="173"/>
                    </a:cubicBezTo>
                    <a:cubicBezTo>
                      <a:pt x="95" y="171"/>
                      <a:pt x="95" y="171"/>
                      <a:pt x="95" y="171"/>
                    </a:cubicBezTo>
                    <a:cubicBezTo>
                      <a:pt x="40" y="0"/>
                      <a:pt x="40" y="0"/>
                      <a:pt x="40"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Freeform: Shape 40"/>
              <p:cNvSpPr/>
              <p:nvPr/>
            </p:nvSpPr>
            <p:spPr bwMode="auto">
              <a:xfrm>
                <a:off x="5679185" y="5788871"/>
                <a:ext cx="62613" cy="1066436"/>
              </a:xfrm>
              <a:custGeom>
                <a:avLst/>
                <a:gdLst>
                  <a:gd name="T0" fmla="*/ 0 w 39"/>
                  <a:gd name="T1" fmla="*/ 0 h 670"/>
                  <a:gd name="T2" fmla="*/ 0 w 39"/>
                  <a:gd name="T3" fmla="*/ 670 h 670"/>
                  <a:gd name="T4" fmla="*/ 39 w 39"/>
                  <a:gd name="T5" fmla="*/ 670 h 670"/>
                  <a:gd name="T6" fmla="*/ 39 w 39"/>
                  <a:gd name="T7" fmla="*/ 669 h 670"/>
                  <a:gd name="T8" fmla="*/ 37 w 39"/>
                  <a:gd name="T9" fmla="*/ 669 h 670"/>
                  <a:gd name="T10" fmla="*/ 37 w 39"/>
                  <a:gd name="T11" fmla="*/ 29 h 670"/>
                  <a:gd name="T12" fmla="*/ 37 w 39"/>
                  <a:gd name="T13" fmla="*/ 27 h 670"/>
                  <a:gd name="T14" fmla="*/ 0 w 39"/>
                  <a:gd name="T15" fmla="*/ 0 h 6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670">
                    <a:moveTo>
                      <a:pt x="0" y="0"/>
                    </a:moveTo>
                    <a:cubicBezTo>
                      <a:pt x="0" y="670"/>
                      <a:pt x="0" y="670"/>
                      <a:pt x="0" y="670"/>
                    </a:cubicBezTo>
                    <a:cubicBezTo>
                      <a:pt x="39" y="670"/>
                      <a:pt x="39" y="670"/>
                      <a:pt x="39" y="670"/>
                    </a:cubicBezTo>
                    <a:cubicBezTo>
                      <a:pt x="39" y="669"/>
                      <a:pt x="39" y="669"/>
                      <a:pt x="39" y="669"/>
                    </a:cubicBezTo>
                    <a:cubicBezTo>
                      <a:pt x="37" y="669"/>
                      <a:pt x="37" y="669"/>
                      <a:pt x="37" y="669"/>
                    </a:cubicBezTo>
                    <a:cubicBezTo>
                      <a:pt x="37" y="29"/>
                      <a:pt x="37" y="29"/>
                      <a:pt x="37" y="29"/>
                    </a:cubicBezTo>
                    <a:cubicBezTo>
                      <a:pt x="37" y="29"/>
                      <a:pt x="37" y="28"/>
                      <a:pt x="37" y="27"/>
                    </a:cubicBezTo>
                    <a:cubicBezTo>
                      <a:pt x="34" y="18"/>
                      <a:pt x="24" y="0"/>
                      <a:pt x="0" y="0"/>
                    </a:cubicBezTo>
                  </a:path>
                </a:pathLst>
              </a:custGeom>
              <a:solidFill>
                <a:schemeClr val="accent2"/>
              </a:solidFill>
              <a:ln>
                <a:noFill/>
              </a:ln>
            </p:spPr>
            <p:txBody>
              <a:bodyPr anchor="ctr"/>
              <a:lstStyle/>
              <a:p>
                <a:pPr algn="ctr"/>
              </a:p>
            </p:txBody>
          </p:sp>
          <p:sp>
            <p:nvSpPr>
              <p:cNvPr id="152" name="Freeform: Shape 41"/>
              <p:cNvSpPr/>
              <p:nvPr/>
            </p:nvSpPr>
            <p:spPr bwMode="auto">
              <a:xfrm>
                <a:off x="5724363" y="5783485"/>
                <a:ext cx="100315" cy="1069802"/>
              </a:xfrm>
              <a:custGeom>
                <a:avLst/>
                <a:gdLst>
                  <a:gd name="T0" fmla="*/ 31 w 63"/>
                  <a:gd name="T1" fmla="*/ 0 h 672"/>
                  <a:gd name="T2" fmla="*/ 31 w 63"/>
                  <a:gd name="T3" fmla="*/ 0 h 672"/>
                  <a:gd name="T4" fmla="*/ 0 w 63"/>
                  <a:gd name="T5" fmla="*/ 30 h 672"/>
                  <a:gd name="T6" fmla="*/ 0 w 63"/>
                  <a:gd name="T7" fmla="*/ 32 h 672"/>
                  <a:gd name="T8" fmla="*/ 0 w 63"/>
                  <a:gd name="T9" fmla="*/ 672 h 672"/>
                  <a:gd name="T10" fmla="*/ 2 w 63"/>
                  <a:gd name="T11" fmla="*/ 672 h 672"/>
                  <a:gd name="T12" fmla="*/ 63 w 63"/>
                  <a:gd name="T13" fmla="*/ 672 h 672"/>
                  <a:gd name="T14" fmla="*/ 63 w 63"/>
                  <a:gd name="T15" fmla="*/ 32 h 672"/>
                  <a:gd name="T16" fmla="*/ 57 w 63"/>
                  <a:gd name="T17" fmla="*/ 17 h 672"/>
                  <a:gd name="T18" fmla="*/ 31 w 63"/>
                  <a:gd name="T19" fmla="*/ 0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672">
                    <a:moveTo>
                      <a:pt x="31" y="0"/>
                    </a:moveTo>
                    <a:cubicBezTo>
                      <a:pt x="31" y="0"/>
                      <a:pt x="31" y="0"/>
                      <a:pt x="31" y="0"/>
                    </a:cubicBezTo>
                    <a:cubicBezTo>
                      <a:pt x="8" y="1"/>
                      <a:pt x="2" y="23"/>
                      <a:pt x="0" y="30"/>
                    </a:cubicBezTo>
                    <a:cubicBezTo>
                      <a:pt x="0" y="31"/>
                      <a:pt x="0" y="32"/>
                      <a:pt x="0" y="32"/>
                    </a:cubicBezTo>
                    <a:cubicBezTo>
                      <a:pt x="0" y="672"/>
                      <a:pt x="0" y="672"/>
                      <a:pt x="0" y="672"/>
                    </a:cubicBezTo>
                    <a:cubicBezTo>
                      <a:pt x="2" y="672"/>
                      <a:pt x="2" y="672"/>
                      <a:pt x="2" y="672"/>
                    </a:cubicBezTo>
                    <a:cubicBezTo>
                      <a:pt x="63" y="672"/>
                      <a:pt x="63" y="672"/>
                      <a:pt x="63" y="672"/>
                    </a:cubicBezTo>
                    <a:cubicBezTo>
                      <a:pt x="63" y="32"/>
                      <a:pt x="63" y="32"/>
                      <a:pt x="63" y="32"/>
                    </a:cubicBezTo>
                    <a:cubicBezTo>
                      <a:pt x="63" y="32"/>
                      <a:pt x="61" y="24"/>
                      <a:pt x="57" y="17"/>
                    </a:cubicBezTo>
                    <a:cubicBezTo>
                      <a:pt x="52" y="9"/>
                      <a:pt x="45" y="0"/>
                      <a:pt x="31" y="0"/>
                    </a:cubicBezTo>
                  </a:path>
                </a:pathLst>
              </a:custGeom>
              <a:solidFill>
                <a:schemeClr val="accent2"/>
              </a:solidFill>
              <a:ln>
                <a:noFill/>
              </a:ln>
            </p:spPr>
            <p:txBody>
              <a:bodyPr anchor="ctr"/>
              <a:lstStyle/>
              <a:p>
                <a:pPr algn="ctr"/>
              </a:p>
            </p:txBody>
          </p:sp>
          <p:sp>
            <p:nvSpPr>
              <p:cNvPr id="153" name="Freeform: Shape 42"/>
              <p:cNvSpPr/>
              <p:nvPr/>
            </p:nvSpPr>
            <p:spPr bwMode="auto">
              <a:xfrm>
                <a:off x="5665117" y="5357314"/>
                <a:ext cx="65306" cy="181106"/>
              </a:xfrm>
              <a:custGeom>
                <a:avLst/>
                <a:gdLst>
                  <a:gd name="T0" fmla="*/ 7 w 41"/>
                  <a:gd name="T1" fmla="*/ 0 h 114"/>
                  <a:gd name="T2" fmla="*/ 0 w 41"/>
                  <a:gd name="T3" fmla="*/ 0 h 114"/>
                  <a:gd name="T4" fmla="*/ 0 w 41"/>
                  <a:gd name="T5" fmla="*/ 114 h 114"/>
                  <a:gd name="T6" fmla="*/ 6 w 41"/>
                  <a:gd name="T7" fmla="*/ 114 h 114"/>
                  <a:gd name="T8" fmla="*/ 40 w 41"/>
                  <a:gd name="T9" fmla="*/ 112 h 114"/>
                  <a:gd name="T10" fmla="*/ 41 w 41"/>
                  <a:gd name="T11" fmla="*/ 111 h 114"/>
                  <a:gd name="T12" fmla="*/ 7 w 41"/>
                  <a:gd name="T13" fmla="*/ 0 h 114"/>
                </a:gdLst>
                <a:ahLst/>
                <a:cxnLst>
                  <a:cxn ang="0">
                    <a:pos x="T0" y="T1"/>
                  </a:cxn>
                  <a:cxn ang="0">
                    <a:pos x="T2" y="T3"/>
                  </a:cxn>
                  <a:cxn ang="0">
                    <a:pos x="T4" y="T5"/>
                  </a:cxn>
                  <a:cxn ang="0">
                    <a:pos x="T6" y="T7"/>
                  </a:cxn>
                  <a:cxn ang="0">
                    <a:pos x="T8" y="T9"/>
                  </a:cxn>
                  <a:cxn ang="0">
                    <a:pos x="T10" y="T11"/>
                  </a:cxn>
                  <a:cxn ang="0">
                    <a:pos x="T12" y="T13"/>
                  </a:cxn>
                </a:cxnLst>
                <a:rect l="0" t="0" r="r" b="b"/>
                <a:pathLst>
                  <a:path w="41" h="114">
                    <a:moveTo>
                      <a:pt x="7" y="0"/>
                    </a:moveTo>
                    <a:cubicBezTo>
                      <a:pt x="0" y="0"/>
                      <a:pt x="0" y="0"/>
                      <a:pt x="0" y="0"/>
                    </a:cubicBezTo>
                    <a:cubicBezTo>
                      <a:pt x="0" y="114"/>
                      <a:pt x="0" y="114"/>
                      <a:pt x="0" y="114"/>
                    </a:cubicBezTo>
                    <a:cubicBezTo>
                      <a:pt x="2" y="114"/>
                      <a:pt x="4" y="114"/>
                      <a:pt x="6" y="114"/>
                    </a:cubicBezTo>
                    <a:cubicBezTo>
                      <a:pt x="16" y="114"/>
                      <a:pt x="28" y="114"/>
                      <a:pt x="40" y="112"/>
                    </a:cubicBezTo>
                    <a:cubicBezTo>
                      <a:pt x="41" y="112"/>
                      <a:pt x="41" y="111"/>
                      <a:pt x="41" y="111"/>
                    </a:cubicBezTo>
                    <a:cubicBezTo>
                      <a:pt x="7" y="0"/>
                      <a:pt x="7" y="0"/>
                      <a:pt x="7" y="0"/>
                    </a:cubicBezTo>
                  </a:path>
                </a:pathLst>
              </a:custGeom>
              <a:solidFill>
                <a:schemeClr val="accent2"/>
              </a:solidFill>
              <a:ln>
                <a:noFill/>
              </a:ln>
            </p:spPr>
            <p:txBody>
              <a:bodyPr anchor="ctr"/>
              <a:lstStyle/>
              <a:p>
                <a:pPr algn="ctr"/>
              </a:p>
            </p:txBody>
          </p:sp>
        </p:grpSp>
        <p:grpSp>
          <p:nvGrpSpPr>
            <p:cNvPr id="17" name="Group 43"/>
            <p:cNvGrpSpPr/>
            <p:nvPr/>
          </p:nvGrpSpPr>
          <p:grpSpPr>
            <a:xfrm>
              <a:off x="15649" y="7363"/>
              <a:ext cx="481" cy="1775"/>
              <a:chOff x="6959786" y="5355294"/>
              <a:chExt cx="407320" cy="1502706"/>
            </a:xfrm>
          </p:grpSpPr>
          <p:sp>
            <p:nvSpPr>
              <p:cNvPr id="132" name="Freeform: Shape 44"/>
              <p:cNvSpPr/>
              <p:nvPr/>
            </p:nvSpPr>
            <p:spPr bwMode="auto">
              <a:xfrm>
                <a:off x="6970558" y="5365393"/>
                <a:ext cx="302965" cy="490130"/>
              </a:xfrm>
              <a:custGeom>
                <a:avLst/>
                <a:gdLst>
                  <a:gd name="T0" fmla="*/ 450 w 450"/>
                  <a:gd name="T1" fmla="*/ 657 h 728"/>
                  <a:gd name="T2" fmla="*/ 242 w 450"/>
                  <a:gd name="T3" fmla="*/ 0 h 728"/>
                  <a:gd name="T4" fmla="*/ 197 w 450"/>
                  <a:gd name="T5" fmla="*/ 0 h 728"/>
                  <a:gd name="T6" fmla="*/ 0 w 450"/>
                  <a:gd name="T7" fmla="*/ 681 h 728"/>
                  <a:gd name="T8" fmla="*/ 12 w 450"/>
                  <a:gd name="T9" fmla="*/ 728 h 728"/>
                  <a:gd name="T10" fmla="*/ 424 w 450"/>
                  <a:gd name="T11" fmla="*/ 726 h 728"/>
                  <a:gd name="T12" fmla="*/ 450 w 450"/>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50" h="728">
                    <a:moveTo>
                      <a:pt x="450" y="657"/>
                    </a:moveTo>
                    <a:lnTo>
                      <a:pt x="242" y="0"/>
                    </a:lnTo>
                    <a:lnTo>
                      <a:pt x="197" y="0"/>
                    </a:lnTo>
                    <a:lnTo>
                      <a:pt x="0" y="681"/>
                    </a:lnTo>
                    <a:lnTo>
                      <a:pt x="12" y="728"/>
                    </a:lnTo>
                    <a:lnTo>
                      <a:pt x="424" y="726"/>
                    </a:lnTo>
                    <a:lnTo>
                      <a:pt x="450"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Freeform: Shape 45"/>
              <p:cNvSpPr/>
              <p:nvPr/>
            </p:nvSpPr>
            <p:spPr bwMode="auto">
              <a:xfrm>
                <a:off x="6970558" y="5365393"/>
                <a:ext cx="302965" cy="490130"/>
              </a:xfrm>
              <a:custGeom>
                <a:avLst/>
                <a:gdLst>
                  <a:gd name="T0" fmla="*/ 450 w 450"/>
                  <a:gd name="T1" fmla="*/ 657 h 728"/>
                  <a:gd name="T2" fmla="*/ 242 w 450"/>
                  <a:gd name="T3" fmla="*/ 0 h 728"/>
                  <a:gd name="T4" fmla="*/ 197 w 450"/>
                  <a:gd name="T5" fmla="*/ 0 h 728"/>
                  <a:gd name="T6" fmla="*/ 0 w 450"/>
                  <a:gd name="T7" fmla="*/ 681 h 728"/>
                  <a:gd name="T8" fmla="*/ 12 w 450"/>
                  <a:gd name="T9" fmla="*/ 728 h 728"/>
                  <a:gd name="T10" fmla="*/ 424 w 450"/>
                  <a:gd name="T11" fmla="*/ 726 h 728"/>
                  <a:gd name="T12" fmla="*/ 450 w 450"/>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50" h="728">
                    <a:moveTo>
                      <a:pt x="450" y="657"/>
                    </a:moveTo>
                    <a:lnTo>
                      <a:pt x="242" y="0"/>
                    </a:lnTo>
                    <a:lnTo>
                      <a:pt x="197" y="0"/>
                    </a:lnTo>
                    <a:lnTo>
                      <a:pt x="0" y="681"/>
                    </a:lnTo>
                    <a:lnTo>
                      <a:pt x="12" y="728"/>
                    </a:lnTo>
                    <a:lnTo>
                      <a:pt x="424" y="726"/>
                    </a:lnTo>
                    <a:lnTo>
                      <a:pt x="450"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Freeform: Shape 46"/>
              <p:cNvSpPr/>
              <p:nvPr/>
            </p:nvSpPr>
            <p:spPr bwMode="auto">
              <a:xfrm>
                <a:off x="7058755" y="5786851"/>
                <a:ext cx="123879" cy="1068456"/>
              </a:xfrm>
              <a:custGeom>
                <a:avLst/>
                <a:gdLst>
                  <a:gd name="T0" fmla="*/ 78 w 78"/>
                  <a:gd name="T1" fmla="*/ 671 h 671"/>
                  <a:gd name="T2" fmla="*/ 0 w 78"/>
                  <a:gd name="T3" fmla="*/ 671 h 671"/>
                  <a:gd name="T4" fmla="*/ 0 w 78"/>
                  <a:gd name="T5" fmla="*/ 32 h 671"/>
                  <a:gd name="T6" fmla="*/ 38 w 78"/>
                  <a:gd name="T7" fmla="*/ 1 h 671"/>
                  <a:gd name="T8" fmla="*/ 78 w 78"/>
                  <a:gd name="T9" fmla="*/ 32 h 671"/>
                  <a:gd name="T10" fmla="*/ 78 w 78"/>
                  <a:gd name="T11" fmla="*/ 671 h 671"/>
                </a:gdLst>
                <a:ahLst/>
                <a:cxnLst>
                  <a:cxn ang="0">
                    <a:pos x="T0" y="T1"/>
                  </a:cxn>
                  <a:cxn ang="0">
                    <a:pos x="T2" y="T3"/>
                  </a:cxn>
                  <a:cxn ang="0">
                    <a:pos x="T4" y="T5"/>
                  </a:cxn>
                  <a:cxn ang="0">
                    <a:pos x="T6" y="T7"/>
                  </a:cxn>
                  <a:cxn ang="0">
                    <a:pos x="T8" y="T9"/>
                  </a:cxn>
                  <a:cxn ang="0">
                    <a:pos x="T10" y="T11"/>
                  </a:cxn>
                </a:cxnLst>
                <a:rect l="0" t="0" r="r" b="b"/>
                <a:pathLst>
                  <a:path w="78" h="671">
                    <a:moveTo>
                      <a:pt x="78" y="671"/>
                    </a:moveTo>
                    <a:cubicBezTo>
                      <a:pt x="0" y="671"/>
                      <a:pt x="0" y="671"/>
                      <a:pt x="0" y="671"/>
                    </a:cubicBezTo>
                    <a:cubicBezTo>
                      <a:pt x="0" y="32"/>
                      <a:pt x="0" y="32"/>
                      <a:pt x="0" y="32"/>
                    </a:cubicBezTo>
                    <a:cubicBezTo>
                      <a:pt x="0" y="32"/>
                      <a:pt x="4" y="1"/>
                      <a:pt x="38" y="1"/>
                    </a:cubicBezTo>
                    <a:cubicBezTo>
                      <a:pt x="72" y="0"/>
                      <a:pt x="78" y="32"/>
                      <a:pt x="78" y="32"/>
                    </a:cubicBezTo>
                    <a:cubicBezTo>
                      <a:pt x="78" y="671"/>
                      <a:pt x="78" y="671"/>
                      <a:pt x="78" y="671"/>
                    </a:cubicBezTo>
                  </a:path>
                </a:pathLst>
              </a:custGeom>
              <a:solidFill>
                <a:schemeClr val="tx2">
                  <a:lumMod val="60000"/>
                  <a:lumOff val="40000"/>
                </a:schemeClr>
              </a:solidFill>
              <a:ln>
                <a:noFill/>
              </a:ln>
            </p:spPr>
            <p:txBody>
              <a:bodyPr anchor="ctr"/>
              <a:lstStyle/>
              <a:p>
                <a:pPr algn="ctr"/>
              </a:p>
            </p:txBody>
          </p:sp>
          <p:sp>
            <p:nvSpPr>
              <p:cNvPr id="135" name="Freeform: Shape 47"/>
              <p:cNvSpPr/>
              <p:nvPr/>
            </p:nvSpPr>
            <p:spPr bwMode="auto">
              <a:xfrm>
                <a:off x="7181287"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7" y="0"/>
                      <a:pt x="63" y="32"/>
                      <a:pt x="63" y="32"/>
                    </a:cubicBezTo>
                    <a:cubicBezTo>
                      <a:pt x="63" y="672"/>
                      <a:pt x="63" y="672"/>
                      <a:pt x="63" y="672"/>
                    </a:cubicBezTo>
                  </a:path>
                </a:pathLst>
              </a:custGeom>
              <a:solidFill>
                <a:srgbClr val="F7787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Freeform: Shape 48"/>
              <p:cNvSpPr/>
              <p:nvPr/>
            </p:nvSpPr>
            <p:spPr bwMode="auto">
              <a:xfrm>
                <a:off x="6959786"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8" y="0"/>
                      <a:pt x="63" y="32"/>
                      <a:pt x="63" y="32"/>
                    </a:cubicBezTo>
                    <a:lnTo>
                      <a:pt x="63" y="672"/>
                    </a:lnTo>
                    <a:close/>
                  </a:path>
                </a:pathLst>
              </a:custGeom>
              <a:solidFill>
                <a:schemeClr val="tx2">
                  <a:lumMod val="60000"/>
                  <a:lumOff val="40000"/>
                </a:schemeClr>
              </a:solidFill>
              <a:ln>
                <a:noFill/>
              </a:ln>
            </p:spPr>
            <p:txBody>
              <a:bodyPr anchor="ctr"/>
              <a:lstStyle/>
              <a:p>
                <a:pPr algn="ctr"/>
              </a:p>
            </p:txBody>
          </p:sp>
          <p:sp>
            <p:nvSpPr>
              <p:cNvPr id="137" name="Freeform: Shape 49"/>
              <p:cNvSpPr/>
              <p:nvPr/>
            </p:nvSpPr>
            <p:spPr bwMode="auto">
              <a:xfrm>
                <a:off x="7056735" y="5357314"/>
                <a:ext cx="130611" cy="191204"/>
              </a:xfrm>
              <a:custGeom>
                <a:avLst/>
                <a:gdLst>
                  <a:gd name="T0" fmla="*/ 0 w 82"/>
                  <a:gd name="T1" fmla="*/ 110 h 120"/>
                  <a:gd name="T2" fmla="*/ 82 w 82"/>
                  <a:gd name="T3" fmla="*/ 112 h 120"/>
                  <a:gd name="T4" fmla="*/ 48 w 82"/>
                  <a:gd name="T5" fmla="*/ 0 h 120"/>
                  <a:gd name="T6" fmla="*/ 28 w 82"/>
                  <a:gd name="T7" fmla="*/ 0 h 120"/>
                  <a:gd name="T8" fmla="*/ 0 w 82"/>
                  <a:gd name="T9" fmla="*/ 110 h 120"/>
                </a:gdLst>
                <a:ahLst/>
                <a:cxnLst>
                  <a:cxn ang="0">
                    <a:pos x="T0" y="T1"/>
                  </a:cxn>
                  <a:cxn ang="0">
                    <a:pos x="T2" y="T3"/>
                  </a:cxn>
                  <a:cxn ang="0">
                    <a:pos x="T4" y="T5"/>
                  </a:cxn>
                  <a:cxn ang="0">
                    <a:pos x="T6" y="T7"/>
                  </a:cxn>
                  <a:cxn ang="0">
                    <a:pos x="T8" y="T9"/>
                  </a:cxn>
                </a:cxnLst>
                <a:rect l="0" t="0" r="r" b="b"/>
                <a:pathLst>
                  <a:path w="82" h="120">
                    <a:moveTo>
                      <a:pt x="0" y="110"/>
                    </a:moveTo>
                    <a:cubicBezTo>
                      <a:pt x="0" y="110"/>
                      <a:pt x="39" y="120"/>
                      <a:pt x="82" y="112"/>
                    </a:cubicBezTo>
                    <a:cubicBezTo>
                      <a:pt x="48" y="0"/>
                      <a:pt x="48" y="0"/>
                      <a:pt x="48" y="0"/>
                    </a:cubicBezTo>
                    <a:cubicBezTo>
                      <a:pt x="28" y="0"/>
                      <a:pt x="28" y="0"/>
                      <a:pt x="28" y="0"/>
                    </a:cubicBezTo>
                    <a:cubicBezTo>
                      <a:pt x="0" y="110"/>
                      <a:pt x="0" y="110"/>
                      <a:pt x="0" y="110"/>
                    </a:cubicBezTo>
                  </a:path>
                </a:pathLst>
              </a:custGeom>
              <a:solidFill>
                <a:schemeClr val="tx2">
                  <a:lumMod val="60000"/>
                  <a:lumOff val="40000"/>
                </a:schemeClr>
              </a:solidFill>
              <a:ln>
                <a:noFill/>
              </a:ln>
            </p:spPr>
            <p:txBody>
              <a:bodyPr anchor="ctr"/>
              <a:lstStyle/>
              <a:p>
                <a:pPr algn="ctr"/>
              </a:p>
            </p:txBody>
          </p:sp>
          <p:sp>
            <p:nvSpPr>
              <p:cNvPr id="138" name="Freeform: Shape 50"/>
              <p:cNvSpPr/>
              <p:nvPr/>
            </p:nvSpPr>
            <p:spPr bwMode="auto">
              <a:xfrm>
                <a:off x="7117328" y="5355294"/>
                <a:ext cx="249778" cy="1502706"/>
              </a:xfrm>
              <a:custGeom>
                <a:avLst/>
                <a:gdLst>
                  <a:gd name="T0" fmla="*/ 34 w 157"/>
                  <a:gd name="T1" fmla="*/ 0 h 944"/>
                  <a:gd name="T2" fmla="*/ 0 w 157"/>
                  <a:gd name="T3" fmla="*/ 1 h 944"/>
                  <a:gd name="T4" fmla="*/ 0 w 157"/>
                  <a:gd name="T5" fmla="*/ 1 h 944"/>
                  <a:gd name="T6" fmla="*/ 10 w 157"/>
                  <a:gd name="T7" fmla="*/ 1 h 944"/>
                  <a:gd name="T8" fmla="*/ 44 w 157"/>
                  <a:gd name="T9" fmla="*/ 113 h 944"/>
                  <a:gd name="T10" fmla="*/ 44 w 157"/>
                  <a:gd name="T11" fmla="*/ 113 h 944"/>
                  <a:gd name="T12" fmla="*/ 98 w 157"/>
                  <a:gd name="T13" fmla="*/ 284 h 944"/>
                  <a:gd name="T14" fmla="*/ 97 w 157"/>
                  <a:gd name="T15" fmla="*/ 286 h 944"/>
                  <a:gd name="T16" fmla="*/ 103 w 157"/>
                  <a:gd name="T17" fmla="*/ 301 h 944"/>
                  <a:gd name="T18" fmla="*/ 103 w 157"/>
                  <a:gd name="T19" fmla="*/ 941 h 944"/>
                  <a:gd name="T20" fmla="*/ 41 w 157"/>
                  <a:gd name="T21" fmla="*/ 941 h 944"/>
                  <a:gd name="T22" fmla="*/ 41 w 157"/>
                  <a:gd name="T23" fmla="*/ 942 h 944"/>
                  <a:gd name="T24" fmla="*/ 0 w 157"/>
                  <a:gd name="T25" fmla="*/ 942 h 944"/>
                  <a:gd name="T26" fmla="*/ 0 w 157"/>
                  <a:gd name="T27" fmla="*/ 944 h 944"/>
                  <a:gd name="T28" fmla="*/ 157 w 157"/>
                  <a:gd name="T29" fmla="*/ 942 h 944"/>
                  <a:gd name="T30" fmla="*/ 142 w 157"/>
                  <a:gd name="T31" fmla="*/ 290 h 944"/>
                  <a:gd name="T32" fmla="*/ 34 w 157"/>
                  <a:gd name="T33" fmla="*/ 0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7" h="944">
                    <a:moveTo>
                      <a:pt x="34" y="0"/>
                    </a:moveTo>
                    <a:cubicBezTo>
                      <a:pt x="0" y="1"/>
                      <a:pt x="0" y="1"/>
                      <a:pt x="0" y="1"/>
                    </a:cubicBezTo>
                    <a:cubicBezTo>
                      <a:pt x="0" y="1"/>
                      <a:pt x="0" y="1"/>
                      <a:pt x="0" y="1"/>
                    </a:cubicBezTo>
                    <a:cubicBezTo>
                      <a:pt x="10" y="1"/>
                      <a:pt x="10" y="1"/>
                      <a:pt x="10" y="1"/>
                    </a:cubicBezTo>
                    <a:cubicBezTo>
                      <a:pt x="44" y="113"/>
                      <a:pt x="44" y="113"/>
                      <a:pt x="44" y="113"/>
                    </a:cubicBezTo>
                    <a:cubicBezTo>
                      <a:pt x="44" y="113"/>
                      <a:pt x="44" y="113"/>
                      <a:pt x="44" y="113"/>
                    </a:cubicBezTo>
                    <a:cubicBezTo>
                      <a:pt x="98" y="284"/>
                      <a:pt x="98" y="284"/>
                      <a:pt x="98" y="284"/>
                    </a:cubicBezTo>
                    <a:cubicBezTo>
                      <a:pt x="97" y="286"/>
                      <a:pt x="97" y="286"/>
                      <a:pt x="97" y="286"/>
                    </a:cubicBezTo>
                    <a:cubicBezTo>
                      <a:pt x="101" y="293"/>
                      <a:pt x="103" y="301"/>
                      <a:pt x="103" y="301"/>
                    </a:cubicBezTo>
                    <a:cubicBezTo>
                      <a:pt x="103" y="941"/>
                      <a:pt x="103" y="941"/>
                      <a:pt x="103" y="941"/>
                    </a:cubicBezTo>
                    <a:cubicBezTo>
                      <a:pt x="41" y="941"/>
                      <a:pt x="41" y="941"/>
                      <a:pt x="41" y="941"/>
                    </a:cubicBezTo>
                    <a:cubicBezTo>
                      <a:pt x="41" y="942"/>
                      <a:pt x="41" y="942"/>
                      <a:pt x="41" y="942"/>
                    </a:cubicBezTo>
                    <a:cubicBezTo>
                      <a:pt x="0" y="942"/>
                      <a:pt x="0" y="942"/>
                      <a:pt x="0" y="942"/>
                    </a:cubicBezTo>
                    <a:cubicBezTo>
                      <a:pt x="0" y="944"/>
                      <a:pt x="0" y="944"/>
                      <a:pt x="0" y="944"/>
                    </a:cubicBezTo>
                    <a:cubicBezTo>
                      <a:pt x="157" y="942"/>
                      <a:pt x="157" y="942"/>
                      <a:pt x="157" y="9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Freeform: Shape 51"/>
              <p:cNvSpPr/>
              <p:nvPr/>
            </p:nvSpPr>
            <p:spPr bwMode="auto">
              <a:xfrm>
                <a:off x="7117328" y="5535727"/>
                <a:ext cx="156195" cy="295559"/>
              </a:xfrm>
              <a:custGeom>
                <a:avLst/>
                <a:gdLst>
                  <a:gd name="T0" fmla="*/ 44 w 98"/>
                  <a:gd name="T1" fmla="*/ 0 h 186"/>
                  <a:gd name="T2" fmla="*/ 9 w 98"/>
                  <a:gd name="T3" fmla="*/ 3 h 186"/>
                  <a:gd name="T4" fmla="*/ 0 w 98"/>
                  <a:gd name="T5" fmla="*/ 3 h 186"/>
                  <a:gd name="T6" fmla="*/ 0 w 98"/>
                  <a:gd name="T7" fmla="*/ 159 h 186"/>
                  <a:gd name="T8" fmla="*/ 1 w 98"/>
                  <a:gd name="T9" fmla="*/ 159 h 186"/>
                  <a:gd name="T10" fmla="*/ 2 w 98"/>
                  <a:gd name="T11" fmla="*/ 159 h 186"/>
                  <a:gd name="T12" fmla="*/ 40 w 98"/>
                  <a:gd name="T13" fmla="*/ 186 h 186"/>
                  <a:gd name="T14" fmla="*/ 71 w 98"/>
                  <a:gd name="T15" fmla="*/ 156 h 186"/>
                  <a:gd name="T16" fmla="*/ 71 w 98"/>
                  <a:gd name="T17" fmla="*/ 156 h 186"/>
                  <a:gd name="T18" fmla="*/ 97 w 98"/>
                  <a:gd name="T19" fmla="*/ 173 h 186"/>
                  <a:gd name="T20" fmla="*/ 98 w 98"/>
                  <a:gd name="T21" fmla="*/ 171 h 186"/>
                  <a:gd name="T22" fmla="*/ 44 w 98"/>
                  <a:gd name="T23"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8" h="186">
                    <a:moveTo>
                      <a:pt x="44" y="0"/>
                    </a:moveTo>
                    <a:cubicBezTo>
                      <a:pt x="31" y="2"/>
                      <a:pt x="20" y="3"/>
                      <a:pt x="9" y="3"/>
                    </a:cubicBezTo>
                    <a:cubicBezTo>
                      <a:pt x="6" y="3"/>
                      <a:pt x="3" y="3"/>
                      <a:pt x="0" y="3"/>
                    </a:cubicBezTo>
                    <a:cubicBezTo>
                      <a:pt x="0" y="159"/>
                      <a:pt x="0" y="159"/>
                      <a:pt x="0" y="159"/>
                    </a:cubicBezTo>
                    <a:cubicBezTo>
                      <a:pt x="0" y="159"/>
                      <a:pt x="1" y="159"/>
                      <a:pt x="1" y="159"/>
                    </a:cubicBezTo>
                    <a:cubicBezTo>
                      <a:pt x="2" y="159"/>
                      <a:pt x="2" y="159"/>
                      <a:pt x="2" y="159"/>
                    </a:cubicBezTo>
                    <a:cubicBezTo>
                      <a:pt x="27" y="159"/>
                      <a:pt x="37" y="177"/>
                      <a:pt x="40" y="186"/>
                    </a:cubicBezTo>
                    <a:cubicBezTo>
                      <a:pt x="42" y="179"/>
                      <a:pt x="48" y="157"/>
                      <a:pt x="71" y="156"/>
                    </a:cubicBezTo>
                    <a:cubicBezTo>
                      <a:pt x="71" y="156"/>
                      <a:pt x="71" y="156"/>
                      <a:pt x="71" y="156"/>
                    </a:cubicBezTo>
                    <a:cubicBezTo>
                      <a:pt x="85" y="156"/>
                      <a:pt x="92" y="165"/>
                      <a:pt x="97" y="173"/>
                    </a:cubicBezTo>
                    <a:cubicBezTo>
                      <a:pt x="98" y="171"/>
                      <a:pt x="98" y="171"/>
                      <a:pt x="98" y="171"/>
                    </a:cubicBezTo>
                    <a:cubicBezTo>
                      <a:pt x="44" y="0"/>
                      <a:pt x="44" y="0"/>
                      <a:pt x="44"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Freeform: Shape 52"/>
              <p:cNvSpPr/>
              <p:nvPr/>
            </p:nvSpPr>
            <p:spPr bwMode="auto">
              <a:xfrm>
                <a:off x="7117328" y="5788871"/>
                <a:ext cx="65306" cy="1066436"/>
              </a:xfrm>
              <a:custGeom>
                <a:avLst/>
                <a:gdLst>
                  <a:gd name="T0" fmla="*/ 2 w 41"/>
                  <a:gd name="T1" fmla="*/ 0 h 670"/>
                  <a:gd name="T2" fmla="*/ 1 w 41"/>
                  <a:gd name="T3" fmla="*/ 0 h 670"/>
                  <a:gd name="T4" fmla="*/ 0 w 41"/>
                  <a:gd name="T5" fmla="*/ 0 h 670"/>
                  <a:gd name="T6" fmla="*/ 0 w 41"/>
                  <a:gd name="T7" fmla="*/ 670 h 670"/>
                  <a:gd name="T8" fmla="*/ 41 w 41"/>
                  <a:gd name="T9" fmla="*/ 670 h 670"/>
                  <a:gd name="T10" fmla="*/ 41 w 41"/>
                  <a:gd name="T11" fmla="*/ 669 h 670"/>
                  <a:gd name="T12" fmla="*/ 40 w 41"/>
                  <a:gd name="T13" fmla="*/ 669 h 670"/>
                  <a:gd name="T14" fmla="*/ 40 w 41"/>
                  <a:gd name="T15" fmla="*/ 29 h 670"/>
                  <a:gd name="T16" fmla="*/ 40 w 41"/>
                  <a:gd name="T17" fmla="*/ 27 h 670"/>
                  <a:gd name="T18" fmla="*/ 2 w 41"/>
                  <a:gd name="T19" fmla="*/ 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670">
                    <a:moveTo>
                      <a:pt x="2" y="0"/>
                    </a:moveTo>
                    <a:cubicBezTo>
                      <a:pt x="2" y="0"/>
                      <a:pt x="2" y="0"/>
                      <a:pt x="1" y="0"/>
                    </a:cubicBezTo>
                    <a:cubicBezTo>
                      <a:pt x="1" y="0"/>
                      <a:pt x="0" y="0"/>
                      <a:pt x="0" y="0"/>
                    </a:cubicBezTo>
                    <a:cubicBezTo>
                      <a:pt x="0" y="670"/>
                      <a:pt x="0" y="670"/>
                      <a:pt x="0" y="670"/>
                    </a:cubicBezTo>
                    <a:cubicBezTo>
                      <a:pt x="41" y="670"/>
                      <a:pt x="41" y="670"/>
                      <a:pt x="41" y="670"/>
                    </a:cubicBezTo>
                    <a:cubicBezTo>
                      <a:pt x="41" y="669"/>
                      <a:pt x="41" y="669"/>
                      <a:pt x="41" y="669"/>
                    </a:cubicBezTo>
                    <a:cubicBezTo>
                      <a:pt x="40" y="669"/>
                      <a:pt x="40" y="669"/>
                      <a:pt x="40" y="669"/>
                    </a:cubicBezTo>
                    <a:cubicBezTo>
                      <a:pt x="40" y="29"/>
                      <a:pt x="40" y="29"/>
                      <a:pt x="40" y="29"/>
                    </a:cubicBezTo>
                    <a:cubicBezTo>
                      <a:pt x="40" y="29"/>
                      <a:pt x="40" y="28"/>
                      <a:pt x="40" y="27"/>
                    </a:cubicBezTo>
                    <a:cubicBezTo>
                      <a:pt x="37" y="18"/>
                      <a:pt x="27" y="0"/>
                      <a:pt x="2" y="0"/>
                    </a:cubicBezTo>
                  </a:path>
                </a:pathLst>
              </a:custGeom>
              <a:solidFill>
                <a:schemeClr val="tx2"/>
              </a:solidFill>
              <a:ln>
                <a:noFill/>
              </a:ln>
            </p:spPr>
            <p:txBody>
              <a:bodyPr anchor="ctr"/>
              <a:lstStyle/>
              <a:p>
                <a:pPr algn="ctr"/>
              </a:p>
            </p:txBody>
          </p:sp>
          <p:sp>
            <p:nvSpPr>
              <p:cNvPr id="141" name="Freeform: Shape 53"/>
              <p:cNvSpPr/>
              <p:nvPr/>
            </p:nvSpPr>
            <p:spPr bwMode="auto">
              <a:xfrm>
                <a:off x="7181287" y="5783485"/>
                <a:ext cx="100315" cy="1069802"/>
              </a:xfrm>
              <a:custGeom>
                <a:avLst/>
                <a:gdLst>
                  <a:gd name="T0" fmla="*/ 31 w 63"/>
                  <a:gd name="T1" fmla="*/ 0 h 672"/>
                  <a:gd name="T2" fmla="*/ 31 w 63"/>
                  <a:gd name="T3" fmla="*/ 0 h 672"/>
                  <a:gd name="T4" fmla="*/ 0 w 63"/>
                  <a:gd name="T5" fmla="*/ 30 h 672"/>
                  <a:gd name="T6" fmla="*/ 0 w 63"/>
                  <a:gd name="T7" fmla="*/ 32 h 672"/>
                  <a:gd name="T8" fmla="*/ 0 w 63"/>
                  <a:gd name="T9" fmla="*/ 672 h 672"/>
                  <a:gd name="T10" fmla="*/ 1 w 63"/>
                  <a:gd name="T11" fmla="*/ 672 h 672"/>
                  <a:gd name="T12" fmla="*/ 63 w 63"/>
                  <a:gd name="T13" fmla="*/ 672 h 672"/>
                  <a:gd name="T14" fmla="*/ 63 w 63"/>
                  <a:gd name="T15" fmla="*/ 32 h 672"/>
                  <a:gd name="T16" fmla="*/ 57 w 63"/>
                  <a:gd name="T17" fmla="*/ 17 h 672"/>
                  <a:gd name="T18" fmla="*/ 31 w 63"/>
                  <a:gd name="T19" fmla="*/ 0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672">
                    <a:moveTo>
                      <a:pt x="31" y="0"/>
                    </a:moveTo>
                    <a:cubicBezTo>
                      <a:pt x="31" y="0"/>
                      <a:pt x="31" y="0"/>
                      <a:pt x="31" y="0"/>
                    </a:cubicBezTo>
                    <a:cubicBezTo>
                      <a:pt x="8" y="1"/>
                      <a:pt x="2" y="23"/>
                      <a:pt x="0" y="30"/>
                    </a:cubicBezTo>
                    <a:cubicBezTo>
                      <a:pt x="0" y="31"/>
                      <a:pt x="0" y="32"/>
                      <a:pt x="0" y="32"/>
                    </a:cubicBezTo>
                    <a:cubicBezTo>
                      <a:pt x="0" y="672"/>
                      <a:pt x="0" y="672"/>
                      <a:pt x="0" y="672"/>
                    </a:cubicBezTo>
                    <a:cubicBezTo>
                      <a:pt x="1" y="672"/>
                      <a:pt x="1" y="672"/>
                      <a:pt x="1" y="672"/>
                    </a:cubicBezTo>
                    <a:cubicBezTo>
                      <a:pt x="63" y="672"/>
                      <a:pt x="63" y="672"/>
                      <a:pt x="63" y="672"/>
                    </a:cubicBezTo>
                    <a:cubicBezTo>
                      <a:pt x="63" y="32"/>
                      <a:pt x="63" y="32"/>
                      <a:pt x="63" y="32"/>
                    </a:cubicBezTo>
                    <a:cubicBezTo>
                      <a:pt x="63" y="32"/>
                      <a:pt x="61" y="24"/>
                      <a:pt x="57" y="17"/>
                    </a:cubicBezTo>
                    <a:cubicBezTo>
                      <a:pt x="52" y="9"/>
                      <a:pt x="45" y="0"/>
                      <a:pt x="31" y="0"/>
                    </a:cubicBezTo>
                  </a:path>
                </a:pathLst>
              </a:custGeom>
              <a:solidFill>
                <a:schemeClr val="tx2"/>
              </a:solidFill>
              <a:ln>
                <a:noFill/>
              </a:ln>
            </p:spPr>
            <p:txBody>
              <a:bodyPr anchor="ctr"/>
              <a:lstStyle/>
              <a:p>
                <a:pPr algn="ctr"/>
              </a:p>
            </p:txBody>
          </p:sp>
          <p:sp>
            <p:nvSpPr>
              <p:cNvPr id="142" name="Freeform: Shape 54"/>
              <p:cNvSpPr/>
              <p:nvPr/>
            </p:nvSpPr>
            <p:spPr bwMode="auto">
              <a:xfrm>
                <a:off x="7117328" y="5357314"/>
                <a:ext cx="70019" cy="183125"/>
              </a:xfrm>
              <a:custGeom>
                <a:avLst/>
                <a:gdLst>
                  <a:gd name="T0" fmla="*/ 10 w 44"/>
                  <a:gd name="T1" fmla="*/ 0 h 115"/>
                  <a:gd name="T2" fmla="*/ 0 w 44"/>
                  <a:gd name="T3" fmla="*/ 0 h 115"/>
                  <a:gd name="T4" fmla="*/ 0 w 44"/>
                  <a:gd name="T5" fmla="*/ 115 h 115"/>
                  <a:gd name="T6" fmla="*/ 9 w 44"/>
                  <a:gd name="T7" fmla="*/ 115 h 115"/>
                  <a:gd name="T8" fmla="*/ 44 w 44"/>
                  <a:gd name="T9" fmla="*/ 112 h 115"/>
                  <a:gd name="T10" fmla="*/ 44 w 44"/>
                  <a:gd name="T11" fmla="*/ 112 h 115"/>
                  <a:gd name="T12" fmla="*/ 10 w 44"/>
                  <a:gd name="T13" fmla="*/ 0 h 115"/>
                </a:gdLst>
                <a:ahLst/>
                <a:cxnLst>
                  <a:cxn ang="0">
                    <a:pos x="T0" y="T1"/>
                  </a:cxn>
                  <a:cxn ang="0">
                    <a:pos x="T2" y="T3"/>
                  </a:cxn>
                  <a:cxn ang="0">
                    <a:pos x="T4" y="T5"/>
                  </a:cxn>
                  <a:cxn ang="0">
                    <a:pos x="T6" y="T7"/>
                  </a:cxn>
                  <a:cxn ang="0">
                    <a:pos x="T8" y="T9"/>
                  </a:cxn>
                  <a:cxn ang="0">
                    <a:pos x="T10" y="T11"/>
                  </a:cxn>
                  <a:cxn ang="0">
                    <a:pos x="T12" y="T13"/>
                  </a:cxn>
                </a:cxnLst>
                <a:rect l="0" t="0" r="r" b="b"/>
                <a:pathLst>
                  <a:path w="44" h="115">
                    <a:moveTo>
                      <a:pt x="10" y="0"/>
                    </a:moveTo>
                    <a:cubicBezTo>
                      <a:pt x="0" y="0"/>
                      <a:pt x="0" y="0"/>
                      <a:pt x="0" y="0"/>
                    </a:cubicBezTo>
                    <a:cubicBezTo>
                      <a:pt x="0" y="115"/>
                      <a:pt x="0" y="115"/>
                      <a:pt x="0" y="115"/>
                    </a:cubicBezTo>
                    <a:cubicBezTo>
                      <a:pt x="3" y="115"/>
                      <a:pt x="6" y="115"/>
                      <a:pt x="9" y="115"/>
                    </a:cubicBezTo>
                    <a:cubicBezTo>
                      <a:pt x="20" y="115"/>
                      <a:pt x="31" y="114"/>
                      <a:pt x="44" y="112"/>
                    </a:cubicBezTo>
                    <a:cubicBezTo>
                      <a:pt x="44" y="112"/>
                      <a:pt x="44" y="112"/>
                      <a:pt x="44" y="112"/>
                    </a:cubicBezTo>
                    <a:cubicBezTo>
                      <a:pt x="10" y="0"/>
                      <a:pt x="10" y="0"/>
                      <a:pt x="10" y="0"/>
                    </a:cubicBezTo>
                  </a:path>
                </a:pathLst>
              </a:custGeom>
              <a:solidFill>
                <a:schemeClr val="tx2"/>
              </a:solidFill>
              <a:ln>
                <a:noFill/>
              </a:ln>
            </p:spPr>
            <p:txBody>
              <a:bodyPr anchor="ctr"/>
              <a:lstStyle/>
              <a:p>
                <a:pPr algn="ctr"/>
              </a:p>
            </p:txBody>
          </p:sp>
        </p:grpSp>
        <p:grpSp>
          <p:nvGrpSpPr>
            <p:cNvPr id="18" name="Group 55"/>
            <p:cNvGrpSpPr/>
            <p:nvPr/>
          </p:nvGrpSpPr>
          <p:grpSpPr>
            <a:xfrm>
              <a:off x="14512" y="6071"/>
              <a:ext cx="477" cy="3057"/>
              <a:chOff x="6007804" y="4266641"/>
              <a:chExt cx="403952" cy="2588666"/>
            </a:xfrm>
          </p:grpSpPr>
          <p:sp>
            <p:nvSpPr>
              <p:cNvPr id="121" name="Freeform: Shape 56"/>
              <p:cNvSpPr/>
              <p:nvPr/>
            </p:nvSpPr>
            <p:spPr bwMode="auto">
              <a:xfrm>
                <a:off x="6018576" y="4273373"/>
                <a:ext cx="300945" cy="490130"/>
              </a:xfrm>
              <a:custGeom>
                <a:avLst/>
                <a:gdLst>
                  <a:gd name="T0" fmla="*/ 447 w 447"/>
                  <a:gd name="T1" fmla="*/ 657 h 728"/>
                  <a:gd name="T2" fmla="*/ 242 w 447"/>
                  <a:gd name="T3" fmla="*/ 0 h 728"/>
                  <a:gd name="T4" fmla="*/ 197 w 447"/>
                  <a:gd name="T5" fmla="*/ 0 h 728"/>
                  <a:gd name="T6" fmla="*/ 0 w 447"/>
                  <a:gd name="T7" fmla="*/ 681 h 728"/>
                  <a:gd name="T8" fmla="*/ 12 w 447"/>
                  <a:gd name="T9" fmla="*/ 728 h 728"/>
                  <a:gd name="T10" fmla="*/ 424 w 447"/>
                  <a:gd name="T11" fmla="*/ 726 h 728"/>
                  <a:gd name="T12" fmla="*/ 447 w 447"/>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7"/>
                    </a:moveTo>
                    <a:lnTo>
                      <a:pt x="242" y="0"/>
                    </a:lnTo>
                    <a:lnTo>
                      <a:pt x="197" y="0"/>
                    </a:lnTo>
                    <a:lnTo>
                      <a:pt x="0" y="681"/>
                    </a:lnTo>
                    <a:lnTo>
                      <a:pt x="12" y="728"/>
                    </a:lnTo>
                    <a:lnTo>
                      <a:pt x="424" y="726"/>
                    </a:lnTo>
                    <a:lnTo>
                      <a:pt x="447"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Freeform: Shape 57"/>
              <p:cNvSpPr/>
              <p:nvPr/>
            </p:nvSpPr>
            <p:spPr bwMode="auto">
              <a:xfrm>
                <a:off x="6018576" y="4273373"/>
                <a:ext cx="300945" cy="490130"/>
              </a:xfrm>
              <a:custGeom>
                <a:avLst/>
                <a:gdLst>
                  <a:gd name="T0" fmla="*/ 447 w 447"/>
                  <a:gd name="T1" fmla="*/ 657 h 728"/>
                  <a:gd name="T2" fmla="*/ 242 w 447"/>
                  <a:gd name="T3" fmla="*/ 0 h 728"/>
                  <a:gd name="T4" fmla="*/ 197 w 447"/>
                  <a:gd name="T5" fmla="*/ 0 h 728"/>
                  <a:gd name="T6" fmla="*/ 0 w 447"/>
                  <a:gd name="T7" fmla="*/ 681 h 728"/>
                  <a:gd name="T8" fmla="*/ 12 w 447"/>
                  <a:gd name="T9" fmla="*/ 728 h 728"/>
                  <a:gd name="T10" fmla="*/ 424 w 447"/>
                  <a:gd name="T11" fmla="*/ 726 h 728"/>
                  <a:gd name="T12" fmla="*/ 447 w 447"/>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7"/>
                    </a:moveTo>
                    <a:lnTo>
                      <a:pt x="242" y="0"/>
                    </a:lnTo>
                    <a:lnTo>
                      <a:pt x="197" y="0"/>
                    </a:lnTo>
                    <a:lnTo>
                      <a:pt x="0" y="681"/>
                    </a:lnTo>
                    <a:lnTo>
                      <a:pt x="12" y="728"/>
                    </a:lnTo>
                    <a:lnTo>
                      <a:pt x="424" y="726"/>
                    </a:lnTo>
                    <a:lnTo>
                      <a:pt x="447"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Freeform: Shape 58"/>
              <p:cNvSpPr/>
              <p:nvPr/>
            </p:nvSpPr>
            <p:spPr bwMode="auto">
              <a:xfrm>
                <a:off x="6104752" y="4694831"/>
                <a:ext cx="125899" cy="2160476"/>
              </a:xfrm>
              <a:custGeom>
                <a:avLst/>
                <a:gdLst>
                  <a:gd name="T0" fmla="*/ 79 w 79"/>
                  <a:gd name="T1" fmla="*/ 1357 h 1357"/>
                  <a:gd name="T2" fmla="*/ 0 w 79"/>
                  <a:gd name="T3" fmla="*/ 1357 h 1357"/>
                  <a:gd name="T4" fmla="*/ 0 w 79"/>
                  <a:gd name="T5" fmla="*/ 32 h 1357"/>
                  <a:gd name="T6" fmla="*/ 39 w 79"/>
                  <a:gd name="T7" fmla="*/ 1 h 1357"/>
                  <a:gd name="T8" fmla="*/ 79 w 79"/>
                  <a:gd name="T9" fmla="*/ 32 h 1357"/>
                  <a:gd name="T10" fmla="*/ 79 w 79"/>
                  <a:gd name="T11" fmla="*/ 1357 h 1357"/>
                </a:gdLst>
                <a:ahLst/>
                <a:cxnLst>
                  <a:cxn ang="0">
                    <a:pos x="T0" y="T1"/>
                  </a:cxn>
                  <a:cxn ang="0">
                    <a:pos x="T2" y="T3"/>
                  </a:cxn>
                  <a:cxn ang="0">
                    <a:pos x="T4" y="T5"/>
                  </a:cxn>
                  <a:cxn ang="0">
                    <a:pos x="T6" y="T7"/>
                  </a:cxn>
                  <a:cxn ang="0">
                    <a:pos x="T8" y="T9"/>
                  </a:cxn>
                  <a:cxn ang="0">
                    <a:pos x="T10" y="T11"/>
                  </a:cxn>
                </a:cxnLst>
                <a:rect l="0" t="0" r="r" b="b"/>
                <a:pathLst>
                  <a:path w="79" h="1357">
                    <a:moveTo>
                      <a:pt x="79" y="1357"/>
                    </a:moveTo>
                    <a:cubicBezTo>
                      <a:pt x="0" y="1357"/>
                      <a:pt x="0" y="1357"/>
                      <a:pt x="0" y="1357"/>
                    </a:cubicBezTo>
                    <a:cubicBezTo>
                      <a:pt x="0" y="32"/>
                      <a:pt x="0" y="32"/>
                      <a:pt x="0" y="32"/>
                    </a:cubicBezTo>
                    <a:cubicBezTo>
                      <a:pt x="0" y="32"/>
                      <a:pt x="5" y="1"/>
                      <a:pt x="39" y="1"/>
                    </a:cubicBezTo>
                    <a:cubicBezTo>
                      <a:pt x="73" y="0"/>
                      <a:pt x="79" y="32"/>
                      <a:pt x="79" y="32"/>
                    </a:cubicBezTo>
                    <a:cubicBezTo>
                      <a:pt x="79" y="1357"/>
                      <a:pt x="79" y="1357"/>
                      <a:pt x="79" y="1357"/>
                    </a:cubicBezTo>
                  </a:path>
                </a:pathLst>
              </a:custGeom>
              <a:solidFill>
                <a:schemeClr val="accent3">
                  <a:lumMod val="60000"/>
                  <a:lumOff val="40000"/>
                </a:schemeClr>
              </a:solidFill>
              <a:ln>
                <a:noFill/>
              </a:ln>
            </p:spPr>
            <p:txBody>
              <a:bodyPr anchor="ctr"/>
              <a:lstStyle/>
              <a:p>
                <a:pPr algn="ctr"/>
              </a:p>
            </p:txBody>
          </p:sp>
          <p:sp>
            <p:nvSpPr>
              <p:cNvPr id="124" name="Freeform: Shape 59"/>
              <p:cNvSpPr/>
              <p:nvPr/>
            </p:nvSpPr>
            <p:spPr bwMode="auto">
              <a:xfrm>
                <a:off x="6228631" y="4692138"/>
                <a:ext cx="100315" cy="2161149"/>
              </a:xfrm>
              <a:custGeom>
                <a:avLst/>
                <a:gdLst>
                  <a:gd name="T0" fmla="*/ 63 w 63"/>
                  <a:gd name="T1" fmla="*/ 1358 h 1358"/>
                  <a:gd name="T2" fmla="*/ 0 w 63"/>
                  <a:gd name="T3" fmla="*/ 1358 h 1358"/>
                  <a:gd name="T4" fmla="*/ 0 w 63"/>
                  <a:gd name="T5" fmla="*/ 32 h 1358"/>
                  <a:gd name="T6" fmla="*/ 30 w 63"/>
                  <a:gd name="T7" fmla="*/ 0 h 1358"/>
                  <a:gd name="T8" fmla="*/ 63 w 63"/>
                  <a:gd name="T9" fmla="*/ 32 h 1358"/>
                  <a:gd name="T10" fmla="*/ 63 w 63"/>
                  <a:gd name="T11" fmla="*/ 1358 h 1358"/>
                </a:gdLst>
                <a:ahLst/>
                <a:cxnLst>
                  <a:cxn ang="0">
                    <a:pos x="T0" y="T1"/>
                  </a:cxn>
                  <a:cxn ang="0">
                    <a:pos x="T2" y="T3"/>
                  </a:cxn>
                  <a:cxn ang="0">
                    <a:pos x="T4" y="T5"/>
                  </a:cxn>
                  <a:cxn ang="0">
                    <a:pos x="T6" y="T7"/>
                  </a:cxn>
                  <a:cxn ang="0">
                    <a:pos x="T8" y="T9"/>
                  </a:cxn>
                  <a:cxn ang="0">
                    <a:pos x="T10" y="T11"/>
                  </a:cxn>
                </a:cxnLst>
                <a:rect l="0" t="0" r="r" b="b"/>
                <a:pathLst>
                  <a:path w="63" h="1358">
                    <a:moveTo>
                      <a:pt x="63" y="1358"/>
                    </a:moveTo>
                    <a:cubicBezTo>
                      <a:pt x="0" y="1358"/>
                      <a:pt x="0" y="1358"/>
                      <a:pt x="0" y="1358"/>
                    </a:cubicBezTo>
                    <a:cubicBezTo>
                      <a:pt x="0" y="32"/>
                      <a:pt x="0" y="32"/>
                      <a:pt x="0" y="32"/>
                    </a:cubicBezTo>
                    <a:cubicBezTo>
                      <a:pt x="0" y="32"/>
                      <a:pt x="4" y="1"/>
                      <a:pt x="30" y="0"/>
                    </a:cubicBezTo>
                    <a:cubicBezTo>
                      <a:pt x="57" y="0"/>
                      <a:pt x="63" y="32"/>
                      <a:pt x="63" y="32"/>
                    </a:cubicBezTo>
                    <a:cubicBezTo>
                      <a:pt x="63" y="1358"/>
                      <a:pt x="63" y="1358"/>
                      <a:pt x="63" y="1358"/>
                    </a:cubicBezTo>
                  </a:path>
                </a:pathLst>
              </a:custGeom>
              <a:solidFill>
                <a:srgbClr val="FFB14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Freeform: Shape 60"/>
              <p:cNvSpPr/>
              <p:nvPr/>
            </p:nvSpPr>
            <p:spPr bwMode="auto">
              <a:xfrm>
                <a:off x="6007804" y="4692138"/>
                <a:ext cx="100315" cy="2161149"/>
              </a:xfrm>
              <a:custGeom>
                <a:avLst/>
                <a:gdLst>
                  <a:gd name="T0" fmla="*/ 63 w 63"/>
                  <a:gd name="T1" fmla="*/ 1358 h 1358"/>
                  <a:gd name="T2" fmla="*/ 0 w 63"/>
                  <a:gd name="T3" fmla="*/ 1358 h 1358"/>
                  <a:gd name="T4" fmla="*/ 0 w 63"/>
                  <a:gd name="T5" fmla="*/ 32 h 1358"/>
                  <a:gd name="T6" fmla="*/ 31 w 63"/>
                  <a:gd name="T7" fmla="*/ 0 h 1358"/>
                  <a:gd name="T8" fmla="*/ 63 w 63"/>
                  <a:gd name="T9" fmla="*/ 32 h 1358"/>
                  <a:gd name="T10" fmla="*/ 63 w 63"/>
                  <a:gd name="T11" fmla="*/ 1358 h 1358"/>
                </a:gdLst>
                <a:ahLst/>
                <a:cxnLst>
                  <a:cxn ang="0">
                    <a:pos x="T0" y="T1"/>
                  </a:cxn>
                  <a:cxn ang="0">
                    <a:pos x="T2" y="T3"/>
                  </a:cxn>
                  <a:cxn ang="0">
                    <a:pos x="T4" y="T5"/>
                  </a:cxn>
                  <a:cxn ang="0">
                    <a:pos x="T6" y="T7"/>
                  </a:cxn>
                  <a:cxn ang="0">
                    <a:pos x="T8" y="T9"/>
                  </a:cxn>
                  <a:cxn ang="0">
                    <a:pos x="T10" y="T11"/>
                  </a:cxn>
                </a:cxnLst>
                <a:rect l="0" t="0" r="r" b="b"/>
                <a:pathLst>
                  <a:path w="63" h="1358">
                    <a:moveTo>
                      <a:pt x="63" y="1358"/>
                    </a:moveTo>
                    <a:cubicBezTo>
                      <a:pt x="0" y="1358"/>
                      <a:pt x="0" y="1358"/>
                      <a:pt x="0" y="1358"/>
                    </a:cubicBezTo>
                    <a:cubicBezTo>
                      <a:pt x="0" y="32"/>
                      <a:pt x="0" y="32"/>
                      <a:pt x="0" y="32"/>
                    </a:cubicBezTo>
                    <a:cubicBezTo>
                      <a:pt x="0" y="32"/>
                      <a:pt x="4" y="1"/>
                      <a:pt x="31" y="0"/>
                    </a:cubicBezTo>
                    <a:cubicBezTo>
                      <a:pt x="58" y="0"/>
                      <a:pt x="63" y="32"/>
                      <a:pt x="63" y="32"/>
                    </a:cubicBezTo>
                    <a:lnTo>
                      <a:pt x="63" y="1358"/>
                    </a:lnTo>
                    <a:close/>
                  </a:path>
                </a:pathLst>
              </a:custGeom>
              <a:solidFill>
                <a:schemeClr val="accent3">
                  <a:lumMod val="60000"/>
                  <a:lumOff val="40000"/>
                </a:schemeClr>
              </a:solidFill>
              <a:ln>
                <a:noFill/>
              </a:ln>
            </p:spPr>
            <p:txBody>
              <a:bodyPr anchor="ctr"/>
              <a:lstStyle/>
              <a:p>
                <a:pPr algn="ctr"/>
              </a:p>
            </p:txBody>
          </p:sp>
          <p:sp>
            <p:nvSpPr>
              <p:cNvPr id="126" name="Freeform: Shape 61"/>
              <p:cNvSpPr/>
              <p:nvPr/>
            </p:nvSpPr>
            <p:spPr bwMode="auto">
              <a:xfrm>
                <a:off x="6104752" y="4268661"/>
                <a:ext cx="129265" cy="185818"/>
              </a:xfrm>
              <a:custGeom>
                <a:avLst/>
                <a:gdLst>
                  <a:gd name="T0" fmla="*/ 0 w 81"/>
                  <a:gd name="T1" fmla="*/ 107 h 117"/>
                  <a:gd name="T2" fmla="*/ 81 w 81"/>
                  <a:gd name="T3" fmla="*/ 109 h 117"/>
                  <a:gd name="T4" fmla="*/ 48 w 81"/>
                  <a:gd name="T5" fmla="*/ 0 h 117"/>
                  <a:gd name="T6" fmla="*/ 28 w 81"/>
                  <a:gd name="T7" fmla="*/ 0 h 117"/>
                  <a:gd name="T8" fmla="*/ 0 w 81"/>
                  <a:gd name="T9" fmla="*/ 107 h 117"/>
                </a:gdLst>
                <a:ahLst/>
                <a:cxnLst>
                  <a:cxn ang="0">
                    <a:pos x="T0" y="T1"/>
                  </a:cxn>
                  <a:cxn ang="0">
                    <a:pos x="T2" y="T3"/>
                  </a:cxn>
                  <a:cxn ang="0">
                    <a:pos x="T4" y="T5"/>
                  </a:cxn>
                  <a:cxn ang="0">
                    <a:pos x="T6" y="T7"/>
                  </a:cxn>
                  <a:cxn ang="0">
                    <a:pos x="T8" y="T9"/>
                  </a:cxn>
                </a:cxnLst>
                <a:rect l="0" t="0" r="r" b="b"/>
                <a:pathLst>
                  <a:path w="81" h="117">
                    <a:moveTo>
                      <a:pt x="0" y="107"/>
                    </a:moveTo>
                    <a:cubicBezTo>
                      <a:pt x="0" y="107"/>
                      <a:pt x="39" y="117"/>
                      <a:pt x="81" y="109"/>
                    </a:cubicBezTo>
                    <a:cubicBezTo>
                      <a:pt x="48" y="0"/>
                      <a:pt x="48" y="0"/>
                      <a:pt x="48" y="0"/>
                    </a:cubicBezTo>
                    <a:cubicBezTo>
                      <a:pt x="28" y="0"/>
                      <a:pt x="28" y="0"/>
                      <a:pt x="28" y="0"/>
                    </a:cubicBezTo>
                    <a:cubicBezTo>
                      <a:pt x="0" y="107"/>
                      <a:pt x="0" y="107"/>
                      <a:pt x="0" y="107"/>
                    </a:cubicBezTo>
                  </a:path>
                </a:pathLst>
              </a:custGeom>
              <a:solidFill>
                <a:schemeClr val="accent3">
                  <a:lumMod val="60000"/>
                  <a:lumOff val="40000"/>
                </a:schemeClr>
              </a:solidFill>
              <a:ln>
                <a:noFill/>
              </a:ln>
            </p:spPr>
            <p:txBody>
              <a:bodyPr anchor="ctr"/>
              <a:lstStyle/>
              <a:p>
                <a:pPr algn="ctr"/>
              </a:p>
            </p:txBody>
          </p:sp>
          <p:sp>
            <p:nvSpPr>
              <p:cNvPr id="127" name="Freeform: Shape 62"/>
              <p:cNvSpPr/>
              <p:nvPr/>
            </p:nvSpPr>
            <p:spPr bwMode="auto">
              <a:xfrm>
                <a:off x="6173424" y="4266641"/>
                <a:ext cx="238332" cy="2588666"/>
              </a:xfrm>
              <a:custGeom>
                <a:avLst/>
                <a:gdLst>
                  <a:gd name="T0" fmla="*/ 27 w 150"/>
                  <a:gd name="T1" fmla="*/ 0 h 1626"/>
                  <a:gd name="T2" fmla="*/ 0 w 150"/>
                  <a:gd name="T3" fmla="*/ 1 h 1626"/>
                  <a:gd name="T4" fmla="*/ 5 w 150"/>
                  <a:gd name="T5" fmla="*/ 1 h 1626"/>
                  <a:gd name="T6" fmla="*/ 38 w 150"/>
                  <a:gd name="T7" fmla="*/ 110 h 1626"/>
                  <a:gd name="T8" fmla="*/ 92 w 150"/>
                  <a:gd name="T9" fmla="*/ 282 h 1626"/>
                  <a:gd name="T10" fmla="*/ 92 w 150"/>
                  <a:gd name="T11" fmla="*/ 284 h 1626"/>
                  <a:gd name="T12" fmla="*/ 98 w 150"/>
                  <a:gd name="T13" fmla="*/ 299 h 1626"/>
                  <a:gd name="T14" fmla="*/ 98 w 150"/>
                  <a:gd name="T15" fmla="*/ 1625 h 1626"/>
                  <a:gd name="T16" fmla="*/ 36 w 150"/>
                  <a:gd name="T17" fmla="*/ 1625 h 1626"/>
                  <a:gd name="T18" fmla="*/ 36 w 150"/>
                  <a:gd name="T19" fmla="*/ 1626 h 1626"/>
                  <a:gd name="T20" fmla="*/ 150 w 150"/>
                  <a:gd name="T21" fmla="*/ 1626 h 1626"/>
                  <a:gd name="T22" fmla="*/ 135 w 150"/>
                  <a:gd name="T23" fmla="*/ 290 h 1626"/>
                  <a:gd name="T24" fmla="*/ 27 w 150"/>
                  <a:gd name="T25" fmla="*/ 0 h 1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0" h="1626">
                    <a:moveTo>
                      <a:pt x="27" y="0"/>
                    </a:moveTo>
                    <a:cubicBezTo>
                      <a:pt x="0" y="1"/>
                      <a:pt x="0" y="1"/>
                      <a:pt x="0" y="1"/>
                    </a:cubicBezTo>
                    <a:cubicBezTo>
                      <a:pt x="5" y="1"/>
                      <a:pt x="5" y="1"/>
                      <a:pt x="5" y="1"/>
                    </a:cubicBezTo>
                    <a:cubicBezTo>
                      <a:pt x="38" y="110"/>
                      <a:pt x="38" y="110"/>
                      <a:pt x="38" y="110"/>
                    </a:cubicBezTo>
                    <a:cubicBezTo>
                      <a:pt x="92" y="282"/>
                      <a:pt x="92" y="282"/>
                      <a:pt x="92" y="282"/>
                    </a:cubicBezTo>
                    <a:cubicBezTo>
                      <a:pt x="92" y="284"/>
                      <a:pt x="92" y="284"/>
                      <a:pt x="92" y="284"/>
                    </a:cubicBezTo>
                    <a:cubicBezTo>
                      <a:pt x="96" y="291"/>
                      <a:pt x="98" y="299"/>
                      <a:pt x="98" y="299"/>
                    </a:cubicBezTo>
                    <a:cubicBezTo>
                      <a:pt x="98" y="1625"/>
                      <a:pt x="98" y="1625"/>
                      <a:pt x="98" y="1625"/>
                    </a:cubicBezTo>
                    <a:cubicBezTo>
                      <a:pt x="36" y="1625"/>
                      <a:pt x="36" y="1625"/>
                      <a:pt x="36" y="1625"/>
                    </a:cubicBezTo>
                    <a:cubicBezTo>
                      <a:pt x="36" y="1626"/>
                      <a:pt x="36" y="1626"/>
                      <a:pt x="36" y="1626"/>
                    </a:cubicBezTo>
                    <a:cubicBezTo>
                      <a:pt x="150" y="1626"/>
                      <a:pt x="150" y="1626"/>
                      <a:pt x="150" y="1626"/>
                    </a:cubicBezTo>
                    <a:cubicBezTo>
                      <a:pt x="135" y="290"/>
                      <a:pt x="135" y="290"/>
                      <a:pt x="135" y="290"/>
                    </a:cubicBezTo>
                    <a:cubicBezTo>
                      <a:pt x="27" y="0"/>
                      <a:pt x="27" y="0"/>
                      <a:pt x="27"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Freeform: Shape 63"/>
              <p:cNvSpPr/>
              <p:nvPr/>
            </p:nvSpPr>
            <p:spPr bwMode="auto">
              <a:xfrm>
                <a:off x="6161979" y="4441687"/>
                <a:ext cx="157542" cy="298252"/>
              </a:xfrm>
              <a:custGeom>
                <a:avLst/>
                <a:gdLst>
                  <a:gd name="T0" fmla="*/ 45 w 99"/>
                  <a:gd name="T1" fmla="*/ 0 h 187"/>
                  <a:gd name="T2" fmla="*/ 45 w 99"/>
                  <a:gd name="T3" fmla="*/ 0 h 187"/>
                  <a:gd name="T4" fmla="*/ 11 w 99"/>
                  <a:gd name="T5" fmla="*/ 3 h 187"/>
                  <a:gd name="T6" fmla="*/ 0 w 99"/>
                  <a:gd name="T7" fmla="*/ 3 h 187"/>
                  <a:gd name="T8" fmla="*/ 0 w 99"/>
                  <a:gd name="T9" fmla="*/ 160 h 187"/>
                  <a:gd name="T10" fmla="*/ 3 w 99"/>
                  <a:gd name="T11" fmla="*/ 160 h 187"/>
                  <a:gd name="T12" fmla="*/ 4 w 99"/>
                  <a:gd name="T13" fmla="*/ 160 h 187"/>
                  <a:gd name="T14" fmla="*/ 42 w 99"/>
                  <a:gd name="T15" fmla="*/ 187 h 187"/>
                  <a:gd name="T16" fmla="*/ 72 w 99"/>
                  <a:gd name="T17" fmla="*/ 157 h 187"/>
                  <a:gd name="T18" fmla="*/ 73 w 99"/>
                  <a:gd name="T19" fmla="*/ 157 h 187"/>
                  <a:gd name="T20" fmla="*/ 99 w 99"/>
                  <a:gd name="T21" fmla="*/ 174 h 187"/>
                  <a:gd name="T22" fmla="*/ 99 w 99"/>
                  <a:gd name="T23" fmla="*/ 172 h 187"/>
                  <a:gd name="T24" fmla="*/ 45 w 99"/>
                  <a:gd name="T25" fmla="*/ 0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9" h="187">
                    <a:moveTo>
                      <a:pt x="45" y="0"/>
                    </a:moveTo>
                    <a:cubicBezTo>
                      <a:pt x="45" y="0"/>
                      <a:pt x="45" y="0"/>
                      <a:pt x="45" y="0"/>
                    </a:cubicBezTo>
                    <a:cubicBezTo>
                      <a:pt x="33" y="2"/>
                      <a:pt x="21" y="3"/>
                      <a:pt x="11" y="3"/>
                    </a:cubicBezTo>
                    <a:cubicBezTo>
                      <a:pt x="7" y="3"/>
                      <a:pt x="3" y="3"/>
                      <a:pt x="0" y="3"/>
                    </a:cubicBezTo>
                    <a:cubicBezTo>
                      <a:pt x="0" y="160"/>
                      <a:pt x="0" y="160"/>
                      <a:pt x="0" y="160"/>
                    </a:cubicBezTo>
                    <a:cubicBezTo>
                      <a:pt x="1" y="160"/>
                      <a:pt x="2" y="160"/>
                      <a:pt x="3" y="160"/>
                    </a:cubicBezTo>
                    <a:cubicBezTo>
                      <a:pt x="3" y="160"/>
                      <a:pt x="4" y="160"/>
                      <a:pt x="4" y="160"/>
                    </a:cubicBezTo>
                    <a:cubicBezTo>
                      <a:pt x="29" y="160"/>
                      <a:pt x="39" y="178"/>
                      <a:pt x="42" y="187"/>
                    </a:cubicBezTo>
                    <a:cubicBezTo>
                      <a:pt x="44" y="179"/>
                      <a:pt x="50" y="158"/>
                      <a:pt x="72" y="157"/>
                    </a:cubicBezTo>
                    <a:cubicBezTo>
                      <a:pt x="73" y="157"/>
                      <a:pt x="73" y="157"/>
                      <a:pt x="73" y="157"/>
                    </a:cubicBezTo>
                    <a:cubicBezTo>
                      <a:pt x="87" y="157"/>
                      <a:pt x="94" y="166"/>
                      <a:pt x="99" y="174"/>
                    </a:cubicBezTo>
                    <a:cubicBezTo>
                      <a:pt x="99" y="172"/>
                      <a:pt x="99" y="172"/>
                      <a:pt x="99" y="172"/>
                    </a:cubicBezTo>
                    <a:cubicBezTo>
                      <a:pt x="45" y="0"/>
                      <a:pt x="45" y="0"/>
                      <a:pt x="45"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Freeform: Shape 64"/>
              <p:cNvSpPr/>
              <p:nvPr/>
            </p:nvSpPr>
            <p:spPr bwMode="auto">
              <a:xfrm>
                <a:off x="6161979" y="4696851"/>
                <a:ext cx="68672" cy="2158456"/>
              </a:xfrm>
              <a:custGeom>
                <a:avLst/>
                <a:gdLst>
                  <a:gd name="T0" fmla="*/ 4 w 43"/>
                  <a:gd name="T1" fmla="*/ 0 h 1356"/>
                  <a:gd name="T2" fmla="*/ 3 w 43"/>
                  <a:gd name="T3" fmla="*/ 0 h 1356"/>
                  <a:gd name="T4" fmla="*/ 0 w 43"/>
                  <a:gd name="T5" fmla="*/ 0 h 1356"/>
                  <a:gd name="T6" fmla="*/ 0 w 43"/>
                  <a:gd name="T7" fmla="*/ 1356 h 1356"/>
                  <a:gd name="T8" fmla="*/ 43 w 43"/>
                  <a:gd name="T9" fmla="*/ 1356 h 1356"/>
                  <a:gd name="T10" fmla="*/ 43 w 43"/>
                  <a:gd name="T11" fmla="*/ 1355 h 1356"/>
                  <a:gd name="T12" fmla="*/ 42 w 43"/>
                  <a:gd name="T13" fmla="*/ 1355 h 1356"/>
                  <a:gd name="T14" fmla="*/ 42 w 43"/>
                  <a:gd name="T15" fmla="*/ 29 h 1356"/>
                  <a:gd name="T16" fmla="*/ 42 w 43"/>
                  <a:gd name="T17" fmla="*/ 27 h 1356"/>
                  <a:gd name="T18" fmla="*/ 4 w 43"/>
                  <a:gd name="T19" fmla="*/ 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1356">
                    <a:moveTo>
                      <a:pt x="4" y="0"/>
                    </a:moveTo>
                    <a:cubicBezTo>
                      <a:pt x="4" y="0"/>
                      <a:pt x="3" y="0"/>
                      <a:pt x="3" y="0"/>
                    </a:cubicBezTo>
                    <a:cubicBezTo>
                      <a:pt x="2" y="0"/>
                      <a:pt x="1" y="0"/>
                      <a:pt x="0" y="0"/>
                    </a:cubicBezTo>
                    <a:cubicBezTo>
                      <a:pt x="0" y="1356"/>
                      <a:pt x="0" y="1356"/>
                      <a:pt x="0" y="1356"/>
                    </a:cubicBezTo>
                    <a:cubicBezTo>
                      <a:pt x="43" y="1356"/>
                      <a:pt x="43" y="1356"/>
                      <a:pt x="43" y="1356"/>
                    </a:cubicBezTo>
                    <a:cubicBezTo>
                      <a:pt x="43" y="1355"/>
                      <a:pt x="43" y="1355"/>
                      <a:pt x="43" y="1355"/>
                    </a:cubicBezTo>
                    <a:cubicBezTo>
                      <a:pt x="42" y="1355"/>
                      <a:pt x="42" y="1355"/>
                      <a:pt x="42" y="1355"/>
                    </a:cubicBezTo>
                    <a:cubicBezTo>
                      <a:pt x="42" y="29"/>
                      <a:pt x="42" y="29"/>
                      <a:pt x="42" y="29"/>
                    </a:cubicBezTo>
                    <a:cubicBezTo>
                      <a:pt x="42" y="29"/>
                      <a:pt x="42" y="28"/>
                      <a:pt x="42" y="27"/>
                    </a:cubicBezTo>
                    <a:cubicBezTo>
                      <a:pt x="39" y="18"/>
                      <a:pt x="29" y="0"/>
                      <a:pt x="4" y="0"/>
                    </a:cubicBezTo>
                  </a:path>
                </a:pathLst>
              </a:custGeom>
              <a:solidFill>
                <a:schemeClr val="accent3"/>
              </a:solidFill>
              <a:ln>
                <a:noFill/>
              </a:ln>
            </p:spPr>
            <p:txBody>
              <a:bodyPr anchor="ctr"/>
              <a:lstStyle/>
              <a:p>
                <a:pPr algn="ctr"/>
              </a:p>
            </p:txBody>
          </p:sp>
          <p:sp>
            <p:nvSpPr>
              <p:cNvPr id="130" name="Freeform: Shape 65"/>
              <p:cNvSpPr/>
              <p:nvPr/>
            </p:nvSpPr>
            <p:spPr bwMode="auto">
              <a:xfrm>
                <a:off x="6228631" y="4692138"/>
                <a:ext cx="100315" cy="2161149"/>
              </a:xfrm>
              <a:custGeom>
                <a:avLst/>
                <a:gdLst>
                  <a:gd name="T0" fmla="*/ 31 w 63"/>
                  <a:gd name="T1" fmla="*/ 0 h 1358"/>
                  <a:gd name="T2" fmla="*/ 30 w 63"/>
                  <a:gd name="T3" fmla="*/ 0 h 1358"/>
                  <a:gd name="T4" fmla="*/ 0 w 63"/>
                  <a:gd name="T5" fmla="*/ 30 h 1358"/>
                  <a:gd name="T6" fmla="*/ 0 w 63"/>
                  <a:gd name="T7" fmla="*/ 32 h 1358"/>
                  <a:gd name="T8" fmla="*/ 0 w 63"/>
                  <a:gd name="T9" fmla="*/ 1358 h 1358"/>
                  <a:gd name="T10" fmla="*/ 1 w 63"/>
                  <a:gd name="T11" fmla="*/ 1358 h 1358"/>
                  <a:gd name="T12" fmla="*/ 63 w 63"/>
                  <a:gd name="T13" fmla="*/ 1358 h 1358"/>
                  <a:gd name="T14" fmla="*/ 63 w 63"/>
                  <a:gd name="T15" fmla="*/ 32 h 1358"/>
                  <a:gd name="T16" fmla="*/ 57 w 63"/>
                  <a:gd name="T17" fmla="*/ 17 h 1358"/>
                  <a:gd name="T18" fmla="*/ 31 w 63"/>
                  <a:gd name="T19" fmla="*/ 0 h 1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358">
                    <a:moveTo>
                      <a:pt x="31" y="0"/>
                    </a:moveTo>
                    <a:cubicBezTo>
                      <a:pt x="31" y="0"/>
                      <a:pt x="31" y="0"/>
                      <a:pt x="30" y="0"/>
                    </a:cubicBezTo>
                    <a:cubicBezTo>
                      <a:pt x="8" y="1"/>
                      <a:pt x="2" y="22"/>
                      <a:pt x="0" y="30"/>
                    </a:cubicBezTo>
                    <a:cubicBezTo>
                      <a:pt x="0" y="31"/>
                      <a:pt x="0" y="32"/>
                      <a:pt x="0" y="32"/>
                    </a:cubicBezTo>
                    <a:cubicBezTo>
                      <a:pt x="0" y="1358"/>
                      <a:pt x="0" y="1358"/>
                      <a:pt x="0" y="1358"/>
                    </a:cubicBezTo>
                    <a:cubicBezTo>
                      <a:pt x="1" y="1358"/>
                      <a:pt x="1" y="1358"/>
                      <a:pt x="1" y="1358"/>
                    </a:cubicBezTo>
                    <a:cubicBezTo>
                      <a:pt x="63" y="1358"/>
                      <a:pt x="63" y="1358"/>
                      <a:pt x="63" y="1358"/>
                    </a:cubicBezTo>
                    <a:cubicBezTo>
                      <a:pt x="63" y="32"/>
                      <a:pt x="63" y="32"/>
                      <a:pt x="63" y="32"/>
                    </a:cubicBezTo>
                    <a:cubicBezTo>
                      <a:pt x="63" y="32"/>
                      <a:pt x="61" y="24"/>
                      <a:pt x="57" y="17"/>
                    </a:cubicBezTo>
                    <a:cubicBezTo>
                      <a:pt x="52" y="9"/>
                      <a:pt x="45" y="0"/>
                      <a:pt x="31" y="0"/>
                    </a:cubicBezTo>
                  </a:path>
                </a:pathLst>
              </a:custGeom>
              <a:solidFill>
                <a:schemeClr val="accent3"/>
              </a:solidFill>
              <a:ln>
                <a:noFill/>
              </a:ln>
            </p:spPr>
            <p:txBody>
              <a:bodyPr anchor="ctr"/>
              <a:lstStyle/>
              <a:p>
                <a:pPr algn="ctr"/>
              </a:p>
            </p:txBody>
          </p:sp>
          <p:sp>
            <p:nvSpPr>
              <p:cNvPr id="131" name="Freeform: Shape 66"/>
              <p:cNvSpPr/>
              <p:nvPr/>
            </p:nvSpPr>
            <p:spPr bwMode="auto">
              <a:xfrm>
                <a:off x="6161979" y="4268661"/>
                <a:ext cx="72038" cy="178413"/>
              </a:xfrm>
              <a:custGeom>
                <a:avLst/>
                <a:gdLst>
                  <a:gd name="T0" fmla="*/ 12 w 45"/>
                  <a:gd name="T1" fmla="*/ 0 h 112"/>
                  <a:gd name="T2" fmla="*/ 7 w 45"/>
                  <a:gd name="T3" fmla="*/ 0 h 112"/>
                  <a:gd name="T4" fmla="*/ 0 w 45"/>
                  <a:gd name="T5" fmla="*/ 0 h 112"/>
                  <a:gd name="T6" fmla="*/ 0 w 45"/>
                  <a:gd name="T7" fmla="*/ 112 h 112"/>
                  <a:gd name="T8" fmla="*/ 11 w 45"/>
                  <a:gd name="T9" fmla="*/ 112 h 112"/>
                  <a:gd name="T10" fmla="*/ 45 w 45"/>
                  <a:gd name="T11" fmla="*/ 109 h 112"/>
                  <a:gd name="T12" fmla="*/ 45 w 45"/>
                  <a:gd name="T13" fmla="*/ 109 h 112"/>
                  <a:gd name="T14" fmla="*/ 12 w 45"/>
                  <a:gd name="T15" fmla="*/ 0 h 1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112">
                    <a:moveTo>
                      <a:pt x="12" y="0"/>
                    </a:moveTo>
                    <a:cubicBezTo>
                      <a:pt x="7" y="0"/>
                      <a:pt x="7" y="0"/>
                      <a:pt x="7" y="0"/>
                    </a:cubicBezTo>
                    <a:cubicBezTo>
                      <a:pt x="0" y="0"/>
                      <a:pt x="0" y="0"/>
                      <a:pt x="0" y="0"/>
                    </a:cubicBezTo>
                    <a:cubicBezTo>
                      <a:pt x="0" y="112"/>
                      <a:pt x="0" y="112"/>
                      <a:pt x="0" y="112"/>
                    </a:cubicBezTo>
                    <a:cubicBezTo>
                      <a:pt x="3" y="112"/>
                      <a:pt x="7" y="112"/>
                      <a:pt x="11" y="112"/>
                    </a:cubicBezTo>
                    <a:cubicBezTo>
                      <a:pt x="21" y="112"/>
                      <a:pt x="33" y="111"/>
                      <a:pt x="45" y="109"/>
                    </a:cubicBezTo>
                    <a:cubicBezTo>
                      <a:pt x="45" y="109"/>
                      <a:pt x="45" y="109"/>
                      <a:pt x="45" y="109"/>
                    </a:cubicBezTo>
                    <a:cubicBezTo>
                      <a:pt x="12" y="0"/>
                      <a:pt x="12" y="0"/>
                      <a:pt x="12" y="0"/>
                    </a:cubicBezTo>
                  </a:path>
                </a:pathLst>
              </a:custGeom>
              <a:solidFill>
                <a:schemeClr val="accent3"/>
              </a:solidFill>
              <a:ln>
                <a:noFill/>
              </a:ln>
            </p:spPr>
            <p:txBody>
              <a:bodyPr anchor="ctr"/>
              <a:lstStyle/>
              <a:p>
                <a:pPr algn="ctr"/>
              </a:p>
            </p:txBody>
          </p:sp>
        </p:grpSp>
        <p:grpSp>
          <p:nvGrpSpPr>
            <p:cNvPr id="19" name="Group 67"/>
            <p:cNvGrpSpPr/>
            <p:nvPr/>
          </p:nvGrpSpPr>
          <p:grpSpPr>
            <a:xfrm>
              <a:off x="15070" y="5418"/>
              <a:ext cx="483" cy="3711"/>
              <a:chOff x="6480429" y="3713225"/>
              <a:chExt cx="409339" cy="3142082"/>
            </a:xfrm>
          </p:grpSpPr>
          <p:sp>
            <p:nvSpPr>
              <p:cNvPr id="110" name="Freeform: Shape 68"/>
              <p:cNvSpPr/>
              <p:nvPr/>
            </p:nvSpPr>
            <p:spPr bwMode="auto">
              <a:xfrm>
                <a:off x="6491874" y="3722651"/>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Freeform: Shape 69"/>
              <p:cNvSpPr/>
              <p:nvPr/>
            </p:nvSpPr>
            <p:spPr bwMode="auto">
              <a:xfrm>
                <a:off x="6491874" y="3722651"/>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Freeform: Shape 70"/>
              <p:cNvSpPr/>
              <p:nvPr/>
            </p:nvSpPr>
            <p:spPr bwMode="auto">
              <a:xfrm>
                <a:off x="6579397" y="4144108"/>
                <a:ext cx="125899" cy="2711199"/>
              </a:xfrm>
              <a:custGeom>
                <a:avLst/>
                <a:gdLst>
                  <a:gd name="T0" fmla="*/ 79 w 79"/>
                  <a:gd name="T1" fmla="*/ 1703 h 1703"/>
                  <a:gd name="T2" fmla="*/ 0 w 79"/>
                  <a:gd name="T3" fmla="*/ 1703 h 1703"/>
                  <a:gd name="T4" fmla="*/ 0 w 79"/>
                  <a:gd name="T5" fmla="*/ 33 h 1703"/>
                  <a:gd name="T6" fmla="*/ 38 w 79"/>
                  <a:gd name="T7" fmla="*/ 1 h 1703"/>
                  <a:gd name="T8" fmla="*/ 79 w 79"/>
                  <a:gd name="T9" fmla="*/ 33 h 1703"/>
                  <a:gd name="T10" fmla="*/ 79 w 79"/>
                  <a:gd name="T11" fmla="*/ 1703 h 1703"/>
                </a:gdLst>
                <a:ahLst/>
                <a:cxnLst>
                  <a:cxn ang="0">
                    <a:pos x="T0" y="T1"/>
                  </a:cxn>
                  <a:cxn ang="0">
                    <a:pos x="T2" y="T3"/>
                  </a:cxn>
                  <a:cxn ang="0">
                    <a:pos x="T4" y="T5"/>
                  </a:cxn>
                  <a:cxn ang="0">
                    <a:pos x="T6" y="T7"/>
                  </a:cxn>
                  <a:cxn ang="0">
                    <a:pos x="T8" y="T9"/>
                  </a:cxn>
                  <a:cxn ang="0">
                    <a:pos x="T10" y="T11"/>
                  </a:cxn>
                </a:cxnLst>
                <a:rect l="0" t="0" r="r" b="b"/>
                <a:pathLst>
                  <a:path w="79" h="1703">
                    <a:moveTo>
                      <a:pt x="79" y="1703"/>
                    </a:moveTo>
                    <a:cubicBezTo>
                      <a:pt x="0" y="1703"/>
                      <a:pt x="0" y="1703"/>
                      <a:pt x="0" y="1703"/>
                    </a:cubicBezTo>
                    <a:cubicBezTo>
                      <a:pt x="0" y="33"/>
                      <a:pt x="0" y="33"/>
                      <a:pt x="0" y="33"/>
                    </a:cubicBezTo>
                    <a:cubicBezTo>
                      <a:pt x="0" y="33"/>
                      <a:pt x="5" y="2"/>
                      <a:pt x="38" y="1"/>
                    </a:cubicBezTo>
                    <a:cubicBezTo>
                      <a:pt x="72" y="0"/>
                      <a:pt x="79" y="33"/>
                      <a:pt x="79" y="33"/>
                    </a:cubicBezTo>
                    <a:cubicBezTo>
                      <a:pt x="79" y="1703"/>
                      <a:pt x="79" y="1703"/>
                      <a:pt x="79" y="1703"/>
                    </a:cubicBezTo>
                  </a:path>
                </a:pathLst>
              </a:custGeom>
              <a:solidFill>
                <a:schemeClr val="accent4">
                  <a:lumMod val="60000"/>
                  <a:lumOff val="40000"/>
                </a:schemeClr>
              </a:solidFill>
              <a:ln>
                <a:noFill/>
              </a:ln>
            </p:spPr>
            <p:txBody>
              <a:bodyPr anchor="ctr"/>
              <a:lstStyle/>
              <a:p>
                <a:pPr algn="ctr"/>
              </a:p>
            </p:txBody>
          </p:sp>
          <p:sp>
            <p:nvSpPr>
              <p:cNvPr id="113" name="Freeform: Shape 71"/>
              <p:cNvSpPr/>
              <p:nvPr/>
            </p:nvSpPr>
            <p:spPr bwMode="auto">
              <a:xfrm>
                <a:off x="6701930" y="4141415"/>
                <a:ext cx="100315" cy="2711872"/>
              </a:xfrm>
              <a:custGeom>
                <a:avLst/>
                <a:gdLst>
                  <a:gd name="T0" fmla="*/ 63 w 63"/>
                  <a:gd name="T1" fmla="*/ 1704 h 1704"/>
                  <a:gd name="T2" fmla="*/ 0 w 63"/>
                  <a:gd name="T3" fmla="*/ 1704 h 1704"/>
                  <a:gd name="T4" fmla="*/ 0 w 63"/>
                  <a:gd name="T5" fmla="*/ 33 h 1704"/>
                  <a:gd name="T6" fmla="*/ 31 w 63"/>
                  <a:gd name="T7" fmla="*/ 1 h 1704"/>
                  <a:gd name="T8" fmla="*/ 63 w 63"/>
                  <a:gd name="T9" fmla="*/ 33 h 1704"/>
                  <a:gd name="T10" fmla="*/ 63 w 63"/>
                  <a:gd name="T11" fmla="*/ 1704 h 1704"/>
                </a:gdLst>
                <a:ahLst/>
                <a:cxnLst>
                  <a:cxn ang="0">
                    <a:pos x="T0" y="T1"/>
                  </a:cxn>
                  <a:cxn ang="0">
                    <a:pos x="T2" y="T3"/>
                  </a:cxn>
                  <a:cxn ang="0">
                    <a:pos x="T4" y="T5"/>
                  </a:cxn>
                  <a:cxn ang="0">
                    <a:pos x="T6" y="T7"/>
                  </a:cxn>
                  <a:cxn ang="0">
                    <a:pos x="T8" y="T9"/>
                  </a:cxn>
                  <a:cxn ang="0">
                    <a:pos x="T10" y="T11"/>
                  </a:cxn>
                </a:cxnLst>
                <a:rect l="0" t="0" r="r" b="b"/>
                <a:pathLst>
                  <a:path w="63" h="1704">
                    <a:moveTo>
                      <a:pt x="63" y="1704"/>
                    </a:moveTo>
                    <a:cubicBezTo>
                      <a:pt x="0" y="1704"/>
                      <a:pt x="0" y="1704"/>
                      <a:pt x="0" y="1704"/>
                    </a:cubicBezTo>
                    <a:cubicBezTo>
                      <a:pt x="0" y="33"/>
                      <a:pt x="0" y="33"/>
                      <a:pt x="0" y="33"/>
                    </a:cubicBezTo>
                    <a:cubicBezTo>
                      <a:pt x="0" y="33"/>
                      <a:pt x="4" y="1"/>
                      <a:pt x="31" y="1"/>
                    </a:cubicBezTo>
                    <a:cubicBezTo>
                      <a:pt x="58" y="0"/>
                      <a:pt x="63" y="33"/>
                      <a:pt x="63" y="33"/>
                    </a:cubicBezTo>
                    <a:cubicBezTo>
                      <a:pt x="63" y="1704"/>
                      <a:pt x="63" y="1704"/>
                      <a:pt x="63" y="1704"/>
                    </a:cubicBezTo>
                  </a:path>
                </a:pathLst>
              </a:custGeom>
              <a:solidFill>
                <a:srgbClr val="3DCEB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Freeform: Shape 72"/>
              <p:cNvSpPr/>
              <p:nvPr/>
            </p:nvSpPr>
            <p:spPr bwMode="auto">
              <a:xfrm>
                <a:off x="6480429" y="4141415"/>
                <a:ext cx="100315" cy="2711872"/>
              </a:xfrm>
              <a:custGeom>
                <a:avLst/>
                <a:gdLst>
                  <a:gd name="T0" fmla="*/ 63 w 63"/>
                  <a:gd name="T1" fmla="*/ 1704 h 1704"/>
                  <a:gd name="T2" fmla="*/ 0 w 63"/>
                  <a:gd name="T3" fmla="*/ 1704 h 1704"/>
                  <a:gd name="T4" fmla="*/ 0 w 63"/>
                  <a:gd name="T5" fmla="*/ 33 h 1704"/>
                  <a:gd name="T6" fmla="*/ 31 w 63"/>
                  <a:gd name="T7" fmla="*/ 1 h 1704"/>
                  <a:gd name="T8" fmla="*/ 63 w 63"/>
                  <a:gd name="T9" fmla="*/ 33 h 1704"/>
                  <a:gd name="T10" fmla="*/ 63 w 63"/>
                  <a:gd name="T11" fmla="*/ 1704 h 1704"/>
                </a:gdLst>
                <a:ahLst/>
                <a:cxnLst>
                  <a:cxn ang="0">
                    <a:pos x="T0" y="T1"/>
                  </a:cxn>
                  <a:cxn ang="0">
                    <a:pos x="T2" y="T3"/>
                  </a:cxn>
                  <a:cxn ang="0">
                    <a:pos x="T4" y="T5"/>
                  </a:cxn>
                  <a:cxn ang="0">
                    <a:pos x="T6" y="T7"/>
                  </a:cxn>
                  <a:cxn ang="0">
                    <a:pos x="T8" y="T9"/>
                  </a:cxn>
                  <a:cxn ang="0">
                    <a:pos x="T10" y="T11"/>
                  </a:cxn>
                </a:cxnLst>
                <a:rect l="0" t="0" r="r" b="b"/>
                <a:pathLst>
                  <a:path w="63" h="1704">
                    <a:moveTo>
                      <a:pt x="63" y="1704"/>
                    </a:moveTo>
                    <a:cubicBezTo>
                      <a:pt x="0" y="1704"/>
                      <a:pt x="0" y="1704"/>
                      <a:pt x="0" y="1704"/>
                    </a:cubicBezTo>
                    <a:cubicBezTo>
                      <a:pt x="0" y="33"/>
                      <a:pt x="0" y="33"/>
                      <a:pt x="0" y="33"/>
                    </a:cubicBezTo>
                    <a:cubicBezTo>
                      <a:pt x="0" y="33"/>
                      <a:pt x="4" y="1"/>
                      <a:pt x="31" y="1"/>
                    </a:cubicBezTo>
                    <a:cubicBezTo>
                      <a:pt x="58" y="0"/>
                      <a:pt x="63" y="33"/>
                      <a:pt x="63" y="33"/>
                    </a:cubicBezTo>
                    <a:lnTo>
                      <a:pt x="63" y="1704"/>
                    </a:lnTo>
                    <a:close/>
                  </a:path>
                </a:pathLst>
              </a:custGeom>
              <a:solidFill>
                <a:schemeClr val="accent4">
                  <a:lumMod val="60000"/>
                  <a:lumOff val="40000"/>
                </a:schemeClr>
              </a:solidFill>
              <a:ln>
                <a:noFill/>
              </a:ln>
            </p:spPr>
            <p:txBody>
              <a:bodyPr anchor="ctr"/>
              <a:lstStyle/>
              <a:p>
                <a:pPr algn="ctr"/>
              </a:p>
            </p:txBody>
          </p:sp>
          <p:sp>
            <p:nvSpPr>
              <p:cNvPr id="115" name="Freeform: Shape 73"/>
              <p:cNvSpPr/>
              <p:nvPr/>
            </p:nvSpPr>
            <p:spPr bwMode="auto">
              <a:xfrm>
                <a:off x="6576031" y="3714572"/>
                <a:ext cx="131958" cy="191204"/>
              </a:xfrm>
              <a:custGeom>
                <a:avLst/>
                <a:gdLst>
                  <a:gd name="T0" fmla="*/ 0 w 83"/>
                  <a:gd name="T1" fmla="*/ 111 h 120"/>
                  <a:gd name="T2" fmla="*/ 83 w 83"/>
                  <a:gd name="T3" fmla="*/ 113 h 120"/>
                  <a:gd name="T4" fmla="*/ 50 w 83"/>
                  <a:gd name="T5" fmla="*/ 0 h 120"/>
                  <a:gd name="T6" fmla="*/ 29 w 83"/>
                  <a:gd name="T7" fmla="*/ 0 h 120"/>
                  <a:gd name="T8" fmla="*/ 0 w 83"/>
                  <a:gd name="T9" fmla="*/ 111 h 120"/>
                </a:gdLst>
                <a:ahLst/>
                <a:cxnLst>
                  <a:cxn ang="0">
                    <a:pos x="T0" y="T1"/>
                  </a:cxn>
                  <a:cxn ang="0">
                    <a:pos x="T2" y="T3"/>
                  </a:cxn>
                  <a:cxn ang="0">
                    <a:pos x="T4" y="T5"/>
                  </a:cxn>
                  <a:cxn ang="0">
                    <a:pos x="T6" y="T7"/>
                  </a:cxn>
                  <a:cxn ang="0">
                    <a:pos x="T8" y="T9"/>
                  </a:cxn>
                </a:cxnLst>
                <a:rect l="0" t="0" r="r" b="b"/>
                <a:pathLst>
                  <a:path w="83" h="120">
                    <a:moveTo>
                      <a:pt x="0" y="111"/>
                    </a:moveTo>
                    <a:cubicBezTo>
                      <a:pt x="0" y="111"/>
                      <a:pt x="40" y="120"/>
                      <a:pt x="83" y="113"/>
                    </a:cubicBezTo>
                    <a:cubicBezTo>
                      <a:pt x="50" y="0"/>
                      <a:pt x="50" y="0"/>
                      <a:pt x="50" y="0"/>
                    </a:cubicBezTo>
                    <a:cubicBezTo>
                      <a:pt x="29" y="0"/>
                      <a:pt x="29" y="0"/>
                      <a:pt x="29" y="0"/>
                    </a:cubicBezTo>
                    <a:cubicBezTo>
                      <a:pt x="0" y="111"/>
                      <a:pt x="0" y="111"/>
                      <a:pt x="0" y="111"/>
                    </a:cubicBezTo>
                  </a:path>
                </a:pathLst>
              </a:custGeom>
              <a:solidFill>
                <a:schemeClr val="accent4">
                  <a:lumMod val="60000"/>
                  <a:lumOff val="40000"/>
                </a:schemeClr>
              </a:solidFill>
              <a:ln>
                <a:noFill/>
              </a:ln>
            </p:spPr>
            <p:txBody>
              <a:bodyPr anchor="ctr"/>
              <a:lstStyle/>
              <a:p>
                <a:pPr algn="ctr"/>
              </a:p>
            </p:txBody>
          </p:sp>
          <p:sp>
            <p:nvSpPr>
              <p:cNvPr id="116" name="Freeform: Shape 74"/>
              <p:cNvSpPr/>
              <p:nvPr/>
            </p:nvSpPr>
            <p:spPr bwMode="auto">
              <a:xfrm>
                <a:off x="6655475" y="3713225"/>
                <a:ext cx="234293" cy="3142082"/>
              </a:xfrm>
              <a:custGeom>
                <a:avLst/>
                <a:gdLst>
                  <a:gd name="T0" fmla="*/ 24 w 147"/>
                  <a:gd name="T1" fmla="*/ 0 h 1974"/>
                  <a:gd name="T2" fmla="*/ 0 w 147"/>
                  <a:gd name="T3" fmla="*/ 1 h 1974"/>
                  <a:gd name="T4" fmla="*/ 33 w 147"/>
                  <a:gd name="T5" fmla="*/ 114 h 1974"/>
                  <a:gd name="T6" fmla="*/ 33 w 147"/>
                  <a:gd name="T7" fmla="*/ 114 h 1974"/>
                  <a:gd name="T8" fmla="*/ 87 w 147"/>
                  <a:gd name="T9" fmla="*/ 284 h 1974"/>
                  <a:gd name="T10" fmla="*/ 86 w 147"/>
                  <a:gd name="T11" fmla="*/ 286 h 1974"/>
                  <a:gd name="T12" fmla="*/ 92 w 147"/>
                  <a:gd name="T13" fmla="*/ 302 h 1974"/>
                  <a:gd name="T14" fmla="*/ 92 w 147"/>
                  <a:gd name="T15" fmla="*/ 1973 h 1974"/>
                  <a:gd name="T16" fmla="*/ 31 w 147"/>
                  <a:gd name="T17" fmla="*/ 1973 h 1974"/>
                  <a:gd name="T18" fmla="*/ 31 w 147"/>
                  <a:gd name="T19" fmla="*/ 1974 h 1974"/>
                  <a:gd name="T20" fmla="*/ 147 w 147"/>
                  <a:gd name="T21" fmla="*/ 1974 h 1974"/>
                  <a:gd name="T22" fmla="*/ 132 w 147"/>
                  <a:gd name="T23" fmla="*/ 290 h 1974"/>
                  <a:gd name="T24" fmla="*/ 24 w 147"/>
                  <a:gd name="T25" fmla="*/ 0 h 1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7" h="1974">
                    <a:moveTo>
                      <a:pt x="24" y="0"/>
                    </a:moveTo>
                    <a:cubicBezTo>
                      <a:pt x="0" y="1"/>
                      <a:pt x="0" y="1"/>
                      <a:pt x="0" y="1"/>
                    </a:cubicBezTo>
                    <a:cubicBezTo>
                      <a:pt x="33" y="114"/>
                      <a:pt x="33" y="114"/>
                      <a:pt x="33" y="114"/>
                    </a:cubicBezTo>
                    <a:cubicBezTo>
                      <a:pt x="33" y="114"/>
                      <a:pt x="33" y="114"/>
                      <a:pt x="33" y="114"/>
                    </a:cubicBezTo>
                    <a:cubicBezTo>
                      <a:pt x="87" y="284"/>
                      <a:pt x="87" y="284"/>
                      <a:pt x="87" y="284"/>
                    </a:cubicBezTo>
                    <a:cubicBezTo>
                      <a:pt x="86" y="286"/>
                      <a:pt x="86" y="286"/>
                      <a:pt x="86" y="286"/>
                    </a:cubicBezTo>
                    <a:cubicBezTo>
                      <a:pt x="91" y="294"/>
                      <a:pt x="92" y="302"/>
                      <a:pt x="92" y="302"/>
                    </a:cubicBezTo>
                    <a:cubicBezTo>
                      <a:pt x="92" y="1973"/>
                      <a:pt x="92" y="1973"/>
                      <a:pt x="92" y="1973"/>
                    </a:cubicBezTo>
                    <a:cubicBezTo>
                      <a:pt x="31" y="1973"/>
                      <a:pt x="31" y="1973"/>
                      <a:pt x="31" y="1973"/>
                    </a:cubicBezTo>
                    <a:cubicBezTo>
                      <a:pt x="31" y="1974"/>
                      <a:pt x="31" y="1974"/>
                      <a:pt x="31" y="1974"/>
                    </a:cubicBezTo>
                    <a:cubicBezTo>
                      <a:pt x="147" y="1974"/>
                      <a:pt x="147" y="1974"/>
                      <a:pt x="147" y="1974"/>
                    </a:cubicBezTo>
                    <a:cubicBezTo>
                      <a:pt x="132" y="290"/>
                      <a:pt x="132" y="290"/>
                      <a:pt x="132" y="290"/>
                    </a:cubicBezTo>
                    <a:cubicBezTo>
                      <a:pt x="24" y="0"/>
                      <a:pt x="24" y="0"/>
                      <a:pt x="2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Freeform: Shape 75"/>
              <p:cNvSpPr/>
              <p:nvPr/>
            </p:nvSpPr>
            <p:spPr bwMode="auto">
              <a:xfrm>
                <a:off x="6639990" y="3894331"/>
                <a:ext cx="154175" cy="294886"/>
              </a:xfrm>
              <a:custGeom>
                <a:avLst/>
                <a:gdLst>
                  <a:gd name="T0" fmla="*/ 43 w 97"/>
                  <a:gd name="T1" fmla="*/ 0 h 185"/>
                  <a:gd name="T2" fmla="*/ 8 w 97"/>
                  <a:gd name="T3" fmla="*/ 3 h 185"/>
                  <a:gd name="T4" fmla="*/ 0 w 97"/>
                  <a:gd name="T5" fmla="*/ 3 h 185"/>
                  <a:gd name="T6" fmla="*/ 0 w 97"/>
                  <a:gd name="T7" fmla="*/ 158 h 185"/>
                  <a:gd name="T8" fmla="*/ 0 w 97"/>
                  <a:gd name="T9" fmla="*/ 158 h 185"/>
                  <a:gd name="T10" fmla="*/ 1 w 97"/>
                  <a:gd name="T11" fmla="*/ 158 h 185"/>
                  <a:gd name="T12" fmla="*/ 39 w 97"/>
                  <a:gd name="T13" fmla="*/ 185 h 185"/>
                  <a:gd name="T14" fmla="*/ 70 w 97"/>
                  <a:gd name="T15" fmla="*/ 156 h 185"/>
                  <a:gd name="T16" fmla="*/ 71 w 97"/>
                  <a:gd name="T17" fmla="*/ 156 h 185"/>
                  <a:gd name="T18" fmla="*/ 96 w 97"/>
                  <a:gd name="T19" fmla="*/ 172 h 185"/>
                  <a:gd name="T20" fmla="*/ 97 w 97"/>
                  <a:gd name="T21" fmla="*/ 170 h 185"/>
                  <a:gd name="T22" fmla="*/ 43 w 97"/>
                  <a:gd name="T23"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185">
                    <a:moveTo>
                      <a:pt x="43" y="0"/>
                    </a:moveTo>
                    <a:cubicBezTo>
                      <a:pt x="31" y="2"/>
                      <a:pt x="19" y="3"/>
                      <a:pt x="8" y="3"/>
                    </a:cubicBezTo>
                    <a:cubicBezTo>
                      <a:pt x="5" y="3"/>
                      <a:pt x="3" y="3"/>
                      <a:pt x="0" y="3"/>
                    </a:cubicBezTo>
                    <a:cubicBezTo>
                      <a:pt x="0" y="158"/>
                      <a:pt x="0" y="158"/>
                      <a:pt x="0" y="158"/>
                    </a:cubicBezTo>
                    <a:cubicBezTo>
                      <a:pt x="0" y="158"/>
                      <a:pt x="0" y="158"/>
                      <a:pt x="0" y="158"/>
                    </a:cubicBezTo>
                    <a:cubicBezTo>
                      <a:pt x="1" y="158"/>
                      <a:pt x="1" y="158"/>
                      <a:pt x="1" y="158"/>
                    </a:cubicBezTo>
                    <a:cubicBezTo>
                      <a:pt x="26" y="158"/>
                      <a:pt x="36" y="176"/>
                      <a:pt x="39" y="185"/>
                    </a:cubicBezTo>
                    <a:cubicBezTo>
                      <a:pt x="41" y="178"/>
                      <a:pt x="47" y="156"/>
                      <a:pt x="70" y="156"/>
                    </a:cubicBezTo>
                    <a:cubicBezTo>
                      <a:pt x="70" y="156"/>
                      <a:pt x="70" y="156"/>
                      <a:pt x="71" y="156"/>
                    </a:cubicBezTo>
                    <a:cubicBezTo>
                      <a:pt x="84" y="156"/>
                      <a:pt x="92" y="164"/>
                      <a:pt x="96" y="172"/>
                    </a:cubicBezTo>
                    <a:cubicBezTo>
                      <a:pt x="97" y="170"/>
                      <a:pt x="97" y="170"/>
                      <a:pt x="97" y="170"/>
                    </a:cubicBezTo>
                    <a:cubicBezTo>
                      <a:pt x="43" y="0"/>
                      <a:pt x="43" y="0"/>
                      <a:pt x="43"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Freeform: Shape 76"/>
              <p:cNvSpPr/>
              <p:nvPr/>
            </p:nvSpPr>
            <p:spPr bwMode="auto">
              <a:xfrm>
                <a:off x="6639990" y="4146128"/>
                <a:ext cx="65306" cy="2709179"/>
              </a:xfrm>
              <a:custGeom>
                <a:avLst/>
                <a:gdLst>
                  <a:gd name="T0" fmla="*/ 1 w 41"/>
                  <a:gd name="T1" fmla="*/ 0 h 1702"/>
                  <a:gd name="T2" fmla="*/ 0 w 41"/>
                  <a:gd name="T3" fmla="*/ 0 h 1702"/>
                  <a:gd name="T4" fmla="*/ 0 w 41"/>
                  <a:gd name="T5" fmla="*/ 0 h 1702"/>
                  <a:gd name="T6" fmla="*/ 0 w 41"/>
                  <a:gd name="T7" fmla="*/ 1702 h 1702"/>
                  <a:gd name="T8" fmla="*/ 41 w 41"/>
                  <a:gd name="T9" fmla="*/ 1702 h 1702"/>
                  <a:gd name="T10" fmla="*/ 41 w 41"/>
                  <a:gd name="T11" fmla="*/ 1701 h 1702"/>
                  <a:gd name="T12" fmla="*/ 39 w 41"/>
                  <a:gd name="T13" fmla="*/ 1701 h 1702"/>
                  <a:gd name="T14" fmla="*/ 39 w 41"/>
                  <a:gd name="T15" fmla="*/ 30 h 1702"/>
                  <a:gd name="T16" fmla="*/ 39 w 41"/>
                  <a:gd name="T17" fmla="*/ 27 h 1702"/>
                  <a:gd name="T18" fmla="*/ 1 w 41"/>
                  <a:gd name="T19" fmla="*/ 0 h 1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1702">
                    <a:moveTo>
                      <a:pt x="1" y="0"/>
                    </a:moveTo>
                    <a:cubicBezTo>
                      <a:pt x="1" y="0"/>
                      <a:pt x="1" y="0"/>
                      <a:pt x="0" y="0"/>
                    </a:cubicBezTo>
                    <a:cubicBezTo>
                      <a:pt x="0" y="0"/>
                      <a:pt x="0" y="0"/>
                      <a:pt x="0" y="0"/>
                    </a:cubicBezTo>
                    <a:cubicBezTo>
                      <a:pt x="0" y="1702"/>
                      <a:pt x="0" y="1702"/>
                      <a:pt x="0" y="1702"/>
                    </a:cubicBezTo>
                    <a:cubicBezTo>
                      <a:pt x="41" y="1702"/>
                      <a:pt x="41" y="1702"/>
                      <a:pt x="41" y="1702"/>
                    </a:cubicBezTo>
                    <a:cubicBezTo>
                      <a:pt x="41" y="1701"/>
                      <a:pt x="41" y="1701"/>
                      <a:pt x="41" y="1701"/>
                    </a:cubicBezTo>
                    <a:cubicBezTo>
                      <a:pt x="39" y="1701"/>
                      <a:pt x="39" y="1701"/>
                      <a:pt x="39" y="1701"/>
                    </a:cubicBezTo>
                    <a:cubicBezTo>
                      <a:pt x="39" y="30"/>
                      <a:pt x="39" y="30"/>
                      <a:pt x="39" y="30"/>
                    </a:cubicBezTo>
                    <a:cubicBezTo>
                      <a:pt x="39" y="30"/>
                      <a:pt x="39" y="29"/>
                      <a:pt x="39" y="27"/>
                    </a:cubicBezTo>
                    <a:cubicBezTo>
                      <a:pt x="36" y="18"/>
                      <a:pt x="26" y="0"/>
                      <a:pt x="1" y="0"/>
                    </a:cubicBezTo>
                  </a:path>
                </a:pathLst>
              </a:custGeom>
              <a:solidFill>
                <a:schemeClr val="accent4"/>
              </a:solidFill>
              <a:ln>
                <a:noFill/>
              </a:ln>
            </p:spPr>
            <p:txBody>
              <a:bodyPr anchor="ctr"/>
              <a:lstStyle/>
              <a:p>
                <a:pPr algn="ctr"/>
              </a:p>
            </p:txBody>
          </p:sp>
          <p:sp>
            <p:nvSpPr>
              <p:cNvPr id="119" name="Freeform: Shape 77"/>
              <p:cNvSpPr/>
              <p:nvPr/>
            </p:nvSpPr>
            <p:spPr bwMode="auto">
              <a:xfrm>
                <a:off x="6701930" y="4142762"/>
                <a:ext cx="100315" cy="2710525"/>
              </a:xfrm>
              <a:custGeom>
                <a:avLst/>
                <a:gdLst>
                  <a:gd name="T0" fmla="*/ 32 w 63"/>
                  <a:gd name="T1" fmla="*/ 0 h 1703"/>
                  <a:gd name="T2" fmla="*/ 31 w 63"/>
                  <a:gd name="T3" fmla="*/ 0 h 1703"/>
                  <a:gd name="T4" fmla="*/ 0 w 63"/>
                  <a:gd name="T5" fmla="*/ 29 h 1703"/>
                  <a:gd name="T6" fmla="*/ 0 w 63"/>
                  <a:gd name="T7" fmla="*/ 32 h 1703"/>
                  <a:gd name="T8" fmla="*/ 0 w 63"/>
                  <a:gd name="T9" fmla="*/ 1703 h 1703"/>
                  <a:gd name="T10" fmla="*/ 2 w 63"/>
                  <a:gd name="T11" fmla="*/ 1703 h 1703"/>
                  <a:gd name="T12" fmla="*/ 63 w 63"/>
                  <a:gd name="T13" fmla="*/ 1703 h 1703"/>
                  <a:gd name="T14" fmla="*/ 63 w 63"/>
                  <a:gd name="T15" fmla="*/ 32 h 1703"/>
                  <a:gd name="T16" fmla="*/ 57 w 63"/>
                  <a:gd name="T17" fmla="*/ 16 h 1703"/>
                  <a:gd name="T18" fmla="*/ 32 w 63"/>
                  <a:gd name="T19" fmla="*/ 0 h 1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703">
                    <a:moveTo>
                      <a:pt x="32" y="0"/>
                    </a:moveTo>
                    <a:cubicBezTo>
                      <a:pt x="31" y="0"/>
                      <a:pt x="31" y="0"/>
                      <a:pt x="31" y="0"/>
                    </a:cubicBezTo>
                    <a:cubicBezTo>
                      <a:pt x="8" y="0"/>
                      <a:pt x="2" y="22"/>
                      <a:pt x="0" y="29"/>
                    </a:cubicBezTo>
                    <a:cubicBezTo>
                      <a:pt x="0" y="31"/>
                      <a:pt x="0" y="32"/>
                      <a:pt x="0" y="32"/>
                    </a:cubicBezTo>
                    <a:cubicBezTo>
                      <a:pt x="0" y="1703"/>
                      <a:pt x="0" y="1703"/>
                      <a:pt x="0" y="1703"/>
                    </a:cubicBezTo>
                    <a:cubicBezTo>
                      <a:pt x="2" y="1703"/>
                      <a:pt x="2" y="1703"/>
                      <a:pt x="2" y="1703"/>
                    </a:cubicBezTo>
                    <a:cubicBezTo>
                      <a:pt x="63" y="1703"/>
                      <a:pt x="63" y="1703"/>
                      <a:pt x="63" y="1703"/>
                    </a:cubicBezTo>
                    <a:cubicBezTo>
                      <a:pt x="63" y="32"/>
                      <a:pt x="63" y="32"/>
                      <a:pt x="63" y="32"/>
                    </a:cubicBezTo>
                    <a:cubicBezTo>
                      <a:pt x="63" y="32"/>
                      <a:pt x="62" y="24"/>
                      <a:pt x="57" y="16"/>
                    </a:cubicBezTo>
                    <a:cubicBezTo>
                      <a:pt x="53" y="8"/>
                      <a:pt x="45" y="0"/>
                      <a:pt x="32" y="0"/>
                    </a:cubicBezTo>
                  </a:path>
                </a:pathLst>
              </a:custGeom>
              <a:solidFill>
                <a:schemeClr val="accent4"/>
              </a:solidFill>
              <a:ln>
                <a:noFill/>
              </a:ln>
            </p:spPr>
            <p:txBody>
              <a:bodyPr anchor="ctr"/>
              <a:lstStyle/>
              <a:p>
                <a:pPr algn="ctr"/>
              </a:p>
            </p:txBody>
          </p:sp>
          <p:sp>
            <p:nvSpPr>
              <p:cNvPr id="120" name="Freeform: Shape 78"/>
              <p:cNvSpPr/>
              <p:nvPr/>
            </p:nvSpPr>
            <p:spPr bwMode="auto">
              <a:xfrm>
                <a:off x="6639990" y="3714572"/>
                <a:ext cx="67999" cy="184472"/>
              </a:xfrm>
              <a:custGeom>
                <a:avLst/>
                <a:gdLst>
                  <a:gd name="T0" fmla="*/ 10 w 43"/>
                  <a:gd name="T1" fmla="*/ 0 h 116"/>
                  <a:gd name="T2" fmla="*/ 0 w 43"/>
                  <a:gd name="T3" fmla="*/ 0 h 116"/>
                  <a:gd name="T4" fmla="*/ 0 w 43"/>
                  <a:gd name="T5" fmla="*/ 116 h 116"/>
                  <a:gd name="T6" fmla="*/ 8 w 43"/>
                  <a:gd name="T7" fmla="*/ 116 h 116"/>
                  <a:gd name="T8" fmla="*/ 43 w 43"/>
                  <a:gd name="T9" fmla="*/ 113 h 116"/>
                  <a:gd name="T10" fmla="*/ 43 w 43"/>
                  <a:gd name="T11" fmla="*/ 113 h 116"/>
                  <a:gd name="T12" fmla="*/ 10 w 43"/>
                  <a:gd name="T13" fmla="*/ 0 h 116"/>
                </a:gdLst>
                <a:ahLst/>
                <a:cxnLst>
                  <a:cxn ang="0">
                    <a:pos x="T0" y="T1"/>
                  </a:cxn>
                  <a:cxn ang="0">
                    <a:pos x="T2" y="T3"/>
                  </a:cxn>
                  <a:cxn ang="0">
                    <a:pos x="T4" y="T5"/>
                  </a:cxn>
                  <a:cxn ang="0">
                    <a:pos x="T6" y="T7"/>
                  </a:cxn>
                  <a:cxn ang="0">
                    <a:pos x="T8" y="T9"/>
                  </a:cxn>
                  <a:cxn ang="0">
                    <a:pos x="T10" y="T11"/>
                  </a:cxn>
                  <a:cxn ang="0">
                    <a:pos x="T12" y="T13"/>
                  </a:cxn>
                </a:cxnLst>
                <a:rect l="0" t="0" r="r" b="b"/>
                <a:pathLst>
                  <a:path w="43" h="116">
                    <a:moveTo>
                      <a:pt x="10" y="0"/>
                    </a:moveTo>
                    <a:cubicBezTo>
                      <a:pt x="0" y="0"/>
                      <a:pt x="0" y="0"/>
                      <a:pt x="0" y="0"/>
                    </a:cubicBezTo>
                    <a:cubicBezTo>
                      <a:pt x="0" y="116"/>
                      <a:pt x="0" y="116"/>
                      <a:pt x="0" y="116"/>
                    </a:cubicBezTo>
                    <a:cubicBezTo>
                      <a:pt x="3" y="116"/>
                      <a:pt x="5" y="116"/>
                      <a:pt x="8" y="116"/>
                    </a:cubicBezTo>
                    <a:cubicBezTo>
                      <a:pt x="19" y="116"/>
                      <a:pt x="31" y="115"/>
                      <a:pt x="43" y="113"/>
                    </a:cubicBezTo>
                    <a:cubicBezTo>
                      <a:pt x="43" y="113"/>
                      <a:pt x="43" y="113"/>
                      <a:pt x="43" y="113"/>
                    </a:cubicBezTo>
                    <a:cubicBezTo>
                      <a:pt x="10" y="0"/>
                      <a:pt x="10" y="0"/>
                      <a:pt x="10" y="0"/>
                    </a:cubicBezTo>
                  </a:path>
                </a:pathLst>
              </a:custGeom>
              <a:solidFill>
                <a:schemeClr val="accent4"/>
              </a:solidFill>
              <a:ln>
                <a:noFill/>
              </a:ln>
            </p:spPr>
            <p:txBody>
              <a:bodyPr anchor="ctr"/>
              <a:lstStyle/>
              <a:p>
                <a:pPr algn="ctr"/>
              </a:p>
            </p:txBody>
          </p:sp>
        </p:grpSp>
        <p:grpSp>
          <p:nvGrpSpPr>
            <p:cNvPr id="22" name="Group 79"/>
            <p:cNvGrpSpPr/>
            <p:nvPr/>
          </p:nvGrpSpPr>
          <p:grpSpPr>
            <a:xfrm>
              <a:off x="13184" y="4346"/>
              <a:ext cx="1431" cy="1418"/>
              <a:chOff x="4883468" y="2805677"/>
              <a:chExt cx="1211858" cy="1200415"/>
            </a:xfrm>
          </p:grpSpPr>
          <p:sp>
            <p:nvSpPr>
              <p:cNvPr id="106" name="Freeform: Shape 80"/>
              <p:cNvSpPr/>
              <p:nvPr/>
            </p:nvSpPr>
            <p:spPr bwMode="auto">
              <a:xfrm>
                <a:off x="4964931" y="2888488"/>
                <a:ext cx="1130395" cy="1117604"/>
              </a:xfrm>
              <a:custGeom>
                <a:avLst/>
                <a:gdLst>
                  <a:gd name="T0" fmla="*/ 363 w 710"/>
                  <a:gd name="T1" fmla="*/ 0 h 702"/>
                  <a:gd name="T2" fmla="*/ 270 w 710"/>
                  <a:gd name="T3" fmla="*/ 13 h 702"/>
                  <a:gd name="T4" fmla="*/ 51 w 710"/>
                  <a:gd name="T5" fmla="*/ 418 h 702"/>
                  <a:gd name="T6" fmla="*/ 363 w 710"/>
                  <a:gd name="T7" fmla="*/ 651 h 702"/>
                  <a:gd name="T8" fmla="*/ 456 w 710"/>
                  <a:gd name="T9" fmla="*/ 637 h 702"/>
                  <a:gd name="T10" fmla="*/ 470 w 710"/>
                  <a:gd name="T11" fmla="*/ 633 h 702"/>
                  <a:gd name="T12" fmla="*/ 628 w 710"/>
                  <a:gd name="T13" fmla="*/ 702 h 702"/>
                  <a:gd name="T14" fmla="*/ 597 w 710"/>
                  <a:gd name="T15" fmla="*/ 551 h 702"/>
                  <a:gd name="T16" fmla="*/ 675 w 710"/>
                  <a:gd name="T17" fmla="*/ 232 h 702"/>
                  <a:gd name="T18" fmla="*/ 363 w 710"/>
                  <a:gd name="T19" fmla="*/ 0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0" h="702">
                    <a:moveTo>
                      <a:pt x="363" y="0"/>
                    </a:moveTo>
                    <a:cubicBezTo>
                      <a:pt x="332" y="0"/>
                      <a:pt x="301" y="4"/>
                      <a:pt x="270" y="13"/>
                    </a:cubicBezTo>
                    <a:cubicBezTo>
                      <a:pt x="98" y="65"/>
                      <a:pt x="0" y="246"/>
                      <a:pt x="51" y="418"/>
                    </a:cubicBezTo>
                    <a:cubicBezTo>
                      <a:pt x="93" y="560"/>
                      <a:pt x="223" y="651"/>
                      <a:pt x="363" y="651"/>
                    </a:cubicBezTo>
                    <a:cubicBezTo>
                      <a:pt x="394" y="651"/>
                      <a:pt x="425" y="647"/>
                      <a:pt x="456" y="637"/>
                    </a:cubicBezTo>
                    <a:cubicBezTo>
                      <a:pt x="461" y="636"/>
                      <a:pt x="465" y="634"/>
                      <a:pt x="470" y="633"/>
                    </a:cubicBezTo>
                    <a:cubicBezTo>
                      <a:pt x="628" y="702"/>
                      <a:pt x="628" y="702"/>
                      <a:pt x="628" y="702"/>
                    </a:cubicBezTo>
                    <a:cubicBezTo>
                      <a:pt x="597" y="551"/>
                      <a:pt x="597" y="551"/>
                      <a:pt x="597" y="551"/>
                    </a:cubicBezTo>
                    <a:cubicBezTo>
                      <a:pt x="676" y="469"/>
                      <a:pt x="710" y="349"/>
                      <a:pt x="675" y="232"/>
                    </a:cubicBezTo>
                    <a:cubicBezTo>
                      <a:pt x="633" y="91"/>
                      <a:pt x="503" y="0"/>
                      <a:pt x="363"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Freeform: Shape 81"/>
              <p:cNvSpPr/>
              <p:nvPr/>
            </p:nvSpPr>
            <p:spPr bwMode="auto">
              <a:xfrm>
                <a:off x="4883468" y="2805677"/>
                <a:ext cx="1130395" cy="1178197"/>
              </a:xfrm>
              <a:custGeom>
                <a:avLst/>
                <a:gdLst>
                  <a:gd name="T0" fmla="*/ 675 w 710"/>
                  <a:gd name="T1" fmla="*/ 271 h 740"/>
                  <a:gd name="T2" fmla="*/ 270 w 710"/>
                  <a:gd name="T3" fmla="*/ 52 h 740"/>
                  <a:gd name="T4" fmla="*/ 52 w 710"/>
                  <a:gd name="T5" fmla="*/ 457 h 740"/>
                  <a:gd name="T6" fmla="*/ 456 w 710"/>
                  <a:gd name="T7" fmla="*/ 676 h 740"/>
                  <a:gd name="T8" fmla="*/ 471 w 710"/>
                  <a:gd name="T9" fmla="*/ 671 h 740"/>
                  <a:gd name="T10" fmla="*/ 628 w 710"/>
                  <a:gd name="T11" fmla="*/ 740 h 740"/>
                  <a:gd name="T12" fmla="*/ 598 w 710"/>
                  <a:gd name="T13" fmla="*/ 589 h 740"/>
                  <a:gd name="T14" fmla="*/ 675 w 710"/>
                  <a:gd name="T15" fmla="*/ 271 h 7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0" h="740">
                    <a:moveTo>
                      <a:pt x="675" y="271"/>
                    </a:moveTo>
                    <a:cubicBezTo>
                      <a:pt x="624" y="98"/>
                      <a:pt x="443" y="0"/>
                      <a:pt x="270" y="52"/>
                    </a:cubicBezTo>
                    <a:cubicBezTo>
                      <a:pt x="98" y="103"/>
                      <a:pt x="0" y="285"/>
                      <a:pt x="52" y="457"/>
                    </a:cubicBezTo>
                    <a:cubicBezTo>
                      <a:pt x="103" y="629"/>
                      <a:pt x="284" y="727"/>
                      <a:pt x="456" y="676"/>
                    </a:cubicBezTo>
                    <a:cubicBezTo>
                      <a:pt x="461" y="674"/>
                      <a:pt x="466" y="673"/>
                      <a:pt x="471" y="671"/>
                    </a:cubicBezTo>
                    <a:cubicBezTo>
                      <a:pt x="628" y="740"/>
                      <a:pt x="628" y="740"/>
                      <a:pt x="628" y="740"/>
                    </a:cubicBezTo>
                    <a:cubicBezTo>
                      <a:pt x="598" y="589"/>
                      <a:pt x="598" y="589"/>
                      <a:pt x="598" y="589"/>
                    </a:cubicBezTo>
                    <a:cubicBezTo>
                      <a:pt x="676" y="508"/>
                      <a:pt x="710" y="387"/>
                      <a:pt x="675" y="271"/>
                    </a:cubicBezTo>
                    <a:close/>
                  </a:path>
                </a:pathLst>
              </a:custGeom>
              <a:solidFill>
                <a:schemeClr val="accent3"/>
              </a:solidFill>
              <a:ln>
                <a:noFill/>
              </a:ln>
            </p:spPr>
            <p:txBody>
              <a:bodyPr anchor="ctr"/>
              <a:lstStyle/>
              <a:p>
                <a:pPr algn="ctr"/>
              </a:p>
            </p:txBody>
          </p:sp>
          <p:sp>
            <p:nvSpPr>
              <p:cNvPr id="108" name="Freeform: Shape 82"/>
              <p:cNvSpPr/>
              <p:nvPr/>
            </p:nvSpPr>
            <p:spPr bwMode="auto">
              <a:xfrm>
                <a:off x="5276649" y="3155770"/>
                <a:ext cx="407993" cy="299599"/>
              </a:xfrm>
              <a:custGeom>
                <a:avLst/>
                <a:gdLst>
                  <a:gd name="T0" fmla="*/ 256 w 256"/>
                  <a:gd name="T1" fmla="*/ 7 h 188"/>
                  <a:gd name="T2" fmla="*/ 249 w 256"/>
                  <a:gd name="T3" fmla="*/ 0 h 188"/>
                  <a:gd name="T4" fmla="*/ 7 w 256"/>
                  <a:gd name="T5" fmla="*/ 0 h 188"/>
                  <a:gd name="T6" fmla="*/ 0 w 256"/>
                  <a:gd name="T7" fmla="*/ 7 h 188"/>
                  <a:gd name="T8" fmla="*/ 0 w 256"/>
                  <a:gd name="T9" fmla="*/ 181 h 188"/>
                  <a:gd name="T10" fmla="*/ 7 w 256"/>
                  <a:gd name="T11" fmla="*/ 188 h 188"/>
                  <a:gd name="T12" fmla="*/ 249 w 256"/>
                  <a:gd name="T13" fmla="*/ 188 h 188"/>
                  <a:gd name="T14" fmla="*/ 256 w 256"/>
                  <a:gd name="T15" fmla="*/ 181 h 188"/>
                  <a:gd name="T16" fmla="*/ 256 w 256"/>
                  <a:gd name="T17" fmla="*/ 7 h 188"/>
                  <a:gd name="T18" fmla="*/ 219 w 256"/>
                  <a:gd name="T19" fmla="*/ 155 h 188"/>
                  <a:gd name="T20" fmla="*/ 214 w 256"/>
                  <a:gd name="T21" fmla="*/ 160 h 188"/>
                  <a:gd name="T22" fmla="*/ 37 w 256"/>
                  <a:gd name="T23" fmla="*/ 160 h 188"/>
                  <a:gd name="T24" fmla="*/ 32 w 256"/>
                  <a:gd name="T25" fmla="*/ 155 h 188"/>
                  <a:gd name="T26" fmla="*/ 32 w 256"/>
                  <a:gd name="T27" fmla="*/ 29 h 188"/>
                  <a:gd name="T28" fmla="*/ 37 w 256"/>
                  <a:gd name="T29" fmla="*/ 24 h 188"/>
                  <a:gd name="T30" fmla="*/ 214 w 256"/>
                  <a:gd name="T31" fmla="*/ 24 h 188"/>
                  <a:gd name="T32" fmla="*/ 219 w 256"/>
                  <a:gd name="T33" fmla="*/ 29 h 188"/>
                  <a:gd name="T34" fmla="*/ 219 w 256"/>
                  <a:gd name="T35" fmla="*/ 155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6" h="188">
                    <a:moveTo>
                      <a:pt x="256" y="7"/>
                    </a:moveTo>
                    <a:cubicBezTo>
                      <a:pt x="256" y="3"/>
                      <a:pt x="253" y="0"/>
                      <a:pt x="249" y="0"/>
                    </a:cubicBezTo>
                    <a:cubicBezTo>
                      <a:pt x="7" y="0"/>
                      <a:pt x="7" y="0"/>
                      <a:pt x="7" y="0"/>
                    </a:cubicBezTo>
                    <a:cubicBezTo>
                      <a:pt x="3" y="0"/>
                      <a:pt x="0" y="3"/>
                      <a:pt x="0" y="7"/>
                    </a:cubicBezTo>
                    <a:cubicBezTo>
                      <a:pt x="0" y="181"/>
                      <a:pt x="0" y="181"/>
                      <a:pt x="0" y="181"/>
                    </a:cubicBezTo>
                    <a:cubicBezTo>
                      <a:pt x="0" y="185"/>
                      <a:pt x="3" y="188"/>
                      <a:pt x="7" y="188"/>
                    </a:cubicBezTo>
                    <a:cubicBezTo>
                      <a:pt x="249" y="188"/>
                      <a:pt x="249" y="188"/>
                      <a:pt x="249" y="188"/>
                    </a:cubicBezTo>
                    <a:cubicBezTo>
                      <a:pt x="253" y="188"/>
                      <a:pt x="256" y="185"/>
                      <a:pt x="256" y="181"/>
                    </a:cubicBezTo>
                    <a:lnTo>
                      <a:pt x="256" y="7"/>
                    </a:lnTo>
                    <a:close/>
                    <a:moveTo>
                      <a:pt x="219" y="155"/>
                    </a:moveTo>
                    <a:cubicBezTo>
                      <a:pt x="219" y="158"/>
                      <a:pt x="217" y="160"/>
                      <a:pt x="214" y="160"/>
                    </a:cubicBezTo>
                    <a:cubicBezTo>
                      <a:pt x="37" y="160"/>
                      <a:pt x="37" y="160"/>
                      <a:pt x="37" y="160"/>
                    </a:cubicBezTo>
                    <a:cubicBezTo>
                      <a:pt x="34" y="160"/>
                      <a:pt x="32" y="158"/>
                      <a:pt x="32" y="155"/>
                    </a:cubicBezTo>
                    <a:cubicBezTo>
                      <a:pt x="32" y="29"/>
                      <a:pt x="32" y="29"/>
                      <a:pt x="32" y="29"/>
                    </a:cubicBezTo>
                    <a:cubicBezTo>
                      <a:pt x="32" y="26"/>
                      <a:pt x="34" y="24"/>
                      <a:pt x="37" y="24"/>
                    </a:cubicBezTo>
                    <a:cubicBezTo>
                      <a:pt x="214" y="24"/>
                      <a:pt x="214" y="24"/>
                      <a:pt x="214" y="24"/>
                    </a:cubicBezTo>
                    <a:cubicBezTo>
                      <a:pt x="217" y="24"/>
                      <a:pt x="219" y="26"/>
                      <a:pt x="219" y="29"/>
                    </a:cubicBezTo>
                    <a:lnTo>
                      <a:pt x="219" y="155"/>
                    </a:lnTo>
                    <a:close/>
                  </a:path>
                </a:pathLst>
              </a:custGeom>
              <a:solidFill>
                <a:schemeClr val="bg2"/>
              </a:solidFill>
              <a:ln>
                <a:noFill/>
              </a:ln>
            </p:spPr>
            <p:txBody>
              <a:bodyPr anchor="ctr"/>
              <a:lstStyle/>
              <a:p>
                <a:pPr algn="ctr"/>
              </a:p>
            </p:txBody>
          </p:sp>
          <p:sp>
            <p:nvSpPr>
              <p:cNvPr id="109" name="Freeform: Shape 83"/>
              <p:cNvSpPr/>
              <p:nvPr/>
            </p:nvSpPr>
            <p:spPr bwMode="auto">
              <a:xfrm>
                <a:off x="5191145" y="3474220"/>
                <a:ext cx="578999" cy="127245"/>
              </a:xfrm>
              <a:custGeom>
                <a:avLst/>
                <a:gdLst>
                  <a:gd name="T0" fmla="*/ 317 w 364"/>
                  <a:gd name="T1" fmla="*/ 7 h 80"/>
                  <a:gd name="T2" fmla="*/ 310 w 364"/>
                  <a:gd name="T3" fmla="*/ 0 h 80"/>
                  <a:gd name="T4" fmla="*/ 54 w 364"/>
                  <a:gd name="T5" fmla="*/ 0 h 80"/>
                  <a:gd name="T6" fmla="*/ 47 w 364"/>
                  <a:gd name="T7" fmla="*/ 7 h 80"/>
                  <a:gd name="T8" fmla="*/ 0 w 364"/>
                  <a:gd name="T9" fmla="*/ 74 h 80"/>
                  <a:gd name="T10" fmla="*/ 7 w 364"/>
                  <a:gd name="T11" fmla="*/ 80 h 80"/>
                  <a:gd name="T12" fmla="*/ 357 w 364"/>
                  <a:gd name="T13" fmla="*/ 80 h 80"/>
                  <a:gd name="T14" fmla="*/ 364 w 364"/>
                  <a:gd name="T15" fmla="*/ 74 h 80"/>
                  <a:gd name="T16" fmla="*/ 317 w 364"/>
                  <a:gd name="T17" fmla="*/ 7 h 80"/>
                  <a:gd name="T18" fmla="*/ 162 w 364"/>
                  <a:gd name="T19" fmla="*/ 75 h 80"/>
                  <a:gd name="T20" fmla="*/ 162 w 364"/>
                  <a:gd name="T21" fmla="*/ 60 h 80"/>
                  <a:gd name="T22" fmla="*/ 203 w 364"/>
                  <a:gd name="T23" fmla="*/ 60 h 80"/>
                  <a:gd name="T24" fmla="*/ 205 w 364"/>
                  <a:gd name="T25" fmla="*/ 74 h 80"/>
                  <a:gd name="T26" fmla="*/ 162 w 364"/>
                  <a:gd name="T27" fmla="*/ 75 h 80"/>
                  <a:gd name="T28" fmla="*/ 322 w 364"/>
                  <a:gd name="T29" fmla="*/ 56 h 80"/>
                  <a:gd name="T30" fmla="*/ 46 w 364"/>
                  <a:gd name="T31" fmla="*/ 56 h 80"/>
                  <a:gd name="T32" fmla="*/ 41 w 364"/>
                  <a:gd name="T33" fmla="*/ 52 h 80"/>
                  <a:gd name="T34" fmla="*/ 60 w 364"/>
                  <a:gd name="T35" fmla="*/ 12 h 80"/>
                  <a:gd name="T36" fmla="*/ 65 w 364"/>
                  <a:gd name="T37" fmla="*/ 8 h 80"/>
                  <a:gd name="T38" fmla="*/ 299 w 364"/>
                  <a:gd name="T39" fmla="*/ 8 h 80"/>
                  <a:gd name="T40" fmla="*/ 304 w 364"/>
                  <a:gd name="T41" fmla="*/ 11 h 80"/>
                  <a:gd name="T42" fmla="*/ 328 w 364"/>
                  <a:gd name="T43" fmla="*/ 52 h 80"/>
                  <a:gd name="T44" fmla="*/ 322 w 364"/>
                  <a:gd name="T45" fmla="*/ 56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4" h="80">
                    <a:moveTo>
                      <a:pt x="317" y="7"/>
                    </a:moveTo>
                    <a:cubicBezTo>
                      <a:pt x="317" y="3"/>
                      <a:pt x="314" y="0"/>
                      <a:pt x="310" y="0"/>
                    </a:cubicBezTo>
                    <a:cubicBezTo>
                      <a:pt x="54" y="0"/>
                      <a:pt x="54" y="0"/>
                      <a:pt x="54" y="0"/>
                    </a:cubicBezTo>
                    <a:cubicBezTo>
                      <a:pt x="50" y="0"/>
                      <a:pt x="47" y="3"/>
                      <a:pt x="47" y="7"/>
                    </a:cubicBezTo>
                    <a:cubicBezTo>
                      <a:pt x="0" y="74"/>
                      <a:pt x="0" y="74"/>
                      <a:pt x="0" y="74"/>
                    </a:cubicBezTo>
                    <a:cubicBezTo>
                      <a:pt x="0" y="78"/>
                      <a:pt x="3" y="80"/>
                      <a:pt x="7" y="80"/>
                    </a:cubicBezTo>
                    <a:cubicBezTo>
                      <a:pt x="357" y="80"/>
                      <a:pt x="357" y="80"/>
                      <a:pt x="357" y="80"/>
                    </a:cubicBezTo>
                    <a:cubicBezTo>
                      <a:pt x="361" y="80"/>
                      <a:pt x="364" y="78"/>
                      <a:pt x="364" y="74"/>
                    </a:cubicBezTo>
                    <a:lnTo>
                      <a:pt x="317" y="7"/>
                    </a:lnTo>
                    <a:close/>
                    <a:moveTo>
                      <a:pt x="162" y="75"/>
                    </a:moveTo>
                    <a:cubicBezTo>
                      <a:pt x="162" y="60"/>
                      <a:pt x="162" y="60"/>
                      <a:pt x="162" y="60"/>
                    </a:cubicBezTo>
                    <a:cubicBezTo>
                      <a:pt x="203" y="60"/>
                      <a:pt x="203" y="60"/>
                      <a:pt x="203" y="60"/>
                    </a:cubicBezTo>
                    <a:cubicBezTo>
                      <a:pt x="205" y="74"/>
                      <a:pt x="205" y="74"/>
                      <a:pt x="205" y="74"/>
                    </a:cubicBezTo>
                    <a:lnTo>
                      <a:pt x="162" y="75"/>
                    </a:lnTo>
                    <a:close/>
                    <a:moveTo>
                      <a:pt x="322" y="56"/>
                    </a:moveTo>
                    <a:cubicBezTo>
                      <a:pt x="46" y="56"/>
                      <a:pt x="46" y="56"/>
                      <a:pt x="46" y="56"/>
                    </a:cubicBezTo>
                    <a:cubicBezTo>
                      <a:pt x="43" y="56"/>
                      <a:pt x="41" y="54"/>
                      <a:pt x="41" y="52"/>
                    </a:cubicBezTo>
                    <a:cubicBezTo>
                      <a:pt x="60" y="12"/>
                      <a:pt x="60" y="12"/>
                      <a:pt x="60" y="12"/>
                    </a:cubicBezTo>
                    <a:cubicBezTo>
                      <a:pt x="60" y="10"/>
                      <a:pt x="62" y="8"/>
                      <a:pt x="65" y="8"/>
                    </a:cubicBezTo>
                    <a:cubicBezTo>
                      <a:pt x="299" y="8"/>
                      <a:pt x="299" y="8"/>
                      <a:pt x="299" y="8"/>
                    </a:cubicBezTo>
                    <a:cubicBezTo>
                      <a:pt x="301" y="8"/>
                      <a:pt x="304" y="9"/>
                      <a:pt x="304" y="11"/>
                    </a:cubicBezTo>
                    <a:cubicBezTo>
                      <a:pt x="328" y="52"/>
                      <a:pt x="328" y="52"/>
                      <a:pt x="328" y="52"/>
                    </a:cubicBezTo>
                    <a:cubicBezTo>
                      <a:pt x="328" y="54"/>
                      <a:pt x="325" y="56"/>
                      <a:pt x="322" y="56"/>
                    </a:cubicBezTo>
                    <a:close/>
                  </a:path>
                </a:pathLst>
              </a:custGeom>
              <a:solidFill>
                <a:schemeClr val="bg2"/>
              </a:solidFill>
              <a:ln>
                <a:noFill/>
              </a:ln>
            </p:spPr>
            <p:txBody>
              <a:bodyPr anchor="ctr"/>
              <a:lstStyle/>
              <a:p>
                <a:pPr algn="ctr"/>
              </a:p>
            </p:txBody>
          </p:sp>
        </p:grpSp>
        <p:grpSp>
          <p:nvGrpSpPr>
            <p:cNvPr id="23" name="Group 84"/>
            <p:cNvGrpSpPr/>
            <p:nvPr/>
          </p:nvGrpSpPr>
          <p:grpSpPr>
            <a:xfrm>
              <a:off x="13440" y="5878"/>
              <a:ext cx="872" cy="1030"/>
              <a:chOff x="5100256" y="4103040"/>
              <a:chExt cx="738560" cy="871865"/>
            </a:xfrm>
          </p:grpSpPr>
          <p:sp>
            <p:nvSpPr>
              <p:cNvPr id="98" name="Freeform: Shape 85"/>
              <p:cNvSpPr/>
              <p:nvPr/>
            </p:nvSpPr>
            <p:spPr bwMode="auto">
              <a:xfrm>
                <a:off x="5125839" y="4141415"/>
                <a:ext cx="712977" cy="833490"/>
              </a:xfrm>
              <a:custGeom>
                <a:avLst/>
                <a:gdLst>
                  <a:gd name="T0" fmla="*/ 224 w 448"/>
                  <a:gd name="T1" fmla="*/ 0 h 524"/>
                  <a:gd name="T2" fmla="*/ 0 w 448"/>
                  <a:gd name="T3" fmla="*/ 224 h 524"/>
                  <a:gd name="T4" fmla="*/ 224 w 448"/>
                  <a:gd name="T5" fmla="*/ 448 h 524"/>
                  <a:gd name="T6" fmla="*/ 234 w 448"/>
                  <a:gd name="T7" fmla="*/ 448 h 524"/>
                  <a:gd name="T8" fmla="*/ 324 w 448"/>
                  <a:gd name="T9" fmla="*/ 524 h 524"/>
                  <a:gd name="T10" fmla="*/ 334 w 448"/>
                  <a:gd name="T11" fmla="*/ 419 h 524"/>
                  <a:gd name="T12" fmla="*/ 448 w 448"/>
                  <a:gd name="T13" fmla="*/ 224 h 524"/>
                  <a:gd name="T14" fmla="*/ 224 w 448"/>
                  <a:gd name="T15" fmla="*/ 0 h 5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8" h="524">
                    <a:moveTo>
                      <a:pt x="224" y="0"/>
                    </a:moveTo>
                    <a:cubicBezTo>
                      <a:pt x="100" y="0"/>
                      <a:pt x="0" y="100"/>
                      <a:pt x="0" y="224"/>
                    </a:cubicBezTo>
                    <a:cubicBezTo>
                      <a:pt x="0" y="347"/>
                      <a:pt x="100" y="448"/>
                      <a:pt x="224" y="448"/>
                    </a:cubicBezTo>
                    <a:cubicBezTo>
                      <a:pt x="227" y="448"/>
                      <a:pt x="231" y="448"/>
                      <a:pt x="234" y="448"/>
                    </a:cubicBezTo>
                    <a:cubicBezTo>
                      <a:pt x="324" y="524"/>
                      <a:pt x="324" y="524"/>
                      <a:pt x="324" y="524"/>
                    </a:cubicBezTo>
                    <a:cubicBezTo>
                      <a:pt x="334" y="419"/>
                      <a:pt x="334" y="419"/>
                      <a:pt x="334" y="419"/>
                    </a:cubicBezTo>
                    <a:cubicBezTo>
                      <a:pt x="402" y="380"/>
                      <a:pt x="448" y="307"/>
                      <a:pt x="448" y="224"/>
                    </a:cubicBezTo>
                    <a:cubicBezTo>
                      <a:pt x="448" y="100"/>
                      <a:pt x="348" y="0"/>
                      <a:pt x="224"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Freeform: Shape 86"/>
              <p:cNvSpPr/>
              <p:nvPr/>
            </p:nvSpPr>
            <p:spPr bwMode="auto">
              <a:xfrm>
                <a:off x="5100256" y="4103040"/>
                <a:ext cx="712977" cy="834163"/>
              </a:xfrm>
              <a:custGeom>
                <a:avLst/>
                <a:gdLst>
                  <a:gd name="T0" fmla="*/ 448 w 448"/>
                  <a:gd name="T1" fmla="*/ 224 h 524"/>
                  <a:gd name="T2" fmla="*/ 224 w 448"/>
                  <a:gd name="T3" fmla="*/ 0 h 524"/>
                  <a:gd name="T4" fmla="*/ 0 w 448"/>
                  <a:gd name="T5" fmla="*/ 224 h 524"/>
                  <a:gd name="T6" fmla="*/ 224 w 448"/>
                  <a:gd name="T7" fmla="*/ 448 h 524"/>
                  <a:gd name="T8" fmla="*/ 234 w 448"/>
                  <a:gd name="T9" fmla="*/ 448 h 524"/>
                  <a:gd name="T10" fmla="*/ 324 w 448"/>
                  <a:gd name="T11" fmla="*/ 524 h 524"/>
                  <a:gd name="T12" fmla="*/ 334 w 448"/>
                  <a:gd name="T13" fmla="*/ 419 h 524"/>
                  <a:gd name="T14" fmla="*/ 448 w 448"/>
                  <a:gd name="T15" fmla="*/ 224 h 5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8" h="524">
                    <a:moveTo>
                      <a:pt x="448" y="224"/>
                    </a:moveTo>
                    <a:cubicBezTo>
                      <a:pt x="448" y="100"/>
                      <a:pt x="348" y="0"/>
                      <a:pt x="224" y="0"/>
                    </a:cubicBezTo>
                    <a:cubicBezTo>
                      <a:pt x="100" y="0"/>
                      <a:pt x="0" y="100"/>
                      <a:pt x="0" y="224"/>
                    </a:cubicBezTo>
                    <a:cubicBezTo>
                      <a:pt x="0" y="347"/>
                      <a:pt x="100" y="448"/>
                      <a:pt x="224" y="448"/>
                    </a:cubicBezTo>
                    <a:cubicBezTo>
                      <a:pt x="227" y="448"/>
                      <a:pt x="231" y="448"/>
                      <a:pt x="234" y="448"/>
                    </a:cubicBezTo>
                    <a:cubicBezTo>
                      <a:pt x="324" y="524"/>
                      <a:pt x="324" y="524"/>
                      <a:pt x="324" y="524"/>
                    </a:cubicBezTo>
                    <a:cubicBezTo>
                      <a:pt x="334" y="419"/>
                      <a:pt x="334" y="419"/>
                      <a:pt x="334" y="419"/>
                    </a:cubicBezTo>
                    <a:cubicBezTo>
                      <a:pt x="402" y="380"/>
                      <a:pt x="448" y="307"/>
                      <a:pt x="448" y="224"/>
                    </a:cubicBezTo>
                    <a:close/>
                  </a:path>
                </a:pathLst>
              </a:custGeom>
              <a:solidFill>
                <a:schemeClr val="accent2"/>
              </a:solidFill>
              <a:ln>
                <a:noFill/>
              </a:ln>
            </p:spPr>
            <p:txBody>
              <a:bodyPr anchor="ctr"/>
              <a:lstStyle/>
              <a:p>
                <a:pPr algn="ctr"/>
              </a:p>
            </p:txBody>
          </p:sp>
          <p:sp>
            <p:nvSpPr>
              <p:cNvPr id="100" name="Freeform: Shape 87"/>
              <p:cNvSpPr/>
              <p:nvPr/>
            </p:nvSpPr>
            <p:spPr bwMode="auto">
              <a:xfrm>
                <a:off x="5361479" y="4274720"/>
                <a:ext cx="205343" cy="388468"/>
              </a:xfrm>
              <a:custGeom>
                <a:avLst/>
                <a:gdLst>
                  <a:gd name="T0" fmla="*/ 8 w 129"/>
                  <a:gd name="T1" fmla="*/ 244 h 244"/>
                  <a:gd name="T2" fmla="*/ 8 w 129"/>
                  <a:gd name="T3" fmla="*/ 244 h 244"/>
                  <a:gd name="T4" fmla="*/ 0 w 129"/>
                  <a:gd name="T5" fmla="*/ 236 h 244"/>
                  <a:gd name="T6" fmla="*/ 67 w 129"/>
                  <a:gd name="T7" fmla="*/ 163 h 244"/>
                  <a:gd name="T8" fmla="*/ 112 w 129"/>
                  <a:gd name="T9" fmla="*/ 119 h 244"/>
                  <a:gd name="T10" fmla="*/ 64 w 129"/>
                  <a:gd name="T11" fmla="*/ 75 h 244"/>
                  <a:gd name="T12" fmla="*/ 3 w 129"/>
                  <a:gd name="T13" fmla="*/ 7 h 244"/>
                  <a:gd name="T14" fmla="*/ 12 w 129"/>
                  <a:gd name="T15" fmla="*/ 0 h 244"/>
                  <a:gd name="T16" fmla="*/ 19 w 129"/>
                  <a:gd name="T17" fmla="*/ 9 h 244"/>
                  <a:gd name="T18" fmla="*/ 71 w 129"/>
                  <a:gd name="T19" fmla="*/ 61 h 244"/>
                  <a:gd name="T20" fmla="*/ 127 w 129"/>
                  <a:gd name="T21" fmla="*/ 119 h 244"/>
                  <a:gd name="T22" fmla="*/ 72 w 129"/>
                  <a:gd name="T23" fmla="*/ 178 h 244"/>
                  <a:gd name="T24" fmla="*/ 16 w 129"/>
                  <a:gd name="T25" fmla="*/ 237 h 244"/>
                  <a:gd name="T26" fmla="*/ 8 w 129"/>
                  <a:gd name="T2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9" h="244">
                    <a:moveTo>
                      <a:pt x="8" y="244"/>
                    </a:moveTo>
                    <a:cubicBezTo>
                      <a:pt x="8" y="244"/>
                      <a:pt x="8" y="244"/>
                      <a:pt x="8" y="244"/>
                    </a:cubicBezTo>
                    <a:cubicBezTo>
                      <a:pt x="3" y="244"/>
                      <a:pt x="0" y="240"/>
                      <a:pt x="0" y="236"/>
                    </a:cubicBezTo>
                    <a:cubicBezTo>
                      <a:pt x="4" y="186"/>
                      <a:pt x="39" y="174"/>
                      <a:pt x="67" y="163"/>
                    </a:cubicBezTo>
                    <a:cubicBezTo>
                      <a:pt x="95" y="153"/>
                      <a:pt x="112" y="146"/>
                      <a:pt x="112" y="119"/>
                    </a:cubicBezTo>
                    <a:cubicBezTo>
                      <a:pt x="113" y="98"/>
                      <a:pt x="94" y="88"/>
                      <a:pt x="64" y="75"/>
                    </a:cubicBezTo>
                    <a:cubicBezTo>
                      <a:pt x="34" y="63"/>
                      <a:pt x="0" y="48"/>
                      <a:pt x="3" y="7"/>
                    </a:cubicBezTo>
                    <a:cubicBezTo>
                      <a:pt x="4" y="3"/>
                      <a:pt x="8" y="0"/>
                      <a:pt x="12" y="0"/>
                    </a:cubicBezTo>
                    <a:cubicBezTo>
                      <a:pt x="16" y="0"/>
                      <a:pt x="20" y="4"/>
                      <a:pt x="19" y="9"/>
                    </a:cubicBezTo>
                    <a:cubicBezTo>
                      <a:pt x="17" y="36"/>
                      <a:pt x="37" y="46"/>
                      <a:pt x="71" y="61"/>
                    </a:cubicBezTo>
                    <a:cubicBezTo>
                      <a:pt x="98" y="73"/>
                      <a:pt x="129" y="86"/>
                      <a:pt x="127" y="119"/>
                    </a:cubicBezTo>
                    <a:cubicBezTo>
                      <a:pt x="127" y="158"/>
                      <a:pt x="98" y="169"/>
                      <a:pt x="72" y="178"/>
                    </a:cubicBezTo>
                    <a:cubicBezTo>
                      <a:pt x="45" y="188"/>
                      <a:pt x="19" y="198"/>
                      <a:pt x="16" y="237"/>
                    </a:cubicBezTo>
                    <a:cubicBezTo>
                      <a:pt x="16" y="241"/>
                      <a:pt x="12" y="244"/>
                      <a:pt x="8" y="244"/>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Freeform: Shape 88"/>
              <p:cNvSpPr/>
              <p:nvPr/>
            </p:nvSpPr>
            <p:spPr bwMode="auto">
              <a:xfrm>
                <a:off x="5359459" y="4274720"/>
                <a:ext cx="205343" cy="388468"/>
              </a:xfrm>
              <a:custGeom>
                <a:avLst/>
                <a:gdLst>
                  <a:gd name="T0" fmla="*/ 121 w 129"/>
                  <a:gd name="T1" fmla="*/ 244 h 244"/>
                  <a:gd name="T2" fmla="*/ 113 w 129"/>
                  <a:gd name="T3" fmla="*/ 237 h 244"/>
                  <a:gd name="T4" fmla="*/ 57 w 129"/>
                  <a:gd name="T5" fmla="*/ 178 h 244"/>
                  <a:gd name="T6" fmla="*/ 1 w 129"/>
                  <a:gd name="T7" fmla="*/ 119 h 244"/>
                  <a:gd name="T8" fmla="*/ 58 w 129"/>
                  <a:gd name="T9" fmla="*/ 61 h 244"/>
                  <a:gd name="T10" fmla="*/ 110 w 129"/>
                  <a:gd name="T11" fmla="*/ 9 h 244"/>
                  <a:gd name="T12" fmla="*/ 117 w 129"/>
                  <a:gd name="T13" fmla="*/ 0 h 244"/>
                  <a:gd name="T14" fmla="*/ 126 w 129"/>
                  <a:gd name="T15" fmla="*/ 7 h 244"/>
                  <a:gd name="T16" fmla="*/ 64 w 129"/>
                  <a:gd name="T17" fmla="*/ 75 h 244"/>
                  <a:gd name="T18" fmla="*/ 17 w 129"/>
                  <a:gd name="T19" fmla="*/ 119 h 244"/>
                  <a:gd name="T20" fmla="*/ 62 w 129"/>
                  <a:gd name="T21" fmla="*/ 163 h 244"/>
                  <a:gd name="T22" fmla="*/ 129 w 129"/>
                  <a:gd name="T23" fmla="*/ 236 h 244"/>
                  <a:gd name="T24" fmla="*/ 121 w 129"/>
                  <a:gd name="T25"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 h="244">
                    <a:moveTo>
                      <a:pt x="121" y="244"/>
                    </a:moveTo>
                    <a:cubicBezTo>
                      <a:pt x="116" y="244"/>
                      <a:pt x="113" y="241"/>
                      <a:pt x="113" y="237"/>
                    </a:cubicBezTo>
                    <a:cubicBezTo>
                      <a:pt x="110" y="198"/>
                      <a:pt x="84" y="188"/>
                      <a:pt x="57" y="178"/>
                    </a:cubicBezTo>
                    <a:cubicBezTo>
                      <a:pt x="31" y="169"/>
                      <a:pt x="1" y="158"/>
                      <a:pt x="1" y="119"/>
                    </a:cubicBezTo>
                    <a:cubicBezTo>
                      <a:pt x="0" y="86"/>
                      <a:pt x="31" y="73"/>
                      <a:pt x="58" y="61"/>
                    </a:cubicBezTo>
                    <a:cubicBezTo>
                      <a:pt x="92" y="46"/>
                      <a:pt x="112" y="36"/>
                      <a:pt x="110" y="9"/>
                    </a:cubicBezTo>
                    <a:cubicBezTo>
                      <a:pt x="109" y="4"/>
                      <a:pt x="113" y="0"/>
                      <a:pt x="117" y="0"/>
                    </a:cubicBezTo>
                    <a:cubicBezTo>
                      <a:pt x="121" y="0"/>
                      <a:pt x="125" y="3"/>
                      <a:pt x="126" y="7"/>
                    </a:cubicBezTo>
                    <a:cubicBezTo>
                      <a:pt x="129" y="48"/>
                      <a:pt x="95" y="63"/>
                      <a:pt x="64" y="75"/>
                    </a:cubicBezTo>
                    <a:cubicBezTo>
                      <a:pt x="34" y="88"/>
                      <a:pt x="16" y="98"/>
                      <a:pt x="17" y="119"/>
                    </a:cubicBezTo>
                    <a:cubicBezTo>
                      <a:pt x="17" y="146"/>
                      <a:pt x="34" y="153"/>
                      <a:pt x="62" y="163"/>
                    </a:cubicBezTo>
                    <a:cubicBezTo>
                      <a:pt x="90" y="174"/>
                      <a:pt x="125" y="186"/>
                      <a:pt x="129" y="236"/>
                    </a:cubicBezTo>
                    <a:cubicBezTo>
                      <a:pt x="129" y="240"/>
                      <a:pt x="126" y="244"/>
                      <a:pt x="121" y="244"/>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Freeform: Shape 89"/>
              <p:cNvSpPr/>
              <p:nvPr/>
            </p:nvSpPr>
            <p:spPr bwMode="auto">
              <a:xfrm>
                <a:off x="5407260" y="4301650"/>
                <a:ext cx="116473" cy="19524"/>
              </a:xfrm>
              <a:custGeom>
                <a:avLst/>
                <a:gdLst>
                  <a:gd name="T0" fmla="*/ 68 w 73"/>
                  <a:gd name="T1" fmla="*/ 12 h 12"/>
                  <a:gd name="T2" fmla="*/ 5 w 73"/>
                  <a:gd name="T3" fmla="*/ 12 h 12"/>
                  <a:gd name="T4" fmla="*/ 0 w 73"/>
                  <a:gd name="T5" fmla="*/ 6 h 12"/>
                  <a:gd name="T6" fmla="*/ 5 w 73"/>
                  <a:gd name="T7" fmla="*/ 0 h 12"/>
                  <a:gd name="T8" fmla="*/ 68 w 73"/>
                  <a:gd name="T9" fmla="*/ 0 h 12"/>
                  <a:gd name="T10" fmla="*/ 73 w 73"/>
                  <a:gd name="T11" fmla="*/ 6 h 12"/>
                  <a:gd name="T12" fmla="*/ 68 w 73"/>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3" h="12">
                    <a:moveTo>
                      <a:pt x="68" y="12"/>
                    </a:moveTo>
                    <a:cubicBezTo>
                      <a:pt x="5" y="12"/>
                      <a:pt x="5" y="12"/>
                      <a:pt x="5" y="12"/>
                    </a:cubicBezTo>
                    <a:cubicBezTo>
                      <a:pt x="2" y="12"/>
                      <a:pt x="0" y="9"/>
                      <a:pt x="0" y="6"/>
                    </a:cubicBezTo>
                    <a:cubicBezTo>
                      <a:pt x="0" y="3"/>
                      <a:pt x="2" y="0"/>
                      <a:pt x="5" y="0"/>
                    </a:cubicBezTo>
                    <a:cubicBezTo>
                      <a:pt x="68" y="0"/>
                      <a:pt x="68" y="0"/>
                      <a:pt x="68" y="0"/>
                    </a:cubicBezTo>
                    <a:cubicBezTo>
                      <a:pt x="71" y="0"/>
                      <a:pt x="73" y="3"/>
                      <a:pt x="73" y="6"/>
                    </a:cubicBezTo>
                    <a:cubicBezTo>
                      <a:pt x="73" y="9"/>
                      <a:pt x="71" y="12"/>
                      <a:pt x="68" y="12"/>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Freeform: Shape 90"/>
              <p:cNvSpPr/>
              <p:nvPr/>
            </p:nvSpPr>
            <p:spPr bwMode="auto">
              <a:xfrm>
                <a:off x="5407260" y="4614041"/>
                <a:ext cx="116473" cy="12792"/>
              </a:xfrm>
              <a:custGeom>
                <a:avLst/>
                <a:gdLst>
                  <a:gd name="T0" fmla="*/ 68 w 73"/>
                  <a:gd name="T1" fmla="*/ 8 h 8"/>
                  <a:gd name="T2" fmla="*/ 5 w 73"/>
                  <a:gd name="T3" fmla="*/ 8 h 8"/>
                  <a:gd name="T4" fmla="*/ 0 w 73"/>
                  <a:gd name="T5" fmla="*/ 4 h 8"/>
                  <a:gd name="T6" fmla="*/ 5 w 73"/>
                  <a:gd name="T7" fmla="*/ 0 h 8"/>
                  <a:gd name="T8" fmla="*/ 68 w 73"/>
                  <a:gd name="T9" fmla="*/ 0 h 8"/>
                  <a:gd name="T10" fmla="*/ 73 w 73"/>
                  <a:gd name="T11" fmla="*/ 4 h 8"/>
                  <a:gd name="T12" fmla="*/ 68 w 73"/>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73" h="8">
                    <a:moveTo>
                      <a:pt x="68" y="8"/>
                    </a:moveTo>
                    <a:cubicBezTo>
                      <a:pt x="5" y="8"/>
                      <a:pt x="5" y="8"/>
                      <a:pt x="5" y="8"/>
                    </a:cubicBezTo>
                    <a:cubicBezTo>
                      <a:pt x="2" y="8"/>
                      <a:pt x="0" y="7"/>
                      <a:pt x="0" y="4"/>
                    </a:cubicBezTo>
                    <a:cubicBezTo>
                      <a:pt x="0" y="1"/>
                      <a:pt x="2" y="0"/>
                      <a:pt x="5" y="0"/>
                    </a:cubicBezTo>
                    <a:cubicBezTo>
                      <a:pt x="68" y="0"/>
                      <a:pt x="68" y="0"/>
                      <a:pt x="68" y="0"/>
                    </a:cubicBezTo>
                    <a:cubicBezTo>
                      <a:pt x="71" y="0"/>
                      <a:pt x="73" y="1"/>
                      <a:pt x="73" y="4"/>
                    </a:cubicBezTo>
                    <a:cubicBezTo>
                      <a:pt x="73" y="7"/>
                      <a:pt x="71" y="8"/>
                      <a:pt x="68" y="8"/>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Freeform: Shape 91"/>
              <p:cNvSpPr/>
              <p:nvPr/>
            </p:nvSpPr>
            <p:spPr bwMode="auto">
              <a:xfrm>
                <a:off x="5407260" y="4429569"/>
                <a:ext cx="116473" cy="18851"/>
              </a:xfrm>
              <a:custGeom>
                <a:avLst/>
                <a:gdLst>
                  <a:gd name="T0" fmla="*/ 68 w 73"/>
                  <a:gd name="T1" fmla="*/ 12 h 12"/>
                  <a:gd name="T2" fmla="*/ 5 w 73"/>
                  <a:gd name="T3" fmla="*/ 12 h 12"/>
                  <a:gd name="T4" fmla="*/ 0 w 73"/>
                  <a:gd name="T5" fmla="*/ 6 h 12"/>
                  <a:gd name="T6" fmla="*/ 5 w 73"/>
                  <a:gd name="T7" fmla="*/ 0 h 12"/>
                  <a:gd name="T8" fmla="*/ 68 w 73"/>
                  <a:gd name="T9" fmla="*/ 0 h 12"/>
                  <a:gd name="T10" fmla="*/ 73 w 73"/>
                  <a:gd name="T11" fmla="*/ 6 h 12"/>
                  <a:gd name="T12" fmla="*/ 68 w 73"/>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3" h="12">
                    <a:moveTo>
                      <a:pt x="68" y="12"/>
                    </a:moveTo>
                    <a:cubicBezTo>
                      <a:pt x="5" y="12"/>
                      <a:pt x="5" y="12"/>
                      <a:pt x="5" y="12"/>
                    </a:cubicBezTo>
                    <a:cubicBezTo>
                      <a:pt x="2" y="12"/>
                      <a:pt x="0" y="9"/>
                      <a:pt x="0" y="6"/>
                    </a:cubicBezTo>
                    <a:cubicBezTo>
                      <a:pt x="0" y="3"/>
                      <a:pt x="2" y="0"/>
                      <a:pt x="5" y="0"/>
                    </a:cubicBezTo>
                    <a:cubicBezTo>
                      <a:pt x="68" y="0"/>
                      <a:pt x="68" y="0"/>
                      <a:pt x="68" y="0"/>
                    </a:cubicBezTo>
                    <a:cubicBezTo>
                      <a:pt x="71" y="0"/>
                      <a:pt x="73" y="3"/>
                      <a:pt x="73" y="6"/>
                    </a:cubicBezTo>
                    <a:cubicBezTo>
                      <a:pt x="73" y="9"/>
                      <a:pt x="71" y="12"/>
                      <a:pt x="68" y="12"/>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Freeform: Shape 92"/>
              <p:cNvSpPr/>
              <p:nvPr/>
            </p:nvSpPr>
            <p:spPr bwMode="auto">
              <a:xfrm>
                <a:off x="5407260" y="4474003"/>
                <a:ext cx="116473" cy="18851"/>
              </a:xfrm>
              <a:custGeom>
                <a:avLst/>
                <a:gdLst>
                  <a:gd name="T0" fmla="*/ 68 w 73"/>
                  <a:gd name="T1" fmla="*/ 12 h 12"/>
                  <a:gd name="T2" fmla="*/ 5 w 73"/>
                  <a:gd name="T3" fmla="*/ 12 h 12"/>
                  <a:gd name="T4" fmla="*/ 0 w 73"/>
                  <a:gd name="T5" fmla="*/ 6 h 12"/>
                  <a:gd name="T6" fmla="*/ 5 w 73"/>
                  <a:gd name="T7" fmla="*/ 0 h 12"/>
                  <a:gd name="T8" fmla="*/ 68 w 73"/>
                  <a:gd name="T9" fmla="*/ 0 h 12"/>
                  <a:gd name="T10" fmla="*/ 73 w 73"/>
                  <a:gd name="T11" fmla="*/ 6 h 12"/>
                  <a:gd name="T12" fmla="*/ 68 w 73"/>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3" h="12">
                    <a:moveTo>
                      <a:pt x="68" y="12"/>
                    </a:moveTo>
                    <a:cubicBezTo>
                      <a:pt x="5" y="12"/>
                      <a:pt x="5" y="12"/>
                      <a:pt x="5" y="12"/>
                    </a:cubicBezTo>
                    <a:cubicBezTo>
                      <a:pt x="2" y="12"/>
                      <a:pt x="0" y="9"/>
                      <a:pt x="0" y="6"/>
                    </a:cubicBezTo>
                    <a:cubicBezTo>
                      <a:pt x="0" y="3"/>
                      <a:pt x="2" y="0"/>
                      <a:pt x="5" y="0"/>
                    </a:cubicBezTo>
                    <a:cubicBezTo>
                      <a:pt x="68" y="0"/>
                      <a:pt x="68" y="0"/>
                      <a:pt x="68" y="0"/>
                    </a:cubicBezTo>
                    <a:cubicBezTo>
                      <a:pt x="71" y="0"/>
                      <a:pt x="73" y="3"/>
                      <a:pt x="73" y="6"/>
                    </a:cubicBezTo>
                    <a:cubicBezTo>
                      <a:pt x="73" y="9"/>
                      <a:pt x="71" y="12"/>
                      <a:pt x="68" y="12"/>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nvGrpSpPr>
            <p:cNvPr id="24" name="Group 93"/>
            <p:cNvGrpSpPr/>
            <p:nvPr/>
          </p:nvGrpSpPr>
          <p:grpSpPr>
            <a:xfrm>
              <a:off x="15576" y="3900"/>
              <a:ext cx="1612" cy="1752"/>
              <a:chOff x="6908619" y="2428654"/>
              <a:chExt cx="1364688" cy="1483182"/>
            </a:xfrm>
          </p:grpSpPr>
          <p:sp>
            <p:nvSpPr>
              <p:cNvPr id="93" name="Freeform: Shape 94"/>
              <p:cNvSpPr/>
              <p:nvPr/>
            </p:nvSpPr>
            <p:spPr bwMode="auto">
              <a:xfrm>
                <a:off x="6908619" y="2555900"/>
                <a:ext cx="1320253" cy="1355936"/>
              </a:xfrm>
              <a:custGeom>
                <a:avLst/>
                <a:gdLst>
                  <a:gd name="T0" fmla="*/ 407 w 829"/>
                  <a:gd name="T1" fmla="*/ 0 h 852"/>
                  <a:gd name="T2" fmla="*/ 31 w 829"/>
                  <a:gd name="T3" fmla="*/ 301 h 852"/>
                  <a:gd name="T4" fmla="*/ 149 w 829"/>
                  <a:gd name="T5" fmla="*/ 671 h 852"/>
                  <a:gd name="T6" fmla="*/ 125 w 829"/>
                  <a:gd name="T7" fmla="*/ 852 h 852"/>
                  <a:gd name="T8" fmla="*/ 306 w 829"/>
                  <a:gd name="T9" fmla="*/ 757 h 852"/>
                  <a:gd name="T10" fmla="*/ 323 w 829"/>
                  <a:gd name="T11" fmla="*/ 761 h 852"/>
                  <a:gd name="T12" fmla="*/ 408 w 829"/>
                  <a:gd name="T13" fmla="*/ 771 h 852"/>
                  <a:gd name="T14" fmla="*/ 783 w 829"/>
                  <a:gd name="T15" fmla="*/ 470 h 852"/>
                  <a:gd name="T16" fmla="*/ 491 w 829"/>
                  <a:gd name="T17" fmla="*/ 10 h 852"/>
                  <a:gd name="T18" fmla="*/ 407 w 829"/>
                  <a:gd name="T19" fmla="*/ 0 h 8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29" h="852">
                    <a:moveTo>
                      <a:pt x="407" y="0"/>
                    </a:moveTo>
                    <a:cubicBezTo>
                      <a:pt x="231" y="0"/>
                      <a:pt x="72" y="122"/>
                      <a:pt x="31" y="301"/>
                    </a:cubicBezTo>
                    <a:cubicBezTo>
                      <a:pt x="0" y="442"/>
                      <a:pt x="49" y="581"/>
                      <a:pt x="149" y="671"/>
                    </a:cubicBezTo>
                    <a:cubicBezTo>
                      <a:pt x="125" y="852"/>
                      <a:pt x="125" y="852"/>
                      <a:pt x="125" y="852"/>
                    </a:cubicBezTo>
                    <a:cubicBezTo>
                      <a:pt x="306" y="757"/>
                      <a:pt x="306" y="757"/>
                      <a:pt x="306" y="757"/>
                    </a:cubicBezTo>
                    <a:cubicBezTo>
                      <a:pt x="312" y="759"/>
                      <a:pt x="317" y="760"/>
                      <a:pt x="323" y="761"/>
                    </a:cubicBezTo>
                    <a:cubicBezTo>
                      <a:pt x="351" y="768"/>
                      <a:pt x="380" y="771"/>
                      <a:pt x="408" y="771"/>
                    </a:cubicBezTo>
                    <a:cubicBezTo>
                      <a:pt x="584" y="771"/>
                      <a:pt x="743" y="649"/>
                      <a:pt x="783" y="470"/>
                    </a:cubicBezTo>
                    <a:cubicBezTo>
                      <a:pt x="829" y="262"/>
                      <a:pt x="699" y="56"/>
                      <a:pt x="491" y="10"/>
                    </a:cubicBezTo>
                    <a:cubicBezTo>
                      <a:pt x="463" y="4"/>
                      <a:pt x="435" y="0"/>
                      <a:pt x="407"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Freeform: Shape 95"/>
              <p:cNvSpPr/>
              <p:nvPr/>
            </p:nvSpPr>
            <p:spPr bwMode="auto">
              <a:xfrm>
                <a:off x="6951707" y="2428654"/>
                <a:ext cx="1321600" cy="1413163"/>
              </a:xfrm>
              <a:custGeom>
                <a:avLst/>
                <a:gdLst>
                  <a:gd name="T0" fmla="*/ 492 w 830"/>
                  <a:gd name="T1" fmla="*/ 46 h 888"/>
                  <a:gd name="T2" fmla="*/ 32 w 830"/>
                  <a:gd name="T3" fmla="*/ 338 h 888"/>
                  <a:gd name="T4" fmla="*/ 149 w 830"/>
                  <a:gd name="T5" fmla="*/ 708 h 888"/>
                  <a:gd name="T6" fmla="*/ 126 w 830"/>
                  <a:gd name="T7" fmla="*/ 888 h 888"/>
                  <a:gd name="T8" fmla="*/ 306 w 830"/>
                  <a:gd name="T9" fmla="*/ 793 h 888"/>
                  <a:gd name="T10" fmla="*/ 323 w 830"/>
                  <a:gd name="T11" fmla="*/ 798 h 888"/>
                  <a:gd name="T12" fmla="*/ 783 w 830"/>
                  <a:gd name="T13" fmla="*/ 506 h 888"/>
                  <a:gd name="T14" fmla="*/ 492 w 830"/>
                  <a:gd name="T15" fmla="*/ 46 h 8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0" h="888">
                    <a:moveTo>
                      <a:pt x="492" y="46"/>
                    </a:moveTo>
                    <a:cubicBezTo>
                      <a:pt x="284" y="0"/>
                      <a:pt x="78" y="130"/>
                      <a:pt x="32" y="338"/>
                    </a:cubicBezTo>
                    <a:cubicBezTo>
                      <a:pt x="0" y="478"/>
                      <a:pt x="50" y="618"/>
                      <a:pt x="149" y="708"/>
                    </a:cubicBezTo>
                    <a:cubicBezTo>
                      <a:pt x="126" y="888"/>
                      <a:pt x="126" y="888"/>
                      <a:pt x="126" y="888"/>
                    </a:cubicBezTo>
                    <a:cubicBezTo>
                      <a:pt x="306" y="793"/>
                      <a:pt x="306" y="793"/>
                      <a:pt x="306" y="793"/>
                    </a:cubicBezTo>
                    <a:cubicBezTo>
                      <a:pt x="312" y="795"/>
                      <a:pt x="317" y="796"/>
                      <a:pt x="323" y="798"/>
                    </a:cubicBezTo>
                    <a:cubicBezTo>
                      <a:pt x="531" y="844"/>
                      <a:pt x="737" y="714"/>
                      <a:pt x="783" y="506"/>
                    </a:cubicBezTo>
                    <a:cubicBezTo>
                      <a:pt x="830" y="299"/>
                      <a:pt x="699" y="93"/>
                      <a:pt x="492" y="46"/>
                    </a:cubicBezTo>
                    <a:close/>
                  </a:path>
                </a:pathLst>
              </a:custGeom>
              <a:solidFill>
                <a:schemeClr val="accent4"/>
              </a:solidFill>
              <a:ln>
                <a:noFill/>
              </a:ln>
            </p:spPr>
            <p:txBody>
              <a:bodyPr anchor="ctr"/>
              <a:lstStyle/>
              <a:p>
                <a:pPr algn="ctr"/>
              </a:p>
            </p:txBody>
          </p:sp>
          <p:sp>
            <p:nvSpPr>
              <p:cNvPr id="95" name="Freeform: Shape 96"/>
              <p:cNvSpPr/>
              <p:nvPr/>
            </p:nvSpPr>
            <p:spPr bwMode="auto">
              <a:xfrm>
                <a:off x="7359700" y="2754510"/>
                <a:ext cx="493496" cy="681334"/>
              </a:xfrm>
              <a:custGeom>
                <a:avLst/>
                <a:gdLst>
                  <a:gd name="T0" fmla="*/ 200 w 310"/>
                  <a:gd name="T1" fmla="*/ 39 h 428"/>
                  <a:gd name="T2" fmla="*/ 205 w 310"/>
                  <a:gd name="T3" fmla="*/ 40 h 428"/>
                  <a:gd name="T4" fmla="*/ 215 w 310"/>
                  <a:gd name="T5" fmla="*/ 23 h 428"/>
                  <a:gd name="T6" fmla="*/ 206 w 310"/>
                  <a:gd name="T7" fmla="*/ 5 h 428"/>
                  <a:gd name="T8" fmla="*/ 196 w 310"/>
                  <a:gd name="T9" fmla="*/ 9 h 428"/>
                  <a:gd name="T10" fmla="*/ 123 w 310"/>
                  <a:gd name="T11" fmla="*/ 0 h 428"/>
                  <a:gd name="T12" fmla="*/ 97 w 310"/>
                  <a:gd name="T13" fmla="*/ 11 h 428"/>
                  <a:gd name="T14" fmla="*/ 104 w 310"/>
                  <a:gd name="T15" fmla="*/ 17 h 428"/>
                  <a:gd name="T16" fmla="*/ 99 w 310"/>
                  <a:gd name="T17" fmla="*/ 35 h 428"/>
                  <a:gd name="T18" fmla="*/ 120 w 310"/>
                  <a:gd name="T19" fmla="*/ 38 h 428"/>
                  <a:gd name="T20" fmla="*/ 120 w 310"/>
                  <a:gd name="T21" fmla="*/ 182 h 428"/>
                  <a:gd name="T22" fmla="*/ 13 w 310"/>
                  <a:gd name="T23" fmla="*/ 347 h 428"/>
                  <a:gd name="T24" fmla="*/ 3 w 310"/>
                  <a:gd name="T25" fmla="*/ 399 h 428"/>
                  <a:gd name="T26" fmla="*/ 89 w 310"/>
                  <a:gd name="T27" fmla="*/ 426 h 428"/>
                  <a:gd name="T28" fmla="*/ 286 w 310"/>
                  <a:gd name="T29" fmla="*/ 414 h 428"/>
                  <a:gd name="T30" fmla="*/ 310 w 310"/>
                  <a:gd name="T31" fmla="*/ 388 h 428"/>
                  <a:gd name="T32" fmla="*/ 199 w 310"/>
                  <a:gd name="T33" fmla="*/ 178 h 428"/>
                  <a:gd name="T34" fmla="*/ 192 w 310"/>
                  <a:gd name="T35" fmla="*/ 182 h 428"/>
                  <a:gd name="T36" fmla="*/ 284 w 310"/>
                  <a:gd name="T37" fmla="*/ 354 h 428"/>
                  <a:gd name="T38" fmla="*/ 293 w 310"/>
                  <a:gd name="T39" fmla="*/ 391 h 428"/>
                  <a:gd name="T40" fmla="*/ 219 w 310"/>
                  <a:gd name="T41" fmla="*/ 410 h 428"/>
                  <a:gd name="T42" fmla="*/ 29 w 310"/>
                  <a:gd name="T43" fmla="*/ 399 h 428"/>
                  <a:gd name="T44" fmla="*/ 16 w 310"/>
                  <a:gd name="T45" fmla="*/ 388 h 428"/>
                  <a:gd name="T46" fmla="*/ 81 w 310"/>
                  <a:gd name="T47" fmla="*/ 260 h 428"/>
                  <a:gd name="T48" fmla="*/ 128 w 310"/>
                  <a:gd name="T49" fmla="*/ 38 h 428"/>
                  <a:gd name="T50" fmla="*/ 121 w 310"/>
                  <a:gd name="T51" fmla="*/ 30 h 428"/>
                  <a:gd name="T52" fmla="*/ 121 w 310"/>
                  <a:gd name="T53" fmla="*/ 30 h 428"/>
                  <a:gd name="T54" fmla="*/ 112 w 310"/>
                  <a:gd name="T55" fmla="*/ 25 h 428"/>
                  <a:gd name="T56" fmla="*/ 112 w 310"/>
                  <a:gd name="T57" fmla="*/ 17 h 428"/>
                  <a:gd name="T58" fmla="*/ 112 w 310"/>
                  <a:gd name="T59" fmla="*/ 18 h 428"/>
                  <a:gd name="T60" fmla="*/ 112 w 310"/>
                  <a:gd name="T61" fmla="*/ 18 h 428"/>
                  <a:gd name="T62" fmla="*/ 112 w 310"/>
                  <a:gd name="T63" fmla="*/ 18 h 428"/>
                  <a:gd name="T64" fmla="*/ 111 w 310"/>
                  <a:gd name="T65" fmla="*/ 18 h 428"/>
                  <a:gd name="T66" fmla="*/ 111 w 310"/>
                  <a:gd name="T67" fmla="*/ 18 h 428"/>
                  <a:gd name="T68" fmla="*/ 117 w 310"/>
                  <a:gd name="T69" fmla="*/ 16 h 428"/>
                  <a:gd name="T70" fmla="*/ 122 w 310"/>
                  <a:gd name="T71" fmla="*/ 16 h 428"/>
                  <a:gd name="T72" fmla="*/ 196 w 310"/>
                  <a:gd name="T73" fmla="*/ 14 h 428"/>
                  <a:gd name="T74" fmla="*/ 196 w 310"/>
                  <a:gd name="T75" fmla="*/ 14 h 428"/>
                  <a:gd name="T76" fmla="*/ 195 w 310"/>
                  <a:gd name="T77" fmla="*/ 17 h 428"/>
                  <a:gd name="T78" fmla="*/ 195 w 310"/>
                  <a:gd name="T79" fmla="*/ 17 h 428"/>
                  <a:gd name="T80" fmla="*/ 199 w 310"/>
                  <a:gd name="T81" fmla="*/ 23 h 428"/>
                  <a:gd name="T82" fmla="*/ 200 w 310"/>
                  <a:gd name="T83" fmla="*/ 25 h 428"/>
                  <a:gd name="T84" fmla="*/ 200 w 310"/>
                  <a:gd name="T85" fmla="*/ 25 h 428"/>
                  <a:gd name="T86" fmla="*/ 207 w 310"/>
                  <a:gd name="T87" fmla="*/ 23 h 428"/>
                  <a:gd name="T88" fmla="*/ 200 w 310"/>
                  <a:gd name="T89" fmla="*/ 22 h 428"/>
                  <a:gd name="T90" fmla="*/ 200 w 310"/>
                  <a:gd name="T91" fmla="*/ 22 h 428"/>
                  <a:gd name="T92" fmla="*/ 200 w 310"/>
                  <a:gd name="T93" fmla="*/ 22 h 428"/>
                  <a:gd name="T94" fmla="*/ 200 w 310"/>
                  <a:gd name="T95" fmla="*/ 22 h 428"/>
                  <a:gd name="T96" fmla="*/ 200 w 310"/>
                  <a:gd name="T97" fmla="*/ 22 h 428"/>
                  <a:gd name="T98" fmla="*/ 192 w 310"/>
                  <a:gd name="T99" fmla="*/ 29 h 428"/>
                  <a:gd name="T100" fmla="*/ 188 w 310"/>
                  <a:gd name="T101" fmla="*/ 32 h 428"/>
                  <a:gd name="T102" fmla="*/ 188 w 310"/>
                  <a:gd name="T103" fmla="*/ 32 h 428"/>
                  <a:gd name="T104" fmla="*/ 188 w 310"/>
                  <a:gd name="T105" fmla="*/ 32 h 428"/>
                  <a:gd name="T106" fmla="*/ 185 w 310"/>
                  <a:gd name="T107" fmla="*/ 187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10" h="428">
                    <a:moveTo>
                      <a:pt x="192" y="182"/>
                    </a:moveTo>
                    <a:cubicBezTo>
                      <a:pt x="200" y="182"/>
                      <a:pt x="200" y="182"/>
                      <a:pt x="200" y="182"/>
                    </a:cubicBezTo>
                    <a:cubicBezTo>
                      <a:pt x="200" y="39"/>
                      <a:pt x="200" y="39"/>
                      <a:pt x="200" y="39"/>
                    </a:cubicBezTo>
                    <a:cubicBezTo>
                      <a:pt x="192" y="39"/>
                      <a:pt x="192" y="39"/>
                      <a:pt x="192" y="39"/>
                    </a:cubicBezTo>
                    <a:cubicBezTo>
                      <a:pt x="196" y="46"/>
                      <a:pt x="196" y="46"/>
                      <a:pt x="196" y="46"/>
                    </a:cubicBezTo>
                    <a:cubicBezTo>
                      <a:pt x="196" y="45"/>
                      <a:pt x="200" y="43"/>
                      <a:pt x="205" y="40"/>
                    </a:cubicBezTo>
                    <a:cubicBezTo>
                      <a:pt x="207" y="38"/>
                      <a:pt x="209" y="36"/>
                      <a:pt x="211" y="34"/>
                    </a:cubicBezTo>
                    <a:cubicBezTo>
                      <a:pt x="212" y="32"/>
                      <a:pt x="213" y="31"/>
                      <a:pt x="214" y="29"/>
                    </a:cubicBezTo>
                    <a:cubicBezTo>
                      <a:pt x="215" y="28"/>
                      <a:pt x="215" y="25"/>
                      <a:pt x="215" y="23"/>
                    </a:cubicBezTo>
                    <a:cubicBezTo>
                      <a:pt x="215" y="22"/>
                      <a:pt x="215" y="22"/>
                      <a:pt x="215" y="21"/>
                    </a:cubicBezTo>
                    <a:cubicBezTo>
                      <a:pt x="215" y="21"/>
                      <a:pt x="214" y="17"/>
                      <a:pt x="211" y="12"/>
                    </a:cubicBezTo>
                    <a:cubicBezTo>
                      <a:pt x="210" y="10"/>
                      <a:pt x="209" y="7"/>
                      <a:pt x="206" y="5"/>
                    </a:cubicBezTo>
                    <a:cubicBezTo>
                      <a:pt x="205" y="4"/>
                      <a:pt x="204" y="3"/>
                      <a:pt x="202" y="2"/>
                    </a:cubicBezTo>
                    <a:cubicBezTo>
                      <a:pt x="200" y="1"/>
                      <a:pt x="198" y="1"/>
                      <a:pt x="196" y="1"/>
                    </a:cubicBezTo>
                    <a:cubicBezTo>
                      <a:pt x="196" y="9"/>
                      <a:pt x="196" y="9"/>
                      <a:pt x="196" y="9"/>
                    </a:cubicBezTo>
                    <a:cubicBezTo>
                      <a:pt x="196" y="1"/>
                      <a:pt x="196" y="1"/>
                      <a:pt x="196" y="1"/>
                    </a:cubicBezTo>
                    <a:cubicBezTo>
                      <a:pt x="123" y="0"/>
                      <a:pt x="123" y="0"/>
                      <a:pt x="123" y="0"/>
                    </a:cubicBezTo>
                    <a:cubicBezTo>
                      <a:pt x="123" y="0"/>
                      <a:pt x="123" y="0"/>
                      <a:pt x="123" y="0"/>
                    </a:cubicBezTo>
                    <a:cubicBezTo>
                      <a:pt x="118" y="0"/>
                      <a:pt x="113" y="0"/>
                      <a:pt x="108" y="2"/>
                    </a:cubicBezTo>
                    <a:cubicBezTo>
                      <a:pt x="105" y="3"/>
                      <a:pt x="103" y="4"/>
                      <a:pt x="100" y="7"/>
                    </a:cubicBezTo>
                    <a:cubicBezTo>
                      <a:pt x="99" y="8"/>
                      <a:pt x="98" y="9"/>
                      <a:pt x="97" y="11"/>
                    </a:cubicBezTo>
                    <a:cubicBezTo>
                      <a:pt x="96" y="13"/>
                      <a:pt x="96" y="15"/>
                      <a:pt x="96" y="17"/>
                    </a:cubicBezTo>
                    <a:cubicBezTo>
                      <a:pt x="96" y="17"/>
                      <a:pt x="96" y="17"/>
                      <a:pt x="96" y="17"/>
                    </a:cubicBezTo>
                    <a:cubicBezTo>
                      <a:pt x="104" y="17"/>
                      <a:pt x="104" y="17"/>
                      <a:pt x="104" y="17"/>
                    </a:cubicBezTo>
                    <a:cubicBezTo>
                      <a:pt x="96" y="15"/>
                      <a:pt x="96" y="15"/>
                      <a:pt x="96" y="15"/>
                    </a:cubicBezTo>
                    <a:cubicBezTo>
                      <a:pt x="96" y="17"/>
                      <a:pt x="95" y="20"/>
                      <a:pt x="95" y="22"/>
                    </a:cubicBezTo>
                    <a:cubicBezTo>
                      <a:pt x="95" y="27"/>
                      <a:pt x="97" y="31"/>
                      <a:pt x="99" y="35"/>
                    </a:cubicBezTo>
                    <a:cubicBezTo>
                      <a:pt x="103" y="40"/>
                      <a:pt x="108" y="43"/>
                      <a:pt x="112" y="44"/>
                    </a:cubicBezTo>
                    <a:cubicBezTo>
                      <a:pt x="116" y="46"/>
                      <a:pt x="118" y="46"/>
                      <a:pt x="119" y="46"/>
                    </a:cubicBezTo>
                    <a:cubicBezTo>
                      <a:pt x="120" y="38"/>
                      <a:pt x="120" y="38"/>
                      <a:pt x="120" y="38"/>
                    </a:cubicBezTo>
                    <a:cubicBezTo>
                      <a:pt x="112" y="38"/>
                      <a:pt x="112" y="38"/>
                      <a:pt x="112" y="38"/>
                    </a:cubicBezTo>
                    <a:cubicBezTo>
                      <a:pt x="112" y="182"/>
                      <a:pt x="112" y="182"/>
                      <a:pt x="112" y="182"/>
                    </a:cubicBezTo>
                    <a:cubicBezTo>
                      <a:pt x="120" y="182"/>
                      <a:pt x="120" y="182"/>
                      <a:pt x="120" y="182"/>
                    </a:cubicBezTo>
                    <a:cubicBezTo>
                      <a:pt x="113" y="178"/>
                      <a:pt x="113" y="178"/>
                      <a:pt x="113" y="178"/>
                    </a:cubicBezTo>
                    <a:cubicBezTo>
                      <a:pt x="93" y="210"/>
                      <a:pt x="65" y="253"/>
                      <a:pt x="42" y="292"/>
                    </a:cubicBezTo>
                    <a:cubicBezTo>
                      <a:pt x="30" y="312"/>
                      <a:pt x="20" y="331"/>
                      <a:pt x="13" y="347"/>
                    </a:cubicBezTo>
                    <a:cubicBezTo>
                      <a:pt x="9" y="355"/>
                      <a:pt x="6" y="363"/>
                      <a:pt x="4" y="370"/>
                    </a:cubicBezTo>
                    <a:cubicBezTo>
                      <a:pt x="2" y="376"/>
                      <a:pt x="0" y="382"/>
                      <a:pt x="0" y="388"/>
                    </a:cubicBezTo>
                    <a:cubicBezTo>
                      <a:pt x="0" y="392"/>
                      <a:pt x="1" y="396"/>
                      <a:pt x="3" y="399"/>
                    </a:cubicBezTo>
                    <a:cubicBezTo>
                      <a:pt x="5" y="403"/>
                      <a:pt x="8" y="406"/>
                      <a:pt x="11" y="408"/>
                    </a:cubicBezTo>
                    <a:cubicBezTo>
                      <a:pt x="18" y="412"/>
                      <a:pt x="26" y="415"/>
                      <a:pt x="36" y="417"/>
                    </a:cubicBezTo>
                    <a:cubicBezTo>
                      <a:pt x="50" y="421"/>
                      <a:pt x="69" y="424"/>
                      <a:pt x="89" y="426"/>
                    </a:cubicBezTo>
                    <a:cubicBezTo>
                      <a:pt x="110" y="427"/>
                      <a:pt x="132" y="428"/>
                      <a:pt x="155" y="428"/>
                    </a:cubicBezTo>
                    <a:cubicBezTo>
                      <a:pt x="189" y="428"/>
                      <a:pt x="224" y="426"/>
                      <a:pt x="251" y="422"/>
                    </a:cubicBezTo>
                    <a:cubicBezTo>
                      <a:pt x="265" y="420"/>
                      <a:pt x="277" y="417"/>
                      <a:pt x="286" y="414"/>
                    </a:cubicBezTo>
                    <a:cubicBezTo>
                      <a:pt x="291" y="412"/>
                      <a:pt x="295" y="410"/>
                      <a:pt x="299" y="408"/>
                    </a:cubicBezTo>
                    <a:cubicBezTo>
                      <a:pt x="302" y="406"/>
                      <a:pt x="305" y="403"/>
                      <a:pt x="307" y="399"/>
                    </a:cubicBezTo>
                    <a:cubicBezTo>
                      <a:pt x="309" y="396"/>
                      <a:pt x="310" y="392"/>
                      <a:pt x="310" y="388"/>
                    </a:cubicBezTo>
                    <a:cubicBezTo>
                      <a:pt x="310" y="383"/>
                      <a:pt x="309" y="377"/>
                      <a:pt x="307" y="370"/>
                    </a:cubicBezTo>
                    <a:cubicBezTo>
                      <a:pt x="303" y="358"/>
                      <a:pt x="297" y="344"/>
                      <a:pt x="289" y="329"/>
                    </a:cubicBezTo>
                    <a:cubicBezTo>
                      <a:pt x="266" y="282"/>
                      <a:pt x="228" y="222"/>
                      <a:pt x="199" y="178"/>
                    </a:cubicBezTo>
                    <a:cubicBezTo>
                      <a:pt x="192" y="182"/>
                      <a:pt x="192" y="182"/>
                      <a:pt x="192" y="182"/>
                    </a:cubicBezTo>
                    <a:cubicBezTo>
                      <a:pt x="200" y="182"/>
                      <a:pt x="200" y="182"/>
                      <a:pt x="200" y="182"/>
                    </a:cubicBezTo>
                    <a:cubicBezTo>
                      <a:pt x="192" y="182"/>
                      <a:pt x="192" y="182"/>
                      <a:pt x="192" y="182"/>
                    </a:cubicBezTo>
                    <a:cubicBezTo>
                      <a:pt x="185" y="187"/>
                      <a:pt x="185" y="187"/>
                      <a:pt x="185" y="187"/>
                    </a:cubicBezTo>
                    <a:cubicBezTo>
                      <a:pt x="207" y="220"/>
                      <a:pt x="235" y="263"/>
                      <a:pt x="257" y="301"/>
                    </a:cubicBezTo>
                    <a:cubicBezTo>
                      <a:pt x="267" y="321"/>
                      <a:pt x="277" y="339"/>
                      <a:pt x="284" y="354"/>
                    </a:cubicBezTo>
                    <a:cubicBezTo>
                      <a:pt x="287" y="362"/>
                      <a:pt x="290" y="369"/>
                      <a:pt x="291" y="375"/>
                    </a:cubicBezTo>
                    <a:cubicBezTo>
                      <a:pt x="293" y="381"/>
                      <a:pt x="294" y="385"/>
                      <a:pt x="294" y="388"/>
                    </a:cubicBezTo>
                    <a:cubicBezTo>
                      <a:pt x="294" y="390"/>
                      <a:pt x="293" y="391"/>
                      <a:pt x="293" y="391"/>
                    </a:cubicBezTo>
                    <a:cubicBezTo>
                      <a:pt x="293" y="392"/>
                      <a:pt x="292" y="393"/>
                      <a:pt x="290" y="394"/>
                    </a:cubicBezTo>
                    <a:cubicBezTo>
                      <a:pt x="286" y="397"/>
                      <a:pt x="279" y="400"/>
                      <a:pt x="270" y="402"/>
                    </a:cubicBezTo>
                    <a:cubicBezTo>
                      <a:pt x="257" y="405"/>
                      <a:pt x="239" y="408"/>
                      <a:pt x="219" y="410"/>
                    </a:cubicBezTo>
                    <a:cubicBezTo>
                      <a:pt x="199" y="411"/>
                      <a:pt x="177" y="412"/>
                      <a:pt x="155" y="412"/>
                    </a:cubicBezTo>
                    <a:cubicBezTo>
                      <a:pt x="121" y="412"/>
                      <a:pt x="88" y="410"/>
                      <a:pt x="62" y="406"/>
                    </a:cubicBezTo>
                    <a:cubicBezTo>
                      <a:pt x="48" y="404"/>
                      <a:pt x="37" y="402"/>
                      <a:pt x="29" y="399"/>
                    </a:cubicBezTo>
                    <a:cubicBezTo>
                      <a:pt x="25" y="397"/>
                      <a:pt x="22" y="396"/>
                      <a:pt x="20" y="394"/>
                    </a:cubicBezTo>
                    <a:cubicBezTo>
                      <a:pt x="18" y="393"/>
                      <a:pt x="17" y="392"/>
                      <a:pt x="17" y="391"/>
                    </a:cubicBezTo>
                    <a:cubicBezTo>
                      <a:pt x="17" y="391"/>
                      <a:pt x="16" y="390"/>
                      <a:pt x="16" y="388"/>
                    </a:cubicBezTo>
                    <a:cubicBezTo>
                      <a:pt x="16" y="385"/>
                      <a:pt x="17" y="380"/>
                      <a:pt x="19" y="374"/>
                    </a:cubicBezTo>
                    <a:cubicBezTo>
                      <a:pt x="22" y="364"/>
                      <a:pt x="28" y="350"/>
                      <a:pt x="36" y="335"/>
                    </a:cubicBezTo>
                    <a:cubicBezTo>
                      <a:pt x="48" y="312"/>
                      <a:pt x="64" y="286"/>
                      <a:pt x="81" y="260"/>
                    </a:cubicBezTo>
                    <a:cubicBezTo>
                      <a:pt x="97" y="233"/>
                      <a:pt x="113" y="208"/>
                      <a:pt x="127" y="186"/>
                    </a:cubicBezTo>
                    <a:cubicBezTo>
                      <a:pt x="128" y="185"/>
                      <a:pt x="128" y="184"/>
                      <a:pt x="128" y="182"/>
                    </a:cubicBezTo>
                    <a:cubicBezTo>
                      <a:pt x="128" y="38"/>
                      <a:pt x="128" y="38"/>
                      <a:pt x="128" y="38"/>
                    </a:cubicBezTo>
                    <a:cubicBezTo>
                      <a:pt x="128" y="34"/>
                      <a:pt x="125" y="31"/>
                      <a:pt x="121" y="30"/>
                    </a:cubicBezTo>
                    <a:cubicBezTo>
                      <a:pt x="121" y="35"/>
                      <a:pt x="121" y="35"/>
                      <a:pt x="121" y="35"/>
                    </a:cubicBezTo>
                    <a:cubicBezTo>
                      <a:pt x="121" y="30"/>
                      <a:pt x="121" y="30"/>
                      <a:pt x="121" y="30"/>
                    </a:cubicBezTo>
                    <a:cubicBezTo>
                      <a:pt x="121" y="30"/>
                      <a:pt x="121" y="30"/>
                      <a:pt x="121" y="30"/>
                    </a:cubicBezTo>
                    <a:cubicBezTo>
                      <a:pt x="121" y="35"/>
                      <a:pt x="121" y="35"/>
                      <a:pt x="121" y="35"/>
                    </a:cubicBezTo>
                    <a:cubicBezTo>
                      <a:pt x="121" y="30"/>
                      <a:pt x="121" y="30"/>
                      <a:pt x="121" y="30"/>
                    </a:cubicBezTo>
                    <a:cubicBezTo>
                      <a:pt x="121" y="30"/>
                      <a:pt x="121" y="30"/>
                      <a:pt x="121" y="30"/>
                    </a:cubicBezTo>
                    <a:cubicBezTo>
                      <a:pt x="120" y="30"/>
                      <a:pt x="117" y="29"/>
                      <a:pt x="115" y="28"/>
                    </a:cubicBezTo>
                    <a:cubicBezTo>
                      <a:pt x="114" y="27"/>
                      <a:pt x="113" y="26"/>
                      <a:pt x="112" y="25"/>
                    </a:cubicBezTo>
                    <a:cubicBezTo>
                      <a:pt x="112" y="24"/>
                      <a:pt x="111" y="23"/>
                      <a:pt x="111" y="22"/>
                    </a:cubicBezTo>
                    <a:cubicBezTo>
                      <a:pt x="111" y="21"/>
                      <a:pt x="112" y="20"/>
                      <a:pt x="112" y="19"/>
                    </a:cubicBezTo>
                    <a:cubicBezTo>
                      <a:pt x="112" y="18"/>
                      <a:pt x="112" y="18"/>
                      <a:pt x="112" y="17"/>
                    </a:cubicBezTo>
                    <a:cubicBezTo>
                      <a:pt x="112" y="17"/>
                      <a:pt x="112" y="17"/>
                      <a:pt x="112" y="17"/>
                    </a:cubicBezTo>
                    <a:cubicBezTo>
                      <a:pt x="110" y="17"/>
                      <a:pt x="110" y="17"/>
                      <a:pt x="110" y="17"/>
                    </a:cubicBezTo>
                    <a:cubicBezTo>
                      <a:pt x="112" y="18"/>
                      <a:pt x="112" y="18"/>
                      <a:pt x="112" y="18"/>
                    </a:cubicBezTo>
                    <a:cubicBezTo>
                      <a:pt x="112" y="17"/>
                      <a:pt x="112" y="17"/>
                      <a:pt x="112" y="17"/>
                    </a:cubicBezTo>
                    <a:cubicBezTo>
                      <a:pt x="110" y="17"/>
                      <a:pt x="110" y="17"/>
                      <a:pt x="110" y="17"/>
                    </a:cubicBezTo>
                    <a:cubicBezTo>
                      <a:pt x="112" y="18"/>
                      <a:pt x="112" y="18"/>
                      <a:pt x="112" y="18"/>
                    </a:cubicBezTo>
                    <a:cubicBezTo>
                      <a:pt x="110" y="17"/>
                      <a:pt x="110" y="17"/>
                      <a:pt x="110" y="17"/>
                    </a:cubicBezTo>
                    <a:cubicBezTo>
                      <a:pt x="112" y="18"/>
                      <a:pt x="112" y="18"/>
                      <a:pt x="112" y="18"/>
                    </a:cubicBezTo>
                    <a:cubicBezTo>
                      <a:pt x="112" y="18"/>
                      <a:pt x="112" y="18"/>
                      <a:pt x="112" y="18"/>
                    </a:cubicBezTo>
                    <a:cubicBezTo>
                      <a:pt x="110" y="17"/>
                      <a:pt x="110" y="17"/>
                      <a:pt x="110" y="17"/>
                    </a:cubicBezTo>
                    <a:cubicBezTo>
                      <a:pt x="112" y="18"/>
                      <a:pt x="112" y="18"/>
                      <a:pt x="112" y="18"/>
                    </a:cubicBezTo>
                    <a:cubicBezTo>
                      <a:pt x="111" y="18"/>
                      <a:pt x="111" y="18"/>
                      <a:pt x="111" y="18"/>
                    </a:cubicBezTo>
                    <a:cubicBezTo>
                      <a:pt x="112" y="18"/>
                      <a:pt x="112" y="18"/>
                      <a:pt x="112" y="18"/>
                    </a:cubicBezTo>
                    <a:cubicBezTo>
                      <a:pt x="112" y="18"/>
                      <a:pt x="112" y="18"/>
                      <a:pt x="112" y="18"/>
                    </a:cubicBezTo>
                    <a:cubicBezTo>
                      <a:pt x="111" y="18"/>
                      <a:pt x="111" y="18"/>
                      <a:pt x="111" y="18"/>
                    </a:cubicBezTo>
                    <a:cubicBezTo>
                      <a:pt x="112" y="18"/>
                      <a:pt x="112" y="18"/>
                      <a:pt x="112" y="18"/>
                    </a:cubicBezTo>
                    <a:cubicBezTo>
                      <a:pt x="112" y="18"/>
                      <a:pt x="112" y="18"/>
                      <a:pt x="113" y="17"/>
                    </a:cubicBezTo>
                    <a:cubicBezTo>
                      <a:pt x="114" y="17"/>
                      <a:pt x="115" y="16"/>
                      <a:pt x="117" y="16"/>
                    </a:cubicBezTo>
                    <a:cubicBezTo>
                      <a:pt x="119" y="16"/>
                      <a:pt x="121" y="16"/>
                      <a:pt x="123" y="16"/>
                    </a:cubicBezTo>
                    <a:cubicBezTo>
                      <a:pt x="123" y="8"/>
                      <a:pt x="123" y="8"/>
                      <a:pt x="123" y="8"/>
                    </a:cubicBezTo>
                    <a:cubicBezTo>
                      <a:pt x="122" y="16"/>
                      <a:pt x="122" y="16"/>
                      <a:pt x="122" y="16"/>
                    </a:cubicBezTo>
                    <a:cubicBezTo>
                      <a:pt x="196" y="17"/>
                      <a:pt x="196" y="17"/>
                      <a:pt x="196" y="17"/>
                    </a:cubicBezTo>
                    <a:cubicBezTo>
                      <a:pt x="196" y="17"/>
                      <a:pt x="196" y="17"/>
                      <a:pt x="196" y="17"/>
                    </a:cubicBezTo>
                    <a:cubicBezTo>
                      <a:pt x="196" y="14"/>
                      <a:pt x="196" y="14"/>
                      <a:pt x="196" y="14"/>
                    </a:cubicBezTo>
                    <a:cubicBezTo>
                      <a:pt x="195" y="17"/>
                      <a:pt x="195" y="17"/>
                      <a:pt x="195" y="17"/>
                    </a:cubicBezTo>
                    <a:cubicBezTo>
                      <a:pt x="195" y="17"/>
                      <a:pt x="196" y="17"/>
                      <a:pt x="196" y="17"/>
                    </a:cubicBezTo>
                    <a:cubicBezTo>
                      <a:pt x="196" y="14"/>
                      <a:pt x="196" y="14"/>
                      <a:pt x="196" y="14"/>
                    </a:cubicBezTo>
                    <a:cubicBezTo>
                      <a:pt x="195" y="17"/>
                      <a:pt x="195" y="17"/>
                      <a:pt x="195" y="17"/>
                    </a:cubicBezTo>
                    <a:cubicBezTo>
                      <a:pt x="195" y="16"/>
                      <a:pt x="195" y="16"/>
                      <a:pt x="195" y="16"/>
                    </a:cubicBezTo>
                    <a:cubicBezTo>
                      <a:pt x="195" y="17"/>
                      <a:pt x="195" y="17"/>
                      <a:pt x="195" y="17"/>
                    </a:cubicBezTo>
                    <a:cubicBezTo>
                      <a:pt x="195" y="17"/>
                      <a:pt x="195" y="17"/>
                      <a:pt x="195" y="17"/>
                    </a:cubicBezTo>
                    <a:cubicBezTo>
                      <a:pt x="195" y="16"/>
                      <a:pt x="195" y="16"/>
                      <a:pt x="195" y="16"/>
                    </a:cubicBezTo>
                    <a:cubicBezTo>
                      <a:pt x="195" y="17"/>
                      <a:pt x="195" y="17"/>
                      <a:pt x="195" y="17"/>
                    </a:cubicBezTo>
                    <a:cubicBezTo>
                      <a:pt x="195" y="17"/>
                      <a:pt x="195" y="17"/>
                      <a:pt x="195" y="17"/>
                    </a:cubicBezTo>
                    <a:cubicBezTo>
                      <a:pt x="195" y="17"/>
                      <a:pt x="196" y="17"/>
                      <a:pt x="197" y="18"/>
                    </a:cubicBezTo>
                    <a:cubicBezTo>
                      <a:pt x="197" y="20"/>
                      <a:pt x="198" y="22"/>
                      <a:pt x="199" y="23"/>
                    </a:cubicBezTo>
                    <a:cubicBezTo>
                      <a:pt x="199" y="24"/>
                      <a:pt x="199" y="24"/>
                      <a:pt x="200" y="25"/>
                    </a:cubicBezTo>
                    <a:cubicBezTo>
                      <a:pt x="200" y="25"/>
                      <a:pt x="200" y="25"/>
                      <a:pt x="200" y="25"/>
                    </a:cubicBezTo>
                    <a:cubicBezTo>
                      <a:pt x="200" y="25"/>
                      <a:pt x="200" y="25"/>
                      <a:pt x="200" y="25"/>
                    </a:cubicBezTo>
                    <a:cubicBezTo>
                      <a:pt x="201" y="25"/>
                      <a:pt x="201" y="25"/>
                      <a:pt x="201" y="25"/>
                    </a:cubicBezTo>
                    <a:cubicBezTo>
                      <a:pt x="200" y="25"/>
                      <a:pt x="200" y="25"/>
                      <a:pt x="200" y="25"/>
                    </a:cubicBezTo>
                    <a:cubicBezTo>
                      <a:pt x="200" y="25"/>
                      <a:pt x="200" y="25"/>
                      <a:pt x="200" y="25"/>
                    </a:cubicBezTo>
                    <a:cubicBezTo>
                      <a:pt x="201" y="25"/>
                      <a:pt x="201" y="25"/>
                      <a:pt x="201" y="25"/>
                    </a:cubicBezTo>
                    <a:cubicBezTo>
                      <a:pt x="200" y="25"/>
                      <a:pt x="200" y="25"/>
                      <a:pt x="200" y="25"/>
                    </a:cubicBezTo>
                    <a:cubicBezTo>
                      <a:pt x="207" y="23"/>
                      <a:pt x="207" y="23"/>
                      <a:pt x="207" y="23"/>
                    </a:cubicBezTo>
                    <a:cubicBezTo>
                      <a:pt x="199" y="23"/>
                      <a:pt x="199" y="23"/>
                      <a:pt x="199" y="23"/>
                    </a:cubicBezTo>
                    <a:cubicBezTo>
                      <a:pt x="202" y="23"/>
                      <a:pt x="202" y="23"/>
                      <a:pt x="202" y="23"/>
                    </a:cubicBezTo>
                    <a:cubicBezTo>
                      <a:pt x="200" y="22"/>
                      <a:pt x="200" y="22"/>
                      <a:pt x="200" y="22"/>
                    </a:cubicBezTo>
                    <a:cubicBezTo>
                      <a:pt x="199" y="23"/>
                      <a:pt x="199" y="23"/>
                      <a:pt x="199" y="23"/>
                    </a:cubicBezTo>
                    <a:cubicBezTo>
                      <a:pt x="202" y="23"/>
                      <a:pt x="202" y="23"/>
                      <a:pt x="202" y="23"/>
                    </a:cubicBezTo>
                    <a:cubicBezTo>
                      <a:pt x="200" y="22"/>
                      <a:pt x="200" y="22"/>
                      <a:pt x="200" y="22"/>
                    </a:cubicBezTo>
                    <a:cubicBezTo>
                      <a:pt x="201" y="23"/>
                      <a:pt x="201" y="23"/>
                      <a:pt x="201" y="23"/>
                    </a:cubicBezTo>
                    <a:cubicBezTo>
                      <a:pt x="200" y="22"/>
                      <a:pt x="200" y="22"/>
                      <a:pt x="200" y="22"/>
                    </a:cubicBezTo>
                    <a:cubicBezTo>
                      <a:pt x="200" y="22"/>
                      <a:pt x="200" y="22"/>
                      <a:pt x="200" y="22"/>
                    </a:cubicBezTo>
                    <a:cubicBezTo>
                      <a:pt x="201" y="23"/>
                      <a:pt x="201" y="23"/>
                      <a:pt x="201" y="23"/>
                    </a:cubicBezTo>
                    <a:cubicBezTo>
                      <a:pt x="200" y="22"/>
                      <a:pt x="200" y="22"/>
                      <a:pt x="200" y="22"/>
                    </a:cubicBezTo>
                    <a:cubicBezTo>
                      <a:pt x="200" y="22"/>
                      <a:pt x="200" y="22"/>
                      <a:pt x="200" y="22"/>
                    </a:cubicBezTo>
                    <a:cubicBezTo>
                      <a:pt x="200" y="22"/>
                      <a:pt x="200" y="22"/>
                      <a:pt x="200" y="22"/>
                    </a:cubicBezTo>
                    <a:cubicBezTo>
                      <a:pt x="200" y="22"/>
                      <a:pt x="200" y="22"/>
                      <a:pt x="200" y="22"/>
                    </a:cubicBezTo>
                    <a:cubicBezTo>
                      <a:pt x="200" y="22"/>
                      <a:pt x="200" y="22"/>
                      <a:pt x="200" y="22"/>
                    </a:cubicBezTo>
                    <a:cubicBezTo>
                      <a:pt x="200" y="22"/>
                      <a:pt x="200" y="22"/>
                      <a:pt x="200" y="22"/>
                    </a:cubicBezTo>
                    <a:cubicBezTo>
                      <a:pt x="200" y="22"/>
                      <a:pt x="199" y="23"/>
                      <a:pt x="198" y="25"/>
                    </a:cubicBezTo>
                    <a:cubicBezTo>
                      <a:pt x="196" y="26"/>
                      <a:pt x="194" y="28"/>
                      <a:pt x="192" y="29"/>
                    </a:cubicBezTo>
                    <a:cubicBezTo>
                      <a:pt x="191" y="30"/>
                      <a:pt x="190" y="31"/>
                      <a:pt x="189" y="31"/>
                    </a:cubicBezTo>
                    <a:cubicBezTo>
                      <a:pt x="188" y="31"/>
                      <a:pt x="188" y="31"/>
                      <a:pt x="188" y="31"/>
                    </a:cubicBezTo>
                    <a:cubicBezTo>
                      <a:pt x="188" y="32"/>
                      <a:pt x="188" y="32"/>
                      <a:pt x="188" y="32"/>
                    </a:cubicBezTo>
                    <a:cubicBezTo>
                      <a:pt x="188" y="32"/>
                      <a:pt x="188" y="32"/>
                      <a:pt x="188" y="32"/>
                    </a:cubicBezTo>
                    <a:cubicBezTo>
                      <a:pt x="189" y="33"/>
                      <a:pt x="189" y="33"/>
                      <a:pt x="189" y="33"/>
                    </a:cubicBezTo>
                    <a:cubicBezTo>
                      <a:pt x="188" y="32"/>
                      <a:pt x="188" y="32"/>
                      <a:pt x="188" y="32"/>
                    </a:cubicBezTo>
                    <a:cubicBezTo>
                      <a:pt x="188" y="32"/>
                      <a:pt x="188" y="32"/>
                      <a:pt x="188" y="32"/>
                    </a:cubicBezTo>
                    <a:cubicBezTo>
                      <a:pt x="189" y="33"/>
                      <a:pt x="189" y="33"/>
                      <a:pt x="189" y="33"/>
                    </a:cubicBezTo>
                    <a:cubicBezTo>
                      <a:pt x="188" y="32"/>
                      <a:pt x="188" y="32"/>
                      <a:pt x="188" y="32"/>
                    </a:cubicBezTo>
                    <a:cubicBezTo>
                      <a:pt x="186" y="33"/>
                      <a:pt x="184" y="36"/>
                      <a:pt x="184" y="39"/>
                    </a:cubicBezTo>
                    <a:cubicBezTo>
                      <a:pt x="184" y="182"/>
                      <a:pt x="184" y="182"/>
                      <a:pt x="184" y="182"/>
                    </a:cubicBezTo>
                    <a:cubicBezTo>
                      <a:pt x="184" y="184"/>
                      <a:pt x="184" y="185"/>
                      <a:pt x="185" y="187"/>
                    </a:cubicBezTo>
                    <a:lnTo>
                      <a:pt x="192" y="182"/>
                    </a:lnTo>
                    <a:close/>
                  </a:path>
                </a:pathLst>
              </a:custGeom>
              <a:solidFill>
                <a:schemeClr val="bg2"/>
              </a:solidFill>
              <a:ln>
                <a:noFill/>
              </a:ln>
            </p:spPr>
            <p:txBody>
              <a:bodyPr anchor="ctr"/>
              <a:lstStyle/>
              <a:p>
                <a:pPr algn="ctr"/>
              </a:p>
            </p:txBody>
          </p:sp>
          <p:sp>
            <p:nvSpPr>
              <p:cNvPr id="96" name="Oval 97"/>
              <p:cNvSpPr/>
              <p:nvPr/>
            </p:nvSpPr>
            <p:spPr bwMode="auto">
              <a:xfrm>
                <a:off x="7588607" y="3060168"/>
                <a:ext cx="66652" cy="67326"/>
              </a:xfrm>
              <a:prstGeom prst="ellipse">
                <a:avLst/>
              </a:prstGeom>
              <a:solidFill>
                <a:schemeClr val="bg2"/>
              </a:solidFill>
              <a:ln>
                <a:noFill/>
              </a:ln>
            </p:spPr>
            <p:txBody>
              <a:bodyPr anchor="ctr"/>
              <a:lstStyle/>
              <a:p>
                <a:pPr algn="ctr"/>
              </a:p>
            </p:txBody>
          </p:sp>
          <p:sp>
            <p:nvSpPr>
              <p:cNvPr id="97" name="Freeform: Shape 98"/>
              <p:cNvSpPr/>
              <p:nvPr/>
            </p:nvSpPr>
            <p:spPr bwMode="auto">
              <a:xfrm>
                <a:off x="7429718" y="3157116"/>
                <a:ext cx="350093" cy="229580"/>
              </a:xfrm>
              <a:custGeom>
                <a:avLst/>
                <a:gdLst>
                  <a:gd name="T0" fmla="*/ 161 w 220"/>
                  <a:gd name="T1" fmla="*/ 0 h 144"/>
                  <a:gd name="T2" fmla="*/ 65 w 220"/>
                  <a:gd name="T3" fmla="*/ 3 h 144"/>
                  <a:gd name="T4" fmla="*/ 0 w 220"/>
                  <a:gd name="T5" fmla="*/ 118 h 144"/>
                  <a:gd name="T6" fmla="*/ 220 w 220"/>
                  <a:gd name="T7" fmla="*/ 119 h 144"/>
                  <a:gd name="T8" fmla="*/ 161 w 220"/>
                  <a:gd name="T9" fmla="*/ 0 h 144"/>
                  <a:gd name="T10" fmla="*/ 87 w 220"/>
                  <a:gd name="T11" fmla="*/ 87 h 144"/>
                  <a:gd name="T12" fmla="*/ 62 w 220"/>
                  <a:gd name="T13" fmla="*/ 63 h 144"/>
                  <a:gd name="T14" fmla="*/ 87 w 220"/>
                  <a:gd name="T15" fmla="*/ 39 h 144"/>
                  <a:gd name="T16" fmla="*/ 111 w 220"/>
                  <a:gd name="T17" fmla="*/ 63 h 144"/>
                  <a:gd name="T18" fmla="*/ 87 w 220"/>
                  <a:gd name="T19" fmla="*/ 87 h 144"/>
                  <a:gd name="T20" fmla="*/ 147 w 220"/>
                  <a:gd name="T21" fmla="*/ 103 h 144"/>
                  <a:gd name="T22" fmla="*/ 132 w 220"/>
                  <a:gd name="T23" fmla="*/ 88 h 144"/>
                  <a:gd name="T24" fmla="*/ 147 w 220"/>
                  <a:gd name="T25" fmla="*/ 74 h 144"/>
                  <a:gd name="T26" fmla="*/ 161 w 220"/>
                  <a:gd name="T27" fmla="*/ 88 h 144"/>
                  <a:gd name="T28" fmla="*/ 147 w 220"/>
                  <a:gd name="T29" fmla="*/ 103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0" h="144">
                    <a:moveTo>
                      <a:pt x="161" y="0"/>
                    </a:moveTo>
                    <a:cubicBezTo>
                      <a:pt x="65" y="3"/>
                      <a:pt x="65" y="3"/>
                      <a:pt x="65" y="3"/>
                    </a:cubicBezTo>
                    <a:cubicBezTo>
                      <a:pt x="0" y="118"/>
                      <a:pt x="0" y="118"/>
                      <a:pt x="0" y="118"/>
                    </a:cubicBezTo>
                    <a:cubicBezTo>
                      <a:pt x="39" y="134"/>
                      <a:pt x="147" y="144"/>
                      <a:pt x="220" y="119"/>
                    </a:cubicBezTo>
                    <a:lnTo>
                      <a:pt x="161" y="0"/>
                    </a:lnTo>
                    <a:close/>
                    <a:moveTo>
                      <a:pt x="87" y="87"/>
                    </a:moveTo>
                    <a:cubicBezTo>
                      <a:pt x="73" y="87"/>
                      <a:pt x="62" y="76"/>
                      <a:pt x="62" y="63"/>
                    </a:cubicBezTo>
                    <a:cubicBezTo>
                      <a:pt x="62" y="49"/>
                      <a:pt x="73" y="39"/>
                      <a:pt x="87" y="39"/>
                    </a:cubicBezTo>
                    <a:cubicBezTo>
                      <a:pt x="100" y="39"/>
                      <a:pt x="111" y="49"/>
                      <a:pt x="111" y="63"/>
                    </a:cubicBezTo>
                    <a:cubicBezTo>
                      <a:pt x="111" y="76"/>
                      <a:pt x="100" y="87"/>
                      <a:pt x="87" y="87"/>
                    </a:cubicBezTo>
                    <a:close/>
                    <a:moveTo>
                      <a:pt x="147" y="103"/>
                    </a:moveTo>
                    <a:cubicBezTo>
                      <a:pt x="139" y="103"/>
                      <a:pt x="132" y="96"/>
                      <a:pt x="132" y="88"/>
                    </a:cubicBezTo>
                    <a:cubicBezTo>
                      <a:pt x="132" y="81"/>
                      <a:pt x="139" y="74"/>
                      <a:pt x="147" y="74"/>
                    </a:cubicBezTo>
                    <a:cubicBezTo>
                      <a:pt x="155" y="74"/>
                      <a:pt x="161" y="81"/>
                      <a:pt x="161" y="88"/>
                    </a:cubicBezTo>
                    <a:cubicBezTo>
                      <a:pt x="161" y="96"/>
                      <a:pt x="155" y="103"/>
                      <a:pt x="147" y="103"/>
                    </a:cubicBezTo>
                    <a:close/>
                  </a:path>
                </a:pathLst>
              </a:custGeom>
              <a:solidFill>
                <a:schemeClr val="bg2"/>
              </a:solidFill>
              <a:ln>
                <a:noFill/>
              </a:ln>
            </p:spPr>
            <p:txBody>
              <a:bodyPr anchor="ctr"/>
              <a:lstStyle/>
              <a:p>
                <a:pPr algn="ctr"/>
              </a:p>
            </p:txBody>
          </p:sp>
        </p:grpSp>
        <p:grpSp>
          <p:nvGrpSpPr>
            <p:cNvPr id="25" name="Group 99"/>
            <p:cNvGrpSpPr/>
            <p:nvPr/>
          </p:nvGrpSpPr>
          <p:grpSpPr>
            <a:xfrm>
              <a:off x="15689" y="5919"/>
              <a:ext cx="1068" cy="1156"/>
              <a:chOff x="7004221" y="4138049"/>
              <a:chExt cx="904182" cy="978913"/>
            </a:xfrm>
          </p:grpSpPr>
          <p:sp>
            <p:nvSpPr>
              <p:cNvPr id="88" name="Freeform: Shape 100"/>
              <p:cNvSpPr/>
              <p:nvPr/>
            </p:nvSpPr>
            <p:spPr bwMode="auto">
              <a:xfrm>
                <a:off x="7088378" y="4158920"/>
                <a:ext cx="820025" cy="958042"/>
              </a:xfrm>
              <a:custGeom>
                <a:avLst/>
                <a:gdLst>
                  <a:gd name="T0" fmla="*/ 258 w 515"/>
                  <a:gd name="T1" fmla="*/ 0 h 602"/>
                  <a:gd name="T2" fmla="*/ 0 w 515"/>
                  <a:gd name="T3" fmla="*/ 257 h 602"/>
                  <a:gd name="T4" fmla="*/ 131 w 515"/>
                  <a:gd name="T5" fmla="*/ 481 h 602"/>
                  <a:gd name="T6" fmla="*/ 142 w 515"/>
                  <a:gd name="T7" fmla="*/ 602 h 602"/>
                  <a:gd name="T8" fmla="*/ 246 w 515"/>
                  <a:gd name="T9" fmla="*/ 514 h 602"/>
                  <a:gd name="T10" fmla="*/ 258 w 515"/>
                  <a:gd name="T11" fmla="*/ 514 h 602"/>
                  <a:gd name="T12" fmla="*/ 515 w 515"/>
                  <a:gd name="T13" fmla="*/ 257 h 602"/>
                  <a:gd name="T14" fmla="*/ 258 w 515"/>
                  <a:gd name="T15" fmla="*/ 0 h 6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5" h="602">
                    <a:moveTo>
                      <a:pt x="258" y="0"/>
                    </a:moveTo>
                    <a:cubicBezTo>
                      <a:pt x="116" y="0"/>
                      <a:pt x="0" y="115"/>
                      <a:pt x="0" y="257"/>
                    </a:cubicBezTo>
                    <a:cubicBezTo>
                      <a:pt x="0" y="353"/>
                      <a:pt x="53" y="437"/>
                      <a:pt x="131" y="481"/>
                    </a:cubicBezTo>
                    <a:cubicBezTo>
                      <a:pt x="142" y="602"/>
                      <a:pt x="142" y="602"/>
                      <a:pt x="142" y="602"/>
                    </a:cubicBezTo>
                    <a:cubicBezTo>
                      <a:pt x="246" y="514"/>
                      <a:pt x="246" y="514"/>
                      <a:pt x="246" y="514"/>
                    </a:cubicBezTo>
                    <a:cubicBezTo>
                      <a:pt x="250" y="514"/>
                      <a:pt x="254" y="514"/>
                      <a:pt x="258" y="514"/>
                    </a:cubicBezTo>
                    <a:cubicBezTo>
                      <a:pt x="400" y="514"/>
                      <a:pt x="515" y="399"/>
                      <a:pt x="515" y="257"/>
                    </a:cubicBezTo>
                    <a:cubicBezTo>
                      <a:pt x="515" y="115"/>
                      <a:pt x="400" y="0"/>
                      <a:pt x="258"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Freeform: Shape 101"/>
              <p:cNvSpPr/>
              <p:nvPr/>
            </p:nvSpPr>
            <p:spPr bwMode="auto">
              <a:xfrm>
                <a:off x="7004221" y="4138049"/>
                <a:ext cx="818678" cy="958042"/>
              </a:xfrm>
              <a:custGeom>
                <a:avLst/>
                <a:gdLst>
                  <a:gd name="T0" fmla="*/ 257 w 514"/>
                  <a:gd name="T1" fmla="*/ 0 h 602"/>
                  <a:gd name="T2" fmla="*/ 0 w 514"/>
                  <a:gd name="T3" fmla="*/ 257 h 602"/>
                  <a:gd name="T4" fmla="*/ 131 w 514"/>
                  <a:gd name="T5" fmla="*/ 481 h 602"/>
                  <a:gd name="T6" fmla="*/ 142 w 514"/>
                  <a:gd name="T7" fmla="*/ 602 h 602"/>
                  <a:gd name="T8" fmla="*/ 246 w 514"/>
                  <a:gd name="T9" fmla="*/ 514 h 602"/>
                  <a:gd name="T10" fmla="*/ 257 w 514"/>
                  <a:gd name="T11" fmla="*/ 514 h 602"/>
                  <a:gd name="T12" fmla="*/ 514 w 514"/>
                  <a:gd name="T13" fmla="*/ 257 h 602"/>
                  <a:gd name="T14" fmla="*/ 257 w 514"/>
                  <a:gd name="T15" fmla="*/ 0 h 6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4" h="602">
                    <a:moveTo>
                      <a:pt x="257" y="0"/>
                    </a:moveTo>
                    <a:cubicBezTo>
                      <a:pt x="115" y="0"/>
                      <a:pt x="0" y="115"/>
                      <a:pt x="0" y="257"/>
                    </a:cubicBezTo>
                    <a:cubicBezTo>
                      <a:pt x="0" y="353"/>
                      <a:pt x="53" y="437"/>
                      <a:pt x="131" y="481"/>
                    </a:cubicBezTo>
                    <a:cubicBezTo>
                      <a:pt x="142" y="602"/>
                      <a:pt x="142" y="602"/>
                      <a:pt x="142" y="602"/>
                    </a:cubicBezTo>
                    <a:cubicBezTo>
                      <a:pt x="246" y="514"/>
                      <a:pt x="246" y="514"/>
                      <a:pt x="246" y="514"/>
                    </a:cubicBezTo>
                    <a:cubicBezTo>
                      <a:pt x="249" y="514"/>
                      <a:pt x="253" y="514"/>
                      <a:pt x="257" y="514"/>
                    </a:cubicBezTo>
                    <a:cubicBezTo>
                      <a:pt x="399" y="514"/>
                      <a:pt x="514" y="399"/>
                      <a:pt x="514" y="257"/>
                    </a:cubicBezTo>
                    <a:cubicBezTo>
                      <a:pt x="514" y="115"/>
                      <a:pt x="399" y="0"/>
                      <a:pt x="257" y="0"/>
                    </a:cubicBezTo>
                    <a:close/>
                  </a:path>
                </a:pathLst>
              </a:custGeom>
              <a:solidFill>
                <a:schemeClr val="tx2"/>
              </a:solidFill>
              <a:ln>
                <a:noFill/>
              </a:ln>
            </p:spPr>
            <p:txBody>
              <a:bodyPr anchor="ctr"/>
              <a:lstStyle/>
              <a:p>
                <a:pPr algn="ctr"/>
              </a:p>
            </p:txBody>
          </p:sp>
          <p:sp>
            <p:nvSpPr>
              <p:cNvPr id="90" name="Freeform: Shape 102"/>
              <p:cNvSpPr/>
              <p:nvPr/>
            </p:nvSpPr>
            <p:spPr bwMode="auto">
              <a:xfrm>
                <a:off x="7138199" y="4430915"/>
                <a:ext cx="154175" cy="216115"/>
              </a:xfrm>
              <a:custGeom>
                <a:avLst/>
                <a:gdLst>
                  <a:gd name="T0" fmla="*/ 3 w 97"/>
                  <a:gd name="T1" fmla="*/ 54 h 136"/>
                  <a:gd name="T2" fmla="*/ 51 w 97"/>
                  <a:gd name="T3" fmla="*/ 0 h 136"/>
                  <a:gd name="T4" fmla="*/ 97 w 97"/>
                  <a:gd name="T5" fmla="*/ 42 h 136"/>
                  <a:gd name="T6" fmla="*/ 73 w 97"/>
                  <a:gd name="T7" fmla="*/ 82 h 136"/>
                  <a:gd name="T8" fmla="*/ 34 w 97"/>
                  <a:gd name="T9" fmla="*/ 113 h 136"/>
                  <a:gd name="T10" fmla="*/ 97 w 97"/>
                  <a:gd name="T11" fmla="*/ 113 h 136"/>
                  <a:gd name="T12" fmla="*/ 97 w 97"/>
                  <a:gd name="T13" fmla="*/ 136 h 136"/>
                  <a:gd name="T14" fmla="*/ 0 w 97"/>
                  <a:gd name="T15" fmla="*/ 136 h 136"/>
                  <a:gd name="T16" fmla="*/ 42 w 97"/>
                  <a:gd name="T17" fmla="*/ 76 h 136"/>
                  <a:gd name="T18" fmla="*/ 70 w 97"/>
                  <a:gd name="T19" fmla="*/ 43 h 136"/>
                  <a:gd name="T20" fmla="*/ 51 w 97"/>
                  <a:gd name="T21" fmla="*/ 23 h 136"/>
                  <a:gd name="T22" fmla="*/ 28 w 97"/>
                  <a:gd name="T23" fmla="*/ 54 h 136"/>
                  <a:gd name="T24" fmla="*/ 3 w 97"/>
                  <a:gd name="T25" fmla="*/ 54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7" h="136">
                    <a:moveTo>
                      <a:pt x="3" y="54"/>
                    </a:moveTo>
                    <a:cubicBezTo>
                      <a:pt x="2" y="23"/>
                      <a:pt x="19" y="0"/>
                      <a:pt x="51" y="0"/>
                    </a:cubicBezTo>
                    <a:cubicBezTo>
                      <a:pt x="75" y="0"/>
                      <a:pt x="97" y="16"/>
                      <a:pt x="97" y="42"/>
                    </a:cubicBezTo>
                    <a:cubicBezTo>
                      <a:pt x="97" y="62"/>
                      <a:pt x="86" y="73"/>
                      <a:pt x="73" y="82"/>
                    </a:cubicBezTo>
                    <a:cubicBezTo>
                      <a:pt x="60" y="91"/>
                      <a:pt x="44" y="99"/>
                      <a:pt x="34" y="113"/>
                    </a:cubicBezTo>
                    <a:cubicBezTo>
                      <a:pt x="97" y="113"/>
                      <a:pt x="97" y="113"/>
                      <a:pt x="97" y="113"/>
                    </a:cubicBezTo>
                    <a:cubicBezTo>
                      <a:pt x="97" y="136"/>
                      <a:pt x="97" y="136"/>
                      <a:pt x="97" y="136"/>
                    </a:cubicBezTo>
                    <a:cubicBezTo>
                      <a:pt x="0" y="136"/>
                      <a:pt x="0" y="136"/>
                      <a:pt x="0" y="136"/>
                    </a:cubicBezTo>
                    <a:cubicBezTo>
                      <a:pt x="0" y="105"/>
                      <a:pt x="19" y="92"/>
                      <a:pt x="42" y="76"/>
                    </a:cubicBezTo>
                    <a:cubicBezTo>
                      <a:pt x="60" y="64"/>
                      <a:pt x="70" y="57"/>
                      <a:pt x="70" y="43"/>
                    </a:cubicBezTo>
                    <a:cubicBezTo>
                      <a:pt x="70" y="32"/>
                      <a:pt x="61" y="23"/>
                      <a:pt x="51" y="23"/>
                    </a:cubicBezTo>
                    <a:cubicBezTo>
                      <a:pt x="33" y="23"/>
                      <a:pt x="28" y="40"/>
                      <a:pt x="28" y="54"/>
                    </a:cubicBezTo>
                    <a:lnTo>
                      <a:pt x="3" y="54"/>
                    </a:lnTo>
                    <a:close/>
                  </a:path>
                </a:pathLst>
              </a:custGeom>
              <a:solidFill>
                <a:schemeClr val="bg2"/>
              </a:solidFill>
              <a:ln>
                <a:noFill/>
              </a:ln>
            </p:spPr>
            <p:txBody>
              <a:bodyPr anchor="ctr"/>
              <a:lstStyle/>
              <a:p>
                <a:pPr algn="ctr"/>
              </a:p>
            </p:txBody>
          </p:sp>
          <p:sp>
            <p:nvSpPr>
              <p:cNvPr id="91" name="Freeform: Shape 103"/>
              <p:cNvSpPr/>
              <p:nvPr/>
            </p:nvSpPr>
            <p:spPr bwMode="auto">
              <a:xfrm>
                <a:off x="7335463" y="4476697"/>
                <a:ext cx="159561" cy="157542"/>
              </a:xfrm>
              <a:custGeom>
                <a:avLst/>
                <a:gdLst>
                  <a:gd name="T0" fmla="*/ 0 w 237"/>
                  <a:gd name="T1" fmla="*/ 102 h 234"/>
                  <a:gd name="T2" fmla="*/ 104 w 237"/>
                  <a:gd name="T3" fmla="*/ 102 h 234"/>
                  <a:gd name="T4" fmla="*/ 104 w 237"/>
                  <a:gd name="T5" fmla="*/ 0 h 234"/>
                  <a:gd name="T6" fmla="*/ 132 w 237"/>
                  <a:gd name="T7" fmla="*/ 0 h 234"/>
                  <a:gd name="T8" fmla="*/ 132 w 237"/>
                  <a:gd name="T9" fmla="*/ 102 h 234"/>
                  <a:gd name="T10" fmla="*/ 237 w 237"/>
                  <a:gd name="T11" fmla="*/ 102 h 234"/>
                  <a:gd name="T12" fmla="*/ 237 w 237"/>
                  <a:gd name="T13" fmla="*/ 130 h 234"/>
                  <a:gd name="T14" fmla="*/ 132 w 237"/>
                  <a:gd name="T15" fmla="*/ 130 h 234"/>
                  <a:gd name="T16" fmla="*/ 132 w 237"/>
                  <a:gd name="T17" fmla="*/ 234 h 234"/>
                  <a:gd name="T18" fmla="*/ 104 w 237"/>
                  <a:gd name="T19" fmla="*/ 234 h 234"/>
                  <a:gd name="T20" fmla="*/ 104 w 237"/>
                  <a:gd name="T21" fmla="*/ 130 h 234"/>
                  <a:gd name="T22" fmla="*/ 0 w 237"/>
                  <a:gd name="T23" fmla="*/ 130 h 234"/>
                  <a:gd name="T24" fmla="*/ 0 w 237"/>
                  <a:gd name="T25" fmla="*/ 102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7" h="234">
                    <a:moveTo>
                      <a:pt x="0" y="102"/>
                    </a:moveTo>
                    <a:lnTo>
                      <a:pt x="104" y="102"/>
                    </a:lnTo>
                    <a:lnTo>
                      <a:pt x="104" y="0"/>
                    </a:lnTo>
                    <a:lnTo>
                      <a:pt x="132" y="0"/>
                    </a:lnTo>
                    <a:lnTo>
                      <a:pt x="132" y="102"/>
                    </a:lnTo>
                    <a:lnTo>
                      <a:pt x="237" y="102"/>
                    </a:lnTo>
                    <a:lnTo>
                      <a:pt x="237" y="130"/>
                    </a:lnTo>
                    <a:lnTo>
                      <a:pt x="132" y="130"/>
                    </a:lnTo>
                    <a:lnTo>
                      <a:pt x="132" y="234"/>
                    </a:lnTo>
                    <a:lnTo>
                      <a:pt x="104" y="234"/>
                    </a:lnTo>
                    <a:lnTo>
                      <a:pt x="104" y="130"/>
                    </a:lnTo>
                    <a:lnTo>
                      <a:pt x="0" y="130"/>
                    </a:lnTo>
                    <a:lnTo>
                      <a:pt x="0" y="102"/>
                    </a:lnTo>
                    <a:close/>
                  </a:path>
                </a:pathLst>
              </a:custGeom>
              <a:solidFill>
                <a:schemeClr val="bg2"/>
              </a:solidFill>
              <a:ln>
                <a:noFill/>
              </a:ln>
            </p:spPr>
            <p:txBody>
              <a:bodyPr anchor="ctr"/>
              <a:lstStyle/>
              <a:p>
                <a:pPr algn="ctr"/>
              </a:p>
            </p:txBody>
          </p:sp>
          <p:sp>
            <p:nvSpPr>
              <p:cNvPr id="92" name="Freeform: Shape 104"/>
              <p:cNvSpPr/>
              <p:nvPr/>
            </p:nvSpPr>
            <p:spPr bwMode="auto">
              <a:xfrm>
                <a:off x="7528014" y="4430915"/>
                <a:ext cx="156195" cy="216115"/>
              </a:xfrm>
              <a:custGeom>
                <a:avLst/>
                <a:gdLst>
                  <a:gd name="T0" fmla="*/ 3 w 98"/>
                  <a:gd name="T1" fmla="*/ 54 h 136"/>
                  <a:gd name="T2" fmla="*/ 51 w 98"/>
                  <a:gd name="T3" fmla="*/ 0 h 136"/>
                  <a:gd name="T4" fmla="*/ 97 w 98"/>
                  <a:gd name="T5" fmla="*/ 42 h 136"/>
                  <a:gd name="T6" fmla="*/ 73 w 98"/>
                  <a:gd name="T7" fmla="*/ 82 h 136"/>
                  <a:gd name="T8" fmla="*/ 35 w 98"/>
                  <a:gd name="T9" fmla="*/ 113 h 136"/>
                  <a:gd name="T10" fmla="*/ 98 w 98"/>
                  <a:gd name="T11" fmla="*/ 113 h 136"/>
                  <a:gd name="T12" fmla="*/ 98 w 98"/>
                  <a:gd name="T13" fmla="*/ 136 h 136"/>
                  <a:gd name="T14" fmla="*/ 0 w 98"/>
                  <a:gd name="T15" fmla="*/ 136 h 136"/>
                  <a:gd name="T16" fmla="*/ 42 w 98"/>
                  <a:gd name="T17" fmla="*/ 76 h 136"/>
                  <a:gd name="T18" fmla="*/ 70 w 98"/>
                  <a:gd name="T19" fmla="*/ 43 h 136"/>
                  <a:gd name="T20" fmla="*/ 51 w 98"/>
                  <a:gd name="T21" fmla="*/ 23 h 136"/>
                  <a:gd name="T22" fmla="*/ 29 w 98"/>
                  <a:gd name="T23" fmla="*/ 54 h 136"/>
                  <a:gd name="T24" fmla="*/ 3 w 98"/>
                  <a:gd name="T25" fmla="*/ 54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6">
                    <a:moveTo>
                      <a:pt x="3" y="54"/>
                    </a:moveTo>
                    <a:cubicBezTo>
                      <a:pt x="2" y="23"/>
                      <a:pt x="19" y="0"/>
                      <a:pt x="51" y="0"/>
                    </a:cubicBezTo>
                    <a:cubicBezTo>
                      <a:pt x="75" y="0"/>
                      <a:pt x="97" y="16"/>
                      <a:pt x="97" y="42"/>
                    </a:cubicBezTo>
                    <a:cubicBezTo>
                      <a:pt x="97" y="62"/>
                      <a:pt x="86" y="73"/>
                      <a:pt x="73" y="82"/>
                    </a:cubicBezTo>
                    <a:cubicBezTo>
                      <a:pt x="60" y="91"/>
                      <a:pt x="44" y="99"/>
                      <a:pt x="35" y="113"/>
                    </a:cubicBezTo>
                    <a:cubicBezTo>
                      <a:pt x="98" y="113"/>
                      <a:pt x="98" y="113"/>
                      <a:pt x="98" y="113"/>
                    </a:cubicBezTo>
                    <a:cubicBezTo>
                      <a:pt x="98" y="136"/>
                      <a:pt x="98" y="136"/>
                      <a:pt x="98" y="136"/>
                    </a:cubicBezTo>
                    <a:cubicBezTo>
                      <a:pt x="0" y="136"/>
                      <a:pt x="0" y="136"/>
                      <a:pt x="0" y="136"/>
                    </a:cubicBezTo>
                    <a:cubicBezTo>
                      <a:pt x="0" y="105"/>
                      <a:pt x="19" y="92"/>
                      <a:pt x="42" y="76"/>
                    </a:cubicBezTo>
                    <a:cubicBezTo>
                      <a:pt x="60" y="64"/>
                      <a:pt x="70" y="57"/>
                      <a:pt x="70" y="43"/>
                    </a:cubicBezTo>
                    <a:cubicBezTo>
                      <a:pt x="70" y="32"/>
                      <a:pt x="62" y="23"/>
                      <a:pt x="51" y="23"/>
                    </a:cubicBezTo>
                    <a:cubicBezTo>
                      <a:pt x="33" y="23"/>
                      <a:pt x="29" y="40"/>
                      <a:pt x="29" y="54"/>
                    </a:cubicBezTo>
                    <a:lnTo>
                      <a:pt x="3" y="54"/>
                    </a:lnTo>
                    <a:close/>
                  </a:path>
                </a:pathLst>
              </a:custGeom>
              <a:solidFill>
                <a:schemeClr val="bg2"/>
              </a:solidFill>
              <a:ln>
                <a:noFill/>
              </a:ln>
            </p:spPr>
            <p:txBody>
              <a:bodyPr anchor="ctr"/>
              <a:lstStyle/>
              <a:p>
                <a:pPr algn="ctr"/>
              </a:p>
            </p:txBody>
          </p:sp>
        </p:grpSp>
        <p:grpSp>
          <p:nvGrpSpPr>
            <p:cNvPr id="26" name="Group 105"/>
            <p:cNvGrpSpPr/>
            <p:nvPr/>
          </p:nvGrpSpPr>
          <p:grpSpPr>
            <a:xfrm>
              <a:off x="14341" y="3475"/>
              <a:ext cx="1276" cy="1382"/>
              <a:chOff x="5863054" y="2068463"/>
              <a:chExt cx="1080574" cy="1170118"/>
            </a:xfrm>
          </p:grpSpPr>
          <p:sp>
            <p:nvSpPr>
              <p:cNvPr id="81" name="Freeform: Shape 106"/>
              <p:cNvSpPr/>
              <p:nvPr/>
            </p:nvSpPr>
            <p:spPr bwMode="auto">
              <a:xfrm>
                <a:off x="5966062" y="2094047"/>
                <a:ext cx="977566" cy="1144534"/>
              </a:xfrm>
              <a:custGeom>
                <a:avLst/>
                <a:gdLst>
                  <a:gd name="T0" fmla="*/ 307 w 614"/>
                  <a:gd name="T1" fmla="*/ 0 h 719"/>
                  <a:gd name="T2" fmla="*/ 0 w 614"/>
                  <a:gd name="T3" fmla="*/ 307 h 719"/>
                  <a:gd name="T4" fmla="*/ 307 w 614"/>
                  <a:gd name="T5" fmla="*/ 615 h 719"/>
                  <a:gd name="T6" fmla="*/ 321 w 614"/>
                  <a:gd name="T7" fmla="*/ 614 h 719"/>
                  <a:gd name="T8" fmla="*/ 445 w 614"/>
                  <a:gd name="T9" fmla="*/ 719 h 719"/>
                  <a:gd name="T10" fmla="*/ 458 w 614"/>
                  <a:gd name="T11" fmla="*/ 575 h 719"/>
                  <a:gd name="T12" fmla="*/ 614 w 614"/>
                  <a:gd name="T13" fmla="*/ 307 h 719"/>
                  <a:gd name="T14" fmla="*/ 307 w 614"/>
                  <a:gd name="T15" fmla="*/ 0 h 7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4" h="719">
                    <a:moveTo>
                      <a:pt x="307" y="0"/>
                    </a:moveTo>
                    <a:cubicBezTo>
                      <a:pt x="137" y="0"/>
                      <a:pt x="0" y="138"/>
                      <a:pt x="0" y="307"/>
                    </a:cubicBezTo>
                    <a:cubicBezTo>
                      <a:pt x="0" y="477"/>
                      <a:pt x="137" y="615"/>
                      <a:pt x="307" y="615"/>
                    </a:cubicBezTo>
                    <a:cubicBezTo>
                      <a:pt x="312" y="615"/>
                      <a:pt x="316" y="615"/>
                      <a:pt x="321" y="614"/>
                    </a:cubicBezTo>
                    <a:cubicBezTo>
                      <a:pt x="445" y="719"/>
                      <a:pt x="445" y="719"/>
                      <a:pt x="445" y="719"/>
                    </a:cubicBezTo>
                    <a:cubicBezTo>
                      <a:pt x="458" y="575"/>
                      <a:pt x="458" y="575"/>
                      <a:pt x="458" y="575"/>
                    </a:cubicBezTo>
                    <a:cubicBezTo>
                      <a:pt x="551" y="522"/>
                      <a:pt x="614" y="422"/>
                      <a:pt x="614" y="307"/>
                    </a:cubicBezTo>
                    <a:cubicBezTo>
                      <a:pt x="614" y="138"/>
                      <a:pt x="477" y="0"/>
                      <a:pt x="307"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Freeform: Shape 107"/>
              <p:cNvSpPr/>
              <p:nvPr/>
            </p:nvSpPr>
            <p:spPr bwMode="auto">
              <a:xfrm>
                <a:off x="5863054" y="2068463"/>
                <a:ext cx="977566" cy="1144534"/>
              </a:xfrm>
              <a:custGeom>
                <a:avLst/>
                <a:gdLst>
                  <a:gd name="T0" fmla="*/ 614 w 614"/>
                  <a:gd name="T1" fmla="*/ 307 h 719"/>
                  <a:gd name="T2" fmla="*/ 307 w 614"/>
                  <a:gd name="T3" fmla="*/ 0 h 719"/>
                  <a:gd name="T4" fmla="*/ 0 w 614"/>
                  <a:gd name="T5" fmla="*/ 307 h 719"/>
                  <a:gd name="T6" fmla="*/ 307 w 614"/>
                  <a:gd name="T7" fmla="*/ 614 h 719"/>
                  <a:gd name="T8" fmla="*/ 321 w 614"/>
                  <a:gd name="T9" fmla="*/ 614 h 719"/>
                  <a:gd name="T10" fmla="*/ 445 w 614"/>
                  <a:gd name="T11" fmla="*/ 719 h 719"/>
                  <a:gd name="T12" fmla="*/ 458 w 614"/>
                  <a:gd name="T13" fmla="*/ 575 h 719"/>
                  <a:gd name="T14" fmla="*/ 614 w 614"/>
                  <a:gd name="T15" fmla="*/ 307 h 7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4" h="719">
                    <a:moveTo>
                      <a:pt x="614" y="307"/>
                    </a:moveTo>
                    <a:cubicBezTo>
                      <a:pt x="614" y="138"/>
                      <a:pt x="477" y="0"/>
                      <a:pt x="307" y="0"/>
                    </a:cubicBezTo>
                    <a:cubicBezTo>
                      <a:pt x="137" y="0"/>
                      <a:pt x="0" y="138"/>
                      <a:pt x="0" y="307"/>
                    </a:cubicBezTo>
                    <a:cubicBezTo>
                      <a:pt x="0" y="477"/>
                      <a:pt x="137" y="614"/>
                      <a:pt x="307" y="614"/>
                    </a:cubicBezTo>
                    <a:cubicBezTo>
                      <a:pt x="312" y="614"/>
                      <a:pt x="316" y="614"/>
                      <a:pt x="321" y="614"/>
                    </a:cubicBezTo>
                    <a:cubicBezTo>
                      <a:pt x="445" y="719"/>
                      <a:pt x="445" y="719"/>
                      <a:pt x="445" y="719"/>
                    </a:cubicBezTo>
                    <a:cubicBezTo>
                      <a:pt x="458" y="575"/>
                      <a:pt x="458" y="575"/>
                      <a:pt x="458" y="575"/>
                    </a:cubicBezTo>
                    <a:cubicBezTo>
                      <a:pt x="551" y="522"/>
                      <a:pt x="614" y="422"/>
                      <a:pt x="614" y="307"/>
                    </a:cubicBezTo>
                    <a:close/>
                  </a:path>
                </a:pathLst>
              </a:custGeom>
              <a:solidFill>
                <a:schemeClr val="accent4"/>
              </a:solidFill>
              <a:ln>
                <a:noFill/>
              </a:ln>
            </p:spPr>
            <p:txBody>
              <a:bodyPr anchor="ctr"/>
              <a:lstStyle/>
              <a:p>
                <a:pPr algn="ctr"/>
              </a:p>
            </p:txBody>
          </p:sp>
          <p:sp>
            <p:nvSpPr>
              <p:cNvPr id="83" name="Freeform: Shape 108"/>
              <p:cNvSpPr/>
              <p:nvPr/>
            </p:nvSpPr>
            <p:spPr bwMode="auto">
              <a:xfrm>
                <a:off x="6063684" y="2215232"/>
                <a:ext cx="486763" cy="555436"/>
              </a:xfrm>
              <a:custGeom>
                <a:avLst/>
                <a:gdLst>
                  <a:gd name="T0" fmla="*/ 0 w 723"/>
                  <a:gd name="T1" fmla="*/ 338 h 825"/>
                  <a:gd name="T2" fmla="*/ 305 w 723"/>
                  <a:gd name="T3" fmla="*/ 825 h 825"/>
                  <a:gd name="T4" fmla="*/ 723 w 723"/>
                  <a:gd name="T5" fmla="*/ 0 h 825"/>
                  <a:gd name="T6" fmla="*/ 0 w 723"/>
                  <a:gd name="T7" fmla="*/ 338 h 825"/>
                  <a:gd name="T8" fmla="*/ 198 w 723"/>
                  <a:gd name="T9" fmla="*/ 383 h 825"/>
                  <a:gd name="T10" fmla="*/ 482 w 723"/>
                  <a:gd name="T11" fmla="*/ 250 h 825"/>
                  <a:gd name="T12" fmla="*/ 319 w 723"/>
                  <a:gd name="T13" fmla="*/ 574 h 825"/>
                  <a:gd name="T14" fmla="*/ 198 w 723"/>
                  <a:gd name="T15" fmla="*/ 383 h 8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3" h="825">
                    <a:moveTo>
                      <a:pt x="0" y="338"/>
                    </a:moveTo>
                    <a:lnTo>
                      <a:pt x="305" y="825"/>
                    </a:lnTo>
                    <a:lnTo>
                      <a:pt x="723" y="0"/>
                    </a:lnTo>
                    <a:lnTo>
                      <a:pt x="0" y="338"/>
                    </a:lnTo>
                    <a:close/>
                    <a:moveTo>
                      <a:pt x="198" y="383"/>
                    </a:moveTo>
                    <a:lnTo>
                      <a:pt x="482" y="250"/>
                    </a:lnTo>
                    <a:lnTo>
                      <a:pt x="319" y="574"/>
                    </a:lnTo>
                    <a:lnTo>
                      <a:pt x="198" y="383"/>
                    </a:lnTo>
                    <a:close/>
                  </a:path>
                </a:pathLst>
              </a:custGeom>
              <a:solidFill>
                <a:schemeClr val="bg2"/>
              </a:solidFill>
              <a:ln>
                <a:noFill/>
              </a:ln>
            </p:spPr>
            <p:txBody>
              <a:bodyPr anchor="ctr"/>
              <a:lstStyle/>
              <a:p>
                <a:pPr algn="ctr"/>
              </a:p>
            </p:txBody>
          </p:sp>
          <p:sp>
            <p:nvSpPr>
              <p:cNvPr id="84" name="Freeform: Shape 109"/>
              <p:cNvSpPr/>
              <p:nvPr/>
            </p:nvSpPr>
            <p:spPr bwMode="auto">
              <a:xfrm>
                <a:off x="6383480" y="2531662"/>
                <a:ext cx="200630" cy="207363"/>
              </a:xfrm>
              <a:custGeom>
                <a:avLst/>
                <a:gdLst>
                  <a:gd name="T0" fmla="*/ 0 w 298"/>
                  <a:gd name="T1" fmla="*/ 194 h 308"/>
                  <a:gd name="T2" fmla="*/ 184 w 298"/>
                  <a:gd name="T3" fmla="*/ 0 h 308"/>
                  <a:gd name="T4" fmla="*/ 298 w 298"/>
                  <a:gd name="T5" fmla="*/ 116 h 308"/>
                  <a:gd name="T6" fmla="*/ 113 w 298"/>
                  <a:gd name="T7" fmla="*/ 308 h 308"/>
                  <a:gd name="T8" fmla="*/ 0 w 298"/>
                  <a:gd name="T9" fmla="*/ 194 h 308"/>
                </a:gdLst>
                <a:ahLst/>
                <a:cxnLst>
                  <a:cxn ang="0">
                    <a:pos x="T0" y="T1"/>
                  </a:cxn>
                  <a:cxn ang="0">
                    <a:pos x="T2" y="T3"/>
                  </a:cxn>
                  <a:cxn ang="0">
                    <a:pos x="T4" y="T5"/>
                  </a:cxn>
                  <a:cxn ang="0">
                    <a:pos x="T6" y="T7"/>
                  </a:cxn>
                  <a:cxn ang="0">
                    <a:pos x="T8" y="T9"/>
                  </a:cxn>
                </a:cxnLst>
                <a:rect l="0" t="0" r="r" b="b"/>
                <a:pathLst>
                  <a:path w="298" h="308">
                    <a:moveTo>
                      <a:pt x="0" y="194"/>
                    </a:moveTo>
                    <a:lnTo>
                      <a:pt x="184" y="0"/>
                    </a:lnTo>
                    <a:lnTo>
                      <a:pt x="298" y="116"/>
                    </a:lnTo>
                    <a:lnTo>
                      <a:pt x="113" y="308"/>
                    </a:lnTo>
                    <a:lnTo>
                      <a:pt x="0" y="194"/>
                    </a:lnTo>
                    <a:close/>
                  </a:path>
                </a:pathLst>
              </a:custGeom>
              <a:solidFill>
                <a:schemeClr val="bg2"/>
              </a:solidFill>
              <a:ln>
                <a:noFill/>
              </a:ln>
            </p:spPr>
            <p:txBody>
              <a:bodyPr anchor="ctr"/>
              <a:lstStyle/>
              <a:p>
                <a:pPr algn="ctr"/>
              </a:p>
            </p:txBody>
          </p:sp>
          <p:sp>
            <p:nvSpPr>
              <p:cNvPr id="85" name="Freeform: Shape 110"/>
              <p:cNvSpPr/>
              <p:nvPr/>
            </p:nvSpPr>
            <p:spPr bwMode="auto">
              <a:xfrm>
                <a:off x="6351837" y="2675066"/>
                <a:ext cx="94929" cy="87523"/>
              </a:xfrm>
              <a:custGeom>
                <a:avLst/>
                <a:gdLst>
                  <a:gd name="T0" fmla="*/ 16 w 60"/>
                  <a:gd name="T1" fmla="*/ 0 h 55"/>
                  <a:gd name="T2" fmla="*/ 60 w 60"/>
                  <a:gd name="T3" fmla="*/ 45 h 55"/>
                  <a:gd name="T4" fmla="*/ 0 w 60"/>
                  <a:gd name="T5" fmla="*/ 55 h 55"/>
                  <a:gd name="T6" fmla="*/ 16 w 60"/>
                  <a:gd name="T7" fmla="*/ 0 h 55"/>
                </a:gdLst>
                <a:ahLst/>
                <a:cxnLst>
                  <a:cxn ang="0">
                    <a:pos x="T0" y="T1"/>
                  </a:cxn>
                  <a:cxn ang="0">
                    <a:pos x="T2" y="T3"/>
                  </a:cxn>
                  <a:cxn ang="0">
                    <a:pos x="T4" y="T5"/>
                  </a:cxn>
                  <a:cxn ang="0">
                    <a:pos x="T6" y="T7"/>
                  </a:cxn>
                </a:cxnLst>
                <a:rect l="0" t="0" r="r" b="b"/>
                <a:pathLst>
                  <a:path w="60" h="55">
                    <a:moveTo>
                      <a:pt x="16" y="0"/>
                    </a:moveTo>
                    <a:cubicBezTo>
                      <a:pt x="17" y="1"/>
                      <a:pt x="60" y="45"/>
                      <a:pt x="60" y="45"/>
                    </a:cubicBezTo>
                    <a:cubicBezTo>
                      <a:pt x="0" y="55"/>
                      <a:pt x="0" y="55"/>
                      <a:pt x="0" y="55"/>
                    </a:cubicBezTo>
                    <a:lnTo>
                      <a:pt x="16" y="0"/>
                    </a:lnTo>
                    <a:close/>
                  </a:path>
                </a:pathLst>
              </a:custGeom>
              <a:solidFill>
                <a:schemeClr val="bg2"/>
              </a:solidFill>
              <a:ln>
                <a:noFill/>
              </a:ln>
            </p:spPr>
            <p:txBody>
              <a:bodyPr anchor="ctr"/>
              <a:lstStyle/>
              <a:p>
                <a:pPr algn="ctr"/>
              </a:p>
            </p:txBody>
          </p:sp>
          <p:sp>
            <p:nvSpPr>
              <p:cNvPr id="86" name="Freeform: Shape 111"/>
              <p:cNvSpPr/>
              <p:nvPr/>
            </p:nvSpPr>
            <p:spPr bwMode="auto">
              <a:xfrm>
                <a:off x="6502646" y="2476455"/>
                <a:ext cx="135324" cy="133305"/>
              </a:xfrm>
              <a:custGeom>
                <a:avLst/>
                <a:gdLst>
                  <a:gd name="T0" fmla="*/ 156 w 201"/>
                  <a:gd name="T1" fmla="*/ 198 h 198"/>
                  <a:gd name="T2" fmla="*/ 0 w 201"/>
                  <a:gd name="T3" fmla="*/ 44 h 198"/>
                  <a:gd name="T4" fmla="*/ 45 w 201"/>
                  <a:gd name="T5" fmla="*/ 0 h 198"/>
                  <a:gd name="T6" fmla="*/ 201 w 201"/>
                  <a:gd name="T7" fmla="*/ 153 h 198"/>
                  <a:gd name="T8" fmla="*/ 156 w 201"/>
                  <a:gd name="T9" fmla="*/ 198 h 198"/>
                </a:gdLst>
                <a:ahLst/>
                <a:cxnLst>
                  <a:cxn ang="0">
                    <a:pos x="T0" y="T1"/>
                  </a:cxn>
                  <a:cxn ang="0">
                    <a:pos x="T2" y="T3"/>
                  </a:cxn>
                  <a:cxn ang="0">
                    <a:pos x="T4" y="T5"/>
                  </a:cxn>
                  <a:cxn ang="0">
                    <a:pos x="T6" y="T7"/>
                  </a:cxn>
                  <a:cxn ang="0">
                    <a:pos x="T8" y="T9"/>
                  </a:cxn>
                </a:cxnLst>
                <a:rect l="0" t="0" r="r" b="b"/>
                <a:pathLst>
                  <a:path w="201" h="198">
                    <a:moveTo>
                      <a:pt x="156" y="198"/>
                    </a:moveTo>
                    <a:lnTo>
                      <a:pt x="0" y="44"/>
                    </a:lnTo>
                    <a:lnTo>
                      <a:pt x="45" y="0"/>
                    </a:lnTo>
                    <a:lnTo>
                      <a:pt x="201" y="153"/>
                    </a:lnTo>
                    <a:lnTo>
                      <a:pt x="156" y="198"/>
                    </a:lnTo>
                    <a:close/>
                  </a:path>
                </a:pathLst>
              </a:custGeom>
              <a:solidFill>
                <a:schemeClr val="bg2"/>
              </a:solidFill>
              <a:ln>
                <a:noFill/>
              </a:ln>
            </p:spPr>
            <p:txBody>
              <a:bodyPr anchor="ctr"/>
              <a:lstStyle/>
              <a:p>
                <a:pPr algn="ctr"/>
              </a:p>
            </p:txBody>
          </p:sp>
          <p:sp>
            <p:nvSpPr>
              <p:cNvPr id="87" name="Rectangle 112"/>
              <p:cNvSpPr/>
              <p:nvPr/>
            </p:nvSpPr>
            <p:spPr bwMode="auto">
              <a:xfrm>
                <a:off x="6200355" y="2799618"/>
                <a:ext cx="311717" cy="31643"/>
              </a:xfrm>
              <a:prstGeom prst="rect">
                <a:avLst/>
              </a:prstGeom>
              <a:solidFill>
                <a:schemeClr val="bg2"/>
              </a:solidFill>
              <a:ln>
                <a:noFill/>
              </a:ln>
            </p:spPr>
            <p:txBody>
              <a:bodyPr anchor="ctr"/>
              <a:lstStyle/>
              <a:p>
                <a:pPr algn="ctr"/>
              </a:p>
            </p:txBody>
          </p:sp>
        </p:grpSp>
        <p:grpSp>
          <p:nvGrpSpPr>
            <p:cNvPr id="33" name="Group 113"/>
            <p:cNvGrpSpPr/>
            <p:nvPr/>
          </p:nvGrpSpPr>
          <p:grpSpPr>
            <a:xfrm>
              <a:off x="12257" y="6074"/>
              <a:ext cx="1149" cy="1252"/>
              <a:chOff x="4098452" y="4268661"/>
              <a:chExt cx="972853" cy="1059703"/>
            </a:xfrm>
          </p:grpSpPr>
          <p:sp>
            <p:nvSpPr>
              <p:cNvPr id="74" name="Freeform: Shape 114"/>
              <p:cNvSpPr/>
              <p:nvPr/>
            </p:nvSpPr>
            <p:spPr bwMode="auto">
              <a:xfrm>
                <a:off x="4354962" y="4408698"/>
                <a:ext cx="334608" cy="624108"/>
              </a:xfrm>
              <a:custGeom>
                <a:avLst/>
                <a:gdLst>
                  <a:gd name="T0" fmla="*/ 210 w 210"/>
                  <a:gd name="T1" fmla="*/ 261 h 392"/>
                  <a:gd name="T2" fmla="*/ 204 w 210"/>
                  <a:gd name="T3" fmla="*/ 290 h 392"/>
                  <a:gd name="T4" fmla="*/ 187 w 210"/>
                  <a:gd name="T5" fmla="*/ 318 h 392"/>
                  <a:gd name="T6" fmla="*/ 159 w 210"/>
                  <a:gd name="T7" fmla="*/ 341 h 392"/>
                  <a:gd name="T8" fmla="*/ 123 w 210"/>
                  <a:gd name="T9" fmla="*/ 355 h 392"/>
                  <a:gd name="T10" fmla="*/ 123 w 210"/>
                  <a:gd name="T11" fmla="*/ 392 h 392"/>
                  <a:gd name="T12" fmla="*/ 96 w 210"/>
                  <a:gd name="T13" fmla="*/ 392 h 392"/>
                  <a:gd name="T14" fmla="*/ 96 w 210"/>
                  <a:gd name="T15" fmla="*/ 358 h 392"/>
                  <a:gd name="T16" fmla="*/ 94 w 210"/>
                  <a:gd name="T17" fmla="*/ 358 h 392"/>
                  <a:gd name="T18" fmla="*/ 91 w 210"/>
                  <a:gd name="T19" fmla="*/ 358 h 392"/>
                  <a:gd name="T20" fmla="*/ 64 w 210"/>
                  <a:gd name="T21" fmla="*/ 357 h 392"/>
                  <a:gd name="T22" fmla="*/ 41 w 210"/>
                  <a:gd name="T23" fmla="*/ 352 h 392"/>
                  <a:gd name="T24" fmla="*/ 20 w 210"/>
                  <a:gd name="T25" fmla="*/ 345 h 392"/>
                  <a:gd name="T26" fmla="*/ 0 w 210"/>
                  <a:gd name="T27" fmla="*/ 335 h 392"/>
                  <a:gd name="T28" fmla="*/ 15 w 210"/>
                  <a:gd name="T29" fmla="*/ 288 h 392"/>
                  <a:gd name="T30" fmla="*/ 31 w 210"/>
                  <a:gd name="T31" fmla="*/ 297 h 392"/>
                  <a:gd name="T32" fmla="*/ 51 w 210"/>
                  <a:gd name="T33" fmla="*/ 306 h 392"/>
                  <a:gd name="T34" fmla="*/ 74 w 210"/>
                  <a:gd name="T35" fmla="*/ 314 h 392"/>
                  <a:gd name="T36" fmla="*/ 96 w 210"/>
                  <a:gd name="T37" fmla="*/ 318 h 392"/>
                  <a:gd name="T38" fmla="*/ 96 w 210"/>
                  <a:gd name="T39" fmla="*/ 219 h 392"/>
                  <a:gd name="T40" fmla="*/ 66 w 210"/>
                  <a:gd name="T41" fmla="*/ 206 h 392"/>
                  <a:gd name="T42" fmla="*/ 39 w 210"/>
                  <a:gd name="T43" fmla="*/ 188 h 392"/>
                  <a:gd name="T44" fmla="*/ 19 w 210"/>
                  <a:gd name="T45" fmla="*/ 160 h 392"/>
                  <a:gd name="T46" fmla="*/ 11 w 210"/>
                  <a:gd name="T47" fmla="*/ 119 h 392"/>
                  <a:gd name="T48" fmla="*/ 17 w 210"/>
                  <a:gd name="T49" fmla="*/ 94 h 392"/>
                  <a:gd name="T50" fmla="*/ 33 w 210"/>
                  <a:gd name="T51" fmla="*/ 69 h 392"/>
                  <a:gd name="T52" fmla="*/ 60 w 210"/>
                  <a:gd name="T53" fmla="*/ 48 h 392"/>
                  <a:gd name="T54" fmla="*/ 96 w 210"/>
                  <a:gd name="T55" fmla="*/ 35 h 392"/>
                  <a:gd name="T56" fmla="*/ 96 w 210"/>
                  <a:gd name="T57" fmla="*/ 0 h 392"/>
                  <a:gd name="T58" fmla="*/ 123 w 210"/>
                  <a:gd name="T59" fmla="*/ 0 h 392"/>
                  <a:gd name="T60" fmla="*/ 123 w 210"/>
                  <a:gd name="T61" fmla="*/ 32 h 392"/>
                  <a:gd name="T62" fmla="*/ 123 w 210"/>
                  <a:gd name="T63" fmla="*/ 32 h 392"/>
                  <a:gd name="T64" fmla="*/ 161 w 210"/>
                  <a:gd name="T65" fmla="*/ 34 h 392"/>
                  <a:gd name="T66" fmla="*/ 196 w 210"/>
                  <a:gd name="T67" fmla="*/ 40 h 392"/>
                  <a:gd name="T68" fmla="*/ 187 w 210"/>
                  <a:gd name="T69" fmla="*/ 87 h 392"/>
                  <a:gd name="T70" fmla="*/ 155 w 210"/>
                  <a:gd name="T71" fmla="*/ 77 h 392"/>
                  <a:gd name="T72" fmla="*/ 123 w 210"/>
                  <a:gd name="T73" fmla="*/ 72 h 392"/>
                  <a:gd name="T74" fmla="*/ 123 w 210"/>
                  <a:gd name="T75" fmla="*/ 159 h 392"/>
                  <a:gd name="T76" fmla="*/ 153 w 210"/>
                  <a:gd name="T77" fmla="*/ 172 h 392"/>
                  <a:gd name="T78" fmla="*/ 181 w 210"/>
                  <a:gd name="T79" fmla="*/ 191 h 392"/>
                  <a:gd name="T80" fmla="*/ 202 w 210"/>
                  <a:gd name="T81" fmla="*/ 219 h 392"/>
                  <a:gd name="T82" fmla="*/ 210 w 210"/>
                  <a:gd name="T83" fmla="*/ 261 h 392"/>
                  <a:gd name="T84" fmla="*/ 65 w 210"/>
                  <a:gd name="T85" fmla="*/ 110 h 392"/>
                  <a:gd name="T86" fmla="*/ 74 w 210"/>
                  <a:gd name="T87" fmla="*/ 133 h 392"/>
                  <a:gd name="T88" fmla="*/ 96 w 210"/>
                  <a:gd name="T89" fmla="*/ 148 h 392"/>
                  <a:gd name="T90" fmla="*/ 96 w 210"/>
                  <a:gd name="T91" fmla="*/ 73 h 392"/>
                  <a:gd name="T92" fmla="*/ 77 w 210"/>
                  <a:gd name="T93" fmla="*/ 79 h 392"/>
                  <a:gd name="T94" fmla="*/ 68 w 210"/>
                  <a:gd name="T95" fmla="*/ 90 h 392"/>
                  <a:gd name="T96" fmla="*/ 65 w 210"/>
                  <a:gd name="T97" fmla="*/ 110 h 392"/>
                  <a:gd name="T98" fmla="*/ 155 w 210"/>
                  <a:gd name="T99" fmla="*/ 269 h 392"/>
                  <a:gd name="T100" fmla="*/ 146 w 210"/>
                  <a:gd name="T101" fmla="*/ 246 h 392"/>
                  <a:gd name="T102" fmla="*/ 123 w 210"/>
                  <a:gd name="T103" fmla="*/ 230 h 392"/>
                  <a:gd name="T104" fmla="*/ 123 w 210"/>
                  <a:gd name="T105" fmla="*/ 316 h 392"/>
                  <a:gd name="T106" fmla="*/ 132 w 210"/>
                  <a:gd name="T107" fmla="*/ 314 h 392"/>
                  <a:gd name="T108" fmla="*/ 140 w 210"/>
                  <a:gd name="T109" fmla="*/ 311 h 392"/>
                  <a:gd name="T110" fmla="*/ 151 w 210"/>
                  <a:gd name="T111" fmla="*/ 298 h 392"/>
                  <a:gd name="T112" fmla="*/ 155 w 210"/>
                  <a:gd name="T113" fmla="*/ 269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392">
                    <a:moveTo>
                      <a:pt x="210" y="261"/>
                    </a:moveTo>
                    <a:cubicBezTo>
                      <a:pt x="210" y="271"/>
                      <a:pt x="208" y="281"/>
                      <a:pt x="204" y="290"/>
                    </a:cubicBezTo>
                    <a:cubicBezTo>
                      <a:pt x="200" y="300"/>
                      <a:pt x="194" y="310"/>
                      <a:pt x="187" y="318"/>
                    </a:cubicBezTo>
                    <a:cubicBezTo>
                      <a:pt x="179" y="327"/>
                      <a:pt x="170" y="334"/>
                      <a:pt x="159" y="341"/>
                    </a:cubicBezTo>
                    <a:cubicBezTo>
                      <a:pt x="148" y="347"/>
                      <a:pt x="136" y="352"/>
                      <a:pt x="123" y="355"/>
                    </a:cubicBezTo>
                    <a:cubicBezTo>
                      <a:pt x="123" y="392"/>
                      <a:pt x="123" y="392"/>
                      <a:pt x="123" y="392"/>
                    </a:cubicBezTo>
                    <a:cubicBezTo>
                      <a:pt x="96" y="392"/>
                      <a:pt x="96" y="392"/>
                      <a:pt x="96" y="392"/>
                    </a:cubicBezTo>
                    <a:cubicBezTo>
                      <a:pt x="96" y="358"/>
                      <a:pt x="96" y="358"/>
                      <a:pt x="96" y="358"/>
                    </a:cubicBezTo>
                    <a:cubicBezTo>
                      <a:pt x="95" y="358"/>
                      <a:pt x="94" y="358"/>
                      <a:pt x="94" y="358"/>
                    </a:cubicBezTo>
                    <a:cubicBezTo>
                      <a:pt x="93" y="358"/>
                      <a:pt x="92" y="358"/>
                      <a:pt x="91" y="358"/>
                    </a:cubicBezTo>
                    <a:cubicBezTo>
                      <a:pt x="82" y="358"/>
                      <a:pt x="73" y="358"/>
                      <a:pt x="64" y="357"/>
                    </a:cubicBezTo>
                    <a:cubicBezTo>
                      <a:pt x="56" y="356"/>
                      <a:pt x="48" y="354"/>
                      <a:pt x="41" y="352"/>
                    </a:cubicBezTo>
                    <a:cubicBezTo>
                      <a:pt x="34" y="350"/>
                      <a:pt x="27" y="348"/>
                      <a:pt x="20" y="345"/>
                    </a:cubicBezTo>
                    <a:cubicBezTo>
                      <a:pt x="13" y="342"/>
                      <a:pt x="7" y="339"/>
                      <a:pt x="0" y="335"/>
                    </a:cubicBezTo>
                    <a:cubicBezTo>
                      <a:pt x="15" y="288"/>
                      <a:pt x="15" y="288"/>
                      <a:pt x="15" y="288"/>
                    </a:cubicBezTo>
                    <a:cubicBezTo>
                      <a:pt x="19" y="291"/>
                      <a:pt x="25" y="294"/>
                      <a:pt x="31" y="297"/>
                    </a:cubicBezTo>
                    <a:cubicBezTo>
                      <a:pt x="37" y="301"/>
                      <a:pt x="44" y="304"/>
                      <a:pt x="51" y="306"/>
                    </a:cubicBezTo>
                    <a:cubicBezTo>
                      <a:pt x="59" y="309"/>
                      <a:pt x="66" y="312"/>
                      <a:pt x="74" y="314"/>
                    </a:cubicBezTo>
                    <a:cubicBezTo>
                      <a:pt x="82" y="316"/>
                      <a:pt x="89" y="317"/>
                      <a:pt x="96" y="318"/>
                    </a:cubicBezTo>
                    <a:cubicBezTo>
                      <a:pt x="96" y="219"/>
                      <a:pt x="96" y="219"/>
                      <a:pt x="96" y="219"/>
                    </a:cubicBezTo>
                    <a:cubicBezTo>
                      <a:pt x="86" y="215"/>
                      <a:pt x="76" y="211"/>
                      <a:pt x="66" y="206"/>
                    </a:cubicBezTo>
                    <a:cubicBezTo>
                      <a:pt x="56" y="201"/>
                      <a:pt x="47" y="195"/>
                      <a:pt x="39" y="188"/>
                    </a:cubicBezTo>
                    <a:cubicBezTo>
                      <a:pt x="30" y="180"/>
                      <a:pt x="24" y="171"/>
                      <a:pt x="19" y="160"/>
                    </a:cubicBezTo>
                    <a:cubicBezTo>
                      <a:pt x="13" y="149"/>
                      <a:pt x="11" y="136"/>
                      <a:pt x="11" y="119"/>
                    </a:cubicBezTo>
                    <a:cubicBezTo>
                      <a:pt x="11" y="111"/>
                      <a:pt x="13" y="103"/>
                      <a:pt x="17" y="94"/>
                    </a:cubicBezTo>
                    <a:cubicBezTo>
                      <a:pt x="21" y="85"/>
                      <a:pt x="26" y="77"/>
                      <a:pt x="33" y="69"/>
                    </a:cubicBezTo>
                    <a:cubicBezTo>
                      <a:pt x="41" y="61"/>
                      <a:pt x="50" y="54"/>
                      <a:pt x="60" y="48"/>
                    </a:cubicBezTo>
                    <a:cubicBezTo>
                      <a:pt x="71" y="42"/>
                      <a:pt x="83" y="37"/>
                      <a:pt x="96" y="35"/>
                    </a:cubicBezTo>
                    <a:cubicBezTo>
                      <a:pt x="96" y="0"/>
                      <a:pt x="96" y="0"/>
                      <a:pt x="96" y="0"/>
                    </a:cubicBezTo>
                    <a:cubicBezTo>
                      <a:pt x="123" y="0"/>
                      <a:pt x="123" y="0"/>
                      <a:pt x="123" y="0"/>
                    </a:cubicBezTo>
                    <a:cubicBezTo>
                      <a:pt x="123" y="32"/>
                      <a:pt x="123" y="32"/>
                      <a:pt x="123" y="32"/>
                    </a:cubicBezTo>
                    <a:cubicBezTo>
                      <a:pt x="123" y="32"/>
                      <a:pt x="123" y="32"/>
                      <a:pt x="123" y="32"/>
                    </a:cubicBezTo>
                    <a:cubicBezTo>
                      <a:pt x="137" y="32"/>
                      <a:pt x="149" y="33"/>
                      <a:pt x="161" y="34"/>
                    </a:cubicBezTo>
                    <a:cubicBezTo>
                      <a:pt x="172" y="36"/>
                      <a:pt x="184" y="38"/>
                      <a:pt x="196" y="40"/>
                    </a:cubicBezTo>
                    <a:cubicBezTo>
                      <a:pt x="187" y="87"/>
                      <a:pt x="187" y="87"/>
                      <a:pt x="187" y="87"/>
                    </a:cubicBezTo>
                    <a:cubicBezTo>
                      <a:pt x="176" y="83"/>
                      <a:pt x="166" y="80"/>
                      <a:pt x="155" y="77"/>
                    </a:cubicBezTo>
                    <a:cubicBezTo>
                      <a:pt x="143" y="74"/>
                      <a:pt x="133" y="73"/>
                      <a:pt x="123" y="72"/>
                    </a:cubicBezTo>
                    <a:cubicBezTo>
                      <a:pt x="123" y="159"/>
                      <a:pt x="123" y="159"/>
                      <a:pt x="123" y="159"/>
                    </a:cubicBezTo>
                    <a:cubicBezTo>
                      <a:pt x="132" y="163"/>
                      <a:pt x="143" y="168"/>
                      <a:pt x="153" y="172"/>
                    </a:cubicBezTo>
                    <a:cubicBezTo>
                      <a:pt x="163" y="177"/>
                      <a:pt x="173" y="183"/>
                      <a:pt x="181" y="191"/>
                    </a:cubicBezTo>
                    <a:cubicBezTo>
                      <a:pt x="190" y="198"/>
                      <a:pt x="197" y="208"/>
                      <a:pt x="202" y="219"/>
                    </a:cubicBezTo>
                    <a:cubicBezTo>
                      <a:pt x="207" y="230"/>
                      <a:pt x="210" y="244"/>
                      <a:pt x="210" y="261"/>
                    </a:cubicBezTo>
                    <a:moveTo>
                      <a:pt x="65" y="110"/>
                    </a:moveTo>
                    <a:cubicBezTo>
                      <a:pt x="65" y="119"/>
                      <a:pt x="68" y="127"/>
                      <a:pt x="74" y="133"/>
                    </a:cubicBezTo>
                    <a:cubicBezTo>
                      <a:pt x="80" y="139"/>
                      <a:pt x="87" y="144"/>
                      <a:pt x="96" y="148"/>
                    </a:cubicBezTo>
                    <a:cubicBezTo>
                      <a:pt x="96" y="73"/>
                      <a:pt x="96" y="73"/>
                      <a:pt x="96" y="73"/>
                    </a:cubicBezTo>
                    <a:cubicBezTo>
                      <a:pt x="88" y="74"/>
                      <a:pt x="82" y="76"/>
                      <a:pt x="77" y="79"/>
                    </a:cubicBezTo>
                    <a:cubicBezTo>
                      <a:pt x="73" y="81"/>
                      <a:pt x="70" y="85"/>
                      <a:pt x="68" y="90"/>
                    </a:cubicBezTo>
                    <a:cubicBezTo>
                      <a:pt x="66" y="95"/>
                      <a:pt x="65" y="102"/>
                      <a:pt x="65" y="110"/>
                    </a:cubicBezTo>
                    <a:moveTo>
                      <a:pt x="155" y="269"/>
                    </a:moveTo>
                    <a:cubicBezTo>
                      <a:pt x="155" y="260"/>
                      <a:pt x="152" y="252"/>
                      <a:pt x="146" y="246"/>
                    </a:cubicBezTo>
                    <a:cubicBezTo>
                      <a:pt x="140" y="240"/>
                      <a:pt x="132" y="235"/>
                      <a:pt x="123" y="230"/>
                    </a:cubicBezTo>
                    <a:cubicBezTo>
                      <a:pt x="123" y="316"/>
                      <a:pt x="123" y="316"/>
                      <a:pt x="123" y="316"/>
                    </a:cubicBezTo>
                    <a:cubicBezTo>
                      <a:pt x="126" y="316"/>
                      <a:pt x="129" y="315"/>
                      <a:pt x="132" y="314"/>
                    </a:cubicBezTo>
                    <a:cubicBezTo>
                      <a:pt x="134" y="313"/>
                      <a:pt x="137" y="312"/>
                      <a:pt x="140" y="311"/>
                    </a:cubicBezTo>
                    <a:cubicBezTo>
                      <a:pt x="144" y="309"/>
                      <a:pt x="148" y="305"/>
                      <a:pt x="151" y="298"/>
                    </a:cubicBezTo>
                    <a:cubicBezTo>
                      <a:pt x="154" y="290"/>
                      <a:pt x="155" y="281"/>
                      <a:pt x="155" y="269"/>
                    </a:cubicBezTo>
                  </a:path>
                </a:pathLst>
              </a:custGeom>
              <a:solidFill>
                <a:schemeClr val="bg2"/>
              </a:solidFill>
              <a:ln>
                <a:noFill/>
              </a:ln>
            </p:spPr>
            <p:txBody>
              <a:bodyPr anchor="ctr"/>
              <a:lstStyle/>
              <a:p>
                <a:pPr algn="ctr"/>
              </a:p>
            </p:txBody>
          </p:sp>
          <p:sp>
            <p:nvSpPr>
              <p:cNvPr id="75" name="Freeform: Shape 115"/>
              <p:cNvSpPr/>
              <p:nvPr/>
            </p:nvSpPr>
            <p:spPr bwMode="auto">
              <a:xfrm>
                <a:off x="4183282" y="4288858"/>
                <a:ext cx="888023" cy="1039506"/>
              </a:xfrm>
              <a:custGeom>
                <a:avLst/>
                <a:gdLst>
                  <a:gd name="T0" fmla="*/ 231 w 558"/>
                  <a:gd name="T1" fmla="*/ 391 h 653"/>
                  <a:gd name="T2" fmla="*/ 248 w 558"/>
                  <a:gd name="T3" fmla="*/ 386 h 653"/>
                  <a:gd name="T4" fmla="*/ 263 w 558"/>
                  <a:gd name="T5" fmla="*/ 344 h 653"/>
                  <a:gd name="T6" fmla="*/ 231 w 558"/>
                  <a:gd name="T7" fmla="*/ 305 h 653"/>
                  <a:gd name="T8" fmla="*/ 185 w 558"/>
                  <a:gd name="T9" fmla="*/ 154 h 653"/>
                  <a:gd name="T10" fmla="*/ 173 w 558"/>
                  <a:gd name="T11" fmla="*/ 185 h 653"/>
                  <a:gd name="T12" fmla="*/ 204 w 558"/>
                  <a:gd name="T13" fmla="*/ 223 h 653"/>
                  <a:gd name="T14" fmla="*/ 204 w 558"/>
                  <a:gd name="T15" fmla="*/ 393 h 653"/>
                  <a:gd name="T16" fmla="*/ 174 w 558"/>
                  <a:gd name="T17" fmla="*/ 281 h 653"/>
                  <a:gd name="T18" fmla="*/ 127 w 558"/>
                  <a:gd name="T19" fmla="*/ 235 h 653"/>
                  <a:gd name="T20" fmla="*/ 125 w 558"/>
                  <a:gd name="T21" fmla="*/ 169 h 653"/>
                  <a:gd name="T22" fmla="*/ 168 w 558"/>
                  <a:gd name="T23" fmla="*/ 123 h 653"/>
                  <a:gd name="T24" fmla="*/ 204 w 558"/>
                  <a:gd name="T25" fmla="*/ 75 h 653"/>
                  <a:gd name="T26" fmla="*/ 231 w 558"/>
                  <a:gd name="T27" fmla="*/ 107 h 653"/>
                  <a:gd name="T28" fmla="*/ 269 w 558"/>
                  <a:gd name="T29" fmla="*/ 109 h 653"/>
                  <a:gd name="T30" fmla="*/ 295 w 558"/>
                  <a:gd name="T31" fmla="*/ 162 h 653"/>
                  <a:gd name="T32" fmla="*/ 231 w 558"/>
                  <a:gd name="T33" fmla="*/ 147 h 653"/>
                  <a:gd name="T34" fmla="*/ 261 w 558"/>
                  <a:gd name="T35" fmla="*/ 247 h 653"/>
                  <a:gd name="T36" fmla="*/ 310 w 558"/>
                  <a:gd name="T37" fmla="*/ 294 h 653"/>
                  <a:gd name="T38" fmla="*/ 312 w 558"/>
                  <a:gd name="T39" fmla="*/ 365 h 653"/>
                  <a:gd name="T40" fmla="*/ 267 w 558"/>
                  <a:gd name="T41" fmla="*/ 416 h 653"/>
                  <a:gd name="T42" fmla="*/ 231 w 558"/>
                  <a:gd name="T43" fmla="*/ 467 h 653"/>
                  <a:gd name="T44" fmla="*/ 204 w 558"/>
                  <a:gd name="T45" fmla="*/ 433 h 653"/>
                  <a:gd name="T46" fmla="*/ 199 w 558"/>
                  <a:gd name="T47" fmla="*/ 433 h 653"/>
                  <a:gd name="T48" fmla="*/ 149 w 558"/>
                  <a:gd name="T49" fmla="*/ 427 h 653"/>
                  <a:gd name="T50" fmla="*/ 108 w 558"/>
                  <a:gd name="T51" fmla="*/ 410 h 653"/>
                  <a:gd name="T52" fmla="*/ 139 w 558"/>
                  <a:gd name="T53" fmla="*/ 372 h 653"/>
                  <a:gd name="T54" fmla="*/ 182 w 558"/>
                  <a:gd name="T55" fmla="*/ 389 h 653"/>
                  <a:gd name="T56" fmla="*/ 279 w 558"/>
                  <a:gd name="T57" fmla="*/ 0 h 653"/>
                  <a:gd name="T58" fmla="*/ 279 w 558"/>
                  <a:gd name="T59" fmla="*/ 558 h 653"/>
                  <a:gd name="T60" fmla="*/ 405 w 558"/>
                  <a:gd name="T61" fmla="*/ 653 h 653"/>
                  <a:gd name="T62" fmla="*/ 558 w 558"/>
                  <a:gd name="T63" fmla="*/ 279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58" h="653">
                    <a:moveTo>
                      <a:pt x="231" y="305"/>
                    </a:moveTo>
                    <a:cubicBezTo>
                      <a:pt x="231" y="391"/>
                      <a:pt x="231" y="391"/>
                      <a:pt x="231" y="391"/>
                    </a:cubicBezTo>
                    <a:cubicBezTo>
                      <a:pt x="234" y="391"/>
                      <a:pt x="237" y="390"/>
                      <a:pt x="240" y="389"/>
                    </a:cubicBezTo>
                    <a:cubicBezTo>
                      <a:pt x="242" y="388"/>
                      <a:pt x="245" y="387"/>
                      <a:pt x="248" y="386"/>
                    </a:cubicBezTo>
                    <a:cubicBezTo>
                      <a:pt x="252" y="384"/>
                      <a:pt x="256" y="380"/>
                      <a:pt x="259" y="373"/>
                    </a:cubicBezTo>
                    <a:cubicBezTo>
                      <a:pt x="262" y="365"/>
                      <a:pt x="263" y="356"/>
                      <a:pt x="263" y="344"/>
                    </a:cubicBezTo>
                    <a:cubicBezTo>
                      <a:pt x="263" y="335"/>
                      <a:pt x="260" y="327"/>
                      <a:pt x="254" y="321"/>
                    </a:cubicBezTo>
                    <a:cubicBezTo>
                      <a:pt x="248" y="315"/>
                      <a:pt x="240" y="310"/>
                      <a:pt x="231" y="305"/>
                    </a:cubicBezTo>
                    <a:moveTo>
                      <a:pt x="204" y="148"/>
                    </a:moveTo>
                    <a:cubicBezTo>
                      <a:pt x="196" y="149"/>
                      <a:pt x="190" y="151"/>
                      <a:pt x="185" y="154"/>
                    </a:cubicBezTo>
                    <a:cubicBezTo>
                      <a:pt x="181" y="156"/>
                      <a:pt x="178" y="160"/>
                      <a:pt x="176" y="165"/>
                    </a:cubicBezTo>
                    <a:cubicBezTo>
                      <a:pt x="174" y="170"/>
                      <a:pt x="173" y="177"/>
                      <a:pt x="173" y="185"/>
                    </a:cubicBezTo>
                    <a:cubicBezTo>
                      <a:pt x="173" y="194"/>
                      <a:pt x="176" y="202"/>
                      <a:pt x="182" y="208"/>
                    </a:cubicBezTo>
                    <a:cubicBezTo>
                      <a:pt x="188" y="214"/>
                      <a:pt x="195" y="219"/>
                      <a:pt x="204" y="223"/>
                    </a:cubicBezTo>
                    <a:cubicBezTo>
                      <a:pt x="204" y="148"/>
                      <a:pt x="204" y="148"/>
                      <a:pt x="204" y="148"/>
                    </a:cubicBezTo>
                    <a:moveTo>
                      <a:pt x="204" y="393"/>
                    </a:moveTo>
                    <a:cubicBezTo>
                      <a:pt x="204" y="294"/>
                      <a:pt x="204" y="294"/>
                      <a:pt x="204" y="294"/>
                    </a:cubicBezTo>
                    <a:cubicBezTo>
                      <a:pt x="194" y="290"/>
                      <a:pt x="184" y="286"/>
                      <a:pt x="174" y="281"/>
                    </a:cubicBezTo>
                    <a:cubicBezTo>
                      <a:pt x="164" y="276"/>
                      <a:pt x="155" y="270"/>
                      <a:pt x="147" y="263"/>
                    </a:cubicBezTo>
                    <a:cubicBezTo>
                      <a:pt x="138" y="255"/>
                      <a:pt x="132" y="246"/>
                      <a:pt x="127" y="235"/>
                    </a:cubicBezTo>
                    <a:cubicBezTo>
                      <a:pt x="121" y="224"/>
                      <a:pt x="119" y="211"/>
                      <a:pt x="119" y="194"/>
                    </a:cubicBezTo>
                    <a:cubicBezTo>
                      <a:pt x="119" y="186"/>
                      <a:pt x="121" y="178"/>
                      <a:pt x="125" y="169"/>
                    </a:cubicBezTo>
                    <a:cubicBezTo>
                      <a:pt x="129" y="160"/>
                      <a:pt x="134" y="152"/>
                      <a:pt x="141" y="144"/>
                    </a:cubicBezTo>
                    <a:cubicBezTo>
                      <a:pt x="149" y="136"/>
                      <a:pt x="158" y="129"/>
                      <a:pt x="168" y="123"/>
                    </a:cubicBezTo>
                    <a:cubicBezTo>
                      <a:pt x="179" y="117"/>
                      <a:pt x="191" y="112"/>
                      <a:pt x="204" y="110"/>
                    </a:cubicBezTo>
                    <a:cubicBezTo>
                      <a:pt x="204" y="75"/>
                      <a:pt x="204" y="75"/>
                      <a:pt x="204" y="75"/>
                    </a:cubicBezTo>
                    <a:cubicBezTo>
                      <a:pt x="231" y="75"/>
                      <a:pt x="231" y="75"/>
                      <a:pt x="231" y="75"/>
                    </a:cubicBezTo>
                    <a:cubicBezTo>
                      <a:pt x="231" y="107"/>
                      <a:pt x="231" y="107"/>
                      <a:pt x="231" y="107"/>
                    </a:cubicBezTo>
                    <a:cubicBezTo>
                      <a:pt x="231" y="107"/>
                      <a:pt x="231" y="107"/>
                      <a:pt x="231" y="107"/>
                    </a:cubicBezTo>
                    <a:cubicBezTo>
                      <a:pt x="245" y="107"/>
                      <a:pt x="257" y="108"/>
                      <a:pt x="269" y="109"/>
                    </a:cubicBezTo>
                    <a:cubicBezTo>
                      <a:pt x="280" y="111"/>
                      <a:pt x="292" y="113"/>
                      <a:pt x="304" y="115"/>
                    </a:cubicBezTo>
                    <a:cubicBezTo>
                      <a:pt x="295" y="162"/>
                      <a:pt x="295" y="162"/>
                      <a:pt x="295" y="162"/>
                    </a:cubicBezTo>
                    <a:cubicBezTo>
                      <a:pt x="284" y="158"/>
                      <a:pt x="274" y="155"/>
                      <a:pt x="263" y="152"/>
                    </a:cubicBezTo>
                    <a:cubicBezTo>
                      <a:pt x="251" y="149"/>
                      <a:pt x="241" y="148"/>
                      <a:pt x="231" y="147"/>
                    </a:cubicBezTo>
                    <a:cubicBezTo>
                      <a:pt x="231" y="234"/>
                      <a:pt x="231" y="234"/>
                      <a:pt x="231" y="234"/>
                    </a:cubicBezTo>
                    <a:cubicBezTo>
                      <a:pt x="240" y="238"/>
                      <a:pt x="251" y="243"/>
                      <a:pt x="261" y="247"/>
                    </a:cubicBezTo>
                    <a:cubicBezTo>
                      <a:pt x="271" y="252"/>
                      <a:pt x="281" y="258"/>
                      <a:pt x="289" y="266"/>
                    </a:cubicBezTo>
                    <a:cubicBezTo>
                      <a:pt x="298" y="273"/>
                      <a:pt x="305" y="283"/>
                      <a:pt x="310" y="294"/>
                    </a:cubicBezTo>
                    <a:cubicBezTo>
                      <a:pt x="315" y="305"/>
                      <a:pt x="318" y="319"/>
                      <a:pt x="318" y="336"/>
                    </a:cubicBezTo>
                    <a:cubicBezTo>
                      <a:pt x="318" y="346"/>
                      <a:pt x="316" y="356"/>
                      <a:pt x="312" y="365"/>
                    </a:cubicBezTo>
                    <a:cubicBezTo>
                      <a:pt x="308" y="375"/>
                      <a:pt x="302" y="385"/>
                      <a:pt x="295" y="393"/>
                    </a:cubicBezTo>
                    <a:cubicBezTo>
                      <a:pt x="287" y="402"/>
                      <a:pt x="278" y="409"/>
                      <a:pt x="267" y="416"/>
                    </a:cubicBezTo>
                    <a:cubicBezTo>
                      <a:pt x="256" y="422"/>
                      <a:pt x="244" y="427"/>
                      <a:pt x="231" y="430"/>
                    </a:cubicBezTo>
                    <a:cubicBezTo>
                      <a:pt x="231" y="467"/>
                      <a:pt x="231" y="467"/>
                      <a:pt x="231" y="467"/>
                    </a:cubicBezTo>
                    <a:cubicBezTo>
                      <a:pt x="204" y="467"/>
                      <a:pt x="204" y="467"/>
                      <a:pt x="204" y="467"/>
                    </a:cubicBezTo>
                    <a:cubicBezTo>
                      <a:pt x="204" y="433"/>
                      <a:pt x="204" y="433"/>
                      <a:pt x="204" y="433"/>
                    </a:cubicBezTo>
                    <a:cubicBezTo>
                      <a:pt x="203" y="433"/>
                      <a:pt x="202" y="433"/>
                      <a:pt x="202" y="433"/>
                    </a:cubicBezTo>
                    <a:cubicBezTo>
                      <a:pt x="201" y="433"/>
                      <a:pt x="200" y="433"/>
                      <a:pt x="199" y="433"/>
                    </a:cubicBezTo>
                    <a:cubicBezTo>
                      <a:pt x="190" y="433"/>
                      <a:pt x="181" y="433"/>
                      <a:pt x="172" y="432"/>
                    </a:cubicBezTo>
                    <a:cubicBezTo>
                      <a:pt x="164" y="431"/>
                      <a:pt x="156" y="429"/>
                      <a:pt x="149" y="427"/>
                    </a:cubicBezTo>
                    <a:cubicBezTo>
                      <a:pt x="142" y="425"/>
                      <a:pt x="135" y="423"/>
                      <a:pt x="128" y="420"/>
                    </a:cubicBezTo>
                    <a:cubicBezTo>
                      <a:pt x="121" y="417"/>
                      <a:pt x="115" y="414"/>
                      <a:pt x="108" y="410"/>
                    </a:cubicBezTo>
                    <a:cubicBezTo>
                      <a:pt x="123" y="363"/>
                      <a:pt x="123" y="363"/>
                      <a:pt x="123" y="363"/>
                    </a:cubicBezTo>
                    <a:cubicBezTo>
                      <a:pt x="127" y="366"/>
                      <a:pt x="133" y="369"/>
                      <a:pt x="139" y="372"/>
                    </a:cubicBezTo>
                    <a:cubicBezTo>
                      <a:pt x="145" y="376"/>
                      <a:pt x="152" y="379"/>
                      <a:pt x="159" y="381"/>
                    </a:cubicBezTo>
                    <a:cubicBezTo>
                      <a:pt x="167" y="384"/>
                      <a:pt x="174" y="387"/>
                      <a:pt x="182" y="389"/>
                    </a:cubicBezTo>
                    <a:cubicBezTo>
                      <a:pt x="190" y="391"/>
                      <a:pt x="197" y="392"/>
                      <a:pt x="204" y="393"/>
                    </a:cubicBezTo>
                    <a:moveTo>
                      <a:pt x="279" y="0"/>
                    </a:moveTo>
                    <a:cubicBezTo>
                      <a:pt x="125" y="0"/>
                      <a:pt x="0" y="125"/>
                      <a:pt x="0" y="279"/>
                    </a:cubicBezTo>
                    <a:cubicBezTo>
                      <a:pt x="0" y="433"/>
                      <a:pt x="125" y="558"/>
                      <a:pt x="279" y="558"/>
                    </a:cubicBezTo>
                    <a:cubicBezTo>
                      <a:pt x="284" y="558"/>
                      <a:pt x="288" y="558"/>
                      <a:pt x="292" y="558"/>
                    </a:cubicBezTo>
                    <a:cubicBezTo>
                      <a:pt x="405" y="653"/>
                      <a:pt x="405" y="653"/>
                      <a:pt x="405" y="653"/>
                    </a:cubicBezTo>
                    <a:cubicBezTo>
                      <a:pt x="417" y="522"/>
                      <a:pt x="417" y="522"/>
                      <a:pt x="417" y="522"/>
                    </a:cubicBezTo>
                    <a:cubicBezTo>
                      <a:pt x="501" y="474"/>
                      <a:pt x="558" y="383"/>
                      <a:pt x="558" y="279"/>
                    </a:cubicBezTo>
                    <a:cubicBezTo>
                      <a:pt x="558" y="125"/>
                      <a:pt x="433" y="0"/>
                      <a:pt x="279"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Freeform: Shape 116"/>
              <p:cNvSpPr/>
              <p:nvPr/>
            </p:nvSpPr>
            <p:spPr bwMode="auto">
              <a:xfrm>
                <a:off x="4354962" y="4408698"/>
                <a:ext cx="334608" cy="624108"/>
              </a:xfrm>
              <a:custGeom>
                <a:avLst/>
                <a:gdLst>
                  <a:gd name="T0" fmla="*/ 123 w 210"/>
                  <a:gd name="T1" fmla="*/ 316 h 392"/>
                  <a:gd name="T2" fmla="*/ 123 w 210"/>
                  <a:gd name="T3" fmla="*/ 230 h 392"/>
                  <a:gd name="T4" fmla="*/ 146 w 210"/>
                  <a:gd name="T5" fmla="*/ 246 h 392"/>
                  <a:gd name="T6" fmla="*/ 155 w 210"/>
                  <a:gd name="T7" fmla="*/ 269 h 392"/>
                  <a:gd name="T8" fmla="*/ 151 w 210"/>
                  <a:gd name="T9" fmla="*/ 298 h 392"/>
                  <a:gd name="T10" fmla="*/ 140 w 210"/>
                  <a:gd name="T11" fmla="*/ 311 h 392"/>
                  <a:gd name="T12" fmla="*/ 132 w 210"/>
                  <a:gd name="T13" fmla="*/ 314 h 392"/>
                  <a:gd name="T14" fmla="*/ 123 w 210"/>
                  <a:gd name="T15" fmla="*/ 316 h 392"/>
                  <a:gd name="T16" fmla="*/ 96 w 210"/>
                  <a:gd name="T17" fmla="*/ 148 h 392"/>
                  <a:gd name="T18" fmla="*/ 74 w 210"/>
                  <a:gd name="T19" fmla="*/ 133 h 392"/>
                  <a:gd name="T20" fmla="*/ 65 w 210"/>
                  <a:gd name="T21" fmla="*/ 110 h 392"/>
                  <a:gd name="T22" fmla="*/ 68 w 210"/>
                  <a:gd name="T23" fmla="*/ 90 h 392"/>
                  <a:gd name="T24" fmla="*/ 77 w 210"/>
                  <a:gd name="T25" fmla="*/ 79 h 392"/>
                  <a:gd name="T26" fmla="*/ 96 w 210"/>
                  <a:gd name="T27" fmla="*/ 73 h 392"/>
                  <a:gd name="T28" fmla="*/ 96 w 210"/>
                  <a:gd name="T29" fmla="*/ 148 h 392"/>
                  <a:gd name="T30" fmla="*/ 123 w 210"/>
                  <a:gd name="T31" fmla="*/ 0 h 392"/>
                  <a:gd name="T32" fmla="*/ 96 w 210"/>
                  <a:gd name="T33" fmla="*/ 0 h 392"/>
                  <a:gd name="T34" fmla="*/ 96 w 210"/>
                  <a:gd name="T35" fmla="*/ 35 h 392"/>
                  <a:gd name="T36" fmla="*/ 60 w 210"/>
                  <a:gd name="T37" fmla="*/ 48 h 392"/>
                  <a:gd name="T38" fmla="*/ 33 w 210"/>
                  <a:gd name="T39" fmla="*/ 69 h 392"/>
                  <a:gd name="T40" fmla="*/ 17 w 210"/>
                  <a:gd name="T41" fmla="*/ 94 h 392"/>
                  <a:gd name="T42" fmla="*/ 11 w 210"/>
                  <a:gd name="T43" fmla="*/ 119 h 392"/>
                  <a:gd name="T44" fmla="*/ 19 w 210"/>
                  <a:gd name="T45" fmla="*/ 160 h 392"/>
                  <a:gd name="T46" fmla="*/ 39 w 210"/>
                  <a:gd name="T47" fmla="*/ 188 h 392"/>
                  <a:gd name="T48" fmla="*/ 66 w 210"/>
                  <a:gd name="T49" fmla="*/ 206 h 392"/>
                  <a:gd name="T50" fmla="*/ 96 w 210"/>
                  <a:gd name="T51" fmla="*/ 219 h 392"/>
                  <a:gd name="T52" fmla="*/ 96 w 210"/>
                  <a:gd name="T53" fmla="*/ 318 h 392"/>
                  <a:gd name="T54" fmla="*/ 74 w 210"/>
                  <a:gd name="T55" fmla="*/ 314 h 392"/>
                  <a:gd name="T56" fmla="*/ 51 w 210"/>
                  <a:gd name="T57" fmla="*/ 306 h 392"/>
                  <a:gd name="T58" fmla="*/ 31 w 210"/>
                  <a:gd name="T59" fmla="*/ 297 h 392"/>
                  <a:gd name="T60" fmla="*/ 15 w 210"/>
                  <a:gd name="T61" fmla="*/ 288 h 392"/>
                  <a:gd name="T62" fmla="*/ 0 w 210"/>
                  <a:gd name="T63" fmla="*/ 335 h 392"/>
                  <a:gd name="T64" fmla="*/ 20 w 210"/>
                  <a:gd name="T65" fmla="*/ 345 h 392"/>
                  <a:gd name="T66" fmla="*/ 41 w 210"/>
                  <a:gd name="T67" fmla="*/ 352 h 392"/>
                  <a:gd name="T68" fmla="*/ 64 w 210"/>
                  <a:gd name="T69" fmla="*/ 357 h 392"/>
                  <a:gd name="T70" fmla="*/ 91 w 210"/>
                  <a:gd name="T71" fmla="*/ 358 h 392"/>
                  <a:gd name="T72" fmla="*/ 94 w 210"/>
                  <a:gd name="T73" fmla="*/ 358 h 392"/>
                  <a:gd name="T74" fmla="*/ 96 w 210"/>
                  <a:gd name="T75" fmla="*/ 358 h 392"/>
                  <a:gd name="T76" fmla="*/ 96 w 210"/>
                  <a:gd name="T77" fmla="*/ 392 h 392"/>
                  <a:gd name="T78" fmla="*/ 123 w 210"/>
                  <a:gd name="T79" fmla="*/ 392 h 392"/>
                  <a:gd name="T80" fmla="*/ 123 w 210"/>
                  <a:gd name="T81" fmla="*/ 355 h 392"/>
                  <a:gd name="T82" fmla="*/ 159 w 210"/>
                  <a:gd name="T83" fmla="*/ 341 h 392"/>
                  <a:gd name="T84" fmla="*/ 187 w 210"/>
                  <a:gd name="T85" fmla="*/ 318 h 392"/>
                  <a:gd name="T86" fmla="*/ 204 w 210"/>
                  <a:gd name="T87" fmla="*/ 290 h 392"/>
                  <a:gd name="T88" fmla="*/ 210 w 210"/>
                  <a:gd name="T89" fmla="*/ 261 h 392"/>
                  <a:gd name="T90" fmla="*/ 202 w 210"/>
                  <a:gd name="T91" fmla="*/ 219 h 392"/>
                  <a:gd name="T92" fmla="*/ 181 w 210"/>
                  <a:gd name="T93" fmla="*/ 191 h 392"/>
                  <a:gd name="T94" fmla="*/ 153 w 210"/>
                  <a:gd name="T95" fmla="*/ 172 h 392"/>
                  <a:gd name="T96" fmla="*/ 123 w 210"/>
                  <a:gd name="T97" fmla="*/ 159 h 392"/>
                  <a:gd name="T98" fmla="*/ 123 w 210"/>
                  <a:gd name="T99" fmla="*/ 72 h 392"/>
                  <a:gd name="T100" fmla="*/ 155 w 210"/>
                  <a:gd name="T101" fmla="*/ 77 h 392"/>
                  <a:gd name="T102" fmla="*/ 187 w 210"/>
                  <a:gd name="T103" fmla="*/ 87 h 392"/>
                  <a:gd name="T104" fmla="*/ 196 w 210"/>
                  <a:gd name="T105" fmla="*/ 40 h 392"/>
                  <a:gd name="T106" fmla="*/ 161 w 210"/>
                  <a:gd name="T107" fmla="*/ 34 h 392"/>
                  <a:gd name="T108" fmla="*/ 123 w 210"/>
                  <a:gd name="T109" fmla="*/ 32 h 392"/>
                  <a:gd name="T110" fmla="*/ 123 w 210"/>
                  <a:gd name="T111" fmla="*/ 32 h 392"/>
                  <a:gd name="T112" fmla="*/ 123 w 210"/>
                  <a:gd name="T113" fmla="*/ 0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392">
                    <a:moveTo>
                      <a:pt x="123" y="316"/>
                    </a:moveTo>
                    <a:cubicBezTo>
                      <a:pt x="123" y="230"/>
                      <a:pt x="123" y="230"/>
                      <a:pt x="123" y="230"/>
                    </a:cubicBezTo>
                    <a:cubicBezTo>
                      <a:pt x="132" y="235"/>
                      <a:pt x="140" y="240"/>
                      <a:pt x="146" y="246"/>
                    </a:cubicBezTo>
                    <a:cubicBezTo>
                      <a:pt x="152" y="252"/>
                      <a:pt x="155" y="260"/>
                      <a:pt x="155" y="269"/>
                    </a:cubicBezTo>
                    <a:cubicBezTo>
                      <a:pt x="155" y="281"/>
                      <a:pt x="154" y="290"/>
                      <a:pt x="151" y="298"/>
                    </a:cubicBezTo>
                    <a:cubicBezTo>
                      <a:pt x="148" y="305"/>
                      <a:pt x="144" y="309"/>
                      <a:pt x="140" y="311"/>
                    </a:cubicBezTo>
                    <a:cubicBezTo>
                      <a:pt x="137" y="312"/>
                      <a:pt x="134" y="313"/>
                      <a:pt x="132" y="314"/>
                    </a:cubicBezTo>
                    <a:cubicBezTo>
                      <a:pt x="129" y="315"/>
                      <a:pt x="126" y="316"/>
                      <a:pt x="123" y="316"/>
                    </a:cubicBezTo>
                    <a:moveTo>
                      <a:pt x="96" y="148"/>
                    </a:moveTo>
                    <a:cubicBezTo>
                      <a:pt x="87" y="144"/>
                      <a:pt x="80" y="139"/>
                      <a:pt x="74" y="133"/>
                    </a:cubicBezTo>
                    <a:cubicBezTo>
                      <a:pt x="68" y="127"/>
                      <a:pt x="65" y="119"/>
                      <a:pt x="65" y="110"/>
                    </a:cubicBezTo>
                    <a:cubicBezTo>
                      <a:pt x="65" y="102"/>
                      <a:pt x="66" y="95"/>
                      <a:pt x="68" y="90"/>
                    </a:cubicBezTo>
                    <a:cubicBezTo>
                      <a:pt x="70" y="85"/>
                      <a:pt x="73" y="81"/>
                      <a:pt x="77" y="79"/>
                    </a:cubicBezTo>
                    <a:cubicBezTo>
                      <a:pt x="82" y="76"/>
                      <a:pt x="88" y="74"/>
                      <a:pt x="96" y="73"/>
                    </a:cubicBezTo>
                    <a:cubicBezTo>
                      <a:pt x="96" y="148"/>
                      <a:pt x="96" y="148"/>
                      <a:pt x="96" y="148"/>
                    </a:cubicBezTo>
                    <a:moveTo>
                      <a:pt x="123" y="0"/>
                    </a:moveTo>
                    <a:cubicBezTo>
                      <a:pt x="96" y="0"/>
                      <a:pt x="96" y="0"/>
                      <a:pt x="96" y="0"/>
                    </a:cubicBezTo>
                    <a:cubicBezTo>
                      <a:pt x="96" y="35"/>
                      <a:pt x="96" y="35"/>
                      <a:pt x="96" y="35"/>
                    </a:cubicBezTo>
                    <a:cubicBezTo>
                      <a:pt x="83" y="37"/>
                      <a:pt x="71" y="42"/>
                      <a:pt x="60" y="48"/>
                    </a:cubicBezTo>
                    <a:cubicBezTo>
                      <a:pt x="50" y="54"/>
                      <a:pt x="41" y="61"/>
                      <a:pt x="33" y="69"/>
                    </a:cubicBezTo>
                    <a:cubicBezTo>
                      <a:pt x="26" y="77"/>
                      <a:pt x="21" y="85"/>
                      <a:pt x="17" y="94"/>
                    </a:cubicBezTo>
                    <a:cubicBezTo>
                      <a:pt x="13" y="103"/>
                      <a:pt x="11" y="111"/>
                      <a:pt x="11" y="119"/>
                    </a:cubicBezTo>
                    <a:cubicBezTo>
                      <a:pt x="11" y="136"/>
                      <a:pt x="13" y="149"/>
                      <a:pt x="19" y="160"/>
                    </a:cubicBezTo>
                    <a:cubicBezTo>
                      <a:pt x="24" y="171"/>
                      <a:pt x="30" y="180"/>
                      <a:pt x="39" y="188"/>
                    </a:cubicBezTo>
                    <a:cubicBezTo>
                      <a:pt x="47" y="195"/>
                      <a:pt x="56" y="201"/>
                      <a:pt x="66" y="206"/>
                    </a:cubicBezTo>
                    <a:cubicBezTo>
                      <a:pt x="76" y="211"/>
                      <a:pt x="86" y="215"/>
                      <a:pt x="96" y="219"/>
                    </a:cubicBezTo>
                    <a:cubicBezTo>
                      <a:pt x="96" y="318"/>
                      <a:pt x="96" y="318"/>
                      <a:pt x="96" y="318"/>
                    </a:cubicBezTo>
                    <a:cubicBezTo>
                      <a:pt x="89" y="317"/>
                      <a:pt x="82" y="316"/>
                      <a:pt x="74" y="314"/>
                    </a:cubicBezTo>
                    <a:cubicBezTo>
                      <a:pt x="66" y="312"/>
                      <a:pt x="59" y="309"/>
                      <a:pt x="51" y="306"/>
                    </a:cubicBezTo>
                    <a:cubicBezTo>
                      <a:pt x="44" y="304"/>
                      <a:pt x="37" y="301"/>
                      <a:pt x="31" y="297"/>
                    </a:cubicBezTo>
                    <a:cubicBezTo>
                      <a:pt x="25" y="294"/>
                      <a:pt x="19" y="291"/>
                      <a:pt x="15" y="288"/>
                    </a:cubicBezTo>
                    <a:cubicBezTo>
                      <a:pt x="0" y="335"/>
                      <a:pt x="0" y="335"/>
                      <a:pt x="0" y="335"/>
                    </a:cubicBezTo>
                    <a:cubicBezTo>
                      <a:pt x="7" y="339"/>
                      <a:pt x="13" y="342"/>
                      <a:pt x="20" y="345"/>
                    </a:cubicBezTo>
                    <a:cubicBezTo>
                      <a:pt x="27" y="348"/>
                      <a:pt x="34" y="350"/>
                      <a:pt x="41" y="352"/>
                    </a:cubicBezTo>
                    <a:cubicBezTo>
                      <a:pt x="48" y="354"/>
                      <a:pt x="56" y="356"/>
                      <a:pt x="64" y="357"/>
                    </a:cubicBezTo>
                    <a:cubicBezTo>
                      <a:pt x="73" y="358"/>
                      <a:pt x="82" y="358"/>
                      <a:pt x="91" y="358"/>
                    </a:cubicBezTo>
                    <a:cubicBezTo>
                      <a:pt x="92" y="358"/>
                      <a:pt x="93" y="358"/>
                      <a:pt x="94" y="358"/>
                    </a:cubicBezTo>
                    <a:cubicBezTo>
                      <a:pt x="94" y="358"/>
                      <a:pt x="95" y="358"/>
                      <a:pt x="96" y="358"/>
                    </a:cubicBezTo>
                    <a:cubicBezTo>
                      <a:pt x="96" y="392"/>
                      <a:pt x="96" y="392"/>
                      <a:pt x="96" y="392"/>
                    </a:cubicBezTo>
                    <a:cubicBezTo>
                      <a:pt x="123" y="392"/>
                      <a:pt x="123" y="392"/>
                      <a:pt x="123" y="392"/>
                    </a:cubicBezTo>
                    <a:cubicBezTo>
                      <a:pt x="123" y="355"/>
                      <a:pt x="123" y="355"/>
                      <a:pt x="123" y="355"/>
                    </a:cubicBezTo>
                    <a:cubicBezTo>
                      <a:pt x="136" y="352"/>
                      <a:pt x="148" y="347"/>
                      <a:pt x="159" y="341"/>
                    </a:cubicBezTo>
                    <a:cubicBezTo>
                      <a:pt x="170" y="334"/>
                      <a:pt x="179" y="327"/>
                      <a:pt x="187" y="318"/>
                    </a:cubicBezTo>
                    <a:cubicBezTo>
                      <a:pt x="194" y="310"/>
                      <a:pt x="200" y="300"/>
                      <a:pt x="204" y="290"/>
                    </a:cubicBezTo>
                    <a:cubicBezTo>
                      <a:pt x="208" y="281"/>
                      <a:pt x="210" y="271"/>
                      <a:pt x="210" y="261"/>
                    </a:cubicBezTo>
                    <a:cubicBezTo>
                      <a:pt x="210" y="244"/>
                      <a:pt x="207" y="230"/>
                      <a:pt x="202" y="219"/>
                    </a:cubicBezTo>
                    <a:cubicBezTo>
                      <a:pt x="197" y="208"/>
                      <a:pt x="190" y="198"/>
                      <a:pt x="181" y="191"/>
                    </a:cubicBezTo>
                    <a:cubicBezTo>
                      <a:pt x="173" y="183"/>
                      <a:pt x="163" y="177"/>
                      <a:pt x="153" y="172"/>
                    </a:cubicBezTo>
                    <a:cubicBezTo>
                      <a:pt x="143" y="168"/>
                      <a:pt x="132" y="163"/>
                      <a:pt x="123" y="159"/>
                    </a:cubicBezTo>
                    <a:cubicBezTo>
                      <a:pt x="123" y="72"/>
                      <a:pt x="123" y="72"/>
                      <a:pt x="123" y="72"/>
                    </a:cubicBezTo>
                    <a:cubicBezTo>
                      <a:pt x="133" y="73"/>
                      <a:pt x="143" y="74"/>
                      <a:pt x="155" y="77"/>
                    </a:cubicBezTo>
                    <a:cubicBezTo>
                      <a:pt x="166" y="80"/>
                      <a:pt x="176" y="83"/>
                      <a:pt x="187" y="87"/>
                    </a:cubicBezTo>
                    <a:cubicBezTo>
                      <a:pt x="196" y="40"/>
                      <a:pt x="196" y="40"/>
                      <a:pt x="196" y="40"/>
                    </a:cubicBezTo>
                    <a:cubicBezTo>
                      <a:pt x="184" y="38"/>
                      <a:pt x="172" y="36"/>
                      <a:pt x="161" y="34"/>
                    </a:cubicBezTo>
                    <a:cubicBezTo>
                      <a:pt x="149" y="33"/>
                      <a:pt x="137" y="32"/>
                      <a:pt x="123" y="32"/>
                    </a:cubicBezTo>
                    <a:cubicBezTo>
                      <a:pt x="123" y="32"/>
                      <a:pt x="123" y="32"/>
                      <a:pt x="123" y="32"/>
                    </a:cubicBezTo>
                    <a:cubicBezTo>
                      <a:pt x="123" y="0"/>
                      <a:pt x="123" y="0"/>
                      <a:pt x="123" y="0"/>
                    </a:cubicBezTo>
                  </a:path>
                </a:pathLst>
              </a:custGeom>
              <a:solidFill>
                <a:schemeClr val="bg2"/>
              </a:solidFill>
              <a:ln>
                <a:noFill/>
              </a:ln>
            </p:spPr>
            <p:txBody>
              <a:bodyPr anchor="ctr"/>
              <a:lstStyle/>
              <a:p>
                <a:pPr algn="ctr"/>
              </a:p>
            </p:txBody>
          </p:sp>
          <p:sp>
            <p:nvSpPr>
              <p:cNvPr id="77" name="Freeform: Shape 117"/>
              <p:cNvSpPr/>
              <p:nvPr/>
            </p:nvSpPr>
            <p:spPr bwMode="auto">
              <a:xfrm>
                <a:off x="4098452" y="4268661"/>
                <a:ext cx="888697" cy="1039506"/>
              </a:xfrm>
              <a:custGeom>
                <a:avLst/>
                <a:gdLst>
                  <a:gd name="T0" fmla="*/ 558 w 558"/>
                  <a:gd name="T1" fmla="*/ 279 h 653"/>
                  <a:gd name="T2" fmla="*/ 279 w 558"/>
                  <a:gd name="T3" fmla="*/ 0 h 653"/>
                  <a:gd name="T4" fmla="*/ 0 w 558"/>
                  <a:gd name="T5" fmla="*/ 279 h 653"/>
                  <a:gd name="T6" fmla="*/ 279 w 558"/>
                  <a:gd name="T7" fmla="*/ 558 h 653"/>
                  <a:gd name="T8" fmla="*/ 292 w 558"/>
                  <a:gd name="T9" fmla="*/ 558 h 653"/>
                  <a:gd name="T10" fmla="*/ 404 w 558"/>
                  <a:gd name="T11" fmla="*/ 653 h 653"/>
                  <a:gd name="T12" fmla="*/ 416 w 558"/>
                  <a:gd name="T13" fmla="*/ 522 h 653"/>
                  <a:gd name="T14" fmla="*/ 558 w 558"/>
                  <a:gd name="T15" fmla="*/ 279 h 6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8" h="653">
                    <a:moveTo>
                      <a:pt x="558" y="279"/>
                    </a:moveTo>
                    <a:cubicBezTo>
                      <a:pt x="558" y="125"/>
                      <a:pt x="433" y="0"/>
                      <a:pt x="279" y="0"/>
                    </a:cubicBezTo>
                    <a:cubicBezTo>
                      <a:pt x="125" y="0"/>
                      <a:pt x="0" y="125"/>
                      <a:pt x="0" y="279"/>
                    </a:cubicBezTo>
                    <a:cubicBezTo>
                      <a:pt x="0" y="433"/>
                      <a:pt x="125" y="558"/>
                      <a:pt x="279" y="558"/>
                    </a:cubicBezTo>
                    <a:cubicBezTo>
                      <a:pt x="283" y="558"/>
                      <a:pt x="287" y="558"/>
                      <a:pt x="292" y="558"/>
                    </a:cubicBezTo>
                    <a:cubicBezTo>
                      <a:pt x="404" y="653"/>
                      <a:pt x="404" y="653"/>
                      <a:pt x="404" y="653"/>
                    </a:cubicBezTo>
                    <a:cubicBezTo>
                      <a:pt x="416" y="522"/>
                      <a:pt x="416" y="522"/>
                      <a:pt x="416" y="522"/>
                    </a:cubicBezTo>
                    <a:cubicBezTo>
                      <a:pt x="501" y="474"/>
                      <a:pt x="558" y="383"/>
                      <a:pt x="558" y="279"/>
                    </a:cubicBezTo>
                    <a:close/>
                  </a:path>
                </a:pathLst>
              </a:custGeom>
              <a:solidFill>
                <a:schemeClr val="accent1"/>
              </a:solidFill>
              <a:ln>
                <a:noFill/>
              </a:ln>
            </p:spPr>
            <p:txBody>
              <a:bodyPr anchor="ctr"/>
              <a:lstStyle/>
              <a:p>
                <a:pPr algn="ctr"/>
              </a:p>
            </p:txBody>
          </p:sp>
          <p:sp>
            <p:nvSpPr>
              <p:cNvPr id="78" name="Freeform: Shape 118"/>
              <p:cNvSpPr/>
              <p:nvPr/>
            </p:nvSpPr>
            <p:spPr bwMode="auto">
              <a:xfrm>
                <a:off x="4291003" y="4558160"/>
                <a:ext cx="206016" cy="245065"/>
              </a:xfrm>
              <a:custGeom>
                <a:avLst/>
                <a:gdLst>
                  <a:gd name="T0" fmla="*/ 37 w 129"/>
                  <a:gd name="T1" fmla="*/ 106 h 154"/>
                  <a:gd name="T2" fmla="*/ 21 w 129"/>
                  <a:gd name="T3" fmla="*/ 154 h 154"/>
                  <a:gd name="T4" fmla="*/ 0 w 129"/>
                  <a:gd name="T5" fmla="*/ 154 h 154"/>
                  <a:gd name="T6" fmla="*/ 53 w 129"/>
                  <a:gd name="T7" fmla="*/ 0 h 154"/>
                  <a:gd name="T8" fmla="*/ 77 w 129"/>
                  <a:gd name="T9" fmla="*/ 0 h 154"/>
                  <a:gd name="T10" fmla="*/ 129 w 129"/>
                  <a:gd name="T11" fmla="*/ 154 h 154"/>
                  <a:gd name="T12" fmla="*/ 108 w 129"/>
                  <a:gd name="T13" fmla="*/ 154 h 154"/>
                  <a:gd name="T14" fmla="*/ 92 w 129"/>
                  <a:gd name="T15" fmla="*/ 106 h 154"/>
                  <a:gd name="T16" fmla="*/ 37 w 129"/>
                  <a:gd name="T17" fmla="*/ 106 h 154"/>
                  <a:gd name="T18" fmla="*/ 88 w 129"/>
                  <a:gd name="T19" fmla="*/ 90 h 154"/>
                  <a:gd name="T20" fmla="*/ 72 w 129"/>
                  <a:gd name="T21" fmla="*/ 46 h 154"/>
                  <a:gd name="T22" fmla="*/ 64 w 129"/>
                  <a:gd name="T23" fmla="*/ 18 h 154"/>
                  <a:gd name="T24" fmla="*/ 64 w 129"/>
                  <a:gd name="T25" fmla="*/ 18 h 154"/>
                  <a:gd name="T26" fmla="*/ 56 w 129"/>
                  <a:gd name="T27" fmla="*/ 45 h 154"/>
                  <a:gd name="T28" fmla="*/ 41 w 129"/>
                  <a:gd name="T29" fmla="*/ 90 h 154"/>
                  <a:gd name="T30" fmla="*/ 88 w 129"/>
                  <a:gd name="T31" fmla="*/ 9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9" h="154">
                    <a:moveTo>
                      <a:pt x="37" y="106"/>
                    </a:moveTo>
                    <a:cubicBezTo>
                      <a:pt x="21" y="154"/>
                      <a:pt x="21" y="154"/>
                      <a:pt x="21" y="154"/>
                    </a:cubicBezTo>
                    <a:cubicBezTo>
                      <a:pt x="0" y="154"/>
                      <a:pt x="0" y="154"/>
                      <a:pt x="0" y="154"/>
                    </a:cubicBezTo>
                    <a:cubicBezTo>
                      <a:pt x="53" y="0"/>
                      <a:pt x="53" y="0"/>
                      <a:pt x="53" y="0"/>
                    </a:cubicBezTo>
                    <a:cubicBezTo>
                      <a:pt x="77" y="0"/>
                      <a:pt x="77" y="0"/>
                      <a:pt x="77" y="0"/>
                    </a:cubicBezTo>
                    <a:cubicBezTo>
                      <a:pt x="129" y="154"/>
                      <a:pt x="129" y="154"/>
                      <a:pt x="129" y="154"/>
                    </a:cubicBezTo>
                    <a:cubicBezTo>
                      <a:pt x="108" y="154"/>
                      <a:pt x="108" y="154"/>
                      <a:pt x="108" y="154"/>
                    </a:cubicBezTo>
                    <a:cubicBezTo>
                      <a:pt x="92" y="106"/>
                      <a:pt x="92" y="106"/>
                      <a:pt x="92" y="106"/>
                    </a:cubicBezTo>
                    <a:lnTo>
                      <a:pt x="37" y="106"/>
                    </a:lnTo>
                    <a:close/>
                    <a:moveTo>
                      <a:pt x="88" y="90"/>
                    </a:moveTo>
                    <a:cubicBezTo>
                      <a:pt x="72" y="46"/>
                      <a:pt x="72" y="46"/>
                      <a:pt x="72" y="46"/>
                    </a:cubicBezTo>
                    <a:cubicBezTo>
                      <a:pt x="69" y="36"/>
                      <a:pt x="67" y="26"/>
                      <a:pt x="64" y="18"/>
                    </a:cubicBezTo>
                    <a:cubicBezTo>
                      <a:pt x="64" y="18"/>
                      <a:pt x="64" y="18"/>
                      <a:pt x="64" y="18"/>
                    </a:cubicBezTo>
                    <a:cubicBezTo>
                      <a:pt x="62" y="26"/>
                      <a:pt x="59" y="36"/>
                      <a:pt x="56" y="45"/>
                    </a:cubicBezTo>
                    <a:cubicBezTo>
                      <a:pt x="41" y="90"/>
                      <a:pt x="41" y="90"/>
                      <a:pt x="41" y="90"/>
                    </a:cubicBezTo>
                    <a:lnTo>
                      <a:pt x="88" y="90"/>
                    </a:lnTo>
                    <a:close/>
                  </a:path>
                </a:pathLst>
              </a:custGeom>
              <a:solidFill>
                <a:schemeClr val="bg2"/>
              </a:solidFill>
              <a:ln>
                <a:noFill/>
              </a:ln>
            </p:spPr>
            <p:txBody>
              <a:bodyPr anchor="ctr"/>
              <a:lstStyle/>
              <a:p>
                <a:pPr algn="ctr"/>
              </a:p>
            </p:txBody>
          </p:sp>
          <p:sp>
            <p:nvSpPr>
              <p:cNvPr id="79" name="Freeform: Shape 119"/>
              <p:cNvSpPr/>
              <p:nvPr/>
            </p:nvSpPr>
            <p:spPr bwMode="auto">
              <a:xfrm>
                <a:off x="4528662" y="4427549"/>
                <a:ext cx="156195" cy="248431"/>
              </a:xfrm>
              <a:custGeom>
                <a:avLst/>
                <a:gdLst>
                  <a:gd name="T0" fmla="*/ 0 w 98"/>
                  <a:gd name="T1" fmla="*/ 3 h 156"/>
                  <a:gd name="T2" fmla="*/ 37 w 98"/>
                  <a:gd name="T3" fmla="*/ 0 h 156"/>
                  <a:gd name="T4" fmla="*/ 79 w 98"/>
                  <a:gd name="T5" fmla="*/ 11 h 156"/>
                  <a:gd name="T6" fmla="*/ 92 w 98"/>
                  <a:gd name="T7" fmla="*/ 38 h 156"/>
                  <a:gd name="T8" fmla="*/ 66 w 98"/>
                  <a:gd name="T9" fmla="*/ 72 h 156"/>
                  <a:gd name="T10" fmla="*/ 66 w 98"/>
                  <a:gd name="T11" fmla="*/ 73 h 156"/>
                  <a:gd name="T12" fmla="*/ 98 w 98"/>
                  <a:gd name="T13" fmla="*/ 111 h 156"/>
                  <a:gd name="T14" fmla="*/ 84 w 98"/>
                  <a:gd name="T15" fmla="*/ 142 h 156"/>
                  <a:gd name="T16" fmla="*/ 31 w 98"/>
                  <a:gd name="T17" fmla="*/ 156 h 156"/>
                  <a:gd name="T18" fmla="*/ 0 w 98"/>
                  <a:gd name="T19" fmla="*/ 155 h 156"/>
                  <a:gd name="T20" fmla="*/ 0 w 98"/>
                  <a:gd name="T21" fmla="*/ 3 h 156"/>
                  <a:gd name="T22" fmla="*/ 20 w 98"/>
                  <a:gd name="T23" fmla="*/ 66 h 156"/>
                  <a:gd name="T24" fmla="*/ 38 w 98"/>
                  <a:gd name="T25" fmla="*/ 66 h 156"/>
                  <a:gd name="T26" fmla="*/ 72 w 98"/>
                  <a:gd name="T27" fmla="*/ 40 h 156"/>
                  <a:gd name="T28" fmla="*/ 38 w 98"/>
                  <a:gd name="T29" fmla="*/ 15 h 156"/>
                  <a:gd name="T30" fmla="*/ 20 w 98"/>
                  <a:gd name="T31" fmla="*/ 16 h 156"/>
                  <a:gd name="T32" fmla="*/ 20 w 98"/>
                  <a:gd name="T33" fmla="*/ 66 h 156"/>
                  <a:gd name="T34" fmla="*/ 20 w 98"/>
                  <a:gd name="T35" fmla="*/ 140 h 156"/>
                  <a:gd name="T36" fmla="*/ 37 w 98"/>
                  <a:gd name="T37" fmla="*/ 141 h 156"/>
                  <a:gd name="T38" fmla="*/ 77 w 98"/>
                  <a:gd name="T39" fmla="*/ 111 h 156"/>
                  <a:gd name="T40" fmla="*/ 37 w 98"/>
                  <a:gd name="T41" fmla="*/ 81 h 156"/>
                  <a:gd name="T42" fmla="*/ 20 w 98"/>
                  <a:gd name="T43" fmla="*/ 81 h 156"/>
                  <a:gd name="T44" fmla="*/ 20 w 98"/>
                  <a:gd name="T45" fmla="*/ 14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8" h="156">
                    <a:moveTo>
                      <a:pt x="0" y="3"/>
                    </a:moveTo>
                    <a:cubicBezTo>
                      <a:pt x="9" y="1"/>
                      <a:pt x="23" y="0"/>
                      <a:pt x="37" y="0"/>
                    </a:cubicBezTo>
                    <a:cubicBezTo>
                      <a:pt x="57" y="0"/>
                      <a:pt x="69" y="3"/>
                      <a:pt x="79" y="11"/>
                    </a:cubicBezTo>
                    <a:cubicBezTo>
                      <a:pt x="87" y="17"/>
                      <a:pt x="92" y="26"/>
                      <a:pt x="92" y="38"/>
                    </a:cubicBezTo>
                    <a:cubicBezTo>
                      <a:pt x="92" y="53"/>
                      <a:pt x="82" y="66"/>
                      <a:pt x="66" y="72"/>
                    </a:cubicBezTo>
                    <a:cubicBezTo>
                      <a:pt x="66" y="73"/>
                      <a:pt x="66" y="73"/>
                      <a:pt x="66" y="73"/>
                    </a:cubicBezTo>
                    <a:cubicBezTo>
                      <a:pt x="80" y="76"/>
                      <a:pt x="98" y="88"/>
                      <a:pt x="98" y="111"/>
                    </a:cubicBezTo>
                    <a:cubicBezTo>
                      <a:pt x="98" y="124"/>
                      <a:pt x="92" y="134"/>
                      <a:pt x="84" y="142"/>
                    </a:cubicBezTo>
                    <a:cubicBezTo>
                      <a:pt x="74" y="152"/>
                      <a:pt x="56" y="156"/>
                      <a:pt x="31" y="156"/>
                    </a:cubicBezTo>
                    <a:cubicBezTo>
                      <a:pt x="18" y="156"/>
                      <a:pt x="7" y="156"/>
                      <a:pt x="0" y="155"/>
                    </a:cubicBezTo>
                    <a:lnTo>
                      <a:pt x="0" y="3"/>
                    </a:lnTo>
                    <a:close/>
                    <a:moveTo>
                      <a:pt x="20" y="66"/>
                    </a:moveTo>
                    <a:cubicBezTo>
                      <a:pt x="38" y="66"/>
                      <a:pt x="38" y="66"/>
                      <a:pt x="38" y="66"/>
                    </a:cubicBezTo>
                    <a:cubicBezTo>
                      <a:pt x="59" y="66"/>
                      <a:pt x="72" y="55"/>
                      <a:pt x="72" y="40"/>
                    </a:cubicBezTo>
                    <a:cubicBezTo>
                      <a:pt x="72" y="22"/>
                      <a:pt x="58" y="15"/>
                      <a:pt x="38" y="15"/>
                    </a:cubicBezTo>
                    <a:cubicBezTo>
                      <a:pt x="29" y="15"/>
                      <a:pt x="23" y="16"/>
                      <a:pt x="20" y="16"/>
                    </a:cubicBezTo>
                    <a:lnTo>
                      <a:pt x="20" y="66"/>
                    </a:lnTo>
                    <a:close/>
                    <a:moveTo>
                      <a:pt x="20" y="140"/>
                    </a:moveTo>
                    <a:cubicBezTo>
                      <a:pt x="24" y="141"/>
                      <a:pt x="30" y="141"/>
                      <a:pt x="37" y="141"/>
                    </a:cubicBezTo>
                    <a:cubicBezTo>
                      <a:pt x="58" y="141"/>
                      <a:pt x="77" y="133"/>
                      <a:pt x="77" y="111"/>
                    </a:cubicBezTo>
                    <a:cubicBezTo>
                      <a:pt x="77" y="90"/>
                      <a:pt x="58" y="81"/>
                      <a:pt x="37" y="81"/>
                    </a:cubicBezTo>
                    <a:cubicBezTo>
                      <a:pt x="20" y="81"/>
                      <a:pt x="20" y="81"/>
                      <a:pt x="20" y="81"/>
                    </a:cubicBezTo>
                    <a:lnTo>
                      <a:pt x="20" y="140"/>
                    </a:lnTo>
                    <a:close/>
                  </a:path>
                </a:pathLst>
              </a:custGeom>
              <a:solidFill>
                <a:schemeClr val="bg2"/>
              </a:solidFill>
              <a:ln>
                <a:noFill/>
              </a:ln>
            </p:spPr>
            <p:txBody>
              <a:bodyPr anchor="ctr"/>
              <a:lstStyle/>
              <a:p>
                <a:pPr algn="ctr"/>
              </a:p>
            </p:txBody>
          </p:sp>
          <p:sp>
            <p:nvSpPr>
              <p:cNvPr id="80" name="Freeform: Shape 120"/>
              <p:cNvSpPr/>
              <p:nvPr/>
            </p:nvSpPr>
            <p:spPr bwMode="auto">
              <a:xfrm>
                <a:off x="4552226" y="4741286"/>
                <a:ext cx="157542" cy="213422"/>
              </a:xfrm>
              <a:custGeom>
                <a:avLst/>
                <a:gdLst>
                  <a:gd name="T0" fmla="*/ 99 w 99"/>
                  <a:gd name="T1" fmla="*/ 128 h 134"/>
                  <a:gd name="T2" fmla="*/ 64 w 99"/>
                  <a:gd name="T3" fmla="*/ 134 h 134"/>
                  <a:gd name="T4" fmla="*/ 0 w 99"/>
                  <a:gd name="T5" fmla="*/ 68 h 134"/>
                  <a:gd name="T6" fmla="*/ 68 w 99"/>
                  <a:gd name="T7" fmla="*/ 0 h 134"/>
                  <a:gd name="T8" fmla="*/ 99 w 99"/>
                  <a:gd name="T9" fmla="*/ 5 h 134"/>
                  <a:gd name="T10" fmla="*/ 95 w 99"/>
                  <a:gd name="T11" fmla="*/ 19 h 134"/>
                  <a:gd name="T12" fmla="*/ 69 w 99"/>
                  <a:gd name="T13" fmla="*/ 14 h 134"/>
                  <a:gd name="T14" fmla="*/ 18 w 99"/>
                  <a:gd name="T15" fmla="*/ 67 h 134"/>
                  <a:gd name="T16" fmla="*/ 68 w 99"/>
                  <a:gd name="T17" fmla="*/ 119 h 134"/>
                  <a:gd name="T18" fmla="*/ 95 w 99"/>
                  <a:gd name="T19" fmla="*/ 114 h 134"/>
                  <a:gd name="T20" fmla="*/ 99 w 99"/>
                  <a:gd name="T21" fmla="*/ 128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 h="134">
                    <a:moveTo>
                      <a:pt x="99" y="128"/>
                    </a:moveTo>
                    <a:cubicBezTo>
                      <a:pt x="93" y="131"/>
                      <a:pt x="80" y="134"/>
                      <a:pt x="64" y="134"/>
                    </a:cubicBezTo>
                    <a:cubicBezTo>
                      <a:pt x="28" y="134"/>
                      <a:pt x="0" y="111"/>
                      <a:pt x="0" y="68"/>
                    </a:cubicBezTo>
                    <a:cubicBezTo>
                      <a:pt x="0" y="27"/>
                      <a:pt x="28" y="0"/>
                      <a:pt x="68" y="0"/>
                    </a:cubicBezTo>
                    <a:cubicBezTo>
                      <a:pt x="84" y="0"/>
                      <a:pt x="95" y="3"/>
                      <a:pt x="99" y="5"/>
                    </a:cubicBezTo>
                    <a:cubicBezTo>
                      <a:pt x="95" y="19"/>
                      <a:pt x="95" y="19"/>
                      <a:pt x="95" y="19"/>
                    </a:cubicBezTo>
                    <a:cubicBezTo>
                      <a:pt x="89" y="16"/>
                      <a:pt x="80" y="14"/>
                      <a:pt x="69" y="14"/>
                    </a:cubicBezTo>
                    <a:cubicBezTo>
                      <a:pt x="38" y="14"/>
                      <a:pt x="18" y="33"/>
                      <a:pt x="18" y="67"/>
                    </a:cubicBezTo>
                    <a:cubicBezTo>
                      <a:pt x="18" y="99"/>
                      <a:pt x="36" y="119"/>
                      <a:pt x="68" y="119"/>
                    </a:cubicBezTo>
                    <a:cubicBezTo>
                      <a:pt x="78" y="119"/>
                      <a:pt x="89" y="117"/>
                      <a:pt x="95" y="114"/>
                    </a:cubicBezTo>
                    <a:lnTo>
                      <a:pt x="99" y="128"/>
                    </a:lnTo>
                    <a:close/>
                  </a:path>
                </a:pathLst>
              </a:custGeom>
              <a:solidFill>
                <a:schemeClr val="bg2"/>
              </a:solidFill>
              <a:ln>
                <a:noFill/>
              </a:ln>
            </p:spPr>
            <p:txBody>
              <a:bodyPr anchor="ctr"/>
              <a:lstStyle/>
              <a:p>
                <a:pPr algn="ctr"/>
              </a:p>
            </p:txBody>
          </p:sp>
        </p:grpSp>
        <p:grpSp>
          <p:nvGrpSpPr>
            <p:cNvPr id="35" name="Group 121"/>
            <p:cNvGrpSpPr/>
            <p:nvPr/>
          </p:nvGrpSpPr>
          <p:grpSpPr>
            <a:xfrm>
              <a:off x="12044" y="4425"/>
              <a:ext cx="1011" cy="1136"/>
              <a:chOff x="3918693" y="2872329"/>
              <a:chExt cx="856381" cy="961409"/>
            </a:xfrm>
          </p:grpSpPr>
          <p:sp>
            <p:nvSpPr>
              <p:cNvPr id="27" name="Freeform: Shape 122"/>
              <p:cNvSpPr/>
              <p:nvPr/>
            </p:nvSpPr>
            <p:spPr bwMode="auto">
              <a:xfrm>
                <a:off x="3988712" y="2912052"/>
                <a:ext cx="786362" cy="921686"/>
              </a:xfrm>
              <a:custGeom>
                <a:avLst/>
                <a:gdLst>
                  <a:gd name="T0" fmla="*/ 247 w 494"/>
                  <a:gd name="T1" fmla="*/ 0 h 579"/>
                  <a:gd name="T2" fmla="*/ 0 w 494"/>
                  <a:gd name="T3" fmla="*/ 247 h 579"/>
                  <a:gd name="T4" fmla="*/ 247 w 494"/>
                  <a:gd name="T5" fmla="*/ 494 h 579"/>
                  <a:gd name="T6" fmla="*/ 258 w 494"/>
                  <a:gd name="T7" fmla="*/ 494 h 579"/>
                  <a:gd name="T8" fmla="*/ 358 w 494"/>
                  <a:gd name="T9" fmla="*/ 579 h 579"/>
                  <a:gd name="T10" fmla="*/ 368 w 494"/>
                  <a:gd name="T11" fmla="*/ 462 h 579"/>
                  <a:gd name="T12" fmla="*/ 494 w 494"/>
                  <a:gd name="T13" fmla="*/ 247 h 579"/>
                  <a:gd name="T14" fmla="*/ 247 w 494"/>
                  <a:gd name="T15" fmla="*/ 0 h 5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4" h="579">
                    <a:moveTo>
                      <a:pt x="247" y="0"/>
                    </a:moveTo>
                    <a:cubicBezTo>
                      <a:pt x="110" y="0"/>
                      <a:pt x="0" y="111"/>
                      <a:pt x="0" y="247"/>
                    </a:cubicBezTo>
                    <a:cubicBezTo>
                      <a:pt x="0" y="384"/>
                      <a:pt x="110" y="494"/>
                      <a:pt x="247" y="494"/>
                    </a:cubicBezTo>
                    <a:cubicBezTo>
                      <a:pt x="251" y="494"/>
                      <a:pt x="254" y="494"/>
                      <a:pt x="258" y="494"/>
                    </a:cubicBezTo>
                    <a:cubicBezTo>
                      <a:pt x="358" y="579"/>
                      <a:pt x="358" y="579"/>
                      <a:pt x="358" y="579"/>
                    </a:cubicBezTo>
                    <a:cubicBezTo>
                      <a:pt x="368" y="462"/>
                      <a:pt x="368" y="462"/>
                      <a:pt x="368" y="462"/>
                    </a:cubicBezTo>
                    <a:cubicBezTo>
                      <a:pt x="443" y="420"/>
                      <a:pt x="494" y="340"/>
                      <a:pt x="494" y="247"/>
                    </a:cubicBezTo>
                    <a:cubicBezTo>
                      <a:pt x="494" y="111"/>
                      <a:pt x="383" y="0"/>
                      <a:pt x="247"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Freeform: Shape 123"/>
              <p:cNvSpPr/>
              <p:nvPr/>
            </p:nvSpPr>
            <p:spPr bwMode="auto">
              <a:xfrm>
                <a:off x="3918693" y="2872329"/>
                <a:ext cx="788382" cy="920340"/>
              </a:xfrm>
              <a:custGeom>
                <a:avLst/>
                <a:gdLst>
                  <a:gd name="T0" fmla="*/ 495 w 495"/>
                  <a:gd name="T1" fmla="*/ 247 h 578"/>
                  <a:gd name="T2" fmla="*/ 248 w 495"/>
                  <a:gd name="T3" fmla="*/ 0 h 578"/>
                  <a:gd name="T4" fmla="*/ 0 w 495"/>
                  <a:gd name="T5" fmla="*/ 247 h 578"/>
                  <a:gd name="T6" fmla="*/ 248 w 495"/>
                  <a:gd name="T7" fmla="*/ 494 h 578"/>
                  <a:gd name="T8" fmla="*/ 259 w 495"/>
                  <a:gd name="T9" fmla="*/ 494 h 578"/>
                  <a:gd name="T10" fmla="*/ 359 w 495"/>
                  <a:gd name="T11" fmla="*/ 578 h 578"/>
                  <a:gd name="T12" fmla="*/ 369 w 495"/>
                  <a:gd name="T13" fmla="*/ 462 h 578"/>
                  <a:gd name="T14" fmla="*/ 495 w 495"/>
                  <a:gd name="T15" fmla="*/ 247 h 5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5" h="578">
                    <a:moveTo>
                      <a:pt x="495" y="247"/>
                    </a:moveTo>
                    <a:cubicBezTo>
                      <a:pt x="495" y="110"/>
                      <a:pt x="384" y="0"/>
                      <a:pt x="248" y="0"/>
                    </a:cubicBezTo>
                    <a:cubicBezTo>
                      <a:pt x="111" y="0"/>
                      <a:pt x="0" y="110"/>
                      <a:pt x="0" y="247"/>
                    </a:cubicBezTo>
                    <a:cubicBezTo>
                      <a:pt x="0" y="383"/>
                      <a:pt x="111" y="494"/>
                      <a:pt x="248" y="494"/>
                    </a:cubicBezTo>
                    <a:cubicBezTo>
                      <a:pt x="251" y="494"/>
                      <a:pt x="255" y="494"/>
                      <a:pt x="259" y="494"/>
                    </a:cubicBezTo>
                    <a:cubicBezTo>
                      <a:pt x="359" y="578"/>
                      <a:pt x="359" y="578"/>
                      <a:pt x="359" y="578"/>
                    </a:cubicBezTo>
                    <a:cubicBezTo>
                      <a:pt x="369" y="462"/>
                      <a:pt x="369" y="462"/>
                      <a:pt x="369" y="462"/>
                    </a:cubicBezTo>
                    <a:cubicBezTo>
                      <a:pt x="444" y="419"/>
                      <a:pt x="495" y="339"/>
                      <a:pt x="495" y="247"/>
                    </a:cubicBezTo>
                    <a:close/>
                  </a:path>
                </a:pathLst>
              </a:custGeom>
              <a:solidFill>
                <a:schemeClr val="accent1"/>
              </a:solidFill>
              <a:ln>
                <a:noFill/>
              </a:ln>
            </p:spPr>
            <p:txBody>
              <a:bodyPr anchor="ctr"/>
              <a:lstStyle/>
              <a:p>
                <a:pPr algn="ctr"/>
              </a:p>
            </p:txBody>
          </p:sp>
          <p:sp>
            <p:nvSpPr>
              <p:cNvPr id="29" name="Freeform: Shape 124"/>
              <p:cNvSpPr/>
              <p:nvPr/>
            </p:nvSpPr>
            <p:spPr bwMode="auto">
              <a:xfrm>
                <a:off x="4149620" y="3238580"/>
                <a:ext cx="235639" cy="235639"/>
              </a:xfrm>
              <a:custGeom>
                <a:avLst/>
                <a:gdLst>
                  <a:gd name="T0" fmla="*/ 148 w 148"/>
                  <a:gd name="T1" fmla="*/ 145 h 148"/>
                  <a:gd name="T2" fmla="*/ 145 w 148"/>
                  <a:gd name="T3" fmla="*/ 148 h 148"/>
                  <a:gd name="T4" fmla="*/ 3 w 148"/>
                  <a:gd name="T5" fmla="*/ 148 h 148"/>
                  <a:gd name="T6" fmla="*/ 0 w 148"/>
                  <a:gd name="T7" fmla="*/ 145 h 148"/>
                  <a:gd name="T8" fmla="*/ 0 w 148"/>
                  <a:gd name="T9" fmla="*/ 3 h 148"/>
                  <a:gd name="T10" fmla="*/ 3 w 148"/>
                  <a:gd name="T11" fmla="*/ 0 h 148"/>
                  <a:gd name="T12" fmla="*/ 145 w 148"/>
                  <a:gd name="T13" fmla="*/ 0 h 148"/>
                  <a:gd name="T14" fmla="*/ 148 w 148"/>
                  <a:gd name="T15" fmla="*/ 3 h 148"/>
                  <a:gd name="T16" fmla="*/ 148 w 148"/>
                  <a:gd name="T17" fmla="*/ 145 h 148"/>
                  <a:gd name="T18" fmla="*/ 4 w 148"/>
                  <a:gd name="T19" fmla="*/ 140 h 148"/>
                  <a:gd name="T20" fmla="*/ 144 w 148"/>
                  <a:gd name="T21" fmla="*/ 140 h 148"/>
                  <a:gd name="T22" fmla="*/ 144 w 148"/>
                  <a:gd name="T23" fmla="*/ 8 h 148"/>
                  <a:gd name="T24" fmla="*/ 4 w 148"/>
                  <a:gd name="T25" fmla="*/ 8 h 148"/>
                  <a:gd name="T26" fmla="*/ 4 w 148"/>
                  <a:gd name="T27" fmla="*/ 14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8" h="148">
                    <a:moveTo>
                      <a:pt x="148" y="145"/>
                    </a:moveTo>
                    <a:cubicBezTo>
                      <a:pt x="148" y="147"/>
                      <a:pt x="147" y="148"/>
                      <a:pt x="145" y="148"/>
                    </a:cubicBezTo>
                    <a:cubicBezTo>
                      <a:pt x="3" y="148"/>
                      <a:pt x="3" y="148"/>
                      <a:pt x="3" y="148"/>
                    </a:cubicBezTo>
                    <a:cubicBezTo>
                      <a:pt x="1" y="148"/>
                      <a:pt x="0" y="147"/>
                      <a:pt x="0" y="145"/>
                    </a:cubicBezTo>
                    <a:cubicBezTo>
                      <a:pt x="0" y="3"/>
                      <a:pt x="0" y="3"/>
                      <a:pt x="0" y="3"/>
                    </a:cubicBezTo>
                    <a:cubicBezTo>
                      <a:pt x="0" y="1"/>
                      <a:pt x="1" y="0"/>
                      <a:pt x="3" y="0"/>
                    </a:cubicBezTo>
                    <a:cubicBezTo>
                      <a:pt x="145" y="0"/>
                      <a:pt x="145" y="0"/>
                      <a:pt x="145" y="0"/>
                    </a:cubicBezTo>
                    <a:cubicBezTo>
                      <a:pt x="147" y="0"/>
                      <a:pt x="148" y="1"/>
                      <a:pt x="148" y="3"/>
                    </a:cubicBezTo>
                    <a:lnTo>
                      <a:pt x="148" y="145"/>
                    </a:lnTo>
                    <a:close/>
                    <a:moveTo>
                      <a:pt x="4" y="140"/>
                    </a:moveTo>
                    <a:cubicBezTo>
                      <a:pt x="144" y="140"/>
                      <a:pt x="144" y="140"/>
                      <a:pt x="144" y="140"/>
                    </a:cubicBezTo>
                    <a:cubicBezTo>
                      <a:pt x="144" y="8"/>
                      <a:pt x="144" y="8"/>
                      <a:pt x="144" y="8"/>
                    </a:cubicBezTo>
                    <a:cubicBezTo>
                      <a:pt x="4" y="8"/>
                      <a:pt x="4" y="8"/>
                      <a:pt x="4" y="8"/>
                    </a:cubicBezTo>
                    <a:lnTo>
                      <a:pt x="4" y="140"/>
                    </a:lnTo>
                    <a:close/>
                  </a:path>
                </a:pathLst>
              </a:custGeom>
              <a:solidFill>
                <a:schemeClr val="bg2"/>
              </a:solidFill>
              <a:ln>
                <a:noFill/>
              </a:ln>
            </p:spPr>
            <p:txBody>
              <a:bodyPr anchor="ctr"/>
              <a:lstStyle/>
              <a:p>
                <a:pPr algn="ctr"/>
              </a:p>
            </p:txBody>
          </p:sp>
          <p:sp>
            <p:nvSpPr>
              <p:cNvPr id="30" name="Freeform: Shape 125"/>
              <p:cNvSpPr/>
              <p:nvPr/>
            </p:nvSpPr>
            <p:spPr bwMode="auto">
              <a:xfrm>
                <a:off x="4152986" y="3154423"/>
                <a:ext cx="316430" cy="93582"/>
              </a:xfrm>
              <a:custGeom>
                <a:avLst/>
                <a:gdLst>
                  <a:gd name="T0" fmla="*/ 144 w 199"/>
                  <a:gd name="T1" fmla="*/ 59 h 59"/>
                  <a:gd name="T2" fmla="*/ 142 w 199"/>
                  <a:gd name="T3" fmla="*/ 59 h 59"/>
                  <a:gd name="T4" fmla="*/ 142 w 199"/>
                  <a:gd name="T5" fmla="*/ 55 h 59"/>
                  <a:gd name="T6" fmla="*/ 190 w 199"/>
                  <a:gd name="T7" fmla="*/ 5 h 59"/>
                  <a:gd name="T8" fmla="*/ 55 w 199"/>
                  <a:gd name="T9" fmla="*/ 5 h 59"/>
                  <a:gd name="T10" fmla="*/ 5 w 199"/>
                  <a:gd name="T11" fmla="*/ 58 h 59"/>
                  <a:gd name="T12" fmla="*/ 1 w 199"/>
                  <a:gd name="T13" fmla="*/ 58 h 59"/>
                  <a:gd name="T14" fmla="*/ 1 w 199"/>
                  <a:gd name="T15" fmla="*/ 54 h 59"/>
                  <a:gd name="T16" fmla="*/ 52 w 199"/>
                  <a:gd name="T17" fmla="*/ 1 h 59"/>
                  <a:gd name="T18" fmla="*/ 54 w 199"/>
                  <a:gd name="T19" fmla="*/ 1 h 59"/>
                  <a:gd name="T20" fmla="*/ 196 w 199"/>
                  <a:gd name="T21" fmla="*/ 1 h 59"/>
                  <a:gd name="T22" fmla="*/ 199 w 199"/>
                  <a:gd name="T23" fmla="*/ 2 h 59"/>
                  <a:gd name="T24" fmla="*/ 198 w 199"/>
                  <a:gd name="T25" fmla="*/ 4 h 59"/>
                  <a:gd name="T26" fmla="*/ 146 w 199"/>
                  <a:gd name="T27" fmla="*/ 59 h 59"/>
                  <a:gd name="T28" fmla="*/ 144 w 199"/>
                  <a:gd name="T29"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59">
                    <a:moveTo>
                      <a:pt x="144" y="59"/>
                    </a:moveTo>
                    <a:cubicBezTo>
                      <a:pt x="144" y="59"/>
                      <a:pt x="143" y="59"/>
                      <a:pt x="142" y="59"/>
                    </a:cubicBezTo>
                    <a:cubicBezTo>
                      <a:pt x="141" y="58"/>
                      <a:pt x="141" y="56"/>
                      <a:pt x="142" y="55"/>
                    </a:cubicBezTo>
                    <a:cubicBezTo>
                      <a:pt x="190" y="5"/>
                      <a:pt x="190" y="5"/>
                      <a:pt x="190" y="5"/>
                    </a:cubicBezTo>
                    <a:cubicBezTo>
                      <a:pt x="55" y="5"/>
                      <a:pt x="55" y="5"/>
                      <a:pt x="55" y="5"/>
                    </a:cubicBezTo>
                    <a:cubicBezTo>
                      <a:pt x="5" y="58"/>
                      <a:pt x="5" y="58"/>
                      <a:pt x="5" y="58"/>
                    </a:cubicBezTo>
                    <a:cubicBezTo>
                      <a:pt x="4" y="59"/>
                      <a:pt x="2" y="59"/>
                      <a:pt x="1" y="58"/>
                    </a:cubicBezTo>
                    <a:cubicBezTo>
                      <a:pt x="0" y="57"/>
                      <a:pt x="0" y="55"/>
                      <a:pt x="1" y="54"/>
                    </a:cubicBezTo>
                    <a:cubicBezTo>
                      <a:pt x="52" y="1"/>
                      <a:pt x="52" y="1"/>
                      <a:pt x="52" y="1"/>
                    </a:cubicBezTo>
                    <a:cubicBezTo>
                      <a:pt x="52" y="0"/>
                      <a:pt x="53" y="1"/>
                      <a:pt x="54" y="1"/>
                    </a:cubicBezTo>
                    <a:cubicBezTo>
                      <a:pt x="196" y="1"/>
                      <a:pt x="196" y="1"/>
                      <a:pt x="196" y="1"/>
                    </a:cubicBezTo>
                    <a:cubicBezTo>
                      <a:pt x="197" y="1"/>
                      <a:pt x="198" y="1"/>
                      <a:pt x="199" y="2"/>
                    </a:cubicBezTo>
                    <a:cubicBezTo>
                      <a:pt x="199" y="3"/>
                      <a:pt x="199" y="3"/>
                      <a:pt x="198" y="4"/>
                    </a:cubicBezTo>
                    <a:cubicBezTo>
                      <a:pt x="146" y="59"/>
                      <a:pt x="146" y="59"/>
                      <a:pt x="146" y="59"/>
                    </a:cubicBezTo>
                    <a:cubicBezTo>
                      <a:pt x="146" y="59"/>
                      <a:pt x="145" y="59"/>
                      <a:pt x="144" y="59"/>
                    </a:cubicBezTo>
                    <a:close/>
                  </a:path>
                </a:pathLst>
              </a:custGeom>
              <a:solidFill>
                <a:schemeClr val="bg2"/>
              </a:solidFill>
              <a:ln>
                <a:noFill/>
              </a:ln>
            </p:spPr>
            <p:txBody>
              <a:bodyPr anchor="ctr"/>
              <a:lstStyle/>
              <a:p>
                <a:pPr algn="ctr"/>
              </a:p>
            </p:txBody>
          </p:sp>
          <p:sp>
            <p:nvSpPr>
              <p:cNvPr id="64" name="Freeform: Shape 126"/>
              <p:cNvSpPr/>
              <p:nvPr/>
            </p:nvSpPr>
            <p:spPr bwMode="auto">
              <a:xfrm>
                <a:off x="4379199" y="3155770"/>
                <a:ext cx="93582" cy="318450"/>
              </a:xfrm>
              <a:custGeom>
                <a:avLst/>
                <a:gdLst>
                  <a:gd name="T0" fmla="*/ 3 w 59"/>
                  <a:gd name="T1" fmla="*/ 200 h 200"/>
                  <a:gd name="T2" fmla="*/ 1 w 59"/>
                  <a:gd name="T3" fmla="*/ 199 h 200"/>
                  <a:gd name="T4" fmla="*/ 1 w 59"/>
                  <a:gd name="T5" fmla="*/ 195 h 200"/>
                  <a:gd name="T6" fmla="*/ 53 w 59"/>
                  <a:gd name="T7" fmla="*/ 138 h 200"/>
                  <a:gd name="T8" fmla="*/ 52 w 59"/>
                  <a:gd name="T9" fmla="*/ 2 h 200"/>
                  <a:gd name="T10" fmla="*/ 54 w 59"/>
                  <a:gd name="T11" fmla="*/ 0 h 200"/>
                  <a:gd name="T12" fmla="*/ 57 w 59"/>
                  <a:gd name="T13" fmla="*/ 2 h 200"/>
                  <a:gd name="T14" fmla="*/ 59 w 59"/>
                  <a:gd name="T15" fmla="*/ 139 h 200"/>
                  <a:gd name="T16" fmla="*/ 58 w 59"/>
                  <a:gd name="T17" fmla="*/ 141 h 200"/>
                  <a:gd name="T18" fmla="*/ 5 w 59"/>
                  <a:gd name="T19" fmla="*/ 199 h 200"/>
                  <a:gd name="T20" fmla="*/ 3 w 59"/>
                  <a:gd name="T21"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200">
                    <a:moveTo>
                      <a:pt x="3" y="200"/>
                    </a:moveTo>
                    <a:cubicBezTo>
                      <a:pt x="2" y="200"/>
                      <a:pt x="2" y="199"/>
                      <a:pt x="1" y="199"/>
                    </a:cubicBezTo>
                    <a:cubicBezTo>
                      <a:pt x="0" y="198"/>
                      <a:pt x="0" y="196"/>
                      <a:pt x="1" y="195"/>
                    </a:cubicBezTo>
                    <a:cubicBezTo>
                      <a:pt x="53" y="138"/>
                      <a:pt x="53" y="138"/>
                      <a:pt x="53" y="138"/>
                    </a:cubicBezTo>
                    <a:cubicBezTo>
                      <a:pt x="52" y="2"/>
                      <a:pt x="52" y="2"/>
                      <a:pt x="52" y="2"/>
                    </a:cubicBezTo>
                    <a:cubicBezTo>
                      <a:pt x="52" y="1"/>
                      <a:pt x="53" y="0"/>
                      <a:pt x="54" y="0"/>
                    </a:cubicBezTo>
                    <a:cubicBezTo>
                      <a:pt x="56" y="0"/>
                      <a:pt x="57" y="1"/>
                      <a:pt x="57" y="2"/>
                    </a:cubicBezTo>
                    <a:cubicBezTo>
                      <a:pt x="59" y="139"/>
                      <a:pt x="59" y="139"/>
                      <a:pt x="59" y="139"/>
                    </a:cubicBezTo>
                    <a:cubicBezTo>
                      <a:pt x="59" y="140"/>
                      <a:pt x="59" y="140"/>
                      <a:pt x="58" y="141"/>
                    </a:cubicBezTo>
                    <a:cubicBezTo>
                      <a:pt x="5" y="199"/>
                      <a:pt x="5" y="199"/>
                      <a:pt x="5" y="199"/>
                    </a:cubicBezTo>
                    <a:cubicBezTo>
                      <a:pt x="4" y="199"/>
                      <a:pt x="4" y="200"/>
                      <a:pt x="3" y="200"/>
                    </a:cubicBezTo>
                    <a:close/>
                  </a:path>
                </a:pathLst>
              </a:custGeom>
              <a:solidFill>
                <a:schemeClr val="bg2"/>
              </a:solidFill>
              <a:ln>
                <a:noFill/>
              </a:ln>
            </p:spPr>
            <p:txBody>
              <a:bodyPr anchor="ctr"/>
              <a:lstStyle/>
              <a:p>
                <a:pPr algn="ctr"/>
              </a:p>
            </p:txBody>
          </p:sp>
          <p:sp>
            <p:nvSpPr>
              <p:cNvPr id="65" name="Freeform: Shape 127"/>
              <p:cNvSpPr/>
              <p:nvPr/>
            </p:nvSpPr>
            <p:spPr bwMode="auto">
              <a:xfrm>
                <a:off x="4235796" y="3154423"/>
                <a:ext cx="9426" cy="20198"/>
              </a:xfrm>
              <a:custGeom>
                <a:avLst/>
                <a:gdLst>
                  <a:gd name="T0" fmla="*/ 3 w 6"/>
                  <a:gd name="T1" fmla="*/ 13 h 13"/>
                  <a:gd name="T2" fmla="*/ 0 w 6"/>
                  <a:gd name="T3" fmla="*/ 9 h 13"/>
                  <a:gd name="T4" fmla="*/ 0 w 6"/>
                  <a:gd name="T5" fmla="*/ 4 h 13"/>
                  <a:gd name="T6" fmla="*/ 3 w 6"/>
                  <a:gd name="T7" fmla="*/ 1 h 13"/>
                  <a:gd name="T8" fmla="*/ 6 w 6"/>
                  <a:gd name="T9" fmla="*/ 3 h 13"/>
                  <a:gd name="T10" fmla="*/ 6 w 6"/>
                  <a:gd name="T11" fmla="*/ 9 h 13"/>
                  <a:gd name="T12" fmla="*/ 3 w 6"/>
                  <a:gd name="T13" fmla="*/ 13 h 13"/>
                </a:gdLst>
                <a:ahLst/>
                <a:cxnLst>
                  <a:cxn ang="0">
                    <a:pos x="T0" y="T1"/>
                  </a:cxn>
                  <a:cxn ang="0">
                    <a:pos x="T2" y="T3"/>
                  </a:cxn>
                  <a:cxn ang="0">
                    <a:pos x="T4" y="T5"/>
                  </a:cxn>
                  <a:cxn ang="0">
                    <a:pos x="T6" y="T7"/>
                  </a:cxn>
                  <a:cxn ang="0">
                    <a:pos x="T8" y="T9"/>
                  </a:cxn>
                  <a:cxn ang="0">
                    <a:pos x="T10" y="T11"/>
                  </a:cxn>
                  <a:cxn ang="0">
                    <a:pos x="T12" y="T13"/>
                  </a:cxn>
                </a:cxnLst>
                <a:rect l="0" t="0" r="r" b="b"/>
                <a:pathLst>
                  <a:path w="6" h="13">
                    <a:moveTo>
                      <a:pt x="3" y="13"/>
                    </a:moveTo>
                    <a:cubicBezTo>
                      <a:pt x="1" y="13"/>
                      <a:pt x="0" y="11"/>
                      <a:pt x="0" y="9"/>
                    </a:cubicBezTo>
                    <a:cubicBezTo>
                      <a:pt x="0" y="4"/>
                      <a:pt x="0" y="4"/>
                      <a:pt x="0" y="4"/>
                    </a:cubicBezTo>
                    <a:cubicBezTo>
                      <a:pt x="0" y="2"/>
                      <a:pt x="1" y="1"/>
                      <a:pt x="3" y="1"/>
                    </a:cubicBezTo>
                    <a:cubicBezTo>
                      <a:pt x="4" y="0"/>
                      <a:pt x="6" y="2"/>
                      <a:pt x="6" y="3"/>
                    </a:cubicBezTo>
                    <a:cubicBezTo>
                      <a:pt x="6" y="9"/>
                      <a:pt x="6" y="9"/>
                      <a:pt x="6" y="9"/>
                    </a:cubicBezTo>
                    <a:cubicBezTo>
                      <a:pt x="6" y="11"/>
                      <a:pt x="4" y="13"/>
                      <a:pt x="3" y="13"/>
                    </a:cubicBezTo>
                    <a:close/>
                  </a:path>
                </a:pathLst>
              </a:custGeom>
              <a:solidFill>
                <a:schemeClr val="bg2"/>
              </a:solidFill>
              <a:ln>
                <a:noFill/>
              </a:ln>
            </p:spPr>
            <p:txBody>
              <a:bodyPr anchor="ctr"/>
              <a:lstStyle/>
              <a:p>
                <a:pPr algn="ctr"/>
              </a:p>
            </p:txBody>
          </p:sp>
          <p:sp>
            <p:nvSpPr>
              <p:cNvPr id="66" name="Freeform: Shape 128"/>
              <p:cNvSpPr/>
              <p:nvPr/>
            </p:nvSpPr>
            <p:spPr bwMode="auto">
              <a:xfrm>
                <a:off x="4171837" y="3180007"/>
                <a:ext cx="74731" cy="273342"/>
              </a:xfrm>
              <a:custGeom>
                <a:avLst/>
                <a:gdLst>
                  <a:gd name="T0" fmla="*/ 1 w 47"/>
                  <a:gd name="T1" fmla="*/ 171 h 172"/>
                  <a:gd name="T2" fmla="*/ 8 w 47"/>
                  <a:gd name="T3" fmla="*/ 159 h 172"/>
                  <a:gd name="T4" fmla="*/ 12 w 47"/>
                  <a:gd name="T5" fmla="*/ 163 h 172"/>
                  <a:gd name="T6" fmla="*/ 3 w 47"/>
                  <a:gd name="T7" fmla="*/ 172 h 172"/>
                  <a:gd name="T8" fmla="*/ 15 w 47"/>
                  <a:gd name="T9" fmla="*/ 155 h 172"/>
                  <a:gd name="T10" fmla="*/ 22 w 47"/>
                  <a:gd name="T11" fmla="*/ 144 h 172"/>
                  <a:gd name="T12" fmla="*/ 26 w 47"/>
                  <a:gd name="T13" fmla="*/ 147 h 172"/>
                  <a:gd name="T14" fmla="*/ 17 w 47"/>
                  <a:gd name="T15" fmla="*/ 156 h 172"/>
                  <a:gd name="T16" fmla="*/ 30 w 47"/>
                  <a:gd name="T17" fmla="*/ 139 h 172"/>
                  <a:gd name="T18" fmla="*/ 37 w 47"/>
                  <a:gd name="T19" fmla="*/ 128 h 172"/>
                  <a:gd name="T20" fmla="*/ 41 w 47"/>
                  <a:gd name="T21" fmla="*/ 131 h 172"/>
                  <a:gd name="T22" fmla="*/ 32 w 47"/>
                  <a:gd name="T23" fmla="*/ 140 h 172"/>
                  <a:gd name="T24" fmla="*/ 42 w 47"/>
                  <a:gd name="T25" fmla="*/ 122 h 172"/>
                  <a:gd name="T26" fmla="*/ 45 w 47"/>
                  <a:gd name="T27" fmla="*/ 108 h 172"/>
                  <a:gd name="T28" fmla="*/ 47 w 47"/>
                  <a:gd name="T29" fmla="*/ 122 h 172"/>
                  <a:gd name="T30" fmla="*/ 44 w 47"/>
                  <a:gd name="T31" fmla="*/ 105 h 172"/>
                  <a:gd name="T32" fmla="*/ 42 w 47"/>
                  <a:gd name="T33" fmla="*/ 90 h 172"/>
                  <a:gd name="T34" fmla="*/ 47 w 47"/>
                  <a:gd name="T35" fmla="*/ 89 h 172"/>
                  <a:gd name="T36" fmla="*/ 44 w 47"/>
                  <a:gd name="T37" fmla="*/ 105 h 172"/>
                  <a:gd name="T38" fmla="*/ 41 w 47"/>
                  <a:gd name="T39" fmla="*/ 80 h 172"/>
                  <a:gd name="T40" fmla="*/ 44 w 47"/>
                  <a:gd name="T41" fmla="*/ 65 h 172"/>
                  <a:gd name="T42" fmla="*/ 47 w 47"/>
                  <a:gd name="T43" fmla="*/ 80 h 172"/>
                  <a:gd name="T44" fmla="*/ 44 w 47"/>
                  <a:gd name="T45" fmla="*/ 61 h 172"/>
                  <a:gd name="T46" fmla="*/ 41 w 47"/>
                  <a:gd name="T47" fmla="*/ 47 h 172"/>
                  <a:gd name="T48" fmla="*/ 46 w 47"/>
                  <a:gd name="T49" fmla="*/ 46 h 172"/>
                  <a:gd name="T50" fmla="*/ 44 w 47"/>
                  <a:gd name="T51" fmla="*/ 61 h 172"/>
                  <a:gd name="T52" fmla="*/ 41 w 47"/>
                  <a:gd name="T53" fmla="*/ 35 h 172"/>
                  <a:gd name="T54" fmla="*/ 43 w 47"/>
                  <a:gd name="T55" fmla="*/ 22 h 172"/>
                  <a:gd name="T56" fmla="*/ 46 w 47"/>
                  <a:gd name="T57" fmla="*/ 35 h 172"/>
                  <a:gd name="T58" fmla="*/ 43 w 47"/>
                  <a:gd name="T59" fmla="*/ 37 h 172"/>
                  <a:gd name="T60" fmla="*/ 40 w 47"/>
                  <a:gd name="T61" fmla="*/ 12 h 172"/>
                  <a:gd name="T62" fmla="*/ 43 w 47"/>
                  <a:gd name="T63" fmla="*/ 0 h 172"/>
                  <a:gd name="T64" fmla="*/ 46 w 47"/>
                  <a:gd name="T65" fmla="*/ 1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7" h="172">
                    <a:moveTo>
                      <a:pt x="3" y="172"/>
                    </a:moveTo>
                    <a:cubicBezTo>
                      <a:pt x="2" y="172"/>
                      <a:pt x="1" y="172"/>
                      <a:pt x="1" y="171"/>
                    </a:cubicBezTo>
                    <a:cubicBezTo>
                      <a:pt x="0" y="170"/>
                      <a:pt x="0" y="168"/>
                      <a:pt x="1" y="167"/>
                    </a:cubicBezTo>
                    <a:cubicBezTo>
                      <a:pt x="8" y="159"/>
                      <a:pt x="8" y="159"/>
                      <a:pt x="8" y="159"/>
                    </a:cubicBezTo>
                    <a:cubicBezTo>
                      <a:pt x="9" y="158"/>
                      <a:pt x="11" y="158"/>
                      <a:pt x="12" y="159"/>
                    </a:cubicBezTo>
                    <a:cubicBezTo>
                      <a:pt x="13" y="160"/>
                      <a:pt x="13" y="162"/>
                      <a:pt x="12" y="163"/>
                    </a:cubicBezTo>
                    <a:cubicBezTo>
                      <a:pt x="5" y="171"/>
                      <a:pt x="5" y="171"/>
                      <a:pt x="5" y="171"/>
                    </a:cubicBezTo>
                    <a:cubicBezTo>
                      <a:pt x="4" y="171"/>
                      <a:pt x="3" y="172"/>
                      <a:pt x="3" y="172"/>
                    </a:cubicBezTo>
                    <a:close/>
                    <a:moveTo>
                      <a:pt x="17" y="156"/>
                    </a:moveTo>
                    <a:cubicBezTo>
                      <a:pt x="16" y="156"/>
                      <a:pt x="16" y="156"/>
                      <a:pt x="15" y="155"/>
                    </a:cubicBezTo>
                    <a:cubicBezTo>
                      <a:pt x="14" y="154"/>
                      <a:pt x="14" y="153"/>
                      <a:pt x="15" y="151"/>
                    </a:cubicBezTo>
                    <a:cubicBezTo>
                      <a:pt x="22" y="144"/>
                      <a:pt x="22" y="144"/>
                      <a:pt x="22" y="144"/>
                    </a:cubicBezTo>
                    <a:cubicBezTo>
                      <a:pt x="23" y="142"/>
                      <a:pt x="25" y="142"/>
                      <a:pt x="26" y="143"/>
                    </a:cubicBezTo>
                    <a:cubicBezTo>
                      <a:pt x="27" y="144"/>
                      <a:pt x="27" y="146"/>
                      <a:pt x="26" y="147"/>
                    </a:cubicBezTo>
                    <a:cubicBezTo>
                      <a:pt x="19" y="155"/>
                      <a:pt x="19" y="155"/>
                      <a:pt x="19" y="155"/>
                    </a:cubicBezTo>
                    <a:cubicBezTo>
                      <a:pt x="19" y="156"/>
                      <a:pt x="18" y="156"/>
                      <a:pt x="17" y="156"/>
                    </a:cubicBezTo>
                    <a:close/>
                    <a:moveTo>
                      <a:pt x="32" y="140"/>
                    </a:moveTo>
                    <a:cubicBezTo>
                      <a:pt x="31" y="140"/>
                      <a:pt x="30" y="140"/>
                      <a:pt x="30" y="139"/>
                    </a:cubicBezTo>
                    <a:cubicBezTo>
                      <a:pt x="29" y="138"/>
                      <a:pt x="29" y="137"/>
                      <a:pt x="30" y="136"/>
                    </a:cubicBezTo>
                    <a:cubicBezTo>
                      <a:pt x="37" y="128"/>
                      <a:pt x="37" y="128"/>
                      <a:pt x="37" y="128"/>
                    </a:cubicBezTo>
                    <a:cubicBezTo>
                      <a:pt x="38" y="127"/>
                      <a:pt x="40" y="127"/>
                      <a:pt x="41" y="128"/>
                    </a:cubicBezTo>
                    <a:cubicBezTo>
                      <a:pt x="42" y="129"/>
                      <a:pt x="42" y="130"/>
                      <a:pt x="41" y="131"/>
                    </a:cubicBezTo>
                    <a:cubicBezTo>
                      <a:pt x="34" y="139"/>
                      <a:pt x="34" y="139"/>
                      <a:pt x="34" y="139"/>
                    </a:cubicBezTo>
                    <a:cubicBezTo>
                      <a:pt x="33" y="140"/>
                      <a:pt x="32" y="140"/>
                      <a:pt x="32" y="140"/>
                    </a:cubicBezTo>
                    <a:close/>
                    <a:moveTo>
                      <a:pt x="45" y="125"/>
                    </a:moveTo>
                    <a:cubicBezTo>
                      <a:pt x="43" y="125"/>
                      <a:pt x="42" y="123"/>
                      <a:pt x="42" y="122"/>
                    </a:cubicBezTo>
                    <a:cubicBezTo>
                      <a:pt x="42" y="111"/>
                      <a:pt x="42" y="111"/>
                      <a:pt x="42" y="111"/>
                    </a:cubicBezTo>
                    <a:cubicBezTo>
                      <a:pt x="42" y="109"/>
                      <a:pt x="43" y="108"/>
                      <a:pt x="45" y="108"/>
                    </a:cubicBezTo>
                    <a:cubicBezTo>
                      <a:pt x="46" y="108"/>
                      <a:pt x="47" y="109"/>
                      <a:pt x="47" y="110"/>
                    </a:cubicBezTo>
                    <a:cubicBezTo>
                      <a:pt x="47" y="122"/>
                      <a:pt x="47" y="122"/>
                      <a:pt x="47" y="122"/>
                    </a:cubicBezTo>
                    <a:cubicBezTo>
                      <a:pt x="47" y="123"/>
                      <a:pt x="46" y="125"/>
                      <a:pt x="45" y="125"/>
                    </a:cubicBezTo>
                    <a:close/>
                    <a:moveTo>
                      <a:pt x="44" y="105"/>
                    </a:moveTo>
                    <a:cubicBezTo>
                      <a:pt x="43" y="105"/>
                      <a:pt x="42" y="103"/>
                      <a:pt x="42" y="101"/>
                    </a:cubicBezTo>
                    <a:cubicBezTo>
                      <a:pt x="42" y="90"/>
                      <a:pt x="42" y="90"/>
                      <a:pt x="42" y="90"/>
                    </a:cubicBezTo>
                    <a:cubicBezTo>
                      <a:pt x="42" y="88"/>
                      <a:pt x="43" y="87"/>
                      <a:pt x="44" y="87"/>
                    </a:cubicBezTo>
                    <a:cubicBezTo>
                      <a:pt x="46" y="86"/>
                      <a:pt x="47" y="88"/>
                      <a:pt x="47" y="89"/>
                    </a:cubicBezTo>
                    <a:cubicBezTo>
                      <a:pt x="47" y="101"/>
                      <a:pt x="47" y="101"/>
                      <a:pt x="47" y="101"/>
                    </a:cubicBezTo>
                    <a:cubicBezTo>
                      <a:pt x="47" y="103"/>
                      <a:pt x="46" y="105"/>
                      <a:pt x="44" y="105"/>
                    </a:cubicBezTo>
                    <a:close/>
                    <a:moveTo>
                      <a:pt x="44" y="85"/>
                    </a:moveTo>
                    <a:cubicBezTo>
                      <a:pt x="43" y="85"/>
                      <a:pt x="41" y="82"/>
                      <a:pt x="41" y="80"/>
                    </a:cubicBezTo>
                    <a:cubicBezTo>
                      <a:pt x="41" y="69"/>
                      <a:pt x="41" y="69"/>
                      <a:pt x="41" y="69"/>
                    </a:cubicBezTo>
                    <a:cubicBezTo>
                      <a:pt x="41" y="67"/>
                      <a:pt x="42" y="65"/>
                      <a:pt x="44" y="65"/>
                    </a:cubicBezTo>
                    <a:cubicBezTo>
                      <a:pt x="45" y="65"/>
                      <a:pt x="47" y="66"/>
                      <a:pt x="47" y="68"/>
                    </a:cubicBezTo>
                    <a:cubicBezTo>
                      <a:pt x="47" y="80"/>
                      <a:pt x="47" y="80"/>
                      <a:pt x="47" y="80"/>
                    </a:cubicBezTo>
                    <a:cubicBezTo>
                      <a:pt x="47" y="82"/>
                      <a:pt x="46" y="85"/>
                      <a:pt x="44" y="85"/>
                    </a:cubicBezTo>
                    <a:close/>
                    <a:moveTo>
                      <a:pt x="44" y="61"/>
                    </a:moveTo>
                    <a:cubicBezTo>
                      <a:pt x="42" y="61"/>
                      <a:pt x="41" y="59"/>
                      <a:pt x="41" y="58"/>
                    </a:cubicBezTo>
                    <a:cubicBezTo>
                      <a:pt x="41" y="47"/>
                      <a:pt x="41" y="47"/>
                      <a:pt x="41" y="47"/>
                    </a:cubicBezTo>
                    <a:cubicBezTo>
                      <a:pt x="41" y="45"/>
                      <a:pt x="42" y="44"/>
                      <a:pt x="44" y="44"/>
                    </a:cubicBezTo>
                    <a:cubicBezTo>
                      <a:pt x="45" y="43"/>
                      <a:pt x="46" y="45"/>
                      <a:pt x="46" y="46"/>
                    </a:cubicBezTo>
                    <a:cubicBezTo>
                      <a:pt x="47" y="58"/>
                      <a:pt x="47" y="58"/>
                      <a:pt x="47" y="58"/>
                    </a:cubicBezTo>
                    <a:cubicBezTo>
                      <a:pt x="47" y="59"/>
                      <a:pt x="45" y="61"/>
                      <a:pt x="44" y="61"/>
                    </a:cubicBezTo>
                    <a:close/>
                    <a:moveTo>
                      <a:pt x="43" y="37"/>
                    </a:moveTo>
                    <a:cubicBezTo>
                      <a:pt x="42" y="37"/>
                      <a:pt x="41" y="36"/>
                      <a:pt x="41" y="35"/>
                    </a:cubicBezTo>
                    <a:cubicBezTo>
                      <a:pt x="41" y="24"/>
                      <a:pt x="41" y="24"/>
                      <a:pt x="41" y="24"/>
                    </a:cubicBezTo>
                    <a:cubicBezTo>
                      <a:pt x="41" y="23"/>
                      <a:pt x="42" y="22"/>
                      <a:pt x="43" y="22"/>
                    </a:cubicBezTo>
                    <a:cubicBezTo>
                      <a:pt x="45" y="22"/>
                      <a:pt x="46" y="23"/>
                      <a:pt x="46" y="25"/>
                    </a:cubicBezTo>
                    <a:cubicBezTo>
                      <a:pt x="46" y="35"/>
                      <a:pt x="46" y="35"/>
                      <a:pt x="46" y="35"/>
                    </a:cubicBezTo>
                    <a:cubicBezTo>
                      <a:pt x="46" y="36"/>
                      <a:pt x="45" y="37"/>
                      <a:pt x="44" y="37"/>
                    </a:cubicBezTo>
                    <a:lnTo>
                      <a:pt x="43" y="37"/>
                    </a:lnTo>
                    <a:close/>
                    <a:moveTo>
                      <a:pt x="43" y="13"/>
                    </a:moveTo>
                    <a:cubicBezTo>
                      <a:pt x="42" y="13"/>
                      <a:pt x="40" y="14"/>
                      <a:pt x="40" y="12"/>
                    </a:cubicBezTo>
                    <a:cubicBezTo>
                      <a:pt x="40" y="2"/>
                      <a:pt x="40" y="2"/>
                      <a:pt x="40" y="2"/>
                    </a:cubicBezTo>
                    <a:cubicBezTo>
                      <a:pt x="40" y="1"/>
                      <a:pt x="41" y="0"/>
                      <a:pt x="43" y="0"/>
                    </a:cubicBezTo>
                    <a:cubicBezTo>
                      <a:pt x="44" y="0"/>
                      <a:pt x="46" y="1"/>
                      <a:pt x="46" y="3"/>
                    </a:cubicBezTo>
                    <a:cubicBezTo>
                      <a:pt x="46" y="12"/>
                      <a:pt x="46" y="12"/>
                      <a:pt x="46" y="12"/>
                    </a:cubicBezTo>
                    <a:cubicBezTo>
                      <a:pt x="46" y="13"/>
                      <a:pt x="45" y="13"/>
                      <a:pt x="43" y="13"/>
                    </a:cubicBezTo>
                    <a:close/>
                  </a:path>
                </a:pathLst>
              </a:custGeom>
              <a:solidFill>
                <a:schemeClr val="bg2"/>
              </a:solidFill>
              <a:ln>
                <a:noFill/>
              </a:ln>
            </p:spPr>
            <p:txBody>
              <a:bodyPr anchor="ctr"/>
              <a:lstStyle/>
              <a:p>
                <a:pPr algn="ctr"/>
              </a:p>
            </p:txBody>
          </p:sp>
          <p:sp>
            <p:nvSpPr>
              <p:cNvPr id="31" name="Freeform: Shape 129"/>
              <p:cNvSpPr/>
              <p:nvPr/>
            </p:nvSpPr>
            <p:spPr bwMode="auto">
              <a:xfrm>
                <a:off x="4154332" y="3456715"/>
                <a:ext cx="14138" cy="16158"/>
              </a:xfrm>
              <a:custGeom>
                <a:avLst/>
                <a:gdLst>
                  <a:gd name="T0" fmla="*/ 3 w 9"/>
                  <a:gd name="T1" fmla="*/ 10 h 10"/>
                  <a:gd name="T2" fmla="*/ 1 w 9"/>
                  <a:gd name="T3" fmla="*/ 9 h 10"/>
                  <a:gd name="T4" fmla="*/ 1 w 9"/>
                  <a:gd name="T5" fmla="*/ 5 h 10"/>
                  <a:gd name="T6" fmla="*/ 4 w 9"/>
                  <a:gd name="T7" fmla="*/ 1 h 10"/>
                  <a:gd name="T8" fmla="*/ 8 w 9"/>
                  <a:gd name="T9" fmla="*/ 1 h 10"/>
                  <a:gd name="T10" fmla="*/ 8 w 9"/>
                  <a:gd name="T11" fmla="*/ 5 h 10"/>
                  <a:gd name="T12" fmla="*/ 5 w 9"/>
                  <a:gd name="T13" fmla="*/ 9 h 10"/>
                  <a:gd name="T14" fmla="*/ 3 w 9"/>
                  <a:gd name="T15" fmla="*/ 10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10">
                    <a:moveTo>
                      <a:pt x="3" y="10"/>
                    </a:moveTo>
                    <a:cubicBezTo>
                      <a:pt x="2" y="10"/>
                      <a:pt x="1" y="9"/>
                      <a:pt x="1" y="9"/>
                    </a:cubicBezTo>
                    <a:cubicBezTo>
                      <a:pt x="0" y="8"/>
                      <a:pt x="0" y="6"/>
                      <a:pt x="1" y="5"/>
                    </a:cubicBezTo>
                    <a:cubicBezTo>
                      <a:pt x="4" y="1"/>
                      <a:pt x="4" y="1"/>
                      <a:pt x="4" y="1"/>
                    </a:cubicBezTo>
                    <a:cubicBezTo>
                      <a:pt x="5" y="0"/>
                      <a:pt x="7" y="0"/>
                      <a:pt x="8" y="1"/>
                    </a:cubicBezTo>
                    <a:cubicBezTo>
                      <a:pt x="9" y="2"/>
                      <a:pt x="9" y="4"/>
                      <a:pt x="8" y="5"/>
                    </a:cubicBezTo>
                    <a:cubicBezTo>
                      <a:pt x="5" y="9"/>
                      <a:pt x="5" y="9"/>
                      <a:pt x="5" y="9"/>
                    </a:cubicBezTo>
                    <a:cubicBezTo>
                      <a:pt x="4" y="9"/>
                      <a:pt x="3" y="10"/>
                      <a:pt x="3" y="10"/>
                    </a:cubicBezTo>
                    <a:close/>
                  </a:path>
                </a:pathLst>
              </a:custGeom>
              <a:solidFill>
                <a:schemeClr val="bg2"/>
              </a:solidFill>
              <a:ln>
                <a:noFill/>
              </a:ln>
            </p:spPr>
            <p:txBody>
              <a:bodyPr anchor="ctr"/>
              <a:lstStyle/>
              <a:p>
                <a:pPr algn="ctr"/>
              </a:p>
            </p:txBody>
          </p:sp>
          <p:sp>
            <p:nvSpPr>
              <p:cNvPr id="34" name="Freeform: Shape 130"/>
              <p:cNvSpPr/>
              <p:nvPr/>
            </p:nvSpPr>
            <p:spPr bwMode="auto">
              <a:xfrm>
                <a:off x="4238489" y="3372558"/>
                <a:ext cx="17505" cy="6059"/>
              </a:xfrm>
              <a:custGeom>
                <a:avLst/>
                <a:gdLst>
                  <a:gd name="T0" fmla="*/ 8 w 11"/>
                  <a:gd name="T1" fmla="*/ 4 h 4"/>
                  <a:gd name="T2" fmla="*/ 8 w 11"/>
                  <a:gd name="T3" fmla="*/ 4 h 4"/>
                  <a:gd name="T4" fmla="*/ 3 w 11"/>
                  <a:gd name="T5" fmla="*/ 4 h 4"/>
                  <a:gd name="T6" fmla="*/ 0 w 11"/>
                  <a:gd name="T7" fmla="*/ 2 h 4"/>
                  <a:gd name="T8" fmla="*/ 3 w 11"/>
                  <a:gd name="T9" fmla="*/ 0 h 4"/>
                  <a:gd name="T10" fmla="*/ 3 w 11"/>
                  <a:gd name="T11" fmla="*/ 0 h 4"/>
                  <a:gd name="T12" fmla="*/ 8 w 11"/>
                  <a:gd name="T13" fmla="*/ 0 h 4"/>
                  <a:gd name="T14" fmla="*/ 11 w 11"/>
                  <a:gd name="T15" fmla="*/ 2 h 4"/>
                  <a:gd name="T16" fmla="*/ 8 w 11"/>
                  <a:gd name="T17"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4">
                    <a:moveTo>
                      <a:pt x="8" y="4"/>
                    </a:moveTo>
                    <a:cubicBezTo>
                      <a:pt x="8" y="4"/>
                      <a:pt x="8" y="4"/>
                      <a:pt x="8" y="4"/>
                    </a:cubicBezTo>
                    <a:cubicBezTo>
                      <a:pt x="3" y="4"/>
                      <a:pt x="3" y="4"/>
                      <a:pt x="3" y="4"/>
                    </a:cubicBezTo>
                    <a:cubicBezTo>
                      <a:pt x="1" y="4"/>
                      <a:pt x="0" y="4"/>
                      <a:pt x="0" y="2"/>
                    </a:cubicBezTo>
                    <a:cubicBezTo>
                      <a:pt x="0" y="1"/>
                      <a:pt x="1" y="0"/>
                      <a:pt x="3" y="0"/>
                    </a:cubicBezTo>
                    <a:cubicBezTo>
                      <a:pt x="3" y="0"/>
                      <a:pt x="3" y="0"/>
                      <a:pt x="3" y="0"/>
                    </a:cubicBezTo>
                    <a:cubicBezTo>
                      <a:pt x="8" y="0"/>
                      <a:pt x="8" y="0"/>
                      <a:pt x="8" y="0"/>
                    </a:cubicBezTo>
                    <a:cubicBezTo>
                      <a:pt x="10" y="0"/>
                      <a:pt x="11" y="0"/>
                      <a:pt x="11" y="2"/>
                    </a:cubicBezTo>
                    <a:cubicBezTo>
                      <a:pt x="11" y="3"/>
                      <a:pt x="10" y="4"/>
                      <a:pt x="8" y="4"/>
                    </a:cubicBezTo>
                    <a:close/>
                  </a:path>
                </a:pathLst>
              </a:custGeom>
              <a:solidFill>
                <a:schemeClr val="bg2"/>
              </a:solidFill>
              <a:ln>
                <a:noFill/>
              </a:ln>
            </p:spPr>
            <p:txBody>
              <a:bodyPr anchor="ctr"/>
              <a:lstStyle/>
              <a:p>
                <a:pPr algn="ctr"/>
              </a:p>
            </p:txBody>
          </p:sp>
          <p:sp>
            <p:nvSpPr>
              <p:cNvPr id="36" name="Freeform: Shape 131"/>
              <p:cNvSpPr/>
              <p:nvPr/>
            </p:nvSpPr>
            <p:spPr bwMode="auto">
              <a:xfrm>
                <a:off x="4266093" y="3365826"/>
                <a:ext cx="175046" cy="14138"/>
              </a:xfrm>
              <a:custGeom>
                <a:avLst/>
                <a:gdLst>
                  <a:gd name="T0" fmla="*/ 108 w 110"/>
                  <a:gd name="T1" fmla="*/ 8 h 9"/>
                  <a:gd name="T2" fmla="*/ 107 w 110"/>
                  <a:gd name="T3" fmla="*/ 8 h 9"/>
                  <a:gd name="T4" fmla="*/ 96 w 110"/>
                  <a:gd name="T5" fmla="*/ 9 h 9"/>
                  <a:gd name="T6" fmla="*/ 93 w 110"/>
                  <a:gd name="T7" fmla="*/ 6 h 9"/>
                  <a:gd name="T8" fmla="*/ 96 w 110"/>
                  <a:gd name="T9" fmla="*/ 4 h 9"/>
                  <a:gd name="T10" fmla="*/ 108 w 110"/>
                  <a:gd name="T11" fmla="*/ 4 h 9"/>
                  <a:gd name="T12" fmla="*/ 110 w 110"/>
                  <a:gd name="T13" fmla="*/ 6 h 9"/>
                  <a:gd name="T14" fmla="*/ 108 w 110"/>
                  <a:gd name="T15" fmla="*/ 8 h 9"/>
                  <a:gd name="T16" fmla="*/ 84 w 110"/>
                  <a:gd name="T17" fmla="*/ 8 h 9"/>
                  <a:gd name="T18" fmla="*/ 84 w 110"/>
                  <a:gd name="T19" fmla="*/ 8 h 9"/>
                  <a:gd name="T20" fmla="*/ 73 w 110"/>
                  <a:gd name="T21" fmla="*/ 9 h 9"/>
                  <a:gd name="T22" fmla="*/ 70 w 110"/>
                  <a:gd name="T23" fmla="*/ 4 h 9"/>
                  <a:gd name="T24" fmla="*/ 73 w 110"/>
                  <a:gd name="T25" fmla="*/ 0 h 9"/>
                  <a:gd name="T26" fmla="*/ 73 w 110"/>
                  <a:gd name="T27" fmla="*/ 0 h 9"/>
                  <a:gd name="T28" fmla="*/ 84 w 110"/>
                  <a:gd name="T29" fmla="*/ 2 h 9"/>
                  <a:gd name="T30" fmla="*/ 87 w 110"/>
                  <a:gd name="T31" fmla="*/ 5 h 9"/>
                  <a:gd name="T32" fmla="*/ 84 w 110"/>
                  <a:gd name="T33" fmla="*/ 8 h 9"/>
                  <a:gd name="T34" fmla="*/ 61 w 110"/>
                  <a:gd name="T35" fmla="*/ 8 h 9"/>
                  <a:gd name="T36" fmla="*/ 61 w 110"/>
                  <a:gd name="T37" fmla="*/ 8 h 9"/>
                  <a:gd name="T38" fmla="*/ 49 w 110"/>
                  <a:gd name="T39" fmla="*/ 9 h 9"/>
                  <a:gd name="T40" fmla="*/ 47 w 110"/>
                  <a:gd name="T41" fmla="*/ 4 h 9"/>
                  <a:gd name="T42" fmla="*/ 49 w 110"/>
                  <a:gd name="T43" fmla="*/ 0 h 9"/>
                  <a:gd name="T44" fmla="*/ 49 w 110"/>
                  <a:gd name="T45" fmla="*/ 0 h 9"/>
                  <a:gd name="T46" fmla="*/ 61 w 110"/>
                  <a:gd name="T47" fmla="*/ 2 h 9"/>
                  <a:gd name="T48" fmla="*/ 64 w 110"/>
                  <a:gd name="T49" fmla="*/ 5 h 9"/>
                  <a:gd name="T50" fmla="*/ 61 w 110"/>
                  <a:gd name="T51" fmla="*/ 8 h 9"/>
                  <a:gd name="T52" fmla="*/ 38 w 110"/>
                  <a:gd name="T53" fmla="*/ 8 h 9"/>
                  <a:gd name="T54" fmla="*/ 38 w 110"/>
                  <a:gd name="T55" fmla="*/ 8 h 9"/>
                  <a:gd name="T56" fmla="*/ 26 w 110"/>
                  <a:gd name="T57" fmla="*/ 8 h 9"/>
                  <a:gd name="T58" fmla="*/ 23 w 110"/>
                  <a:gd name="T59" fmla="*/ 4 h 9"/>
                  <a:gd name="T60" fmla="*/ 26 w 110"/>
                  <a:gd name="T61" fmla="*/ 0 h 9"/>
                  <a:gd name="T62" fmla="*/ 26 w 110"/>
                  <a:gd name="T63" fmla="*/ 0 h 9"/>
                  <a:gd name="T64" fmla="*/ 38 w 110"/>
                  <a:gd name="T65" fmla="*/ 2 h 9"/>
                  <a:gd name="T66" fmla="*/ 40 w 110"/>
                  <a:gd name="T67" fmla="*/ 5 h 9"/>
                  <a:gd name="T68" fmla="*/ 38 w 110"/>
                  <a:gd name="T69" fmla="*/ 8 h 9"/>
                  <a:gd name="T70" fmla="*/ 14 w 110"/>
                  <a:gd name="T71" fmla="*/ 8 h 9"/>
                  <a:gd name="T72" fmla="*/ 14 w 110"/>
                  <a:gd name="T73" fmla="*/ 8 h 9"/>
                  <a:gd name="T74" fmla="*/ 3 w 110"/>
                  <a:gd name="T75" fmla="*/ 8 h 9"/>
                  <a:gd name="T76" fmla="*/ 0 w 110"/>
                  <a:gd name="T77" fmla="*/ 4 h 9"/>
                  <a:gd name="T78" fmla="*/ 3 w 110"/>
                  <a:gd name="T79" fmla="*/ 0 h 9"/>
                  <a:gd name="T80" fmla="*/ 3 w 110"/>
                  <a:gd name="T81" fmla="*/ 0 h 9"/>
                  <a:gd name="T82" fmla="*/ 15 w 110"/>
                  <a:gd name="T83" fmla="*/ 2 h 9"/>
                  <a:gd name="T84" fmla="*/ 17 w 110"/>
                  <a:gd name="T85" fmla="*/ 5 h 9"/>
                  <a:gd name="T86" fmla="*/ 14 w 110"/>
                  <a:gd name="T87"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10" h="9">
                    <a:moveTo>
                      <a:pt x="108" y="8"/>
                    </a:moveTo>
                    <a:cubicBezTo>
                      <a:pt x="107" y="8"/>
                      <a:pt x="107" y="8"/>
                      <a:pt x="107" y="8"/>
                    </a:cubicBezTo>
                    <a:cubicBezTo>
                      <a:pt x="96" y="9"/>
                      <a:pt x="96" y="9"/>
                      <a:pt x="96" y="9"/>
                    </a:cubicBezTo>
                    <a:cubicBezTo>
                      <a:pt x="94" y="9"/>
                      <a:pt x="93" y="8"/>
                      <a:pt x="93" y="6"/>
                    </a:cubicBezTo>
                    <a:cubicBezTo>
                      <a:pt x="93" y="5"/>
                      <a:pt x="94" y="4"/>
                      <a:pt x="96" y="4"/>
                    </a:cubicBezTo>
                    <a:cubicBezTo>
                      <a:pt x="108" y="4"/>
                      <a:pt x="108" y="4"/>
                      <a:pt x="108" y="4"/>
                    </a:cubicBezTo>
                    <a:cubicBezTo>
                      <a:pt x="109" y="4"/>
                      <a:pt x="110" y="4"/>
                      <a:pt x="110" y="6"/>
                    </a:cubicBezTo>
                    <a:cubicBezTo>
                      <a:pt x="110" y="8"/>
                      <a:pt x="109" y="8"/>
                      <a:pt x="108" y="8"/>
                    </a:cubicBezTo>
                    <a:close/>
                    <a:moveTo>
                      <a:pt x="84" y="8"/>
                    </a:moveTo>
                    <a:cubicBezTo>
                      <a:pt x="84" y="8"/>
                      <a:pt x="84" y="8"/>
                      <a:pt x="84" y="8"/>
                    </a:cubicBezTo>
                    <a:cubicBezTo>
                      <a:pt x="73" y="9"/>
                      <a:pt x="73" y="9"/>
                      <a:pt x="73" y="9"/>
                    </a:cubicBezTo>
                    <a:cubicBezTo>
                      <a:pt x="71" y="9"/>
                      <a:pt x="70" y="6"/>
                      <a:pt x="70" y="4"/>
                    </a:cubicBezTo>
                    <a:cubicBezTo>
                      <a:pt x="70" y="3"/>
                      <a:pt x="71" y="0"/>
                      <a:pt x="73" y="0"/>
                    </a:cubicBezTo>
                    <a:cubicBezTo>
                      <a:pt x="73" y="0"/>
                      <a:pt x="73" y="0"/>
                      <a:pt x="73" y="0"/>
                    </a:cubicBezTo>
                    <a:cubicBezTo>
                      <a:pt x="84" y="2"/>
                      <a:pt x="84" y="2"/>
                      <a:pt x="84" y="2"/>
                    </a:cubicBezTo>
                    <a:cubicBezTo>
                      <a:pt x="86" y="2"/>
                      <a:pt x="87" y="3"/>
                      <a:pt x="87" y="5"/>
                    </a:cubicBezTo>
                    <a:cubicBezTo>
                      <a:pt x="87" y="6"/>
                      <a:pt x="86" y="8"/>
                      <a:pt x="84" y="8"/>
                    </a:cubicBezTo>
                    <a:close/>
                    <a:moveTo>
                      <a:pt x="61" y="8"/>
                    </a:moveTo>
                    <a:cubicBezTo>
                      <a:pt x="61" y="8"/>
                      <a:pt x="61" y="8"/>
                      <a:pt x="61" y="8"/>
                    </a:cubicBezTo>
                    <a:cubicBezTo>
                      <a:pt x="49" y="9"/>
                      <a:pt x="49" y="9"/>
                      <a:pt x="49" y="9"/>
                    </a:cubicBezTo>
                    <a:cubicBezTo>
                      <a:pt x="48" y="9"/>
                      <a:pt x="47" y="6"/>
                      <a:pt x="47" y="4"/>
                    </a:cubicBezTo>
                    <a:cubicBezTo>
                      <a:pt x="47" y="3"/>
                      <a:pt x="48" y="0"/>
                      <a:pt x="49" y="0"/>
                    </a:cubicBezTo>
                    <a:cubicBezTo>
                      <a:pt x="49" y="0"/>
                      <a:pt x="49" y="0"/>
                      <a:pt x="49" y="0"/>
                    </a:cubicBezTo>
                    <a:cubicBezTo>
                      <a:pt x="61" y="2"/>
                      <a:pt x="61" y="2"/>
                      <a:pt x="61" y="2"/>
                    </a:cubicBezTo>
                    <a:cubicBezTo>
                      <a:pt x="63" y="2"/>
                      <a:pt x="64" y="3"/>
                      <a:pt x="64" y="5"/>
                    </a:cubicBezTo>
                    <a:cubicBezTo>
                      <a:pt x="64" y="6"/>
                      <a:pt x="63" y="8"/>
                      <a:pt x="61" y="8"/>
                    </a:cubicBezTo>
                    <a:close/>
                    <a:moveTo>
                      <a:pt x="38" y="8"/>
                    </a:moveTo>
                    <a:cubicBezTo>
                      <a:pt x="38" y="8"/>
                      <a:pt x="38" y="8"/>
                      <a:pt x="38" y="8"/>
                    </a:cubicBezTo>
                    <a:cubicBezTo>
                      <a:pt x="26" y="8"/>
                      <a:pt x="26" y="8"/>
                      <a:pt x="26" y="8"/>
                    </a:cubicBezTo>
                    <a:cubicBezTo>
                      <a:pt x="25" y="8"/>
                      <a:pt x="23" y="6"/>
                      <a:pt x="23" y="4"/>
                    </a:cubicBezTo>
                    <a:cubicBezTo>
                      <a:pt x="23" y="3"/>
                      <a:pt x="25" y="0"/>
                      <a:pt x="26" y="0"/>
                    </a:cubicBezTo>
                    <a:cubicBezTo>
                      <a:pt x="26" y="0"/>
                      <a:pt x="26" y="0"/>
                      <a:pt x="26" y="0"/>
                    </a:cubicBezTo>
                    <a:cubicBezTo>
                      <a:pt x="38" y="2"/>
                      <a:pt x="38" y="2"/>
                      <a:pt x="38" y="2"/>
                    </a:cubicBezTo>
                    <a:cubicBezTo>
                      <a:pt x="39" y="2"/>
                      <a:pt x="40" y="3"/>
                      <a:pt x="40" y="5"/>
                    </a:cubicBezTo>
                    <a:cubicBezTo>
                      <a:pt x="40" y="6"/>
                      <a:pt x="39" y="8"/>
                      <a:pt x="38" y="8"/>
                    </a:cubicBezTo>
                    <a:close/>
                    <a:moveTo>
                      <a:pt x="14" y="8"/>
                    </a:moveTo>
                    <a:cubicBezTo>
                      <a:pt x="14" y="8"/>
                      <a:pt x="14" y="8"/>
                      <a:pt x="14" y="8"/>
                    </a:cubicBezTo>
                    <a:cubicBezTo>
                      <a:pt x="3" y="8"/>
                      <a:pt x="3" y="8"/>
                      <a:pt x="3" y="8"/>
                    </a:cubicBezTo>
                    <a:cubicBezTo>
                      <a:pt x="1" y="8"/>
                      <a:pt x="0" y="6"/>
                      <a:pt x="0" y="4"/>
                    </a:cubicBezTo>
                    <a:cubicBezTo>
                      <a:pt x="0" y="3"/>
                      <a:pt x="1" y="0"/>
                      <a:pt x="3" y="0"/>
                    </a:cubicBezTo>
                    <a:cubicBezTo>
                      <a:pt x="3" y="0"/>
                      <a:pt x="3" y="0"/>
                      <a:pt x="3" y="0"/>
                    </a:cubicBezTo>
                    <a:cubicBezTo>
                      <a:pt x="15" y="2"/>
                      <a:pt x="15" y="2"/>
                      <a:pt x="15" y="2"/>
                    </a:cubicBezTo>
                    <a:cubicBezTo>
                      <a:pt x="16" y="2"/>
                      <a:pt x="17" y="3"/>
                      <a:pt x="17" y="5"/>
                    </a:cubicBezTo>
                    <a:cubicBezTo>
                      <a:pt x="17" y="6"/>
                      <a:pt x="16" y="8"/>
                      <a:pt x="14" y="8"/>
                    </a:cubicBezTo>
                    <a:close/>
                  </a:path>
                </a:pathLst>
              </a:custGeom>
              <a:solidFill>
                <a:schemeClr val="bg2"/>
              </a:solidFill>
              <a:ln>
                <a:noFill/>
              </a:ln>
            </p:spPr>
            <p:txBody>
              <a:bodyPr anchor="ctr"/>
              <a:lstStyle/>
              <a:p>
                <a:pPr algn="ctr"/>
              </a:p>
            </p:txBody>
          </p:sp>
          <p:sp>
            <p:nvSpPr>
              <p:cNvPr id="37" name="Freeform: Shape 132"/>
              <p:cNvSpPr/>
              <p:nvPr/>
            </p:nvSpPr>
            <p:spPr bwMode="auto">
              <a:xfrm>
                <a:off x="4450565" y="3372558"/>
                <a:ext cx="17505" cy="7406"/>
              </a:xfrm>
              <a:custGeom>
                <a:avLst/>
                <a:gdLst>
                  <a:gd name="T0" fmla="*/ 9 w 11"/>
                  <a:gd name="T1" fmla="*/ 4 h 5"/>
                  <a:gd name="T2" fmla="*/ 9 w 11"/>
                  <a:gd name="T3" fmla="*/ 4 h 5"/>
                  <a:gd name="T4" fmla="*/ 3 w 11"/>
                  <a:gd name="T5" fmla="*/ 5 h 5"/>
                  <a:gd name="T6" fmla="*/ 0 w 11"/>
                  <a:gd name="T7" fmla="*/ 2 h 5"/>
                  <a:gd name="T8" fmla="*/ 3 w 11"/>
                  <a:gd name="T9" fmla="*/ 0 h 5"/>
                  <a:gd name="T10" fmla="*/ 3 w 11"/>
                  <a:gd name="T11" fmla="*/ 0 h 5"/>
                  <a:gd name="T12" fmla="*/ 9 w 11"/>
                  <a:gd name="T13" fmla="*/ 0 h 5"/>
                  <a:gd name="T14" fmla="*/ 11 w 11"/>
                  <a:gd name="T15" fmla="*/ 2 h 5"/>
                  <a:gd name="T16" fmla="*/ 9 w 11"/>
                  <a:gd name="T17"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5">
                    <a:moveTo>
                      <a:pt x="9" y="4"/>
                    </a:moveTo>
                    <a:cubicBezTo>
                      <a:pt x="9" y="4"/>
                      <a:pt x="9" y="4"/>
                      <a:pt x="9" y="4"/>
                    </a:cubicBezTo>
                    <a:cubicBezTo>
                      <a:pt x="3" y="5"/>
                      <a:pt x="3" y="5"/>
                      <a:pt x="3" y="5"/>
                    </a:cubicBezTo>
                    <a:cubicBezTo>
                      <a:pt x="2" y="5"/>
                      <a:pt x="0" y="4"/>
                      <a:pt x="0" y="2"/>
                    </a:cubicBezTo>
                    <a:cubicBezTo>
                      <a:pt x="0" y="1"/>
                      <a:pt x="2" y="0"/>
                      <a:pt x="3" y="0"/>
                    </a:cubicBezTo>
                    <a:cubicBezTo>
                      <a:pt x="3" y="0"/>
                      <a:pt x="3" y="0"/>
                      <a:pt x="3" y="0"/>
                    </a:cubicBezTo>
                    <a:cubicBezTo>
                      <a:pt x="9" y="0"/>
                      <a:pt x="9" y="0"/>
                      <a:pt x="9" y="0"/>
                    </a:cubicBezTo>
                    <a:cubicBezTo>
                      <a:pt x="10" y="0"/>
                      <a:pt x="11" y="0"/>
                      <a:pt x="11" y="2"/>
                    </a:cubicBezTo>
                    <a:cubicBezTo>
                      <a:pt x="11" y="3"/>
                      <a:pt x="10" y="4"/>
                      <a:pt x="9" y="4"/>
                    </a:cubicBezTo>
                    <a:close/>
                  </a:path>
                </a:pathLst>
              </a:custGeom>
              <a:solidFill>
                <a:schemeClr val="bg2"/>
              </a:solidFill>
              <a:ln>
                <a:noFill/>
              </a:ln>
            </p:spPr>
            <p:txBody>
              <a:bodyPr anchor="ctr"/>
              <a:lstStyle/>
              <a:p>
                <a:pPr algn="ctr"/>
              </a:p>
            </p:txBody>
          </p:sp>
          <p:sp>
            <p:nvSpPr>
              <p:cNvPr id="38" name="Freeform: Shape 133"/>
              <p:cNvSpPr/>
              <p:nvPr/>
            </p:nvSpPr>
            <p:spPr bwMode="auto">
              <a:xfrm>
                <a:off x="4085660" y="3155770"/>
                <a:ext cx="65306" cy="53860"/>
              </a:xfrm>
              <a:custGeom>
                <a:avLst/>
                <a:gdLst>
                  <a:gd name="T0" fmla="*/ 2 w 41"/>
                  <a:gd name="T1" fmla="*/ 11 h 34"/>
                  <a:gd name="T2" fmla="*/ 21 w 41"/>
                  <a:gd name="T3" fmla="*/ 0 h 34"/>
                  <a:gd name="T4" fmla="*/ 39 w 41"/>
                  <a:gd name="T5" fmla="*/ 11 h 34"/>
                  <a:gd name="T6" fmla="*/ 39 w 41"/>
                  <a:gd name="T7" fmla="*/ 27 h 34"/>
                  <a:gd name="T8" fmla="*/ 41 w 41"/>
                  <a:gd name="T9" fmla="*/ 33 h 34"/>
                  <a:gd name="T10" fmla="*/ 30 w 41"/>
                  <a:gd name="T11" fmla="*/ 33 h 34"/>
                  <a:gd name="T12" fmla="*/ 29 w 41"/>
                  <a:gd name="T13" fmla="*/ 30 h 34"/>
                  <a:gd name="T14" fmla="*/ 14 w 41"/>
                  <a:gd name="T15" fmla="*/ 34 h 34"/>
                  <a:gd name="T16" fmla="*/ 0 w 41"/>
                  <a:gd name="T17" fmla="*/ 24 h 34"/>
                  <a:gd name="T18" fmla="*/ 13 w 41"/>
                  <a:gd name="T19" fmla="*/ 14 h 34"/>
                  <a:gd name="T20" fmla="*/ 24 w 41"/>
                  <a:gd name="T21" fmla="*/ 13 h 34"/>
                  <a:gd name="T22" fmla="*/ 29 w 41"/>
                  <a:gd name="T23" fmla="*/ 10 h 34"/>
                  <a:gd name="T24" fmla="*/ 20 w 41"/>
                  <a:gd name="T25" fmla="*/ 6 h 34"/>
                  <a:gd name="T26" fmla="*/ 12 w 41"/>
                  <a:gd name="T27" fmla="*/ 11 h 34"/>
                  <a:gd name="T28" fmla="*/ 2 w 41"/>
                  <a:gd name="T29" fmla="*/ 11 h 34"/>
                  <a:gd name="T30" fmla="*/ 29 w 41"/>
                  <a:gd name="T31" fmla="*/ 17 h 34"/>
                  <a:gd name="T32" fmla="*/ 23 w 41"/>
                  <a:gd name="T33" fmla="*/ 19 h 34"/>
                  <a:gd name="T34" fmla="*/ 17 w 41"/>
                  <a:gd name="T35" fmla="*/ 19 h 34"/>
                  <a:gd name="T36" fmla="*/ 11 w 41"/>
                  <a:gd name="T37" fmla="*/ 24 h 34"/>
                  <a:gd name="T38" fmla="*/ 18 w 41"/>
                  <a:gd name="T39" fmla="*/ 28 h 34"/>
                  <a:gd name="T40" fmla="*/ 29 w 41"/>
                  <a:gd name="T41" fmla="*/ 20 h 34"/>
                  <a:gd name="T42" fmla="*/ 29 w 41"/>
                  <a:gd name="T43" fmla="*/ 1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 h="34">
                    <a:moveTo>
                      <a:pt x="2" y="11"/>
                    </a:moveTo>
                    <a:cubicBezTo>
                      <a:pt x="3" y="1"/>
                      <a:pt x="12" y="0"/>
                      <a:pt x="21" y="0"/>
                    </a:cubicBezTo>
                    <a:cubicBezTo>
                      <a:pt x="36" y="0"/>
                      <a:pt x="39" y="5"/>
                      <a:pt x="39" y="11"/>
                    </a:cubicBezTo>
                    <a:cubicBezTo>
                      <a:pt x="39" y="27"/>
                      <a:pt x="39" y="27"/>
                      <a:pt x="39" y="27"/>
                    </a:cubicBezTo>
                    <a:cubicBezTo>
                      <a:pt x="39" y="29"/>
                      <a:pt x="40" y="31"/>
                      <a:pt x="41" y="33"/>
                    </a:cubicBezTo>
                    <a:cubicBezTo>
                      <a:pt x="30" y="33"/>
                      <a:pt x="30" y="33"/>
                      <a:pt x="30" y="33"/>
                    </a:cubicBezTo>
                    <a:cubicBezTo>
                      <a:pt x="30" y="32"/>
                      <a:pt x="29" y="31"/>
                      <a:pt x="29" y="30"/>
                    </a:cubicBezTo>
                    <a:cubicBezTo>
                      <a:pt x="26" y="33"/>
                      <a:pt x="19" y="34"/>
                      <a:pt x="14" y="34"/>
                    </a:cubicBezTo>
                    <a:cubicBezTo>
                      <a:pt x="6" y="34"/>
                      <a:pt x="0" y="31"/>
                      <a:pt x="0" y="24"/>
                    </a:cubicBezTo>
                    <a:cubicBezTo>
                      <a:pt x="0" y="16"/>
                      <a:pt x="7" y="14"/>
                      <a:pt x="13" y="14"/>
                    </a:cubicBezTo>
                    <a:cubicBezTo>
                      <a:pt x="24" y="13"/>
                      <a:pt x="24" y="13"/>
                      <a:pt x="24" y="13"/>
                    </a:cubicBezTo>
                    <a:cubicBezTo>
                      <a:pt x="28" y="13"/>
                      <a:pt x="29" y="12"/>
                      <a:pt x="29" y="10"/>
                    </a:cubicBezTo>
                    <a:cubicBezTo>
                      <a:pt x="29" y="7"/>
                      <a:pt x="27" y="6"/>
                      <a:pt x="20" y="6"/>
                    </a:cubicBezTo>
                    <a:cubicBezTo>
                      <a:pt x="16" y="6"/>
                      <a:pt x="14" y="6"/>
                      <a:pt x="12" y="11"/>
                    </a:cubicBezTo>
                    <a:lnTo>
                      <a:pt x="2" y="11"/>
                    </a:lnTo>
                    <a:close/>
                    <a:moveTo>
                      <a:pt x="29" y="17"/>
                    </a:moveTo>
                    <a:cubicBezTo>
                      <a:pt x="27" y="18"/>
                      <a:pt x="25" y="19"/>
                      <a:pt x="23" y="19"/>
                    </a:cubicBezTo>
                    <a:cubicBezTo>
                      <a:pt x="17" y="19"/>
                      <a:pt x="17" y="19"/>
                      <a:pt x="17" y="19"/>
                    </a:cubicBezTo>
                    <a:cubicBezTo>
                      <a:pt x="13" y="20"/>
                      <a:pt x="11" y="21"/>
                      <a:pt x="11" y="24"/>
                    </a:cubicBezTo>
                    <a:cubicBezTo>
                      <a:pt x="11" y="26"/>
                      <a:pt x="14" y="28"/>
                      <a:pt x="18" y="28"/>
                    </a:cubicBezTo>
                    <a:cubicBezTo>
                      <a:pt x="23" y="28"/>
                      <a:pt x="29" y="25"/>
                      <a:pt x="29" y="20"/>
                    </a:cubicBezTo>
                    <a:lnTo>
                      <a:pt x="29" y="17"/>
                    </a:lnTo>
                    <a:close/>
                  </a:path>
                </a:pathLst>
              </a:custGeom>
              <a:solidFill>
                <a:schemeClr val="bg2"/>
              </a:solidFill>
              <a:ln>
                <a:noFill/>
              </a:ln>
            </p:spPr>
            <p:txBody>
              <a:bodyPr anchor="ctr"/>
              <a:lstStyle/>
              <a:p>
                <a:pPr algn="ctr"/>
              </a:p>
            </p:txBody>
          </p:sp>
          <p:sp>
            <p:nvSpPr>
              <p:cNvPr id="39" name="Freeform: Shape 134"/>
              <p:cNvSpPr/>
              <p:nvPr/>
            </p:nvSpPr>
            <p:spPr bwMode="auto">
              <a:xfrm>
                <a:off x="4219638" y="3041317"/>
                <a:ext cx="66652" cy="71365"/>
              </a:xfrm>
              <a:custGeom>
                <a:avLst/>
                <a:gdLst>
                  <a:gd name="T0" fmla="*/ 0 w 42"/>
                  <a:gd name="T1" fmla="*/ 0 h 45"/>
                  <a:gd name="T2" fmla="*/ 11 w 42"/>
                  <a:gd name="T3" fmla="*/ 0 h 45"/>
                  <a:gd name="T4" fmla="*/ 11 w 42"/>
                  <a:gd name="T5" fmla="*/ 15 h 45"/>
                  <a:gd name="T6" fmla="*/ 11 w 42"/>
                  <a:gd name="T7" fmla="*/ 15 h 45"/>
                  <a:gd name="T8" fmla="*/ 24 w 42"/>
                  <a:gd name="T9" fmla="*/ 11 h 45"/>
                  <a:gd name="T10" fmla="*/ 42 w 42"/>
                  <a:gd name="T11" fmla="*/ 28 h 45"/>
                  <a:gd name="T12" fmla="*/ 23 w 42"/>
                  <a:gd name="T13" fmla="*/ 45 h 45"/>
                  <a:gd name="T14" fmla="*/ 11 w 42"/>
                  <a:gd name="T15" fmla="*/ 40 h 45"/>
                  <a:gd name="T16" fmla="*/ 11 w 42"/>
                  <a:gd name="T17" fmla="*/ 40 h 45"/>
                  <a:gd name="T18" fmla="*/ 11 w 42"/>
                  <a:gd name="T19" fmla="*/ 44 h 45"/>
                  <a:gd name="T20" fmla="*/ 0 w 42"/>
                  <a:gd name="T21" fmla="*/ 44 h 45"/>
                  <a:gd name="T22" fmla="*/ 0 w 42"/>
                  <a:gd name="T23" fmla="*/ 0 h 45"/>
                  <a:gd name="T24" fmla="*/ 21 w 42"/>
                  <a:gd name="T25" fmla="*/ 37 h 45"/>
                  <a:gd name="T26" fmla="*/ 31 w 42"/>
                  <a:gd name="T27" fmla="*/ 28 h 45"/>
                  <a:gd name="T28" fmla="*/ 21 w 42"/>
                  <a:gd name="T29" fmla="*/ 18 h 45"/>
                  <a:gd name="T30" fmla="*/ 11 w 42"/>
                  <a:gd name="T31" fmla="*/ 28 h 45"/>
                  <a:gd name="T32" fmla="*/ 21 w 42"/>
                  <a:gd name="T33" fmla="*/ 37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45">
                    <a:moveTo>
                      <a:pt x="0" y="0"/>
                    </a:moveTo>
                    <a:cubicBezTo>
                      <a:pt x="11" y="0"/>
                      <a:pt x="11" y="0"/>
                      <a:pt x="11" y="0"/>
                    </a:cubicBezTo>
                    <a:cubicBezTo>
                      <a:pt x="11" y="15"/>
                      <a:pt x="11" y="15"/>
                      <a:pt x="11" y="15"/>
                    </a:cubicBezTo>
                    <a:cubicBezTo>
                      <a:pt x="11" y="15"/>
                      <a:pt x="11" y="15"/>
                      <a:pt x="11" y="15"/>
                    </a:cubicBezTo>
                    <a:cubicBezTo>
                      <a:pt x="13" y="13"/>
                      <a:pt x="18" y="11"/>
                      <a:pt x="24" y="11"/>
                    </a:cubicBezTo>
                    <a:cubicBezTo>
                      <a:pt x="34" y="11"/>
                      <a:pt x="42" y="17"/>
                      <a:pt x="42" y="28"/>
                    </a:cubicBezTo>
                    <a:cubicBezTo>
                      <a:pt x="42" y="39"/>
                      <a:pt x="33" y="45"/>
                      <a:pt x="23" y="45"/>
                    </a:cubicBezTo>
                    <a:cubicBezTo>
                      <a:pt x="18" y="45"/>
                      <a:pt x="15" y="44"/>
                      <a:pt x="11" y="40"/>
                    </a:cubicBezTo>
                    <a:cubicBezTo>
                      <a:pt x="11" y="40"/>
                      <a:pt x="11" y="40"/>
                      <a:pt x="11" y="40"/>
                    </a:cubicBezTo>
                    <a:cubicBezTo>
                      <a:pt x="11" y="44"/>
                      <a:pt x="11" y="44"/>
                      <a:pt x="11" y="44"/>
                    </a:cubicBezTo>
                    <a:cubicBezTo>
                      <a:pt x="0" y="44"/>
                      <a:pt x="0" y="44"/>
                      <a:pt x="0" y="44"/>
                    </a:cubicBezTo>
                    <a:lnTo>
                      <a:pt x="0" y="0"/>
                    </a:lnTo>
                    <a:close/>
                    <a:moveTo>
                      <a:pt x="21" y="37"/>
                    </a:moveTo>
                    <a:cubicBezTo>
                      <a:pt x="26" y="37"/>
                      <a:pt x="31" y="34"/>
                      <a:pt x="31" y="28"/>
                    </a:cubicBezTo>
                    <a:cubicBezTo>
                      <a:pt x="31" y="22"/>
                      <a:pt x="26" y="18"/>
                      <a:pt x="21" y="18"/>
                    </a:cubicBezTo>
                    <a:cubicBezTo>
                      <a:pt x="15" y="18"/>
                      <a:pt x="11" y="22"/>
                      <a:pt x="11" y="28"/>
                    </a:cubicBezTo>
                    <a:cubicBezTo>
                      <a:pt x="11" y="34"/>
                      <a:pt x="15" y="37"/>
                      <a:pt x="21" y="37"/>
                    </a:cubicBezTo>
                    <a:close/>
                  </a:path>
                </a:pathLst>
              </a:custGeom>
              <a:solidFill>
                <a:schemeClr val="bg2"/>
              </a:solidFill>
              <a:ln>
                <a:noFill/>
              </a:ln>
            </p:spPr>
            <p:txBody>
              <a:bodyPr anchor="ctr"/>
              <a:lstStyle/>
              <a:p>
                <a:pPr algn="ctr"/>
              </a:p>
            </p:txBody>
          </p:sp>
          <p:sp>
            <p:nvSpPr>
              <p:cNvPr id="73" name="Freeform: Shape 135"/>
              <p:cNvSpPr/>
              <p:nvPr/>
            </p:nvSpPr>
            <p:spPr bwMode="auto">
              <a:xfrm>
                <a:off x="4469416" y="3076326"/>
                <a:ext cx="65306" cy="55880"/>
              </a:xfrm>
              <a:custGeom>
                <a:avLst/>
                <a:gdLst>
                  <a:gd name="T0" fmla="*/ 30 w 41"/>
                  <a:gd name="T1" fmla="*/ 13 h 35"/>
                  <a:gd name="T2" fmla="*/ 21 w 41"/>
                  <a:gd name="T3" fmla="*/ 8 h 35"/>
                  <a:gd name="T4" fmla="*/ 11 w 41"/>
                  <a:gd name="T5" fmla="*/ 17 h 35"/>
                  <a:gd name="T6" fmla="*/ 21 w 41"/>
                  <a:gd name="T7" fmla="*/ 27 h 35"/>
                  <a:gd name="T8" fmla="*/ 30 w 41"/>
                  <a:gd name="T9" fmla="*/ 21 h 35"/>
                  <a:gd name="T10" fmla="*/ 41 w 41"/>
                  <a:gd name="T11" fmla="*/ 21 h 35"/>
                  <a:gd name="T12" fmla="*/ 20 w 41"/>
                  <a:gd name="T13" fmla="*/ 35 h 35"/>
                  <a:gd name="T14" fmla="*/ 0 w 41"/>
                  <a:gd name="T15" fmla="*/ 17 h 35"/>
                  <a:gd name="T16" fmla="*/ 21 w 41"/>
                  <a:gd name="T17" fmla="*/ 0 h 35"/>
                  <a:gd name="T18" fmla="*/ 41 w 41"/>
                  <a:gd name="T19" fmla="*/ 13 h 35"/>
                  <a:gd name="T20" fmla="*/ 30 w 41"/>
                  <a:gd name="T21" fmla="*/ 13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 h="35">
                    <a:moveTo>
                      <a:pt x="30" y="13"/>
                    </a:moveTo>
                    <a:cubicBezTo>
                      <a:pt x="29" y="9"/>
                      <a:pt x="25" y="8"/>
                      <a:pt x="21" y="8"/>
                    </a:cubicBezTo>
                    <a:cubicBezTo>
                      <a:pt x="14" y="8"/>
                      <a:pt x="11" y="11"/>
                      <a:pt x="11" y="17"/>
                    </a:cubicBezTo>
                    <a:cubicBezTo>
                      <a:pt x="11" y="24"/>
                      <a:pt x="14" y="27"/>
                      <a:pt x="21" y="27"/>
                    </a:cubicBezTo>
                    <a:cubicBezTo>
                      <a:pt x="26" y="27"/>
                      <a:pt x="29" y="25"/>
                      <a:pt x="30" y="21"/>
                    </a:cubicBezTo>
                    <a:cubicBezTo>
                      <a:pt x="41" y="21"/>
                      <a:pt x="41" y="21"/>
                      <a:pt x="41" y="21"/>
                    </a:cubicBezTo>
                    <a:cubicBezTo>
                      <a:pt x="39" y="32"/>
                      <a:pt x="31" y="35"/>
                      <a:pt x="20" y="35"/>
                    </a:cubicBezTo>
                    <a:cubicBezTo>
                      <a:pt x="8" y="35"/>
                      <a:pt x="0" y="30"/>
                      <a:pt x="0" y="17"/>
                    </a:cubicBezTo>
                    <a:cubicBezTo>
                      <a:pt x="0" y="5"/>
                      <a:pt x="8" y="0"/>
                      <a:pt x="21" y="0"/>
                    </a:cubicBezTo>
                    <a:cubicBezTo>
                      <a:pt x="29" y="0"/>
                      <a:pt x="39" y="2"/>
                      <a:pt x="41" y="13"/>
                    </a:cubicBezTo>
                    <a:lnTo>
                      <a:pt x="30" y="13"/>
                    </a:lnTo>
                    <a:close/>
                  </a:path>
                </a:pathLst>
              </a:custGeom>
              <a:solidFill>
                <a:schemeClr val="bg2"/>
              </a:solidFill>
              <a:ln>
                <a:noFill/>
              </a:ln>
            </p:spPr>
            <p:txBody>
              <a:bodyPr anchor="ctr"/>
              <a:lstStyle/>
              <a:p>
                <a:pPr algn="ctr"/>
              </a:p>
            </p:txBody>
          </p:sp>
        </p:grpSp>
        <p:grpSp>
          <p:nvGrpSpPr>
            <p:cNvPr id="40" name="Group 136"/>
            <p:cNvGrpSpPr/>
            <p:nvPr/>
          </p:nvGrpSpPr>
          <p:grpSpPr>
            <a:xfrm>
              <a:off x="12774" y="3348"/>
              <a:ext cx="874" cy="1030"/>
              <a:chOff x="4536741" y="1960742"/>
              <a:chExt cx="739908" cy="871865"/>
            </a:xfrm>
          </p:grpSpPr>
          <p:sp>
            <p:nvSpPr>
              <p:cNvPr id="47" name="Freeform: Shape 137"/>
              <p:cNvSpPr/>
              <p:nvPr/>
            </p:nvSpPr>
            <p:spPr bwMode="auto">
              <a:xfrm>
                <a:off x="4562325" y="1998444"/>
                <a:ext cx="714324" cy="834163"/>
              </a:xfrm>
              <a:custGeom>
                <a:avLst/>
                <a:gdLst>
                  <a:gd name="T0" fmla="*/ 225 w 449"/>
                  <a:gd name="T1" fmla="*/ 0 h 524"/>
                  <a:gd name="T2" fmla="*/ 0 w 449"/>
                  <a:gd name="T3" fmla="*/ 224 h 524"/>
                  <a:gd name="T4" fmla="*/ 225 w 449"/>
                  <a:gd name="T5" fmla="*/ 448 h 524"/>
                  <a:gd name="T6" fmla="*/ 235 w 449"/>
                  <a:gd name="T7" fmla="*/ 448 h 524"/>
                  <a:gd name="T8" fmla="*/ 325 w 449"/>
                  <a:gd name="T9" fmla="*/ 524 h 524"/>
                  <a:gd name="T10" fmla="*/ 335 w 449"/>
                  <a:gd name="T11" fmla="*/ 419 h 524"/>
                  <a:gd name="T12" fmla="*/ 449 w 449"/>
                  <a:gd name="T13" fmla="*/ 224 h 524"/>
                  <a:gd name="T14" fmla="*/ 225 w 449"/>
                  <a:gd name="T15" fmla="*/ 0 h 5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9" h="524">
                    <a:moveTo>
                      <a:pt x="225" y="0"/>
                    </a:moveTo>
                    <a:cubicBezTo>
                      <a:pt x="101" y="0"/>
                      <a:pt x="0" y="100"/>
                      <a:pt x="0" y="224"/>
                    </a:cubicBezTo>
                    <a:cubicBezTo>
                      <a:pt x="0" y="348"/>
                      <a:pt x="101" y="448"/>
                      <a:pt x="225" y="448"/>
                    </a:cubicBezTo>
                    <a:cubicBezTo>
                      <a:pt x="228" y="448"/>
                      <a:pt x="231" y="448"/>
                      <a:pt x="235" y="448"/>
                    </a:cubicBezTo>
                    <a:cubicBezTo>
                      <a:pt x="325" y="524"/>
                      <a:pt x="325" y="524"/>
                      <a:pt x="325" y="524"/>
                    </a:cubicBezTo>
                    <a:cubicBezTo>
                      <a:pt x="335" y="419"/>
                      <a:pt x="335" y="419"/>
                      <a:pt x="335" y="419"/>
                    </a:cubicBezTo>
                    <a:cubicBezTo>
                      <a:pt x="403" y="380"/>
                      <a:pt x="449" y="307"/>
                      <a:pt x="449" y="224"/>
                    </a:cubicBezTo>
                    <a:cubicBezTo>
                      <a:pt x="449" y="100"/>
                      <a:pt x="348" y="0"/>
                      <a:pt x="225"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Freeform: Shape 138"/>
              <p:cNvSpPr/>
              <p:nvPr/>
            </p:nvSpPr>
            <p:spPr bwMode="auto">
              <a:xfrm>
                <a:off x="4536741" y="1960742"/>
                <a:ext cx="714324" cy="833490"/>
              </a:xfrm>
              <a:custGeom>
                <a:avLst/>
                <a:gdLst>
                  <a:gd name="T0" fmla="*/ 449 w 449"/>
                  <a:gd name="T1" fmla="*/ 224 h 524"/>
                  <a:gd name="T2" fmla="*/ 225 w 449"/>
                  <a:gd name="T3" fmla="*/ 0 h 524"/>
                  <a:gd name="T4" fmla="*/ 0 w 449"/>
                  <a:gd name="T5" fmla="*/ 224 h 524"/>
                  <a:gd name="T6" fmla="*/ 225 w 449"/>
                  <a:gd name="T7" fmla="*/ 448 h 524"/>
                  <a:gd name="T8" fmla="*/ 235 w 449"/>
                  <a:gd name="T9" fmla="*/ 448 h 524"/>
                  <a:gd name="T10" fmla="*/ 325 w 449"/>
                  <a:gd name="T11" fmla="*/ 524 h 524"/>
                  <a:gd name="T12" fmla="*/ 335 w 449"/>
                  <a:gd name="T13" fmla="*/ 419 h 524"/>
                  <a:gd name="T14" fmla="*/ 449 w 449"/>
                  <a:gd name="T15" fmla="*/ 224 h 5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9" h="524">
                    <a:moveTo>
                      <a:pt x="449" y="224"/>
                    </a:moveTo>
                    <a:cubicBezTo>
                      <a:pt x="449" y="100"/>
                      <a:pt x="348" y="0"/>
                      <a:pt x="225" y="0"/>
                    </a:cubicBezTo>
                    <a:cubicBezTo>
                      <a:pt x="101" y="0"/>
                      <a:pt x="0" y="100"/>
                      <a:pt x="0" y="224"/>
                    </a:cubicBezTo>
                    <a:cubicBezTo>
                      <a:pt x="0" y="348"/>
                      <a:pt x="101" y="448"/>
                      <a:pt x="225" y="448"/>
                    </a:cubicBezTo>
                    <a:cubicBezTo>
                      <a:pt x="228" y="448"/>
                      <a:pt x="231" y="448"/>
                      <a:pt x="235" y="448"/>
                    </a:cubicBezTo>
                    <a:cubicBezTo>
                      <a:pt x="325" y="524"/>
                      <a:pt x="325" y="524"/>
                      <a:pt x="325" y="524"/>
                    </a:cubicBezTo>
                    <a:cubicBezTo>
                      <a:pt x="335" y="419"/>
                      <a:pt x="335" y="419"/>
                      <a:pt x="335" y="419"/>
                    </a:cubicBezTo>
                    <a:cubicBezTo>
                      <a:pt x="403" y="380"/>
                      <a:pt x="449" y="307"/>
                      <a:pt x="449" y="224"/>
                    </a:cubicBezTo>
                    <a:close/>
                  </a:path>
                </a:pathLst>
              </a:custGeom>
              <a:solidFill>
                <a:schemeClr val="accent3"/>
              </a:solidFill>
              <a:ln>
                <a:noFill/>
              </a:ln>
            </p:spPr>
            <p:txBody>
              <a:bodyPr anchor="ctr"/>
              <a:lstStyle/>
              <a:p>
                <a:pPr algn="ctr"/>
              </a:p>
            </p:txBody>
          </p:sp>
          <p:sp>
            <p:nvSpPr>
              <p:cNvPr id="49" name="Freeform: Shape 139"/>
              <p:cNvSpPr/>
              <p:nvPr/>
            </p:nvSpPr>
            <p:spPr bwMode="auto">
              <a:xfrm>
                <a:off x="4649848" y="2145214"/>
                <a:ext cx="508981" cy="379043"/>
              </a:xfrm>
              <a:custGeom>
                <a:avLst/>
                <a:gdLst>
                  <a:gd name="T0" fmla="*/ 318 w 320"/>
                  <a:gd name="T1" fmla="*/ 85 h 238"/>
                  <a:gd name="T2" fmla="*/ 50 w 320"/>
                  <a:gd name="T3" fmla="*/ 237 h 238"/>
                  <a:gd name="T4" fmla="*/ 44 w 320"/>
                  <a:gd name="T5" fmla="*/ 235 h 238"/>
                  <a:gd name="T6" fmla="*/ 1 w 320"/>
                  <a:gd name="T7" fmla="*/ 158 h 238"/>
                  <a:gd name="T8" fmla="*/ 2 w 320"/>
                  <a:gd name="T9" fmla="*/ 153 h 238"/>
                  <a:gd name="T10" fmla="*/ 270 w 320"/>
                  <a:gd name="T11" fmla="*/ 1 h 238"/>
                  <a:gd name="T12" fmla="*/ 276 w 320"/>
                  <a:gd name="T13" fmla="*/ 3 h 238"/>
                  <a:gd name="T14" fmla="*/ 319 w 320"/>
                  <a:gd name="T15" fmla="*/ 80 h 238"/>
                  <a:gd name="T16" fmla="*/ 318 w 320"/>
                  <a:gd name="T17" fmla="*/ 85 h 238"/>
                  <a:gd name="T18" fmla="*/ 49 w 320"/>
                  <a:gd name="T19" fmla="*/ 228 h 238"/>
                  <a:gd name="T20" fmla="*/ 310 w 320"/>
                  <a:gd name="T21" fmla="*/ 80 h 238"/>
                  <a:gd name="T22" fmla="*/ 271 w 320"/>
                  <a:gd name="T23" fmla="*/ 10 h 238"/>
                  <a:gd name="T24" fmla="*/ 10 w 320"/>
                  <a:gd name="T25" fmla="*/ 158 h 238"/>
                  <a:gd name="T26" fmla="*/ 49 w 320"/>
                  <a:gd name="T27" fmla="*/ 22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0" h="238">
                    <a:moveTo>
                      <a:pt x="318" y="85"/>
                    </a:moveTo>
                    <a:cubicBezTo>
                      <a:pt x="50" y="237"/>
                      <a:pt x="50" y="237"/>
                      <a:pt x="50" y="237"/>
                    </a:cubicBezTo>
                    <a:cubicBezTo>
                      <a:pt x="48" y="238"/>
                      <a:pt x="45" y="237"/>
                      <a:pt x="44" y="235"/>
                    </a:cubicBezTo>
                    <a:cubicBezTo>
                      <a:pt x="1" y="158"/>
                      <a:pt x="1" y="158"/>
                      <a:pt x="1" y="158"/>
                    </a:cubicBezTo>
                    <a:cubicBezTo>
                      <a:pt x="0" y="157"/>
                      <a:pt x="0" y="154"/>
                      <a:pt x="2" y="153"/>
                    </a:cubicBezTo>
                    <a:cubicBezTo>
                      <a:pt x="270" y="1"/>
                      <a:pt x="270" y="1"/>
                      <a:pt x="270" y="1"/>
                    </a:cubicBezTo>
                    <a:cubicBezTo>
                      <a:pt x="272" y="0"/>
                      <a:pt x="275" y="1"/>
                      <a:pt x="276" y="3"/>
                    </a:cubicBezTo>
                    <a:cubicBezTo>
                      <a:pt x="319" y="80"/>
                      <a:pt x="319" y="80"/>
                      <a:pt x="319" y="80"/>
                    </a:cubicBezTo>
                    <a:cubicBezTo>
                      <a:pt x="320" y="81"/>
                      <a:pt x="320" y="84"/>
                      <a:pt x="318" y="85"/>
                    </a:cubicBezTo>
                    <a:close/>
                    <a:moveTo>
                      <a:pt x="49" y="228"/>
                    </a:moveTo>
                    <a:cubicBezTo>
                      <a:pt x="310" y="80"/>
                      <a:pt x="310" y="80"/>
                      <a:pt x="310" y="80"/>
                    </a:cubicBezTo>
                    <a:cubicBezTo>
                      <a:pt x="271" y="10"/>
                      <a:pt x="271" y="10"/>
                      <a:pt x="271" y="10"/>
                    </a:cubicBezTo>
                    <a:cubicBezTo>
                      <a:pt x="10" y="158"/>
                      <a:pt x="10" y="158"/>
                      <a:pt x="10" y="158"/>
                    </a:cubicBezTo>
                    <a:lnTo>
                      <a:pt x="49" y="228"/>
                    </a:lnTo>
                    <a:close/>
                  </a:path>
                </a:pathLst>
              </a:custGeom>
              <a:solidFill>
                <a:schemeClr val="bg2"/>
              </a:solidFill>
              <a:ln>
                <a:noFill/>
              </a:ln>
            </p:spPr>
            <p:txBody>
              <a:bodyPr anchor="ctr"/>
              <a:lstStyle/>
              <a:p>
                <a:pPr algn="ctr"/>
              </a:p>
            </p:txBody>
          </p:sp>
          <p:sp>
            <p:nvSpPr>
              <p:cNvPr id="50" name="Freeform: Shape 140"/>
              <p:cNvSpPr/>
              <p:nvPr/>
            </p:nvSpPr>
            <p:spPr bwMode="auto">
              <a:xfrm>
                <a:off x="4698996" y="2358636"/>
                <a:ext cx="45781" cy="70019"/>
              </a:xfrm>
              <a:custGeom>
                <a:avLst/>
                <a:gdLst>
                  <a:gd name="T0" fmla="*/ 26 w 29"/>
                  <a:gd name="T1" fmla="*/ 43 h 44"/>
                  <a:gd name="T2" fmla="*/ 21 w 29"/>
                  <a:gd name="T3" fmla="*/ 42 h 44"/>
                  <a:gd name="T4" fmla="*/ 1 w 29"/>
                  <a:gd name="T5" fmla="*/ 7 h 44"/>
                  <a:gd name="T6" fmla="*/ 3 w 29"/>
                  <a:gd name="T7" fmla="*/ 1 h 44"/>
                  <a:gd name="T8" fmla="*/ 8 w 29"/>
                  <a:gd name="T9" fmla="*/ 3 h 44"/>
                  <a:gd name="T10" fmla="*/ 28 w 29"/>
                  <a:gd name="T11" fmla="*/ 38 h 44"/>
                  <a:gd name="T12" fmla="*/ 26 w 29"/>
                  <a:gd name="T13" fmla="*/ 43 h 44"/>
                </a:gdLst>
                <a:ahLst/>
                <a:cxnLst>
                  <a:cxn ang="0">
                    <a:pos x="T0" y="T1"/>
                  </a:cxn>
                  <a:cxn ang="0">
                    <a:pos x="T2" y="T3"/>
                  </a:cxn>
                  <a:cxn ang="0">
                    <a:pos x="T4" y="T5"/>
                  </a:cxn>
                  <a:cxn ang="0">
                    <a:pos x="T6" y="T7"/>
                  </a:cxn>
                  <a:cxn ang="0">
                    <a:pos x="T8" y="T9"/>
                  </a:cxn>
                  <a:cxn ang="0">
                    <a:pos x="T10" y="T11"/>
                  </a:cxn>
                  <a:cxn ang="0">
                    <a:pos x="T12" y="T13"/>
                  </a:cxn>
                </a:cxnLst>
                <a:rect l="0" t="0" r="r" b="b"/>
                <a:pathLst>
                  <a:path w="29" h="44">
                    <a:moveTo>
                      <a:pt x="26" y="43"/>
                    </a:moveTo>
                    <a:cubicBezTo>
                      <a:pt x="24" y="44"/>
                      <a:pt x="22" y="43"/>
                      <a:pt x="21" y="42"/>
                    </a:cubicBezTo>
                    <a:cubicBezTo>
                      <a:pt x="1" y="7"/>
                      <a:pt x="1" y="7"/>
                      <a:pt x="1" y="7"/>
                    </a:cubicBezTo>
                    <a:cubicBezTo>
                      <a:pt x="0" y="5"/>
                      <a:pt x="1" y="2"/>
                      <a:pt x="3" y="1"/>
                    </a:cubicBezTo>
                    <a:cubicBezTo>
                      <a:pt x="5" y="0"/>
                      <a:pt x="7" y="1"/>
                      <a:pt x="8" y="3"/>
                    </a:cubicBezTo>
                    <a:cubicBezTo>
                      <a:pt x="28" y="38"/>
                      <a:pt x="28" y="38"/>
                      <a:pt x="28" y="38"/>
                    </a:cubicBezTo>
                    <a:cubicBezTo>
                      <a:pt x="29" y="40"/>
                      <a:pt x="28" y="42"/>
                      <a:pt x="26" y="43"/>
                    </a:cubicBezTo>
                    <a:close/>
                  </a:path>
                </a:pathLst>
              </a:custGeom>
              <a:solidFill>
                <a:schemeClr val="bg2"/>
              </a:solidFill>
              <a:ln>
                <a:noFill/>
              </a:ln>
            </p:spPr>
            <p:txBody>
              <a:bodyPr anchor="ctr"/>
              <a:lstStyle/>
              <a:p>
                <a:pPr algn="ctr"/>
              </a:p>
            </p:txBody>
          </p:sp>
          <p:sp>
            <p:nvSpPr>
              <p:cNvPr id="51" name="Freeform: Shape 141"/>
              <p:cNvSpPr/>
              <p:nvPr/>
            </p:nvSpPr>
            <p:spPr bwMode="auto">
              <a:xfrm>
                <a:off x="4765648" y="2321607"/>
                <a:ext cx="46455" cy="70019"/>
              </a:xfrm>
              <a:custGeom>
                <a:avLst/>
                <a:gdLst>
                  <a:gd name="T0" fmla="*/ 26 w 29"/>
                  <a:gd name="T1" fmla="*/ 42 h 44"/>
                  <a:gd name="T2" fmla="*/ 21 w 29"/>
                  <a:gd name="T3" fmla="*/ 41 h 44"/>
                  <a:gd name="T4" fmla="*/ 1 w 29"/>
                  <a:gd name="T5" fmla="*/ 6 h 44"/>
                  <a:gd name="T6" fmla="*/ 2 w 29"/>
                  <a:gd name="T7" fmla="*/ 1 h 44"/>
                  <a:gd name="T8" fmla="*/ 8 w 29"/>
                  <a:gd name="T9" fmla="*/ 2 h 44"/>
                  <a:gd name="T10" fmla="*/ 28 w 29"/>
                  <a:gd name="T11" fmla="*/ 37 h 44"/>
                  <a:gd name="T12" fmla="*/ 26 w 29"/>
                  <a:gd name="T13" fmla="*/ 42 h 44"/>
                </a:gdLst>
                <a:ahLst/>
                <a:cxnLst>
                  <a:cxn ang="0">
                    <a:pos x="T0" y="T1"/>
                  </a:cxn>
                  <a:cxn ang="0">
                    <a:pos x="T2" y="T3"/>
                  </a:cxn>
                  <a:cxn ang="0">
                    <a:pos x="T4" y="T5"/>
                  </a:cxn>
                  <a:cxn ang="0">
                    <a:pos x="T6" y="T7"/>
                  </a:cxn>
                  <a:cxn ang="0">
                    <a:pos x="T8" y="T9"/>
                  </a:cxn>
                  <a:cxn ang="0">
                    <a:pos x="T10" y="T11"/>
                  </a:cxn>
                  <a:cxn ang="0">
                    <a:pos x="T12" y="T13"/>
                  </a:cxn>
                </a:cxnLst>
                <a:rect l="0" t="0" r="r" b="b"/>
                <a:pathLst>
                  <a:path w="29" h="44">
                    <a:moveTo>
                      <a:pt x="26" y="42"/>
                    </a:moveTo>
                    <a:cubicBezTo>
                      <a:pt x="24" y="44"/>
                      <a:pt x="22" y="43"/>
                      <a:pt x="21" y="41"/>
                    </a:cubicBezTo>
                    <a:cubicBezTo>
                      <a:pt x="1" y="6"/>
                      <a:pt x="1" y="6"/>
                      <a:pt x="1" y="6"/>
                    </a:cubicBezTo>
                    <a:cubicBezTo>
                      <a:pt x="0" y="4"/>
                      <a:pt x="1" y="2"/>
                      <a:pt x="2" y="1"/>
                    </a:cubicBezTo>
                    <a:cubicBezTo>
                      <a:pt x="4" y="0"/>
                      <a:pt x="7" y="0"/>
                      <a:pt x="8" y="2"/>
                    </a:cubicBezTo>
                    <a:cubicBezTo>
                      <a:pt x="28" y="37"/>
                      <a:pt x="28" y="37"/>
                      <a:pt x="28" y="37"/>
                    </a:cubicBezTo>
                    <a:cubicBezTo>
                      <a:pt x="29" y="39"/>
                      <a:pt x="28" y="41"/>
                      <a:pt x="26" y="42"/>
                    </a:cubicBezTo>
                    <a:close/>
                  </a:path>
                </a:pathLst>
              </a:custGeom>
              <a:solidFill>
                <a:schemeClr val="bg2"/>
              </a:solidFill>
              <a:ln>
                <a:noFill/>
              </a:ln>
            </p:spPr>
            <p:txBody>
              <a:bodyPr anchor="ctr"/>
              <a:lstStyle/>
              <a:p>
                <a:pPr algn="ctr"/>
              </a:p>
            </p:txBody>
          </p:sp>
          <p:sp>
            <p:nvSpPr>
              <p:cNvPr id="41" name="Freeform: Shape 142"/>
              <p:cNvSpPr/>
              <p:nvPr/>
            </p:nvSpPr>
            <p:spPr bwMode="auto">
              <a:xfrm>
                <a:off x="4840379" y="2285251"/>
                <a:ext cx="46455" cy="70019"/>
              </a:xfrm>
              <a:custGeom>
                <a:avLst/>
                <a:gdLst>
                  <a:gd name="T0" fmla="*/ 26 w 29"/>
                  <a:gd name="T1" fmla="*/ 43 h 44"/>
                  <a:gd name="T2" fmla="*/ 21 w 29"/>
                  <a:gd name="T3" fmla="*/ 42 h 44"/>
                  <a:gd name="T4" fmla="*/ 1 w 29"/>
                  <a:gd name="T5" fmla="*/ 7 h 44"/>
                  <a:gd name="T6" fmla="*/ 3 w 29"/>
                  <a:gd name="T7" fmla="*/ 2 h 44"/>
                  <a:gd name="T8" fmla="*/ 8 w 29"/>
                  <a:gd name="T9" fmla="*/ 3 h 44"/>
                  <a:gd name="T10" fmla="*/ 28 w 29"/>
                  <a:gd name="T11" fmla="*/ 38 h 44"/>
                  <a:gd name="T12" fmla="*/ 26 w 29"/>
                  <a:gd name="T13" fmla="*/ 43 h 44"/>
                </a:gdLst>
                <a:ahLst/>
                <a:cxnLst>
                  <a:cxn ang="0">
                    <a:pos x="T0" y="T1"/>
                  </a:cxn>
                  <a:cxn ang="0">
                    <a:pos x="T2" y="T3"/>
                  </a:cxn>
                  <a:cxn ang="0">
                    <a:pos x="T4" y="T5"/>
                  </a:cxn>
                  <a:cxn ang="0">
                    <a:pos x="T6" y="T7"/>
                  </a:cxn>
                  <a:cxn ang="0">
                    <a:pos x="T8" y="T9"/>
                  </a:cxn>
                  <a:cxn ang="0">
                    <a:pos x="T10" y="T11"/>
                  </a:cxn>
                  <a:cxn ang="0">
                    <a:pos x="T12" y="T13"/>
                  </a:cxn>
                </a:cxnLst>
                <a:rect l="0" t="0" r="r" b="b"/>
                <a:pathLst>
                  <a:path w="29" h="44">
                    <a:moveTo>
                      <a:pt x="26" y="43"/>
                    </a:moveTo>
                    <a:cubicBezTo>
                      <a:pt x="24" y="44"/>
                      <a:pt x="22" y="44"/>
                      <a:pt x="21" y="42"/>
                    </a:cubicBezTo>
                    <a:cubicBezTo>
                      <a:pt x="1" y="7"/>
                      <a:pt x="1" y="7"/>
                      <a:pt x="1" y="7"/>
                    </a:cubicBezTo>
                    <a:cubicBezTo>
                      <a:pt x="0" y="5"/>
                      <a:pt x="1" y="3"/>
                      <a:pt x="3" y="2"/>
                    </a:cubicBezTo>
                    <a:cubicBezTo>
                      <a:pt x="5" y="0"/>
                      <a:pt x="7" y="1"/>
                      <a:pt x="8" y="3"/>
                    </a:cubicBezTo>
                    <a:cubicBezTo>
                      <a:pt x="28" y="38"/>
                      <a:pt x="28" y="38"/>
                      <a:pt x="28" y="38"/>
                    </a:cubicBezTo>
                    <a:cubicBezTo>
                      <a:pt x="29" y="40"/>
                      <a:pt x="28" y="42"/>
                      <a:pt x="26" y="43"/>
                    </a:cubicBezTo>
                    <a:close/>
                  </a:path>
                </a:pathLst>
              </a:custGeom>
              <a:solidFill>
                <a:schemeClr val="bg2"/>
              </a:solidFill>
              <a:ln>
                <a:noFill/>
              </a:ln>
            </p:spPr>
            <p:txBody>
              <a:bodyPr anchor="ctr"/>
              <a:lstStyle/>
              <a:p>
                <a:pPr algn="ctr"/>
              </a:p>
            </p:txBody>
          </p:sp>
          <p:sp>
            <p:nvSpPr>
              <p:cNvPr id="42" name="Freeform: Shape 143"/>
              <p:cNvSpPr/>
              <p:nvPr/>
            </p:nvSpPr>
            <p:spPr bwMode="auto">
              <a:xfrm>
                <a:off x="4732658" y="2339111"/>
                <a:ext cx="55207" cy="87523"/>
              </a:xfrm>
              <a:custGeom>
                <a:avLst/>
                <a:gdLst>
                  <a:gd name="T0" fmla="*/ 32 w 35"/>
                  <a:gd name="T1" fmla="*/ 54 h 55"/>
                  <a:gd name="T2" fmla="*/ 27 w 35"/>
                  <a:gd name="T3" fmla="*/ 52 h 55"/>
                  <a:gd name="T4" fmla="*/ 1 w 35"/>
                  <a:gd name="T5" fmla="*/ 7 h 55"/>
                  <a:gd name="T6" fmla="*/ 3 w 35"/>
                  <a:gd name="T7" fmla="*/ 1 h 55"/>
                  <a:gd name="T8" fmla="*/ 8 w 35"/>
                  <a:gd name="T9" fmla="*/ 3 h 55"/>
                  <a:gd name="T10" fmla="*/ 34 w 35"/>
                  <a:gd name="T11" fmla="*/ 48 h 55"/>
                  <a:gd name="T12" fmla="*/ 32 w 35"/>
                  <a:gd name="T13" fmla="*/ 54 h 55"/>
                </a:gdLst>
                <a:ahLst/>
                <a:cxnLst>
                  <a:cxn ang="0">
                    <a:pos x="T0" y="T1"/>
                  </a:cxn>
                  <a:cxn ang="0">
                    <a:pos x="T2" y="T3"/>
                  </a:cxn>
                  <a:cxn ang="0">
                    <a:pos x="T4" y="T5"/>
                  </a:cxn>
                  <a:cxn ang="0">
                    <a:pos x="T6" y="T7"/>
                  </a:cxn>
                  <a:cxn ang="0">
                    <a:pos x="T8" y="T9"/>
                  </a:cxn>
                  <a:cxn ang="0">
                    <a:pos x="T10" y="T11"/>
                  </a:cxn>
                  <a:cxn ang="0">
                    <a:pos x="T12" y="T13"/>
                  </a:cxn>
                </a:cxnLst>
                <a:rect l="0" t="0" r="r" b="b"/>
                <a:pathLst>
                  <a:path w="35" h="55">
                    <a:moveTo>
                      <a:pt x="32" y="54"/>
                    </a:moveTo>
                    <a:cubicBezTo>
                      <a:pt x="30" y="55"/>
                      <a:pt x="28" y="54"/>
                      <a:pt x="27" y="52"/>
                    </a:cubicBezTo>
                    <a:cubicBezTo>
                      <a:pt x="1" y="7"/>
                      <a:pt x="1" y="7"/>
                      <a:pt x="1" y="7"/>
                    </a:cubicBezTo>
                    <a:cubicBezTo>
                      <a:pt x="0" y="5"/>
                      <a:pt x="1" y="3"/>
                      <a:pt x="3" y="1"/>
                    </a:cubicBezTo>
                    <a:cubicBezTo>
                      <a:pt x="4" y="0"/>
                      <a:pt x="7" y="1"/>
                      <a:pt x="8" y="3"/>
                    </a:cubicBezTo>
                    <a:cubicBezTo>
                      <a:pt x="34" y="48"/>
                      <a:pt x="34" y="48"/>
                      <a:pt x="34" y="48"/>
                    </a:cubicBezTo>
                    <a:cubicBezTo>
                      <a:pt x="35" y="50"/>
                      <a:pt x="34" y="53"/>
                      <a:pt x="32" y="54"/>
                    </a:cubicBezTo>
                    <a:close/>
                  </a:path>
                </a:pathLst>
              </a:custGeom>
              <a:solidFill>
                <a:schemeClr val="bg2"/>
              </a:solidFill>
              <a:ln>
                <a:noFill/>
              </a:ln>
            </p:spPr>
            <p:txBody>
              <a:bodyPr anchor="ctr"/>
              <a:lstStyle/>
              <a:p>
                <a:pPr algn="ctr"/>
              </a:p>
            </p:txBody>
          </p:sp>
          <p:sp>
            <p:nvSpPr>
              <p:cNvPr id="43" name="Freeform: Shape 144"/>
              <p:cNvSpPr/>
              <p:nvPr/>
            </p:nvSpPr>
            <p:spPr bwMode="auto">
              <a:xfrm>
                <a:off x="4802677" y="2307468"/>
                <a:ext cx="53860" cy="87523"/>
              </a:xfrm>
              <a:custGeom>
                <a:avLst/>
                <a:gdLst>
                  <a:gd name="T0" fmla="*/ 32 w 34"/>
                  <a:gd name="T1" fmla="*/ 54 h 55"/>
                  <a:gd name="T2" fmla="*/ 26 w 34"/>
                  <a:gd name="T3" fmla="*/ 52 h 55"/>
                  <a:gd name="T4" fmla="*/ 1 w 34"/>
                  <a:gd name="T5" fmla="*/ 7 h 55"/>
                  <a:gd name="T6" fmla="*/ 2 w 34"/>
                  <a:gd name="T7" fmla="*/ 1 h 55"/>
                  <a:gd name="T8" fmla="*/ 8 w 34"/>
                  <a:gd name="T9" fmla="*/ 3 h 55"/>
                  <a:gd name="T10" fmla="*/ 33 w 34"/>
                  <a:gd name="T11" fmla="*/ 48 h 55"/>
                  <a:gd name="T12" fmla="*/ 32 w 34"/>
                  <a:gd name="T13" fmla="*/ 54 h 55"/>
                </a:gdLst>
                <a:ahLst/>
                <a:cxnLst>
                  <a:cxn ang="0">
                    <a:pos x="T0" y="T1"/>
                  </a:cxn>
                  <a:cxn ang="0">
                    <a:pos x="T2" y="T3"/>
                  </a:cxn>
                  <a:cxn ang="0">
                    <a:pos x="T4" y="T5"/>
                  </a:cxn>
                  <a:cxn ang="0">
                    <a:pos x="T6" y="T7"/>
                  </a:cxn>
                  <a:cxn ang="0">
                    <a:pos x="T8" y="T9"/>
                  </a:cxn>
                  <a:cxn ang="0">
                    <a:pos x="T10" y="T11"/>
                  </a:cxn>
                  <a:cxn ang="0">
                    <a:pos x="T12" y="T13"/>
                  </a:cxn>
                </a:cxnLst>
                <a:rect l="0" t="0" r="r" b="b"/>
                <a:pathLst>
                  <a:path w="34" h="55">
                    <a:moveTo>
                      <a:pt x="32" y="54"/>
                    </a:moveTo>
                    <a:cubicBezTo>
                      <a:pt x="30" y="55"/>
                      <a:pt x="27" y="54"/>
                      <a:pt x="26" y="52"/>
                    </a:cubicBezTo>
                    <a:cubicBezTo>
                      <a:pt x="1" y="7"/>
                      <a:pt x="1" y="7"/>
                      <a:pt x="1" y="7"/>
                    </a:cubicBezTo>
                    <a:cubicBezTo>
                      <a:pt x="0" y="5"/>
                      <a:pt x="0" y="2"/>
                      <a:pt x="2" y="1"/>
                    </a:cubicBezTo>
                    <a:cubicBezTo>
                      <a:pt x="4" y="0"/>
                      <a:pt x="7" y="1"/>
                      <a:pt x="8" y="3"/>
                    </a:cubicBezTo>
                    <a:cubicBezTo>
                      <a:pt x="33" y="48"/>
                      <a:pt x="33" y="48"/>
                      <a:pt x="33" y="48"/>
                    </a:cubicBezTo>
                    <a:cubicBezTo>
                      <a:pt x="34" y="50"/>
                      <a:pt x="34" y="52"/>
                      <a:pt x="32" y="54"/>
                    </a:cubicBezTo>
                    <a:close/>
                  </a:path>
                </a:pathLst>
              </a:custGeom>
              <a:solidFill>
                <a:schemeClr val="bg2"/>
              </a:solidFill>
              <a:ln>
                <a:noFill/>
              </a:ln>
            </p:spPr>
            <p:txBody>
              <a:bodyPr anchor="ctr"/>
              <a:lstStyle/>
              <a:p>
                <a:pPr algn="ctr"/>
              </a:p>
            </p:txBody>
          </p:sp>
          <p:sp>
            <p:nvSpPr>
              <p:cNvPr id="45" name="Freeform: Shape 145"/>
              <p:cNvSpPr/>
              <p:nvPr/>
            </p:nvSpPr>
            <p:spPr bwMode="auto">
              <a:xfrm>
                <a:off x="4918477" y="2242163"/>
                <a:ext cx="46455" cy="70019"/>
              </a:xfrm>
              <a:custGeom>
                <a:avLst/>
                <a:gdLst>
                  <a:gd name="T0" fmla="*/ 26 w 29"/>
                  <a:gd name="T1" fmla="*/ 43 h 44"/>
                  <a:gd name="T2" fmla="*/ 21 w 29"/>
                  <a:gd name="T3" fmla="*/ 41 h 44"/>
                  <a:gd name="T4" fmla="*/ 1 w 29"/>
                  <a:gd name="T5" fmla="*/ 6 h 44"/>
                  <a:gd name="T6" fmla="*/ 2 w 29"/>
                  <a:gd name="T7" fmla="*/ 1 h 44"/>
                  <a:gd name="T8" fmla="*/ 8 w 29"/>
                  <a:gd name="T9" fmla="*/ 3 h 44"/>
                  <a:gd name="T10" fmla="*/ 28 w 29"/>
                  <a:gd name="T11" fmla="*/ 37 h 44"/>
                  <a:gd name="T12" fmla="*/ 26 w 29"/>
                  <a:gd name="T13" fmla="*/ 43 h 44"/>
                </a:gdLst>
                <a:ahLst/>
                <a:cxnLst>
                  <a:cxn ang="0">
                    <a:pos x="T0" y="T1"/>
                  </a:cxn>
                  <a:cxn ang="0">
                    <a:pos x="T2" y="T3"/>
                  </a:cxn>
                  <a:cxn ang="0">
                    <a:pos x="T4" y="T5"/>
                  </a:cxn>
                  <a:cxn ang="0">
                    <a:pos x="T6" y="T7"/>
                  </a:cxn>
                  <a:cxn ang="0">
                    <a:pos x="T8" y="T9"/>
                  </a:cxn>
                  <a:cxn ang="0">
                    <a:pos x="T10" y="T11"/>
                  </a:cxn>
                  <a:cxn ang="0">
                    <a:pos x="T12" y="T13"/>
                  </a:cxn>
                </a:cxnLst>
                <a:rect l="0" t="0" r="r" b="b"/>
                <a:pathLst>
                  <a:path w="29" h="44">
                    <a:moveTo>
                      <a:pt x="26" y="43"/>
                    </a:moveTo>
                    <a:cubicBezTo>
                      <a:pt x="24" y="44"/>
                      <a:pt x="22" y="43"/>
                      <a:pt x="21" y="41"/>
                    </a:cubicBezTo>
                    <a:cubicBezTo>
                      <a:pt x="1" y="6"/>
                      <a:pt x="1" y="6"/>
                      <a:pt x="1" y="6"/>
                    </a:cubicBezTo>
                    <a:cubicBezTo>
                      <a:pt x="0" y="5"/>
                      <a:pt x="1" y="2"/>
                      <a:pt x="2" y="1"/>
                    </a:cubicBezTo>
                    <a:cubicBezTo>
                      <a:pt x="4" y="0"/>
                      <a:pt x="7" y="1"/>
                      <a:pt x="8" y="3"/>
                    </a:cubicBezTo>
                    <a:cubicBezTo>
                      <a:pt x="28" y="37"/>
                      <a:pt x="28" y="37"/>
                      <a:pt x="28" y="37"/>
                    </a:cubicBezTo>
                    <a:cubicBezTo>
                      <a:pt x="29" y="39"/>
                      <a:pt x="28" y="42"/>
                      <a:pt x="26" y="43"/>
                    </a:cubicBezTo>
                    <a:close/>
                  </a:path>
                </a:pathLst>
              </a:custGeom>
              <a:solidFill>
                <a:schemeClr val="bg2"/>
              </a:solidFill>
              <a:ln>
                <a:noFill/>
              </a:ln>
            </p:spPr>
            <p:txBody>
              <a:bodyPr anchor="ctr"/>
              <a:lstStyle/>
              <a:p>
                <a:pPr algn="ctr"/>
              </a:p>
            </p:txBody>
          </p:sp>
          <p:sp>
            <p:nvSpPr>
              <p:cNvPr id="46" name="Freeform: Shape 146"/>
              <p:cNvSpPr/>
              <p:nvPr/>
            </p:nvSpPr>
            <p:spPr bwMode="auto">
              <a:xfrm>
                <a:off x="4878755" y="2264380"/>
                <a:ext cx="55880" cy="86177"/>
              </a:xfrm>
              <a:custGeom>
                <a:avLst/>
                <a:gdLst>
                  <a:gd name="T0" fmla="*/ 33 w 35"/>
                  <a:gd name="T1" fmla="*/ 53 h 54"/>
                  <a:gd name="T2" fmla="*/ 27 w 35"/>
                  <a:gd name="T3" fmla="*/ 51 h 54"/>
                  <a:gd name="T4" fmla="*/ 2 w 35"/>
                  <a:gd name="T5" fmla="*/ 6 h 54"/>
                  <a:gd name="T6" fmla="*/ 3 w 35"/>
                  <a:gd name="T7" fmla="*/ 1 h 54"/>
                  <a:gd name="T8" fmla="*/ 9 w 35"/>
                  <a:gd name="T9" fmla="*/ 2 h 54"/>
                  <a:gd name="T10" fmla="*/ 34 w 35"/>
                  <a:gd name="T11" fmla="*/ 48 h 54"/>
                  <a:gd name="T12" fmla="*/ 33 w 35"/>
                  <a:gd name="T13" fmla="*/ 53 h 54"/>
                </a:gdLst>
                <a:ahLst/>
                <a:cxnLst>
                  <a:cxn ang="0">
                    <a:pos x="T0" y="T1"/>
                  </a:cxn>
                  <a:cxn ang="0">
                    <a:pos x="T2" y="T3"/>
                  </a:cxn>
                  <a:cxn ang="0">
                    <a:pos x="T4" y="T5"/>
                  </a:cxn>
                  <a:cxn ang="0">
                    <a:pos x="T6" y="T7"/>
                  </a:cxn>
                  <a:cxn ang="0">
                    <a:pos x="T8" y="T9"/>
                  </a:cxn>
                  <a:cxn ang="0">
                    <a:pos x="T10" y="T11"/>
                  </a:cxn>
                  <a:cxn ang="0">
                    <a:pos x="T12" y="T13"/>
                  </a:cxn>
                </a:cxnLst>
                <a:rect l="0" t="0" r="r" b="b"/>
                <a:pathLst>
                  <a:path w="35" h="54">
                    <a:moveTo>
                      <a:pt x="33" y="53"/>
                    </a:moveTo>
                    <a:cubicBezTo>
                      <a:pt x="31" y="54"/>
                      <a:pt x="28" y="53"/>
                      <a:pt x="27" y="51"/>
                    </a:cubicBezTo>
                    <a:cubicBezTo>
                      <a:pt x="2" y="6"/>
                      <a:pt x="2" y="6"/>
                      <a:pt x="2" y="6"/>
                    </a:cubicBezTo>
                    <a:cubicBezTo>
                      <a:pt x="0" y="4"/>
                      <a:pt x="1" y="2"/>
                      <a:pt x="3" y="1"/>
                    </a:cubicBezTo>
                    <a:cubicBezTo>
                      <a:pt x="5" y="0"/>
                      <a:pt x="7" y="0"/>
                      <a:pt x="9" y="2"/>
                    </a:cubicBezTo>
                    <a:cubicBezTo>
                      <a:pt x="34" y="48"/>
                      <a:pt x="34" y="48"/>
                      <a:pt x="34" y="48"/>
                    </a:cubicBezTo>
                    <a:cubicBezTo>
                      <a:pt x="35" y="49"/>
                      <a:pt x="35" y="52"/>
                      <a:pt x="33" y="53"/>
                    </a:cubicBezTo>
                    <a:close/>
                  </a:path>
                </a:pathLst>
              </a:custGeom>
              <a:solidFill>
                <a:schemeClr val="bg2"/>
              </a:solidFill>
              <a:ln>
                <a:noFill/>
              </a:ln>
            </p:spPr>
            <p:txBody>
              <a:bodyPr anchor="ctr"/>
              <a:lstStyle/>
              <a:p>
                <a:pPr algn="ctr"/>
              </a:p>
            </p:txBody>
          </p:sp>
          <p:sp>
            <p:nvSpPr>
              <p:cNvPr id="52" name="Freeform: Shape 147"/>
              <p:cNvSpPr/>
              <p:nvPr/>
            </p:nvSpPr>
            <p:spPr bwMode="auto">
              <a:xfrm>
                <a:off x="4996574" y="2197728"/>
                <a:ext cx="44435" cy="70019"/>
              </a:xfrm>
              <a:custGeom>
                <a:avLst/>
                <a:gdLst>
                  <a:gd name="T0" fmla="*/ 26 w 28"/>
                  <a:gd name="T1" fmla="*/ 43 h 44"/>
                  <a:gd name="T2" fmla="*/ 20 w 28"/>
                  <a:gd name="T3" fmla="*/ 42 h 44"/>
                  <a:gd name="T4" fmla="*/ 1 w 28"/>
                  <a:gd name="T5" fmla="*/ 7 h 44"/>
                  <a:gd name="T6" fmla="*/ 2 w 28"/>
                  <a:gd name="T7" fmla="*/ 1 h 44"/>
                  <a:gd name="T8" fmla="*/ 8 w 28"/>
                  <a:gd name="T9" fmla="*/ 3 h 44"/>
                  <a:gd name="T10" fmla="*/ 27 w 28"/>
                  <a:gd name="T11" fmla="*/ 38 h 44"/>
                  <a:gd name="T12" fmla="*/ 26 w 28"/>
                  <a:gd name="T13" fmla="*/ 43 h 44"/>
                </a:gdLst>
                <a:ahLst/>
                <a:cxnLst>
                  <a:cxn ang="0">
                    <a:pos x="T0" y="T1"/>
                  </a:cxn>
                  <a:cxn ang="0">
                    <a:pos x="T2" y="T3"/>
                  </a:cxn>
                  <a:cxn ang="0">
                    <a:pos x="T4" y="T5"/>
                  </a:cxn>
                  <a:cxn ang="0">
                    <a:pos x="T6" y="T7"/>
                  </a:cxn>
                  <a:cxn ang="0">
                    <a:pos x="T8" y="T9"/>
                  </a:cxn>
                  <a:cxn ang="0">
                    <a:pos x="T10" y="T11"/>
                  </a:cxn>
                  <a:cxn ang="0">
                    <a:pos x="T12" y="T13"/>
                  </a:cxn>
                </a:cxnLst>
                <a:rect l="0" t="0" r="r" b="b"/>
                <a:pathLst>
                  <a:path w="28" h="44">
                    <a:moveTo>
                      <a:pt x="26" y="43"/>
                    </a:moveTo>
                    <a:cubicBezTo>
                      <a:pt x="24" y="44"/>
                      <a:pt x="21" y="44"/>
                      <a:pt x="20" y="42"/>
                    </a:cubicBezTo>
                    <a:cubicBezTo>
                      <a:pt x="1" y="7"/>
                      <a:pt x="1" y="7"/>
                      <a:pt x="1" y="7"/>
                    </a:cubicBezTo>
                    <a:cubicBezTo>
                      <a:pt x="0" y="5"/>
                      <a:pt x="0" y="3"/>
                      <a:pt x="2" y="1"/>
                    </a:cubicBezTo>
                    <a:cubicBezTo>
                      <a:pt x="4" y="0"/>
                      <a:pt x="7" y="1"/>
                      <a:pt x="8" y="3"/>
                    </a:cubicBezTo>
                    <a:cubicBezTo>
                      <a:pt x="27" y="38"/>
                      <a:pt x="27" y="38"/>
                      <a:pt x="27" y="38"/>
                    </a:cubicBezTo>
                    <a:cubicBezTo>
                      <a:pt x="28" y="40"/>
                      <a:pt x="28" y="42"/>
                      <a:pt x="26" y="43"/>
                    </a:cubicBezTo>
                    <a:close/>
                  </a:path>
                </a:pathLst>
              </a:custGeom>
              <a:solidFill>
                <a:schemeClr val="bg2"/>
              </a:solidFill>
              <a:ln>
                <a:noFill/>
              </a:ln>
            </p:spPr>
            <p:txBody>
              <a:bodyPr anchor="ctr"/>
              <a:lstStyle/>
              <a:p>
                <a:pPr algn="ctr"/>
              </a:p>
            </p:txBody>
          </p:sp>
          <p:sp>
            <p:nvSpPr>
              <p:cNvPr id="165" name="Freeform: Shape 148"/>
              <p:cNvSpPr/>
              <p:nvPr/>
            </p:nvSpPr>
            <p:spPr bwMode="auto">
              <a:xfrm>
                <a:off x="4956852" y="2219945"/>
                <a:ext cx="55880" cy="87523"/>
              </a:xfrm>
              <a:custGeom>
                <a:avLst/>
                <a:gdLst>
                  <a:gd name="T0" fmla="*/ 32 w 35"/>
                  <a:gd name="T1" fmla="*/ 53 h 55"/>
                  <a:gd name="T2" fmla="*/ 27 w 35"/>
                  <a:gd name="T3" fmla="*/ 52 h 55"/>
                  <a:gd name="T4" fmla="*/ 1 w 35"/>
                  <a:gd name="T5" fmla="*/ 7 h 55"/>
                  <a:gd name="T6" fmla="*/ 3 w 35"/>
                  <a:gd name="T7" fmla="*/ 1 h 55"/>
                  <a:gd name="T8" fmla="*/ 8 w 35"/>
                  <a:gd name="T9" fmla="*/ 3 h 55"/>
                  <a:gd name="T10" fmla="*/ 34 w 35"/>
                  <a:gd name="T11" fmla="*/ 48 h 55"/>
                  <a:gd name="T12" fmla="*/ 32 w 35"/>
                  <a:gd name="T13" fmla="*/ 53 h 55"/>
                </a:gdLst>
                <a:ahLst/>
                <a:cxnLst>
                  <a:cxn ang="0">
                    <a:pos x="T0" y="T1"/>
                  </a:cxn>
                  <a:cxn ang="0">
                    <a:pos x="T2" y="T3"/>
                  </a:cxn>
                  <a:cxn ang="0">
                    <a:pos x="T4" y="T5"/>
                  </a:cxn>
                  <a:cxn ang="0">
                    <a:pos x="T6" y="T7"/>
                  </a:cxn>
                  <a:cxn ang="0">
                    <a:pos x="T8" y="T9"/>
                  </a:cxn>
                  <a:cxn ang="0">
                    <a:pos x="T10" y="T11"/>
                  </a:cxn>
                  <a:cxn ang="0">
                    <a:pos x="T12" y="T13"/>
                  </a:cxn>
                </a:cxnLst>
                <a:rect l="0" t="0" r="r" b="b"/>
                <a:pathLst>
                  <a:path w="35" h="55">
                    <a:moveTo>
                      <a:pt x="32" y="53"/>
                    </a:moveTo>
                    <a:cubicBezTo>
                      <a:pt x="30" y="55"/>
                      <a:pt x="28" y="54"/>
                      <a:pt x="27" y="52"/>
                    </a:cubicBezTo>
                    <a:cubicBezTo>
                      <a:pt x="1" y="7"/>
                      <a:pt x="1" y="7"/>
                      <a:pt x="1" y="7"/>
                    </a:cubicBezTo>
                    <a:cubicBezTo>
                      <a:pt x="0" y="5"/>
                      <a:pt x="1" y="2"/>
                      <a:pt x="3" y="1"/>
                    </a:cubicBezTo>
                    <a:cubicBezTo>
                      <a:pt x="5" y="0"/>
                      <a:pt x="7" y="1"/>
                      <a:pt x="8" y="3"/>
                    </a:cubicBezTo>
                    <a:cubicBezTo>
                      <a:pt x="34" y="48"/>
                      <a:pt x="34" y="48"/>
                      <a:pt x="34" y="48"/>
                    </a:cubicBezTo>
                    <a:cubicBezTo>
                      <a:pt x="35" y="50"/>
                      <a:pt x="34" y="52"/>
                      <a:pt x="32" y="53"/>
                    </a:cubicBezTo>
                    <a:close/>
                  </a:path>
                </a:pathLst>
              </a:custGeom>
              <a:solidFill>
                <a:schemeClr val="bg2"/>
              </a:solidFill>
              <a:ln>
                <a:noFill/>
              </a:ln>
            </p:spPr>
            <p:txBody>
              <a:bodyPr anchor="ctr"/>
              <a:lstStyle/>
              <a:p>
                <a:pPr algn="ctr"/>
              </a:p>
            </p:txBody>
          </p:sp>
          <p:sp>
            <p:nvSpPr>
              <p:cNvPr id="166" name="Freeform: Shape 149"/>
              <p:cNvSpPr/>
              <p:nvPr/>
            </p:nvSpPr>
            <p:spPr bwMode="auto">
              <a:xfrm>
                <a:off x="5034950" y="2176857"/>
                <a:ext cx="55880" cy="86177"/>
              </a:xfrm>
              <a:custGeom>
                <a:avLst/>
                <a:gdLst>
                  <a:gd name="T0" fmla="*/ 32 w 35"/>
                  <a:gd name="T1" fmla="*/ 53 h 54"/>
                  <a:gd name="T2" fmla="*/ 27 w 35"/>
                  <a:gd name="T3" fmla="*/ 51 h 54"/>
                  <a:gd name="T4" fmla="*/ 1 w 35"/>
                  <a:gd name="T5" fmla="*/ 6 h 54"/>
                  <a:gd name="T6" fmla="*/ 3 w 35"/>
                  <a:gd name="T7" fmla="*/ 1 h 54"/>
                  <a:gd name="T8" fmla="*/ 8 w 35"/>
                  <a:gd name="T9" fmla="*/ 2 h 54"/>
                  <a:gd name="T10" fmla="*/ 34 w 35"/>
                  <a:gd name="T11" fmla="*/ 47 h 54"/>
                  <a:gd name="T12" fmla="*/ 32 w 35"/>
                  <a:gd name="T13" fmla="*/ 53 h 54"/>
                </a:gdLst>
                <a:ahLst/>
                <a:cxnLst>
                  <a:cxn ang="0">
                    <a:pos x="T0" y="T1"/>
                  </a:cxn>
                  <a:cxn ang="0">
                    <a:pos x="T2" y="T3"/>
                  </a:cxn>
                  <a:cxn ang="0">
                    <a:pos x="T4" y="T5"/>
                  </a:cxn>
                  <a:cxn ang="0">
                    <a:pos x="T6" y="T7"/>
                  </a:cxn>
                  <a:cxn ang="0">
                    <a:pos x="T8" y="T9"/>
                  </a:cxn>
                  <a:cxn ang="0">
                    <a:pos x="T10" y="T11"/>
                  </a:cxn>
                  <a:cxn ang="0">
                    <a:pos x="T12" y="T13"/>
                  </a:cxn>
                </a:cxnLst>
                <a:rect l="0" t="0" r="r" b="b"/>
                <a:pathLst>
                  <a:path w="35" h="54">
                    <a:moveTo>
                      <a:pt x="32" y="53"/>
                    </a:moveTo>
                    <a:cubicBezTo>
                      <a:pt x="30" y="54"/>
                      <a:pt x="28" y="53"/>
                      <a:pt x="27" y="51"/>
                    </a:cubicBezTo>
                    <a:cubicBezTo>
                      <a:pt x="1" y="6"/>
                      <a:pt x="1" y="6"/>
                      <a:pt x="1" y="6"/>
                    </a:cubicBezTo>
                    <a:cubicBezTo>
                      <a:pt x="0" y="4"/>
                      <a:pt x="1" y="2"/>
                      <a:pt x="3" y="1"/>
                    </a:cubicBezTo>
                    <a:cubicBezTo>
                      <a:pt x="4" y="0"/>
                      <a:pt x="7" y="0"/>
                      <a:pt x="8" y="2"/>
                    </a:cubicBezTo>
                    <a:cubicBezTo>
                      <a:pt x="34" y="47"/>
                      <a:pt x="34" y="47"/>
                      <a:pt x="34" y="47"/>
                    </a:cubicBezTo>
                    <a:cubicBezTo>
                      <a:pt x="35" y="49"/>
                      <a:pt x="34" y="52"/>
                      <a:pt x="32" y="53"/>
                    </a:cubicBezTo>
                    <a:close/>
                  </a:path>
                </a:pathLst>
              </a:custGeom>
              <a:solidFill>
                <a:schemeClr val="bg2"/>
              </a:solidFill>
              <a:ln>
                <a:noFill/>
              </a:ln>
            </p:spPr>
            <p:txBody>
              <a:bodyPr anchor="ctr"/>
              <a:lstStyle/>
              <a:p>
                <a:pPr algn="ctr"/>
              </a:p>
            </p:txBody>
          </p:sp>
        </p:grpSp>
      </p:grpSp>
      <p:grpSp>
        <p:nvGrpSpPr>
          <p:cNvPr id="167" name="Group 12"/>
          <p:cNvGrpSpPr/>
          <p:nvPr/>
        </p:nvGrpSpPr>
        <p:grpSpPr>
          <a:xfrm>
            <a:off x="645160" y="5543550"/>
            <a:ext cx="6537325" cy="967740"/>
            <a:chOff x="2355850" y="1637680"/>
            <a:chExt cx="7418388" cy="1331913"/>
          </a:xfrm>
        </p:grpSpPr>
        <p:sp>
          <p:nvSpPr>
            <p:cNvPr id="168" name="Rectangle 2"/>
            <p:cNvSpPr/>
            <p:nvPr/>
          </p:nvSpPr>
          <p:spPr>
            <a:xfrm>
              <a:off x="2763838" y="2348880"/>
              <a:ext cx="1614487" cy="465138"/>
            </a:xfrm>
            <a:prstGeom prst="rect">
              <a:avLst/>
            </a:prstGeom>
            <a:pattFill prst="dkDnDiag">
              <a:fgClr>
                <a:schemeClr val="accent1">
                  <a:lumMod val="40000"/>
                  <a:lumOff val="60000"/>
                </a:schemeClr>
              </a:fgClr>
              <a:bgClr>
                <a:schemeClr val="bg1"/>
              </a:bgClr>
            </a:patt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p>
          </p:txBody>
        </p:sp>
        <p:sp>
          <p:nvSpPr>
            <p:cNvPr id="169" name="Rectangle 3"/>
            <p:cNvSpPr/>
            <p:nvPr/>
          </p:nvSpPr>
          <p:spPr>
            <a:xfrm>
              <a:off x="7732713" y="2348880"/>
              <a:ext cx="1614487" cy="465138"/>
            </a:xfrm>
            <a:prstGeom prst="rect">
              <a:avLst/>
            </a:prstGeom>
            <a:pattFill prst="dkDnDiag">
              <a:fgClr>
                <a:schemeClr val="accent1">
                  <a:lumMod val="40000"/>
                  <a:lumOff val="60000"/>
                </a:schemeClr>
              </a:fgClr>
              <a:bgClr>
                <a:schemeClr val="bg1"/>
              </a:bgClr>
            </a:patt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p>
          </p:txBody>
        </p:sp>
        <p:sp>
          <p:nvSpPr>
            <p:cNvPr id="170" name="Rectangle 4"/>
            <p:cNvSpPr/>
            <p:nvPr/>
          </p:nvSpPr>
          <p:spPr>
            <a:xfrm>
              <a:off x="6075363" y="2348880"/>
              <a:ext cx="1614487" cy="465138"/>
            </a:xfrm>
            <a:prstGeom prst="rect">
              <a:avLst/>
            </a:prstGeom>
            <a:pattFill prst="dkDnDiag">
              <a:fgClr>
                <a:schemeClr val="accent1">
                  <a:lumMod val="40000"/>
                  <a:lumOff val="60000"/>
                </a:schemeClr>
              </a:fgClr>
              <a:bgClr>
                <a:schemeClr val="bg1"/>
              </a:bgClr>
            </a:patt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p>
          </p:txBody>
        </p:sp>
        <p:sp>
          <p:nvSpPr>
            <p:cNvPr id="171" name="Rectangle 5"/>
            <p:cNvSpPr/>
            <p:nvPr/>
          </p:nvSpPr>
          <p:spPr>
            <a:xfrm>
              <a:off x="4419600" y="2348880"/>
              <a:ext cx="1614488" cy="465138"/>
            </a:xfrm>
            <a:prstGeom prst="rect">
              <a:avLst/>
            </a:prstGeom>
            <a:pattFill prst="dkDnDiag">
              <a:fgClr>
                <a:schemeClr val="accent1">
                  <a:lumMod val="40000"/>
                  <a:lumOff val="60000"/>
                </a:schemeClr>
              </a:fgClr>
              <a:bgClr>
                <a:schemeClr val="bg1"/>
              </a:bgClr>
            </a:patt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p>
          </p:txBody>
        </p:sp>
        <p:sp>
          <p:nvSpPr>
            <p:cNvPr id="172" name="Oval 7"/>
            <p:cNvSpPr/>
            <p:nvPr/>
          </p:nvSpPr>
          <p:spPr bwMode="auto">
            <a:xfrm>
              <a:off x="2355850" y="2158380"/>
              <a:ext cx="804863" cy="80486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173" name="Oval 10"/>
            <p:cNvSpPr/>
            <p:nvPr/>
          </p:nvSpPr>
          <p:spPr bwMode="auto">
            <a:xfrm>
              <a:off x="3956050" y="2158380"/>
              <a:ext cx="804863" cy="8048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174" name="Oval 13"/>
            <p:cNvSpPr/>
            <p:nvPr/>
          </p:nvSpPr>
          <p:spPr bwMode="auto">
            <a:xfrm>
              <a:off x="7323138" y="2158380"/>
              <a:ext cx="804862" cy="804863"/>
            </a:xfrm>
            <a:prstGeom prst="ellipse">
              <a:avLst/>
            </a:prstGeom>
            <a:solidFill>
              <a:schemeClr val="accent4"/>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a:p>
          </p:txBody>
        </p:sp>
        <p:sp>
          <p:nvSpPr>
            <p:cNvPr id="175" name="Oval 19"/>
            <p:cNvSpPr/>
            <p:nvPr/>
          </p:nvSpPr>
          <p:spPr bwMode="auto">
            <a:xfrm>
              <a:off x="5626100" y="2164730"/>
              <a:ext cx="804863" cy="804863"/>
            </a:xfrm>
            <a:prstGeom prst="ellipse">
              <a:avLst/>
            </a:prstGeom>
            <a:solidFill>
              <a:schemeClr val="accent3"/>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a:p>
          </p:txBody>
        </p:sp>
        <p:sp>
          <p:nvSpPr>
            <p:cNvPr id="176" name="Oval 24"/>
            <p:cNvSpPr/>
            <p:nvPr/>
          </p:nvSpPr>
          <p:spPr bwMode="auto">
            <a:xfrm>
              <a:off x="8969375" y="2164730"/>
              <a:ext cx="804863" cy="80486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177" name="TextBox 26"/>
            <p:cNvSpPr txBox="1"/>
            <p:nvPr/>
          </p:nvSpPr>
          <p:spPr bwMode="auto">
            <a:xfrm>
              <a:off x="2581804" y="1637680"/>
              <a:ext cx="351472" cy="334583"/>
            </a:xfrm>
            <a:prstGeom prst="rect">
              <a:avLst/>
            </a:prstGeom>
            <a:solidFill>
              <a:schemeClr val="bg1"/>
            </a:solidFill>
            <a:ln>
              <a:noFill/>
            </a:ln>
          </p:spPr>
          <p:txBody>
            <a:bodyPr wrap="none">
              <a:normAutofit fontScale="60000" lnSpcReduction="20000"/>
            </a:bodyPr>
            <a:lstStyle/>
            <a:p>
              <a:pPr algn="ctr" eaLnBrk="1" hangingPunct="1">
                <a:spcBef>
                  <a:spcPct val="0"/>
                </a:spcBef>
                <a:buFontTx/>
                <a:buNone/>
              </a:pPr>
              <a:r>
                <a:rPr lang="en-US" altLang="zh-CN" sz="2000">
                  <a:solidFill>
                    <a:schemeClr val="tx1">
                      <a:lumMod val="50000"/>
                      <a:lumOff val="50000"/>
                    </a:schemeClr>
                  </a:solidFill>
                  <a:latin typeface="Impact" panose="020B0806030902050204" pitchFamily="34" charset="0"/>
                </a:rPr>
                <a:t>01</a:t>
              </a:r>
              <a:endParaRPr lang="en-US" altLang="zh-CN" sz="2000">
                <a:solidFill>
                  <a:schemeClr val="tx1">
                    <a:lumMod val="50000"/>
                    <a:lumOff val="50000"/>
                  </a:schemeClr>
                </a:solidFill>
                <a:latin typeface="Impact" panose="020B0806030902050204" pitchFamily="34" charset="0"/>
              </a:endParaRPr>
            </a:p>
          </p:txBody>
        </p:sp>
        <p:sp>
          <p:nvSpPr>
            <p:cNvPr id="178" name="TextBox 27"/>
            <p:cNvSpPr txBox="1"/>
            <p:nvPr/>
          </p:nvSpPr>
          <p:spPr bwMode="auto">
            <a:xfrm>
              <a:off x="4185942" y="1637680"/>
              <a:ext cx="376940" cy="334583"/>
            </a:xfrm>
            <a:prstGeom prst="rect">
              <a:avLst/>
            </a:prstGeom>
            <a:solidFill>
              <a:schemeClr val="bg1"/>
            </a:solidFill>
            <a:ln>
              <a:noFill/>
            </a:ln>
          </p:spPr>
          <p:txBody>
            <a:bodyPr wrap="none">
              <a:normAutofit fontScale="60000" lnSpcReduction="20000"/>
            </a:bodyPr>
            <a:lstStyle/>
            <a:p>
              <a:pPr algn="ctr" eaLnBrk="1" hangingPunct="1">
                <a:spcBef>
                  <a:spcPct val="0"/>
                </a:spcBef>
                <a:buFontTx/>
                <a:buNone/>
              </a:pPr>
              <a:r>
                <a:rPr lang="en-US" altLang="zh-CN" sz="2000">
                  <a:solidFill>
                    <a:schemeClr val="tx1">
                      <a:lumMod val="50000"/>
                      <a:lumOff val="50000"/>
                    </a:schemeClr>
                  </a:solidFill>
                  <a:latin typeface="Impact" panose="020B0806030902050204" pitchFamily="34" charset="0"/>
                </a:rPr>
                <a:t>02</a:t>
              </a:r>
              <a:endParaRPr lang="en-US" altLang="zh-CN" sz="2000">
                <a:solidFill>
                  <a:schemeClr val="tx1">
                    <a:lumMod val="50000"/>
                    <a:lumOff val="50000"/>
                  </a:schemeClr>
                </a:solidFill>
                <a:latin typeface="Impact" panose="020B0806030902050204" pitchFamily="34" charset="0"/>
              </a:endParaRPr>
            </a:p>
          </p:txBody>
        </p:sp>
        <p:sp>
          <p:nvSpPr>
            <p:cNvPr id="179" name="TextBox 28"/>
            <p:cNvSpPr txBox="1"/>
            <p:nvPr/>
          </p:nvSpPr>
          <p:spPr bwMode="auto">
            <a:xfrm>
              <a:off x="5815547" y="1637680"/>
              <a:ext cx="383644" cy="334583"/>
            </a:xfrm>
            <a:prstGeom prst="rect">
              <a:avLst/>
            </a:prstGeom>
            <a:solidFill>
              <a:schemeClr val="bg1"/>
            </a:solidFill>
            <a:ln>
              <a:noFill/>
            </a:ln>
          </p:spPr>
          <p:txBody>
            <a:bodyPr wrap="none">
              <a:normAutofit fontScale="60000" lnSpcReduction="20000"/>
            </a:bodyPr>
            <a:lstStyle/>
            <a:p>
              <a:pPr algn="ctr" eaLnBrk="1" hangingPunct="1">
                <a:spcBef>
                  <a:spcPct val="0"/>
                </a:spcBef>
                <a:buFontTx/>
                <a:buNone/>
              </a:pPr>
              <a:r>
                <a:rPr lang="en-US" altLang="zh-CN" sz="2000">
                  <a:solidFill>
                    <a:schemeClr val="tx1">
                      <a:lumMod val="50000"/>
                      <a:lumOff val="50000"/>
                    </a:schemeClr>
                  </a:solidFill>
                  <a:latin typeface="Impact" panose="020B0806030902050204" pitchFamily="34" charset="0"/>
                </a:rPr>
                <a:t>03</a:t>
              </a:r>
              <a:endParaRPr lang="en-US" altLang="zh-CN" sz="2000">
                <a:solidFill>
                  <a:schemeClr val="tx1">
                    <a:lumMod val="50000"/>
                    <a:lumOff val="50000"/>
                  </a:schemeClr>
                </a:solidFill>
                <a:latin typeface="Impact" panose="020B0806030902050204" pitchFamily="34" charset="0"/>
              </a:endParaRPr>
            </a:p>
          </p:txBody>
        </p:sp>
        <p:sp>
          <p:nvSpPr>
            <p:cNvPr id="180" name="TextBox 29"/>
            <p:cNvSpPr txBox="1"/>
            <p:nvPr/>
          </p:nvSpPr>
          <p:spPr bwMode="auto">
            <a:xfrm>
              <a:off x="7451855" y="1637680"/>
              <a:ext cx="376940" cy="334583"/>
            </a:xfrm>
            <a:prstGeom prst="rect">
              <a:avLst/>
            </a:prstGeom>
            <a:solidFill>
              <a:schemeClr val="bg1"/>
            </a:solidFill>
            <a:ln>
              <a:noFill/>
            </a:ln>
          </p:spPr>
          <p:txBody>
            <a:bodyPr wrap="none">
              <a:normAutofit fontScale="60000" lnSpcReduction="20000"/>
            </a:bodyPr>
            <a:lstStyle/>
            <a:p>
              <a:pPr algn="ctr" eaLnBrk="1" hangingPunct="1">
                <a:spcBef>
                  <a:spcPct val="0"/>
                </a:spcBef>
                <a:buFontTx/>
                <a:buNone/>
              </a:pPr>
              <a:r>
                <a:rPr lang="en-US" altLang="zh-CN" sz="2000">
                  <a:solidFill>
                    <a:schemeClr val="tx1">
                      <a:lumMod val="50000"/>
                      <a:lumOff val="50000"/>
                    </a:schemeClr>
                  </a:solidFill>
                  <a:latin typeface="Impact" panose="020B0806030902050204" pitchFamily="34" charset="0"/>
                </a:rPr>
                <a:t>04</a:t>
              </a:r>
              <a:endParaRPr lang="en-US" altLang="zh-CN" sz="2000">
                <a:solidFill>
                  <a:schemeClr val="tx1">
                    <a:lumMod val="50000"/>
                    <a:lumOff val="50000"/>
                  </a:schemeClr>
                </a:solidFill>
                <a:latin typeface="Impact" panose="020B0806030902050204" pitchFamily="34" charset="0"/>
              </a:endParaRPr>
            </a:p>
          </p:txBody>
        </p:sp>
        <p:sp>
          <p:nvSpPr>
            <p:cNvPr id="181" name="TextBox 30"/>
            <p:cNvSpPr txBox="1"/>
            <p:nvPr/>
          </p:nvSpPr>
          <p:spPr bwMode="auto">
            <a:xfrm>
              <a:off x="9081459" y="1637680"/>
              <a:ext cx="580693" cy="334583"/>
            </a:xfrm>
            <a:prstGeom prst="rect">
              <a:avLst/>
            </a:prstGeom>
            <a:solidFill>
              <a:schemeClr val="bg1"/>
            </a:solidFill>
            <a:ln>
              <a:noFill/>
            </a:ln>
          </p:spPr>
          <p:txBody>
            <a:bodyPr wrap="none">
              <a:normAutofit fontScale="60000" lnSpcReduction="20000"/>
            </a:bodyPr>
            <a:lstStyle/>
            <a:p>
              <a:pPr algn="ctr" eaLnBrk="1" hangingPunct="1">
                <a:spcBef>
                  <a:spcPct val="0"/>
                </a:spcBef>
                <a:buFontTx/>
                <a:buNone/>
              </a:pPr>
              <a:r>
                <a:rPr lang="en-US" altLang="zh-CN" sz="2000">
                  <a:solidFill>
                    <a:schemeClr val="tx1">
                      <a:lumMod val="50000"/>
                      <a:lumOff val="50000"/>
                    </a:schemeClr>
                  </a:solidFill>
                  <a:latin typeface="Impact" panose="020B0806030902050204" pitchFamily="34" charset="0"/>
                </a:rPr>
                <a:t>GOAL</a:t>
              </a:r>
              <a:endParaRPr lang="en-US" altLang="zh-CN" sz="2000">
                <a:solidFill>
                  <a:schemeClr val="tx1">
                    <a:lumMod val="50000"/>
                    <a:lumOff val="50000"/>
                  </a:schemeClr>
                </a:solidFill>
                <a:latin typeface="Impact" panose="020B0806030902050204" pitchFamily="34" charset="0"/>
              </a:endParaRPr>
            </a:p>
          </p:txBody>
        </p:sp>
        <p:sp>
          <p:nvSpPr>
            <p:cNvPr id="182" name="Freeform: Shape 43"/>
            <p:cNvSpPr/>
            <p:nvPr/>
          </p:nvSpPr>
          <p:spPr bwMode="auto">
            <a:xfrm>
              <a:off x="7491413" y="2326832"/>
              <a:ext cx="485670" cy="485670"/>
            </a:xfrm>
            <a:custGeom>
              <a:avLst/>
              <a:gdLst>
                <a:gd name="T0" fmla="*/ 118 w 236"/>
                <a:gd name="T1" fmla="*/ 0 h 236"/>
                <a:gd name="T2" fmla="*/ 0 w 236"/>
                <a:gd name="T3" fmla="*/ 118 h 236"/>
                <a:gd name="T4" fmla="*/ 118 w 236"/>
                <a:gd name="T5" fmla="*/ 236 h 236"/>
                <a:gd name="T6" fmla="*/ 236 w 236"/>
                <a:gd name="T7" fmla="*/ 118 h 236"/>
                <a:gd name="T8" fmla="*/ 118 w 236"/>
                <a:gd name="T9" fmla="*/ 0 h 236"/>
                <a:gd name="T10" fmla="*/ 124 w 236"/>
                <a:gd name="T11" fmla="*/ 56 h 236"/>
                <a:gd name="T12" fmla="*/ 144 w 236"/>
                <a:gd name="T13" fmla="*/ 46 h 236"/>
                <a:gd name="T14" fmla="*/ 137 w 236"/>
                <a:gd name="T15" fmla="*/ 67 h 236"/>
                <a:gd name="T16" fmla="*/ 117 w 236"/>
                <a:gd name="T17" fmla="*/ 77 h 236"/>
                <a:gd name="T18" fmla="*/ 124 w 236"/>
                <a:gd name="T19" fmla="*/ 56 h 236"/>
                <a:gd name="T20" fmla="*/ 162 w 236"/>
                <a:gd name="T21" fmla="*/ 164 h 236"/>
                <a:gd name="T22" fmla="*/ 142 w 236"/>
                <a:gd name="T23" fmla="*/ 181 h 236"/>
                <a:gd name="T24" fmla="*/ 119 w 236"/>
                <a:gd name="T25" fmla="*/ 175 h 236"/>
                <a:gd name="T26" fmla="*/ 97 w 236"/>
                <a:gd name="T27" fmla="*/ 181 h 236"/>
                <a:gd name="T28" fmla="*/ 76 w 236"/>
                <a:gd name="T29" fmla="*/ 164 h 236"/>
                <a:gd name="T30" fmla="*/ 67 w 236"/>
                <a:gd name="T31" fmla="*/ 96 h 236"/>
                <a:gd name="T32" fmla="*/ 95 w 236"/>
                <a:gd name="T33" fmla="*/ 79 h 236"/>
                <a:gd name="T34" fmla="*/ 118 w 236"/>
                <a:gd name="T35" fmla="*/ 85 h 236"/>
                <a:gd name="T36" fmla="*/ 143 w 236"/>
                <a:gd name="T37" fmla="*/ 79 h 236"/>
                <a:gd name="T38" fmla="*/ 168 w 236"/>
                <a:gd name="T39" fmla="*/ 92 h 236"/>
                <a:gd name="T40" fmla="*/ 154 w 236"/>
                <a:gd name="T41" fmla="*/ 118 h 236"/>
                <a:gd name="T42" fmla="*/ 172 w 236"/>
                <a:gd name="T43" fmla="*/ 145 h 236"/>
                <a:gd name="T44" fmla="*/ 162 w 236"/>
                <a:gd name="T45" fmla="*/ 16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6" h="236">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24" y="56"/>
                  </a:moveTo>
                  <a:cubicBezTo>
                    <a:pt x="129" y="50"/>
                    <a:pt x="137" y="46"/>
                    <a:pt x="144" y="46"/>
                  </a:cubicBezTo>
                  <a:cubicBezTo>
                    <a:pt x="144" y="54"/>
                    <a:pt x="141" y="62"/>
                    <a:pt x="137" y="67"/>
                  </a:cubicBezTo>
                  <a:cubicBezTo>
                    <a:pt x="132" y="73"/>
                    <a:pt x="124" y="78"/>
                    <a:pt x="117" y="77"/>
                  </a:cubicBezTo>
                  <a:cubicBezTo>
                    <a:pt x="115" y="69"/>
                    <a:pt x="119" y="61"/>
                    <a:pt x="124" y="56"/>
                  </a:cubicBezTo>
                  <a:close/>
                  <a:moveTo>
                    <a:pt x="162" y="164"/>
                  </a:moveTo>
                  <a:cubicBezTo>
                    <a:pt x="157" y="172"/>
                    <a:pt x="151" y="180"/>
                    <a:pt x="142" y="181"/>
                  </a:cubicBezTo>
                  <a:cubicBezTo>
                    <a:pt x="133" y="181"/>
                    <a:pt x="130" y="175"/>
                    <a:pt x="119" y="175"/>
                  </a:cubicBezTo>
                  <a:cubicBezTo>
                    <a:pt x="109" y="175"/>
                    <a:pt x="106" y="180"/>
                    <a:pt x="97" y="181"/>
                  </a:cubicBezTo>
                  <a:cubicBezTo>
                    <a:pt x="88" y="181"/>
                    <a:pt x="82" y="172"/>
                    <a:pt x="76" y="164"/>
                  </a:cubicBezTo>
                  <a:cubicBezTo>
                    <a:pt x="64" y="147"/>
                    <a:pt x="55" y="116"/>
                    <a:pt x="67" y="96"/>
                  </a:cubicBezTo>
                  <a:cubicBezTo>
                    <a:pt x="73" y="85"/>
                    <a:pt x="84" y="79"/>
                    <a:pt x="95" y="79"/>
                  </a:cubicBezTo>
                  <a:cubicBezTo>
                    <a:pt x="104" y="79"/>
                    <a:pt x="112" y="85"/>
                    <a:pt x="118" y="85"/>
                  </a:cubicBezTo>
                  <a:cubicBezTo>
                    <a:pt x="123" y="85"/>
                    <a:pt x="133" y="77"/>
                    <a:pt x="143" y="79"/>
                  </a:cubicBezTo>
                  <a:cubicBezTo>
                    <a:pt x="148" y="79"/>
                    <a:pt x="160" y="80"/>
                    <a:pt x="168" y="92"/>
                  </a:cubicBezTo>
                  <a:cubicBezTo>
                    <a:pt x="167" y="92"/>
                    <a:pt x="153" y="100"/>
                    <a:pt x="154" y="118"/>
                  </a:cubicBezTo>
                  <a:cubicBezTo>
                    <a:pt x="154" y="138"/>
                    <a:pt x="171" y="145"/>
                    <a:pt x="172" y="145"/>
                  </a:cubicBezTo>
                  <a:cubicBezTo>
                    <a:pt x="171" y="145"/>
                    <a:pt x="169" y="155"/>
                    <a:pt x="162" y="164"/>
                  </a:cubicBezTo>
                  <a:close/>
                </a:path>
              </a:pathLst>
            </a:custGeom>
            <a:solidFill>
              <a:schemeClr val="bg1"/>
            </a:solidFill>
            <a:ln>
              <a:noFill/>
            </a:ln>
          </p:spPr>
          <p:txBody>
            <a:bodyPr anchor="ctr"/>
            <a:lstStyle/>
            <a:p>
              <a:pPr algn="ctr"/>
            </a:p>
          </p:txBody>
        </p:sp>
        <p:sp>
          <p:nvSpPr>
            <p:cNvPr id="183" name="Freeform: Shape 44"/>
            <p:cNvSpPr/>
            <p:nvPr/>
          </p:nvSpPr>
          <p:spPr bwMode="auto">
            <a:xfrm>
              <a:off x="5799190" y="2315701"/>
              <a:ext cx="485670" cy="485670"/>
            </a:xfrm>
            <a:custGeom>
              <a:avLst/>
              <a:gdLst>
                <a:gd name="T0" fmla="*/ 118 w 236"/>
                <a:gd name="T1" fmla="*/ 0 h 236"/>
                <a:gd name="T2" fmla="*/ 0 w 236"/>
                <a:gd name="T3" fmla="*/ 118 h 236"/>
                <a:gd name="T4" fmla="*/ 118 w 236"/>
                <a:gd name="T5" fmla="*/ 236 h 236"/>
                <a:gd name="T6" fmla="*/ 236 w 236"/>
                <a:gd name="T7" fmla="*/ 118 h 236"/>
                <a:gd name="T8" fmla="*/ 118 w 236"/>
                <a:gd name="T9" fmla="*/ 0 h 236"/>
                <a:gd name="T10" fmla="*/ 106 w 236"/>
                <a:gd name="T11" fmla="*/ 171 h 236"/>
                <a:gd name="T12" fmla="*/ 54 w 236"/>
                <a:gd name="T13" fmla="*/ 163 h 236"/>
                <a:gd name="T14" fmla="*/ 54 w 236"/>
                <a:gd name="T15" fmla="*/ 121 h 236"/>
                <a:gd name="T16" fmla="*/ 106 w 236"/>
                <a:gd name="T17" fmla="*/ 121 h 236"/>
                <a:gd name="T18" fmla="*/ 106 w 236"/>
                <a:gd name="T19" fmla="*/ 171 h 236"/>
                <a:gd name="T20" fmla="*/ 106 w 236"/>
                <a:gd name="T21" fmla="*/ 114 h 236"/>
                <a:gd name="T22" fmla="*/ 54 w 236"/>
                <a:gd name="T23" fmla="*/ 114 h 236"/>
                <a:gd name="T24" fmla="*/ 54 w 236"/>
                <a:gd name="T25" fmla="*/ 72 h 236"/>
                <a:gd name="T26" fmla="*/ 106 w 236"/>
                <a:gd name="T27" fmla="*/ 64 h 236"/>
                <a:gd name="T28" fmla="*/ 106 w 236"/>
                <a:gd name="T29" fmla="*/ 114 h 236"/>
                <a:gd name="T30" fmla="*/ 182 w 236"/>
                <a:gd name="T31" fmla="*/ 182 h 236"/>
                <a:gd name="T32" fmla="*/ 113 w 236"/>
                <a:gd name="T33" fmla="*/ 172 h 236"/>
                <a:gd name="T34" fmla="*/ 113 w 236"/>
                <a:gd name="T35" fmla="*/ 121 h 236"/>
                <a:gd name="T36" fmla="*/ 182 w 236"/>
                <a:gd name="T37" fmla="*/ 121 h 236"/>
                <a:gd name="T38" fmla="*/ 182 w 236"/>
                <a:gd name="T39" fmla="*/ 182 h 236"/>
                <a:gd name="T40" fmla="*/ 182 w 236"/>
                <a:gd name="T41" fmla="*/ 114 h 236"/>
                <a:gd name="T42" fmla="*/ 113 w 236"/>
                <a:gd name="T43" fmla="*/ 114 h 236"/>
                <a:gd name="T44" fmla="*/ 113 w 236"/>
                <a:gd name="T45" fmla="*/ 63 h 236"/>
                <a:gd name="T46" fmla="*/ 182 w 236"/>
                <a:gd name="T47" fmla="*/ 53 h 236"/>
                <a:gd name="T48" fmla="*/ 182 w 236"/>
                <a:gd name="T49" fmla="*/ 11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6" h="236">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06" y="171"/>
                  </a:moveTo>
                  <a:cubicBezTo>
                    <a:pt x="54" y="163"/>
                    <a:pt x="54" y="163"/>
                    <a:pt x="54" y="163"/>
                  </a:cubicBezTo>
                  <a:cubicBezTo>
                    <a:pt x="54" y="121"/>
                    <a:pt x="54" y="121"/>
                    <a:pt x="54" y="121"/>
                  </a:cubicBezTo>
                  <a:cubicBezTo>
                    <a:pt x="106" y="121"/>
                    <a:pt x="106" y="121"/>
                    <a:pt x="106" y="121"/>
                  </a:cubicBezTo>
                  <a:lnTo>
                    <a:pt x="106" y="171"/>
                  </a:lnTo>
                  <a:close/>
                  <a:moveTo>
                    <a:pt x="106" y="114"/>
                  </a:moveTo>
                  <a:cubicBezTo>
                    <a:pt x="54" y="114"/>
                    <a:pt x="54" y="114"/>
                    <a:pt x="54" y="114"/>
                  </a:cubicBezTo>
                  <a:cubicBezTo>
                    <a:pt x="54" y="72"/>
                    <a:pt x="54" y="72"/>
                    <a:pt x="54" y="72"/>
                  </a:cubicBezTo>
                  <a:cubicBezTo>
                    <a:pt x="106" y="64"/>
                    <a:pt x="106" y="64"/>
                    <a:pt x="106" y="64"/>
                  </a:cubicBezTo>
                  <a:lnTo>
                    <a:pt x="106" y="114"/>
                  </a:lnTo>
                  <a:close/>
                  <a:moveTo>
                    <a:pt x="182" y="182"/>
                  </a:moveTo>
                  <a:cubicBezTo>
                    <a:pt x="113" y="172"/>
                    <a:pt x="113" y="172"/>
                    <a:pt x="113" y="172"/>
                  </a:cubicBezTo>
                  <a:cubicBezTo>
                    <a:pt x="113" y="121"/>
                    <a:pt x="113" y="121"/>
                    <a:pt x="113" y="121"/>
                  </a:cubicBezTo>
                  <a:cubicBezTo>
                    <a:pt x="182" y="121"/>
                    <a:pt x="182" y="121"/>
                    <a:pt x="182" y="121"/>
                  </a:cubicBezTo>
                  <a:lnTo>
                    <a:pt x="182" y="182"/>
                  </a:lnTo>
                  <a:close/>
                  <a:moveTo>
                    <a:pt x="182" y="114"/>
                  </a:moveTo>
                  <a:cubicBezTo>
                    <a:pt x="113" y="114"/>
                    <a:pt x="113" y="114"/>
                    <a:pt x="113" y="114"/>
                  </a:cubicBezTo>
                  <a:cubicBezTo>
                    <a:pt x="113" y="63"/>
                    <a:pt x="113" y="63"/>
                    <a:pt x="113" y="63"/>
                  </a:cubicBezTo>
                  <a:cubicBezTo>
                    <a:pt x="182" y="53"/>
                    <a:pt x="182" y="53"/>
                    <a:pt x="182" y="53"/>
                  </a:cubicBezTo>
                  <a:lnTo>
                    <a:pt x="182" y="114"/>
                  </a:lnTo>
                  <a:close/>
                </a:path>
              </a:pathLst>
            </a:custGeom>
            <a:solidFill>
              <a:schemeClr val="bg1"/>
            </a:solidFill>
            <a:ln>
              <a:noFill/>
            </a:ln>
          </p:spPr>
          <p:txBody>
            <a:bodyPr anchor="ctr"/>
            <a:lstStyle/>
            <a:p>
              <a:pPr algn="ctr"/>
            </a:p>
          </p:txBody>
        </p:sp>
        <p:sp>
          <p:nvSpPr>
            <p:cNvPr id="184" name="Freeform: Shape 45"/>
            <p:cNvSpPr/>
            <p:nvPr/>
          </p:nvSpPr>
          <p:spPr bwMode="auto">
            <a:xfrm>
              <a:off x="2514705" y="2309351"/>
              <a:ext cx="485670" cy="485670"/>
            </a:xfrm>
            <a:custGeom>
              <a:avLst/>
              <a:gdLst>
                <a:gd name="T0" fmla="*/ 223 w 228"/>
                <a:gd name="T1" fmla="*/ 95 h 228"/>
                <a:gd name="T2" fmla="*/ 196 w 228"/>
                <a:gd name="T3" fmla="*/ 90 h 228"/>
                <a:gd name="T4" fmla="*/ 189 w 228"/>
                <a:gd name="T5" fmla="*/ 74 h 228"/>
                <a:gd name="T6" fmla="*/ 205 w 228"/>
                <a:gd name="T7" fmla="*/ 50 h 228"/>
                <a:gd name="T8" fmla="*/ 205 w 228"/>
                <a:gd name="T9" fmla="*/ 43 h 228"/>
                <a:gd name="T10" fmla="*/ 185 w 228"/>
                <a:gd name="T11" fmla="*/ 24 h 228"/>
                <a:gd name="T12" fmla="*/ 178 w 228"/>
                <a:gd name="T13" fmla="*/ 23 h 228"/>
                <a:gd name="T14" fmla="*/ 155 w 228"/>
                <a:gd name="T15" fmla="*/ 39 h 228"/>
                <a:gd name="T16" fmla="*/ 138 w 228"/>
                <a:gd name="T17" fmla="*/ 32 h 228"/>
                <a:gd name="T18" fmla="*/ 133 w 228"/>
                <a:gd name="T19" fmla="*/ 5 h 228"/>
                <a:gd name="T20" fmla="*/ 127 w 228"/>
                <a:gd name="T21" fmla="*/ 0 h 228"/>
                <a:gd name="T22" fmla="*/ 100 w 228"/>
                <a:gd name="T23" fmla="*/ 0 h 228"/>
                <a:gd name="T24" fmla="*/ 94 w 228"/>
                <a:gd name="T25" fmla="*/ 5 h 228"/>
                <a:gd name="T26" fmla="*/ 89 w 228"/>
                <a:gd name="T27" fmla="*/ 32 h 228"/>
                <a:gd name="T28" fmla="*/ 73 w 228"/>
                <a:gd name="T29" fmla="*/ 39 h 228"/>
                <a:gd name="T30" fmla="*/ 50 w 228"/>
                <a:gd name="T31" fmla="*/ 23 h 228"/>
                <a:gd name="T32" fmla="*/ 43 w 228"/>
                <a:gd name="T33" fmla="*/ 24 h 228"/>
                <a:gd name="T34" fmla="*/ 23 w 228"/>
                <a:gd name="T35" fmla="*/ 43 h 228"/>
                <a:gd name="T36" fmla="*/ 23 w 228"/>
                <a:gd name="T37" fmla="*/ 51 h 228"/>
                <a:gd name="T38" fmla="*/ 39 w 228"/>
                <a:gd name="T39" fmla="*/ 74 h 228"/>
                <a:gd name="T40" fmla="*/ 32 w 228"/>
                <a:gd name="T41" fmla="*/ 90 h 228"/>
                <a:gd name="T42" fmla="*/ 5 w 228"/>
                <a:gd name="T43" fmla="*/ 95 h 228"/>
                <a:gd name="T44" fmla="*/ 0 w 228"/>
                <a:gd name="T45" fmla="*/ 100 h 228"/>
                <a:gd name="T46" fmla="*/ 0 w 228"/>
                <a:gd name="T47" fmla="*/ 128 h 228"/>
                <a:gd name="T48" fmla="*/ 5 w 228"/>
                <a:gd name="T49" fmla="*/ 134 h 228"/>
                <a:gd name="T50" fmla="*/ 32 w 228"/>
                <a:gd name="T51" fmla="*/ 139 h 228"/>
                <a:gd name="T52" fmla="*/ 39 w 228"/>
                <a:gd name="T53" fmla="*/ 155 h 228"/>
                <a:gd name="T54" fmla="*/ 23 w 228"/>
                <a:gd name="T55" fmla="*/ 178 h 228"/>
                <a:gd name="T56" fmla="*/ 24 w 228"/>
                <a:gd name="T57" fmla="*/ 185 h 228"/>
                <a:gd name="T58" fmla="*/ 43 w 228"/>
                <a:gd name="T59" fmla="*/ 204 h 228"/>
                <a:gd name="T60" fmla="*/ 51 w 228"/>
                <a:gd name="T61" fmla="*/ 205 h 228"/>
                <a:gd name="T62" fmla="*/ 73 w 228"/>
                <a:gd name="T63" fmla="*/ 189 h 228"/>
                <a:gd name="T64" fmla="*/ 89 w 228"/>
                <a:gd name="T65" fmla="*/ 196 h 228"/>
                <a:gd name="T66" fmla="*/ 94 w 228"/>
                <a:gd name="T67" fmla="*/ 223 h 228"/>
                <a:gd name="T68" fmla="*/ 100 w 228"/>
                <a:gd name="T69" fmla="*/ 228 h 228"/>
                <a:gd name="T70" fmla="*/ 127 w 228"/>
                <a:gd name="T71" fmla="*/ 228 h 228"/>
                <a:gd name="T72" fmla="*/ 133 w 228"/>
                <a:gd name="T73" fmla="*/ 223 h 228"/>
                <a:gd name="T74" fmla="*/ 138 w 228"/>
                <a:gd name="T75" fmla="*/ 196 h 228"/>
                <a:gd name="T76" fmla="*/ 154 w 228"/>
                <a:gd name="T77" fmla="*/ 190 h 228"/>
                <a:gd name="T78" fmla="*/ 177 w 228"/>
                <a:gd name="T79" fmla="*/ 205 h 228"/>
                <a:gd name="T80" fmla="*/ 185 w 228"/>
                <a:gd name="T81" fmla="*/ 205 h 228"/>
                <a:gd name="T82" fmla="*/ 204 w 228"/>
                <a:gd name="T83" fmla="*/ 185 h 228"/>
                <a:gd name="T84" fmla="*/ 205 w 228"/>
                <a:gd name="T85" fmla="*/ 178 h 228"/>
                <a:gd name="T86" fmla="*/ 189 w 228"/>
                <a:gd name="T87" fmla="*/ 155 h 228"/>
                <a:gd name="T88" fmla="*/ 196 w 228"/>
                <a:gd name="T89" fmla="*/ 139 h 228"/>
                <a:gd name="T90" fmla="*/ 223 w 228"/>
                <a:gd name="T91" fmla="*/ 134 h 228"/>
                <a:gd name="T92" fmla="*/ 228 w 228"/>
                <a:gd name="T93" fmla="*/ 128 h 228"/>
                <a:gd name="T94" fmla="*/ 228 w 228"/>
                <a:gd name="T95" fmla="*/ 100 h 228"/>
                <a:gd name="T96" fmla="*/ 223 w 228"/>
                <a:gd name="T97" fmla="*/ 95 h 228"/>
                <a:gd name="T98" fmla="*/ 114 w 228"/>
                <a:gd name="T99" fmla="*/ 149 h 228"/>
                <a:gd name="T100" fmla="*/ 79 w 228"/>
                <a:gd name="T101" fmla="*/ 114 h 228"/>
                <a:gd name="T102" fmla="*/ 114 w 228"/>
                <a:gd name="T103" fmla="*/ 79 h 228"/>
                <a:gd name="T104" fmla="*/ 149 w 228"/>
                <a:gd name="T105" fmla="*/ 114 h 228"/>
                <a:gd name="T106" fmla="*/ 114 w 228"/>
                <a:gd name="T107" fmla="*/ 149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8" h="228">
                  <a:moveTo>
                    <a:pt x="223" y="95"/>
                  </a:moveTo>
                  <a:cubicBezTo>
                    <a:pt x="196" y="90"/>
                    <a:pt x="196" y="90"/>
                    <a:pt x="196" y="90"/>
                  </a:cubicBezTo>
                  <a:cubicBezTo>
                    <a:pt x="194" y="84"/>
                    <a:pt x="192" y="79"/>
                    <a:pt x="189" y="74"/>
                  </a:cubicBezTo>
                  <a:cubicBezTo>
                    <a:pt x="205" y="50"/>
                    <a:pt x="205" y="50"/>
                    <a:pt x="205" y="50"/>
                  </a:cubicBezTo>
                  <a:cubicBezTo>
                    <a:pt x="207" y="48"/>
                    <a:pt x="206" y="45"/>
                    <a:pt x="205" y="43"/>
                  </a:cubicBezTo>
                  <a:cubicBezTo>
                    <a:pt x="185" y="24"/>
                    <a:pt x="185" y="24"/>
                    <a:pt x="185" y="24"/>
                  </a:cubicBezTo>
                  <a:cubicBezTo>
                    <a:pt x="183" y="22"/>
                    <a:pt x="180" y="21"/>
                    <a:pt x="178" y="23"/>
                  </a:cubicBezTo>
                  <a:cubicBezTo>
                    <a:pt x="155" y="39"/>
                    <a:pt x="155" y="39"/>
                    <a:pt x="155" y="39"/>
                  </a:cubicBezTo>
                  <a:cubicBezTo>
                    <a:pt x="149" y="36"/>
                    <a:pt x="144" y="34"/>
                    <a:pt x="138" y="32"/>
                  </a:cubicBezTo>
                  <a:cubicBezTo>
                    <a:pt x="133" y="5"/>
                    <a:pt x="133" y="5"/>
                    <a:pt x="133" y="5"/>
                  </a:cubicBezTo>
                  <a:cubicBezTo>
                    <a:pt x="133" y="2"/>
                    <a:pt x="130" y="0"/>
                    <a:pt x="127" y="0"/>
                  </a:cubicBezTo>
                  <a:cubicBezTo>
                    <a:pt x="100" y="0"/>
                    <a:pt x="100" y="0"/>
                    <a:pt x="100" y="0"/>
                  </a:cubicBezTo>
                  <a:cubicBezTo>
                    <a:pt x="97" y="0"/>
                    <a:pt x="95" y="2"/>
                    <a:pt x="94" y="5"/>
                  </a:cubicBezTo>
                  <a:cubicBezTo>
                    <a:pt x="89" y="32"/>
                    <a:pt x="89" y="32"/>
                    <a:pt x="89" y="32"/>
                  </a:cubicBezTo>
                  <a:cubicBezTo>
                    <a:pt x="83" y="34"/>
                    <a:pt x="78" y="36"/>
                    <a:pt x="73" y="39"/>
                  </a:cubicBezTo>
                  <a:cubicBezTo>
                    <a:pt x="50" y="23"/>
                    <a:pt x="50" y="23"/>
                    <a:pt x="50" y="23"/>
                  </a:cubicBezTo>
                  <a:cubicBezTo>
                    <a:pt x="48" y="22"/>
                    <a:pt x="45" y="22"/>
                    <a:pt x="43" y="24"/>
                  </a:cubicBezTo>
                  <a:cubicBezTo>
                    <a:pt x="23" y="43"/>
                    <a:pt x="23" y="43"/>
                    <a:pt x="23" y="43"/>
                  </a:cubicBezTo>
                  <a:cubicBezTo>
                    <a:pt x="22" y="45"/>
                    <a:pt x="21" y="49"/>
                    <a:pt x="23" y="51"/>
                  </a:cubicBezTo>
                  <a:cubicBezTo>
                    <a:pt x="39" y="74"/>
                    <a:pt x="39" y="74"/>
                    <a:pt x="39" y="74"/>
                  </a:cubicBezTo>
                  <a:cubicBezTo>
                    <a:pt x="36" y="79"/>
                    <a:pt x="34" y="84"/>
                    <a:pt x="32" y="90"/>
                  </a:cubicBezTo>
                  <a:cubicBezTo>
                    <a:pt x="5" y="95"/>
                    <a:pt x="5" y="95"/>
                    <a:pt x="5" y="95"/>
                  </a:cubicBezTo>
                  <a:cubicBezTo>
                    <a:pt x="2" y="95"/>
                    <a:pt x="0" y="98"/>
                    <a:pt x="0" y="100"/>
                  </a:cubicBezTo>
                  <a:cubicBezTo>
                    <a:pt x="0" y="128"/>
                    <a:pt x="0" y="128"/>
                    <a:pt x="0" y="128"/>
                  </a:cubicBezTo>
                  <a:cubicBezTo>
                    <a:pt x="0" y="131"/>
                    <a:pt x="2" y="133"/>
                    <a:pt x="5" y="134"/>
                  </a:cubicBezTo>
                  <a:cubicBezTo>
                    <a:pt x="32" y="139"/>
                    <a:pt x="32" y="139"/>
                    <a:pt x="32" y="139"/>
                  </a:cubicBezTo>
                  <a:cubicBezTo>
                    <a:pt x="34" y="144"/>
                    <a:pt x="36" y="150"/>
                    <a:pt x="39" y="155"/>
                  </a:cubicBezTo>
                  <a:cubicBezTo>
                    <a:pt x="23" y="178"/>
                    <a:pt x="23" y="178"/>
                    <a:pt x="23" y="178"/>
                  </a:cubicBezTo>
                  <a:cubicBezTo>
                    <a:pt x="22" y="180"/>
                    <a:pt x="22" y="183"/>
                    <a:pt x="24" y="185"/>
                  </a:cubicBezTo>
                  <a:cubicBezTo>
                    <a:pt x="43" y="204"/>
                    <a:pt x="43" y="204"/>
                    <a:pt x="43" y="204"/>
                  </a:cubicBezTo>
                  <a:cubicBezTo>
                    <a:pt x="45" y="206"/>
                    <a:pt x="48" y="207"/>
                    <a:pt x="51" y="205"/>
                  </a:cubicBezTo>
                  <a:cubicBezTo>
                    <a:pt x="73" y="189"/>
                    <a:pt x="73" y="189"/>
                    <a:pt x="73" y="189"/>
                  </a:cubicBezTo>
                  <a:cubicBezTo>
                    <a:pt x="78" y="192"/>
                    <a:pt x="84" y="194"/>
                    <a:pt x="89" y="196"/>
                  </a:cubicBezTo>
                  <a:cubicBezTo>
                    <a:pt x="94" y="223"/>
                    <a:pt x="94" y="223"/>
                    <a:pt x="94" y="223"/>
                  </a:cubicBezTo>
                  <a:cubicBezTo>
                    <a:pt x="95" y="226"/>
                    <a:pt x="97" y="228"/>
                    <a:pt x="100" y="228"/>
                  </a:cubicBezTo>
                  <a:cubicBezTo>
                    <a:pt x="127" y="228"/>
                    <a:pt x="127" y="228"/>
                    <a:pt x="127" y="228"/>
                  </a:cubicBezTo>
                  <a:cubicBezTo>
                    <a:pt x="130" y="228"/>
                    <a:pt x="133" y="226"/>
                    <a:pt x="133" y="223"/>
                  </a:cubicBezTo>
                  <a:cubicBezTo>
                    <a:pt x="138" y="196"/>
                    <a:pt x="138" y="196"/>
                    <a:pt x="138" y="196"/>
                  </a:cubicBezTo>
                  <a:cubicBezTo>
                    <a:pt x="144" y="194"/>
                    <a:pt x="149" y="192"/>
                    <a:pt x="154" y="190"/>
                  </a:cubicBezTo>
                  <a:cubicBezTo>
                    <a:pt x="177" y="205"/>
                    <a:pt x="177" y="205"/>
                    <a:pt x="177" y="205"/>
                  </a:cubicBezTo>
                  <a:cubicBezTo>
                    <a:pt x="180" y="207"/>
                    <a:pt x="183" y="207"/>
                    <a:pt x="185" y="205"/>
                  </a:cubicBezTo>
                  <a:cubicBezTo>
                    <a:pt x="204" y="185"/>
                    <a:pt x="204" y="185"/>
                    <a:pt x="204" y="185"/>
                  </a:cubicBezTo>
                  <a:cubicBezTo>
                    <a:pt x="206" y="183"/>
                    <a:pt x="206" y="180"/>
                    <a:pt x="205" y="178"/>
                  </a:cubicBezTo>
                  <a:cubicBezTo>
                    <a:pt x="189" y="155"/>
                    <a:pt x="189" y="155"/>
                    <a:pt x="189" y="155"/>
                  </a:cubicBezTo>
                  <a:cubicBezTo>
                    <a:pt x="192" y="150"/>
                    <a:pt x="194" y="144"/>
                    <a:pt x="196" y="139"/>
                  </a:cubicBezTo>
                  <a:cubicBezTo>
                    <a:pt x="223" y="134"/>
                    <a:pt x="223" y="134"/>
                    <a:pt x="223" y="134"/>
                  </a:cubicBezTo>
                  <a:cubicBezTo>
                    <a:pt x="226" y="133"/>
                    <a:pt x="228" y="131"/>
                    <a:pt x="228" y="128"/>
                  </a:cubicBezTo>
                  <a:cubicBezTo>
                    <a:pt x="228" y="100"/>
                    <a:pt x="228" y="100"/>
                    <a:pt x="228" y="100"/>
                  </a:cubicBezTo>
                  <a:cubicBezTo>
                    <a:pt x="228" y="98"/>
                    <a:pt x="226" y="95"/>
                    <a:pt x="223" y="95"/>
                  </a:cubicBezTo>
                  <a:close/>
                  <a:moveTo>
                    <a:pt x="114" y="149"/>
                  </a:moveTo>
                  <a:cubicBezTo>
                    <a:pt x="95" y="149"/>
                    <a:pt x="79" y="133"/>
                    <a:pt x="79" y="114"/>
                  </a:cubicBezTo>
                  <a:cubicBezTo>
                    <a:pt x="79" y="95"/>
                    <a:pt x="95" y="79"/>
                    <a:pt x="114" y="79"/>
                  </a:cubicBezTo>
                  <a:cubicBezTo>
                    <a:pt x="133" y="79"/>
                    <a:pt x="149" y="95"/>
                    <a:pt x="149" y="114"/>
                  </a:cubicBezTo>
                  <a:cubicBezTo>
                    <a:pt x="149" y="133"/>
                    <a:pt x="133" y="149"/>
                    <a:pt x="114" y="149"/>
                  </a:cubicBezTo>
                  <a:close/>
                </a:path>
              </a:pathLst>
            </a:custGeom>
            <a:solidFill>
              <a:schemeClr val="bg1"/>
            </a:solidFill>
            <a:ln>
              <a:noFill/>
            </a:ln>
          </p:spPr>
          <p:txBody>
            <a:bodyPr anchor="ctr"/>
            <a:lstStyle/>
            <a:p>
              <a:pPr algn="ctr"/>
            </a:p>
          </p:txBody>
        </p:sp>
        <p:sp>
          <p:nvSpPr>
            <p:cNvPr id="185" name="Freeform: Shape 46"/>
            <p:cNvSpPr/>
            <p:nvPr/>
          </p:nvSpPr>
          <p:spPr bwMode="auto">
            <a:xfrm>
              <a:off x="4106174" y="2324326"/>
              <a:ext cx="485670" cy="485670"/>
            </a:xfrm>
            <a:custGeom>
              <a:avLst/>
              <a:gdLst>
                <a:gd name="T0" fmla="*/ 130 w 236"/>
                <a:gd name="T1" fmla="*/ 1 h 236"/>
                <a:gd name="T2" fmla="*/ 118 w 236"/>
                <a:gd name="T3" fmla="*/ 0 h 236"/>
                <a:gd name="T4" fmla="*/ 30 w 236"/>
                <a:gd name="T5" fmla="*/ 40 h 236"/>
                <a:gd name="T6" fmla="*/ 68 w 236"/>
                <a:gd name="T7" fmla="*/ 105 h 236"/>
                <a:gd name="T8" fmla="*/ 130 w 236"/>
                <a:gd name="T9" fmla="*/ 1 h 236"/>
                <a:gd name="T10" fmla="*/ 20 w 236"/>
                <a:gd name="T11" fmla="*/ 52 h 236"/>
                <a:gd name="T12" fmla="*/ 0 w 236"/>
                <a:gd name="T13" fmla="*/ 118 h 236"/>
                <a:gd name="T14" fmla="*/ 5 w 236"/>
                <a:gd name="T15" fmla="*/ 153 h 236"/>
                <a:gd name="T16" fmla="*/ 81 w 236"/>
                <a:gd name="T17" fmla="*/ 153 h 236"/>
                <a:gd name="T18" fmla="*/ 20 w 236"/>
                <a:gd name="T19" fmla="*/ 52 h 236"/>
                <a:gd name="T20" fmla="*/ 225 w 236"/>
                <a:gd name="T21" fmla="*/ 68 h 236"/>
                <a:gd name="T22" fmla="*/ 145 w 236"/>
                <a:gd name="T23" fmla="*/ 3 h 236"/>
                <a:gd name="T24" fmla="*/ 106 w 236"/>
                <a:gd name="T25" fmla="*/ 68 h 236"/>
                <a:gd name="T26" fmla="*/ 225 w 236"/>
                <a:gd name="T27" fmla="*/ 68 h 236"/>
                <a:gd name="T28" fmla="*/ 130 w 236"/>
                <a:gd name="T29" fmla="*/ 167 h 236"/>
                <a:gd name="T30" fmla="*/ 11 w 236"/>
                <a:gd name="T31" fmla="*/ 167 h 236"/>
                <a:gd name="T32" fmla="*/ 96 w 236"/>
                <a:gd name="T33" fmla="*/ 234 h 236"/>
                <a:gd name="T34" fmla="*/ 93 w 236"/>
                <a:gd name="T35" fmla="*/ 232 h 236"/>
                <a:gd name="T36" fmla="*/ 130 w 236"/>
                <a:gd name="T37" fmla="*/ 167 h 236"/>
                <a:gd name="T38" fmla="*/ 230 w 236"/>
                <a:gd name="T39" fmla="*/ 82 h 236"/>
                <a:gd name="T40" fmla="*/ 155 w 236"/>
                <a:gd name="T41" fmla="*/ 82 h 236"/>
                <a:gd name="T42" fmla="*/ 215 w 236"/>
                <a:gd name="T43" fmla="*/ 186 h 236"/>
                <a:gd name="T44" fmla="*/ 236 w 236"/>
                <a:gd name="T45" fmla="*/ 118 h 236"/>
                <a:gd name="T46" fmla="*/ 230 w 236"/>
                <a:gd name="T47" fmla="*/ 82 h 236"/>
                <a:gd name="T48" fmla="*/ 108 w 236"/>
                <a:gd name="T49" fmla="*/ 236 h 236"/>
                <a:gd name="T50" fmla="*/ 118 w 236"/>
                <a:gd name="T51" fmla="*/ 236 h 236"/>
                <a:gd name="T52" fmla="*/ 205 w 236"/>
                <a:gd name="T53" fmla="*/ 198 h 236"/>
                <a:gd name="T54" fmla="*/ 167 w 236"/>
                <a:gd name="T55" fmla="*/ 132 h 236"/>
                <a:gd name="T56" fmla="*/ 108 w 236"/>
                <a:gd name="T57"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6" h="236">
                  <a:moveTo>
                    <a:pt x="130" y="1"/>
                  </a:moveTo>
                  <a:cubicBezTo>
                    <a:pt x="126" y="0"/>
                    <a:pt x="122" y="0"/>
                    <a:pt x="118" y="0"/>
                  </a:cubicBezTo>
                  <a:cubicBezTo>
                    <a:pt x="83" y="0"/>
                    <a:pt x="51" y="16"/>
                    <a:pt x="30" y="40"/>
                  </a:cubicBezTo>
                  <a:cubicBezTo>
                    <a:pt x="68" y="105"/>
                    <a:pt x="68" y="105"/>
                    <a:pt x="68" y="105"/>
                  </a:cubicBezTo>
                  <a:lnTo>
                    <a:pt x="130" y="1"/>
                  </a:lnTo>
                  <a:close/>
                  <a:moveTo>
                    <a:pt x="20" y="52"/>
                  </a:moveTo>
                  <a:cubicBezTo>
                    <a:pt x="7" y="71"/>
                    <a:pt x="0" y="94"/>
                    <a:pt x="0" y="118"/>
                  </a:cubicBezTo>
                  <a:cubicBezTo>
                    <a:pt x="0" y="130"/>
                    <a:pt x="2" y="142"/>
                    <a:pt x="5" y="153"/>
                  </a:cubicBezTo>
                  <a:cubicBezTo>
                    <a:pt x="81" y="153"/>
                    <a:pt x="81" y="153"/>
                    <a:pt x="81" y="153"/>
                  </a:cubicBezTo>
                  <a:lnTo>
                    <a:pt x="20" y="52"/>
                  </a:lnTo>
                  <a:close/>
                  <a:moveTo>
                    <a:pt x="225" y="68"/>
                  </a:moveTo>
                  <a:cubicBezTo>
                    <a:pt x="210" y="36"/>
                    <a:pt x="180" y="11"/>
                    <a:pt x="145" y="3"/>
                  </a:cubicBezTo>
                  <a:cubicBezTo>
                    <a:pt x="106" y="68"/>
                    <a:pt x="106" y="68"/>
                    <a:pt x="106" y="68"/>
                  </a:cubicBezTo>
                  <a:lnTo>
                    <a:pt x="225" y="68"/>
                  </a:lnTo>
                  <a:close/>
                  <a:moveTo>
                    <a:pt x="130" y="167"/>
                  </a:moveTo>
                  <a:cubicBezTo>
                    <a:pt x="11" y="167"/>
                    <a:pt x="11" y="167"/>
                    <a:pt x="11" y="167"/>
                  </a:cubicBezTo>
                  <a:cubicBezTo>
                    <a:pt x="26" y="201"/>
                    <a:pt x="58" y="227"/>
                    <a:pt x="96" y="234"/>
                  </a:cubicBezTo>
                  <a:cubicBezTo>
                    <a:pt x="93" y="232"/>
                    <a:pt x="93" y="232"/>
                    <a:pt x="93" y="232"/>
                  </a:cubicBezTo>
                  <a:lnTo>
                    <a:pt x="130" y="167"/>
                  </a:lnTo>
                  <a:close/>
                  <a:moveTo>
                    <a:pt x="230" y="82"/>
                  </a:moveTo>
                  <a:cubicBezTo>
                    <a:pt x="155" y="82"/>
                    <a:pt x="155" y="82"/>
                    <a:pt x="155" y="82"/>
                  </a:cubicBezTo>
                  <a:cubicBezTo>
                    <a:pt x="215" y="186"/>
                    <a:pt x="215" y="186"/>
                    <a:pt x="215" y="186"/>
                  </a:cubicBezTo>
                  <a:cubicBezTo>
                    <a:pt x="228" y="167"/>
                    <a:pt x="236" y="143"/>
                    <a:pt x="236" y="118"/>
                  </a:cubicBezTo>
                  <a:cubicBezTo>
                    <a:pt x="236" y="106"/>
                    <a:pt x="234" y="94"/>
                    <a:pt x="230" y="82"/>
                  </a:cubicBezTo>
                  <a:close/>
                  <a:moveTo>
                    <a:pt x="108" y="236"/>
                  </a:moveTo>
                  <a:cubicBezTo>
                    <a:pt x="111" y="236"/>
                    <a:pt x="115" y="236"/>
                    <a:pt x="118" y="236"/>
                  </a:cubicBezTo>
                  <a:cubicBezTo>
                    <a:pt x="152" y="236"/>
                    <a:pt x="183" y="221"/>
                    <a:pt x="205" y="198"/>
                  </a:cubicBezTo>
                  <a:cubicBezTo>
                    <a:pt x="167" y="132"/>
                    <a:pt x="167" y="132"/>
                    <a:pt x="167" y="132"/>
                  </a:cubicBezTo>
                  <a:lnTo>
                    <a:pt x="108" y="236"/>
                  </a:lnTo>
                  <a:close/>
                </a:path>
              </a:pathLst>
            </a:custGeom>
            <a:solidFill>
              <a:schemeClr val="bg1"/>
            </a:solidFill>
            <a:ln>
              <a:noFill/>
            </a:ln>
          </p:spPr>
          <p:txBody>
            <a:bodyPr anchor="ctr"/>
            <a:lstStyle/>
            <a:p>
              <a:pPr algn="ctr"/>
            </a:p>
          </p:txBody>
        </p:sp>
        <p:sp>
          <p:nvSpPr>
            <p:cNvPr id="186" name="Freeform: Shape 48"/>
            <p:cNvSpPr/>
            <p:nvPr/>
          </p:nvSpPr>
          <p:spPr bwMode="auto">
            <a:xfrm>
              <a:off x="9111905" y="2291746"/>
              <a:ext cx="556315" cy="556315"/>
            </a:xfrm>
            <a:custGeom>
              <a:avLst/>
              <a:gdLst>
                <a:gd name="T0" fmla="*/ 118 w 236"/>
                <a:gd name="T1" fmla="*/ 142 h 236"/>
                <a:gd name="T2" fmla="*/ 142 w 236"/>
                <a:gd name="T3" fmla="*/ 118 h 236"/>
                <a:gd name="T4" fmla="*/ 137 w 236"/>
                <a:gd name="T5" fmla="*/ 105 h 236"/>
                <a:gd name="T6" fmla="*/ 118 w 236"/>
                <a:gd name="T7" fmla="*/ 95 h 236"/>
                <a:gd name="T8" fmla="*/ 99 w 236"/>
                <a:gd name="T9" fmla="*/ 105 h 236"/>
                <a:gd name="T10" fmla="*/ 94 w 236"/>
                <a:gd name="T11" fmla="*/ 118 h 236"/>
                <a:gd name="T12" fmla="*/ 118 w 236"/>
                <a:gd name="T13" fmla="*/ 142 h 236"/>
                <a:gd name="T14" fmla="*/ 170 w 236"/>
                <a:gd name="T15" fmla="*/ 89 h 236"/>
                <a:gd name="T16" fmla="*/ 170 w 236"/>
                <a:gd name="T17" fmla="*/ 70 h 236"/>
                <a:gd name="T18" fmla="*/ 170 w 236"/>
                <a:gd name="T19" fmla="*/ 67 h 236"/>
                <a:gd name="T20" fmla="*/ 167 w 236"/>
                <a:gd name="T21" fmla="*/ 67 h 236"/>
                <a:gd name="T22" fmla="*/ 147 w 236"/>
                <a:gd name="T23" fmla="*/ 67 h 236"/>
                <a:gd name="T24" fmla="*/ 147 w 236"/>
                <a:gd name="T25" fmla="*/ 90 h 236"/>
                <a:gd name="T26" fmla="*/ 170 w 236"/>
                <a:gd name="T27" fmla="*/ 89 h 236"/>
                <a:gd name="T28" fmla="*/ 118 w 236"/>
                <a:gd name="T29" fmla="*/ 0 h 236"/>
                <a:gd name="T30" fmla="*/ 0 w 236"/>
                <a:gd name="T31" fmla="*/ 118 h 236"/>
                <a:gd name="T32" fmla="*/ 118 w 236"/>
                <a:gd name="T33" fmla="*/ 236 h 236"/>
                <a:gd name="T34" fmla="*/ 236 w 236"/>
                <a:gd name="T35" fmla="*/ 118 h 236"/>
                <a:gd name="T36" fmla="*/ 118 w 236"/>
                <a:gd name="T37" fmla="*/ 0 h 236"/>
                <a:gd name="T38" fmla="*/ 185 w 236"/>
                <a:gd name="T39" fmla="*/ 105 h 236"/>
                <a:gd name="T40" fmla="*/ 185 w 236"/>
                <a:gd name="T41" fmla="*/ 160 h 236"/>
                <a:gd name="T42" fmla="*/ 159 w 236"/>
                <a:gd name="T43" fmla="*/ 186 h 236"/>
                <a:gd name="T44" fmla="*/ 77 w 236"/>
                <a:gd name="T45" fmla="*/ 186 h 236"/>
                <a:gd name="T46" fmla="*/ 51 w 236"/>
                <a:gd name="T47" fmla="*/ 160 h 236"/>
                <a:gd name="T48" fmla="*/ 51 w 236"/>
                <a:gd name="T49" fmla="*/ 105 h 236"/>
                <a:gd name="T50" fmla="*/ 51 w 236"/>
                <a:gd name="T51" fmla="*/ 77 h 236"/>
                <a:gd name="T52" fmla="*/ 77 w 236"/>
                <a:gd name="T53" fmla="*/ 51 h 236"/>
                <a:gd name="T54" fmla="*/ 159 w 236"/>
                <a:gd name="T55" fmla="*/ 51 h 236"/>
                <a:gd name="T56" fmla="*/ 185 w 236"/>
                <a:gd name="T57" fmla="*/ 77 h 236"/>
                <a:gd name="T58" fmla="*/ 185 w 236"/>
                <a:gd name="T59" fmla="*/ 105 h 236"/>
                <a:gd name="T60" fmla="*/ 155 w 236"/>
                <a:gd name="T61" fmla="*/ 118 h 236"/>
                <a:gd name="T62" fmla="*/ 118 w 236"/>
                <a:gd name="T63" fmla="*/ 155 h 236"/>
                <a:gd name="T64" fmla="*/ 81 w 236"/>
                <a:gd name="T65" fmla="*/ 118 h 236"/>
                <a:gd name="T66" fmla="*/ 84 w 236"/>
                <a:gd name="T67" fmla="*/ 105 h 236"/>
                <a:gd name="T68" fmla="*/ 64 w 236"/>
                <a:gd name="T69" fmla="*/ 105 h 236"/>
                <a:gd name="T70" fmla="*/ 64 w 236"/>
                <a:gd name="T71" fmla="*/ 160 h 236"/>
                <a:gd name="T72" fmla="*/ 77 w 236"/>
                <a:gd name="T73" fmla="*/ 172 h 236"/>
                <a:gd name="T74" fmla="*/ 159 w 236"/>
                <a:gd name="T75" fmla="*/ 172 h 236"/>
                <a:gd name="T76" fmla="*/ 172 w 236"/>
                <a:gd name="T77" fmla="*/ 160 h 236"/>
                <a:gd name="T78" fmla="*/ 172 w 236"/>
                <a:gd name="T79" fmla="*/ 105 h 236"/>
                <a:gd name="T80" fmla="*/ 152 w 236"/>
                <a:gd name="T81" fmla="*/ 105 h 236"/>
                <a:gd name="T82" fmla="*/ 155 w 236"/>
                <a:gd name="T83" fmla="*/ 118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36" h="236">
                  <a:moveTo>
                    <a:pt x="118" y="142"/>
                  </a:moveTo>
                  <a:cubicBezTo>
                    <a:pt x="131" y="142"/>
                    <a:pt x="142" y="131"/>
                    <a:pt x="142" y="118"/>
                  </a:cubicBezTo>
                  <a:cubicBezTo>
                    <a:pt x="142" y="113"/>
                    <a:pt x="140" y="108"/>
                    <a:pt x="137" y="105"/>
                  </a:cubicBezTo>
                  <a:cubicBezTo>
                    <a:pt x="133" y="99"/>
                    <a:pt x="126" y="95"/>
                    <a:pt x="118" y="95"/>
                  </a:cubicBezTo>
                  <a:cubicBezTo>
                    <a:pt x="110" y="95"/>
                    <a:pt x="103" y="99"/>
                    <a:pt x="99" y="105"/>
                  </a:cubicBezTo>
                  <a:cubicBezTo>
                    <a:pt x="96" y="108"/>
                    <a:pt x="94" y="113"/>
                    <a:pt x="94" y="118"/>
                  </a:cubicBezTo>
                  <a:cubicBezTo>
                    <a:pt x="94" y="131"/>
                    <a:pt x="105" y="142"/>
                    <a:pt x="118" y="142"/>
                  </a:cubicBezTo>
                  <a:close/>
                  <a:moveTo>
                    <a:pt x="170" y="89"/>
                  </a:moveTo>
                  <a:cubicBezTo>
                    <a:pt x="170" y="70"/>
                    <a:pt x="170" y="70"/>
                    <a:pt x="170" y="70"/>
                  </a:cubicBezTo>
                  <a:cubicBezTo>
                    <a:pt x="170" y="67"/>
                    <a:pt x="170" y="67"/>
                    <a:pt x="170" y="67"/>
                  </a:cubicBezTo>
                  <a:cubicBezTo>
                    <a:pt x="167" y="67"/>
                    <a:pt x="167" y="67"/>
                    <a:pt x="167" y="67"/>
                  </a:cubicBezTo>
                  <a:cubicBezTo>
                    <a:pt x="147" y="67"/>
                    <a:pt x="147" y="67"/>
                    <a:pt x="147" y="67"/>
                  </a:cubicBezTo>
                  <a:cubicBezTo>
                    <a:pt x="147" y="90"/>
                    <a:pt x="147" y="90"/>
                    <a:pt x="147" y="90"/>
                  </a:cubicBezTo>
                  <a:lnTo>
                    <a:pt x="170" y="89"/>
                  </a:lnTo>
                  <a:close/>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85" y="105"/>
                  </a:moveTo>
                  <a:cubicBezTo>
                    <a:pt x="185" y="160"/>
                    <a:pt x="185" y="160"/>
                    <a:pt x="185" y="160"/>
                  </a:cubicBezTo>
                  <a:cubicBezTo>
                    <a:pt x="185" y="174"/>
                    <a:pt x="173" y="186"/>
                    <a:pt x="159" y="186"/>
                  </a:cubicBezTo>
                  <a:cubicBezTo>
                    <a:pt x="77" y="186"/>
                    <a:pt x="77" y="186"/>
                    <a:pt x="77" y="186"/>
                  </a:cubicBezTo>
                  <a:cubicBezTo>
                    <a:pt x="62" y="186"/>
                    <a:pt x="51" y="174"/>
                    <a:pt x="51" y="160"/>
                  </a:cubicBezTo>
                  <a:cubicBezTo>
                    <a:pt x="51" y="105"/>
                    <a:pt x="51" y="105"/>
                    <a:pt x="51" y="105"/>
                  </a:cubicBezTo>
                  <a:cubicBezTo>
                    <a:pt x="51" y="77"/>
                    <a:pt x="51" y="77"/>
                    <a:pt x="51" y="77"/>
                  </a:cubicBezTo>
                  <a:cubicBezTo>
                    <a:pt x="51" y="63"/>
                    <a:pt x="62" y="51"/>
                    <a:pt x="77" y="51"/>
                  </a:cubicBezTo>
                  <a:cubicBezTo>
                    <a:pt x="159" y="51"/>
                    <a:pt x="159" y="51"/>
                    <a:pt x="159" y="51"/>
                  </a:cubicBezTo>
                  <a:cubicBezTo>
                    <a:pt x="173" y="51"/>
                    <a:pt x="185" y="63"/>
                    <a:pt x="185" y="77"/>
                  </a:cubicBezTo>
                  <a:lnTo>
                    <a:pt x="185" y="105"/>
                  </a:lnTo>
                  <a:close/>
                  <a:moveTo>
                    <a:pt x="155" y="118"/>
                  </a:moveTo>
                  <a:cubicBezTo>
                    <a:pt x="155" y="139"/>
                    <a:pt x="138" y="155"/>
                    <a:pt x="118" y="155"/>
                  </a:cubicBezTo>
                  <a:cubicBezTo>
                    <a:pt x="98" y="155"/>
                    <a:pt x="81" y="139"/>
                    <a:pt x="81" y="118"/>
                  </a:cubicBezTo>
                  <a:cubicBezTo>
                    <a:pt x="81" y="114"/>
                    <a:pt x="82" y="109"/>
                    <a:pt x="84" y="105"/>
                  </a:cubicBezTo>
                  <a:cubicBezTo>
                    <a:pt x="64" y="105"/>
                    <a:pt x="64" y="105"/>
                    <a:pt x="64" y="105"/>
                  </a:cubicBezTo>
                  <a:cubicBezTo>
                    <a:pt x="64" y="160"/>
                    <a:pt x="64" y="160"/>
                    <a:pt x="64" y="160"/>
                  </a:cubicBezTo>
                  <a:cubicBezTo>
                    <a:pt x="64" y="167"/>
                    <a:pt x="70" y="172"/>
                    <a:pt x="77" y="172"/>
                  </a:cubicBezTo>
                  <a:cubicBezTo>
                    <a:pt x="159" y="172"/>
                    <a:pt x="159" y="172"/>
                    <a:pt x="159" y="172"/>
                  </a:cubicBezTo>
                  <a:cubicBezTo>
                    <a:pt x="166" y="172"/>
                    <a:pt x="172" y="167"/>
                    <a:pt x="172" y="160"/>
                  </a:cubicBezTo>
                  <a:cubicBezTo>
                    <a:pt x="172" y="105"/>
                    <a:pt x="172" y="105"/>
                    <a:pt x="172" y="105"/>
                  </a:cubicBezTo>
                  <a:cubicBezTo>
                    <a:pt x="152" y="105"/>
                    <a:pt x="152" y="105"/>
                    <a:pt x="152" y="105"/>
                  </a:cubicBezTo>
                  <a:cubicBezTo>
                    <a:pt x="154" y="109"/>
                    <a:pt x="155" y="114"/>
                    <a:pt x="155" y="118"/>
                  </a:cubicBezTo>
                  <a:close/>
                </a:path>
              </a:pathLst>
            </a:custGeom>
            <a:solidFill>
              <a:schemeClr val="bg1"/>
            </a:solidFill>
            <a:ln>
              <a:noFill/>
            </a:ln>
          </p:spPr>
          <p:txBody>
            <a:bodyPr anchor="ctr"/>
            <a:lstStyle/>
            <a:p>
              <a:pPr algn="ctr"/>
            </a:p>
          </p:txBody>
        </p:sp>
      </p:grpSp>
    </p:spTree>
  </p:cSld>
  <p:clrMapOvr>
    <a:masterClrMapping/>
  </p:clrMapOvr>
  <p:transition>
    <p:cover dir="d"/>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p:nvPr>
            <p:ph type="title"/>
          </p:nvPr>
        </p:nvSpPr>
        <p:spPr>
          <a:xfrm>
            <a:off x="180000" y="360663"/>
            <a:ext cx="7973400" cy="700405"/>
          </a:xfrm>
        </p:spPr>
        <p:txBody>
          <a:bodyPr/>
          <a:p>
            <a:r>
              <a:rPr lang="zh-CN" altLang="en-US" dirty="0">
                <a:sym typeface="+mn-ea"/>
              </a:rPr>
              <a:t>算法的概念</a:t>
            </a:r>
            <a:endParaRPr lang="zh-CN" altLang="en-US"/>
          </a:p>
        </p:txBody>
      </p:sp>
      <p:sp>
        <p:nvSpPr>
          <p:cNvPr id="12" name="灯片编号占位符 11"/>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9" name="标题 1"/>
          <p:cNvSpPr>
            <a:spLocks noGrp="1"/>
          </p:cNvSpPr>
          <p:nvPr/>
        </p:nvSpPr>
        <p:spPr>
          <a:xfrm>
            <a:off x="-131338" y="1237937"/>
            <a:ext cx="7076968" cy="6109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lvl="1" algn="l" rtl="0">
              <a:lnSpc>
                <a:spcPct val="90000"/>
              </a:lnSpc>
              <a:spcBef>
                <a:spcPct val="0"/>
              </a:spcBef>
            </a:pPr>
            <a:r>
              <a:rPr lang="en-US" altLang="zh-CN" sz="3600" kern="1200" dirty="0">
                <a:solidFill>
                  <a:schemeClr val="tx1"/>
                </a:solidFill>
                <a:latin typeface="+mj-lt"/>
                <a:ea typeface="+mj-ea"/>
                <a:cs typeface="+mj-cs"/>
              </a:rPr>
              <a:t>--</a:t>
            </a:r>
            <a:r>
              <a:rPr lang="zh-CN" altLang="zh-CN" sz="3600" kern="1200" dirty="0">
                <a:solidFill>
                  <a:schemeClr val="tx1"/>
                </a:solidFill>
                <a:latin typeface="+mj-lt"/>
                <a:ea typeface="+mj-ea"/>
                <a:cs typeface="+mj-cs"/>
              </a:rPr>
              <a:t>算法与数据结构</a:t>
            </a:r>
            <a:endParaRPr lang="zh-CN" altLang="zh-CN" sz="3600" kern="1200" dirty="0">
              <a:solidFill>
                <a:schemeClr val="tx1"/>
              </a:solidFill>
              <a:latin typeface="+mj-lt"/>
              <a:ea typeface="+mj-ea"/>
              <a:cs typeface="+mj-cs"/>
            </a:endParaRPr>
          </a:p>
        </p:txBody>
      </p:sp>
      <p:sp>
        <p:nvSpPr>
          <p:cNvPr id="10" name="内容占位符 9"/>
          <p:cNvSpPr>
            <a:spLocks noGrp="1"/>
          </p:cNvSpPr>
          <p:nvPr>
            <p:ph idx="1"/>
          </p:nvPr>
        </p:nvSpPr>
        <p:spPr>
          <a:xfrm>
            <a:off x="350520" y="2078990"/>
            <a:ext cx="6595110" cy="4932680"/>
          </a:xfrm>
        </p:spPr>
        <p:txBody>
          <a:bodyPr>
            <a:normAutofit/>
          </a:bodyPr>
          <a:lstStyle/>
          <a:p>
            <a:pPr marL="0" indent="0">
              <a:lnSpc>
                <a:spcPct val="150000"/>
              </a:lnSpc>
              <a:buNone/>
            </a:pPr>
            <a:r>
              <a:rPr lang="zh-CN" altLang="zh-CN" sz="2400" dirty="0"/>
              <a:t>算法建立在数据结构之上，对数据结构的操作需要使用算法来描述。算法设计依赖于数据的逻辑结构，算法实现依赖于数据的存储结构。</a:t>
            </a:r>
            <a:endParaRPr lang="zh-CN" altLang="zh-CN" sz="2400" dirty="0"/>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150735" y="5715"/>
            <a:ext cx="5055235" cy="6863715"/>
          </a:xfrm>
          <a:prstGeom prst="rect">
            <a:avLst/>
          </a:prstGeom>
        </p:spPr>
      </p:pic>
      <p:sp>
        <p:nvSpPr>
          <p:cNvPr id="4" name="灯片编号占位符 3"/>
          <p:cNvSpPr>
            <a:spLocks noGrp="1"/>
          </p:cNvSpPr>
          <p:nvPr/>
        </p:nvSpPr>
        <p:spPr>
          <a:xfrm>
            <a:off x="9397000" y="6483349"/>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96DE7E8-BD74-40B2-922D-194240FC5D5C}" type="slidenum">
              <a:rPr lang="zh-CN" altLang="en-US" smtClean="0"/>
            </a:fld>
            <a:endParaRPr lang="zh-CN" altLang="en-US"/>
          </a:p>
        </p:txBody>
      </p:sp>
    </p:spTree>
  </p:cSld>
  <p:clrMapOvr>
    <a:masterClrMapping/>
  </p:clrMapOvr>
  <p:transition>
    <p:cover dir="d"/>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zh-CN" dirty="0">
                <a:sym typeface="+mn-ea"/>
              </a:rPr>
              <a:t>算法描述</a:t>
            </a:r>
            <a:endParaRPr lang="zh-CN" altLang="zh-CN" dirty="0">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3" name="图片 2"/>
          <p:cNvPicPr>
            <a:picLocks noChangeAspect="1"/>
          </p:cNvPicPr>
          <p:nvPr/>
        </p:nvPicPr>
        <p:blipFill>
          <a:blip r:embed="rId1"/>
          <a:stretch>
            <a:fillRect/>
          </a:stretch>
        </p:blipFill>
        <p:spPr>
          <a:xfrm>
            <a:off x="7851634" y="1978725"/>
            <a:ext cx="3199551" cy="2139025"/>
          </a:xfrm>
          <a:prstGeom prst="rect">
            <a:avLst/>
          </a:prstGeom>
          <a:effectLst>
            <a:outerShdw blurRad="50800" dist="38100" dir="5400000" algn="t" rotWithShape="0">
              <a:prstClr val="black">
                <a:alpha val="40000"/>
              </a:prstClr>
            </a:outerShdw>
          </a:effectLst>
        </p:spPr>
      </p:pic>
      <p:pic>
        <p:nvPicPr>
          <p:cNvPr id="5" name="图片 4"/>
          <p:cNvPicPr>
            <a:picLocks noChangeAspect="1"/>
          </p:cNvPicPr>
          <p:nvPr/>
        </p:nvPicPr>
        <p:blipFill>
          <a:blip r:embed="rId2"/>
          <a:stretch>
            <a:fillRect/>
          </a:stretch>
        </p:blipFill>
        <p:spPr>
          <a:xfrm>
            <a:off x="920282" y="1978724"/>
            <a:ext cx="3199551" cy="2131835"/>
          </a:xfrm>
          <a:prstGeom prst="rect">
            <a:avLst/>
          </a:prstGeom>
          <a:effectLst>
            <a:outerShdw blurRad="50800" dist="38100" dir="5400000" algn="t" rotWithShape="0">
              <a:prstClr val="black">
                <a:alpha val="40000"/>
              </a:prstClr>
            </a:outerShdw>
          </a:effectLst>
        </p:spPr>
      </p:pic>
      <p:grpSp>
        <p:nvGrpSpPr>
          <p:cNvPr id="7" name="组合 6"/>
          <p:cNvGrpSpPr/>
          <p:nvPr/>
        </p:nvGrpSpPr>
        <p:grpSpPr>
          <a:xfrm>
            <a:off x="3627903" y="1710847"/>
            <a:ext cx="4683856" cy="2667589"/>
            <a:chOff x="3627903" y="1710846"/>
            <a:chExt cx="4683856" cy="2667589"/>
          </a:xfrm>
        </p:grpSpPr>
        <p:pic>
          <p:nvPicPr>
            <p:cNvPr id="11" name="image95.png"/>
            <p:cNvPicPr>
              <a:picLocks noChangeAspect="1" noChangeArrowheads="1"/>
            </p:cNvPicPr>
            <p:nvPr/>
          </p:nvPicPr>
          <p:blipFill>
            <a:blip r:embed="rId3" cstate="print">
              <a:extLst>
                <a:ext uri="{28A0092B-C50C-407E-A947-70E740481C1C}">
                  <a14:useLocalDpi xmlns:a14="http://schemas.microsoft.com/office/drawing/2010/main" val="0"/>
                </a:ext>
              </a:extLst>
            </a:blip>
            <a:srcRect b="5927"/>
            <a:stretch>
              <a:fillRect/>
            </a:stretch>
          </p:blipFill>
          <p:spPr bwMode="auto">
            <a:xfrm>
              <a:off x="3627903" y="1710846"/>
              <a:ext cx="4683856" cy="2667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14:hiddenLine>
              </a:ext>
            </a:extLst>
          </p:spPr>
        </p:pic>
        <p:pic>
          <p:nvPicPr>
            <p:cNvPr id="6" name="图片 5"/>
            <p:cNvPicPr>
              <a:picLocks noChangeAspect="1"/>
            </p:cNvPicPr>
            <p:nvPr/>
          </p:nvPicPr>
          <p:blipFill>
            <a:blip r:embed="rId4"/>
            <a:stretch>
              <a:fillRect/>
            </a:stretch>
          </p:blipFill>
          <p:spPr>
            <a:xfrm>
              <a:off x="4206239" y="1843714"/>
              <a:ext cx="3520441" cy="2245368"/>
            </a:xfrm>
            <a:prstGeom prst="rect">
              <a:avLst/>
            </a:prstGeom>
          </p:spPr>
        </p:pic>
      </p:grpSp>
      <p:sp>
        <p:nvSpPr>
          <p:cNvPr id="8" name="内容占位符 7"/>
          <p:cNvSpPr>
            <a:spLocks noGrp="1"/>
          </p:cNvSpPr>
          <p:nvPr>
            <p:ph idx="1"/>
          </p:nvPr>
        </p:nvSpPr>
        <p:spPr>
          <a:xfrm>
            <a:off x="633095" y="4719320"/>
            <a:ext cx="3129280" cy="1637030"/>
          </a:xfrm>
        </p:spPr>
        <p:txBody>
          <a:bodyPr>
            <a:noAutofit/>
          </a:bodyPr>
          <a:lstStyle/>
          <a:p>
            <a:pPr marL="0" indent="0" algn="ctr" fontAlgn="auto">
              <a:lnSpc>
                <a:spcPct val="100000"/>
              </a:lnSpc>
              <a:buNone/>
            </a:pPr>
            <a:r>
              <a:rPr lang="zh-CN" altLang="zh-CN" sz="1800" dirty="0">
                <a:solidFill>
                  <a:schemeClr val="tx1">
                    <a:lumMod val="65000"/>
                    <a:lumOff val="35000"/>
                  </a:schemeClr>
                </a:solidFill>
                <a:sym typeface="+mn-ea"/>
              </a:rPr>
              <a:t>自然语言：</a:t>
            </a:r>
            <a:r>
              <a:rPr lang="zh-CN" altLang="zh-CN" sz="1800" dirty="0">
                <a:solidFill>
                  <a:schemeClr val="tx1">
                    <a:lumMod val="65000"/>
                    <a:lumOff val="35000"/>
                  </a:schemeClr>
                </a:solidFill>
                <a:sym typeface="+mn-ea"/>
              </a:rPr>
              <a:t>自然语言用中文或英文对算法进行表达，简单易懂，但缺乏严谨性。</a:t>
            </a:r>
            <a:endParaRPr lang="zh-CN" altLang="zh-CN" sz="1800" dirty="0">
              <a:solidFill>
                <a:schemeClr val="tx1">
                  <a:lumMod val="65000"/>
                  <a:lumOff val="35000"/>
                </a:schemeClr>
              </a:solidFill>
              <a:sym typeface="+mn-ea"/>
            </a:endParaRPr>
          </a:p>
          <a:p>
            <a:pPr algn="ctr" fontAlgn="auto"/>
            <a:endParaRPr lang="zh-CN" altLang="zh-CN" sz="1800" dirty="0">
              <a:solidFill>
                <a:schemeClr val="tx1">
                  <a:lumMod val="65000"/>
                  <a:lumOff val="35000"/>
                </a:schemeClr>
              </a:solidFill>
              <a:latin typeface="宋体" panose="02010600030101010101" pitchFamily="2" charset="-122"/>
              <a:ea typeface="宋体" panose="02010600030101010101" pitchFamily="2" charset="-122"/>
              <a:sym typeface="+mn-ea"/>
            </a:endParaRPr>
          </a:p>
        </p:txBody>
      </p:sp>
      <p:sp>
        <p:nvSpPr>
          <p:cNvPr id="9" name="内容占位符 4"/>
          <p:cNvSpPr>
            <a:spLocks noGrp="1"/>
          </p:cNvSpPr>
          <p:nvPr/>
        </p:nvSpPr>
        <p:spPr>
          <a:xfrm>
            <a:off x="4072890" y="4719320"/>
            <a:ext cx="3646170" cy="1637030"/>
          </a:xfrm>
          <a:prstGeom prst="rect">
            <a:avLst/>
          </a:prstGeom>
        </p:spPr>
        <p:txBody>
          <a:bodyPr vert="horz" lIns="91440" tIns="45720" rIns="91440" bIns="45720"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000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000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000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ct val="100000"/>
              </a:lnSpc>
              <a:buNone/>
            </a:pPr>
            <a:r>
              <a:rPr lang="zh-CN" altLang="zh-CN" sz="1800" dirty="0">
                <a:solidFill>
                  <a:schemeClr val="tx1">
                    <a:lumMod val="65000"/>
                    <a:lumOff val="35000"/>
                  </a:schemeClr>
                </a:solidFill>
                <a:sym typeface="+mn-ea"/>
              </a:rPr>
              <a:t>程序设计语言：使用某种具体的程序设计语言（如Python语言）对算法进行描述。此种方式严谨，算法可直接在计算机上执行，但算法复杂、不易理解，需要借助大量的外部注释才能使用户明白。</a:t>
            </a:r>
            <a:endParaRPr lang="zh-CN" altLang="zh-CN" sz="1800" dirty="0">
              <a:solidFill>
                <a:schemeClr val="tx1">
                  <a:lumMod val="65000"/>
                  <a:lumOff val="35000"/>
                </a:schemeClr>
              </a:solidFill>
              <a:sym typeface="+mn-ea"/>
            </a:endParaRPr>
          </a:p>
          <a:p>
            <a:endParaRPr lang="zh-CN" altLang="zh-CN" sz="1800" dirty="0">
              <a:solidFill>
                <a:schemeClr val="tx1">
                  <a:lumMod val="65000"/>
                  <a:lumOff val="35000"/>
                </a:schemeClr>
              </a:solidFill>
              <a:latin typeface="宋体" panose="02010600030101010101" pitchFamily="2" charset="-122"/>
              <a:ea typeface="宋体" panose="02010600030101010101" pitchFamily="2" charset="-122"/>
              <a:sym typeface="+mn-ea"/>
            </a:endParaRPr>
          </a:p>
        </p:txBody>
      </p:sp>
      <p:sp>
        <p:nvSpPr>
          <p:cNvPr id="12" name="内容占位符 4"/>
          <p:cNvSpPr>
            <a:spLocks noGrp="1"/>
          </p:cNvSpPr>
          <p:nvPr/>
        </p:nvSpPr>
        <p:spPr>
          <a:xfrm>
            <a:off x="7851775" y="4719320"/>
            <a:ext cx="3568065" cy="1637030"/>
          </a:xfrm>
          <a:prstGeom prst="rect">
            <a:avLst/>
          </a:prstGeom>
        </p:spPr>
        <p:txBody>
          <a:bodyPr vert="horz" lIns="91440" tIns="45720" rIns="91440" bIns="45720"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000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000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000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ctr" fontAlgn="auto">
              <a:lnSpc>
                <a:spcPct val="100000"/>
              </a:lnSpc>
              <a:buClrTx/>
              <a:buSzTx/>
              <a:buNone/>
            </a:pPr>
            <a:r>
              <a:rPr lang="zh-CN" altLang="zh-CN" sz="1800" dirty="0">
                <a:solidFill>
                  <a:schemeClr val="tx1">
                    <a:lumMod val="65000"/>
                    <a:lumOff val="35000"/>
                  </a:schemeClr>
                </a:solidFill>
                <a:sym typeface="+mn-ea"/>
              </a:rPr>
              <a:t>伪代码：</a:t>
            </a:r>
            <a:r>
              <a:rPr lang="zh-CN" altLang="zh-CN" sz="1800" dirty="0">
                <a:solidFill>
                  <a:schemeClr val="tx1">
                    <a:lumMod val="65000"/>
                    <a:lumOff val="35000"/>
                  </a:schemeClr>
                </a:solidFill>
                <a:sym typeface="+mn-ea"/>
              </a:rPr>
              <a:t>伪代码是介于自然语言和程序设计语言之间的算法描述语言，是将程序设计语言的语法规则用自然语言进行表示，忽略了严格的语法规则和描述细节，更易被用户理解，并且更容易转换成程序设计语言执行。</a:t>
            </a:r>
            <a:endParaRPr lang="zh-CN" altLang="zh-CN" sz="1800" dirty="0">
              <a:solidFill>
                <a:schemeClr val="tx1">
                  <a:lumMod val="65000"/>
                  <a:lumOff val="35000"/>
                </a:schemeClr>
              </a:solidFill>
              <a:sym typeface="+mn-ea"/>
            </a:endParaRPr>
          </a:p>
          <a:p>
            <a:endParaRPr lang="zh-CN" altLang="zh-CN" sz="1800" dirty="0">
              <a:solidFill>
                <a:schemeClr val="tx1">
                  <a:lumMod val="65000"/>
                  <a:lumOff val="35000"/>
                </a:schemeClr>
              </a:solidFill>
              <a:latin typeface="宋体" panose="02010600030101010101" pitchFamily="2" charset="-122"/>
              <a:ea typeface="宋体" panose="02010600030101010101" pitchFamily="2" charset="-122"/>
              <a:sym typeface="+mn-ea"/>
            </a:endParaRPr>
          </a:p>
        </p:txBody>
      </p:sp>
    </p:spTree>
  </p:cSld>
  <p:clrMapOvr>
    <a:masterClrMapping/>
  </p:clrMapOvr>
  <p:transition>
    <p:cover dir="d"/>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dirty="0">
                <a:sym typeface="+mn-ea"/>
              </a:rPr>
              <a:t>算法描述</a:t>
            </a:r>
            <a:endParaRPr dirty="0">
              <a:sym typeface="+mn-ea"/>
            </a:endParaRPr>
          </a:p>
        </p:txBody>
      </p:sp>
      <p:sp>
        <p:nvSpPr>
          <p:cNvPr id="6" name="内容占位符 5"/>
          <p:cNvSpPr/>
          <p:nvPr>
            <p:ph idx="1"/>
          </p:nvPr>
        </p:nvSpPr>
        <p:spPr/>
        <p:txBody>
          <a:bodyPr/>
          <a:p>
            <a:r>
              <a:rPr lang="zh-CN" altLang="en-US"/>
              <a:t>例题</a:t>
            </a:r>
            <a:endParaRPr lang="zh-CN" altLang="en-US"/>
          </a:p>
        </p:txBody>
      </p:sp>
      <p:sp>
        <p:nvSpPr>
          <p:cNvPr id="7" name="文本框 6"/>
          <p:cNvSpPr txBox="1"/>
          <p:nvPr/>
        </p:nvSpPr>
        <p:spPr>
          <a:xfrm>
            <a:off x="541694" y="2236808"/>
            <a:ext cx="3566035" cy="1077218"/>
          </a:xfrm>
          <a:prstGeom prst="rect">
            <a:avLst/>
          </a:prstGeom>
          <a:noFill/>
        </p:spPr>
        <p:txBody>
          <a:bodyPr wrap="square">
            <a:spAutoFit/>
          </a:bodyPr>
          <a:p>
            <a:pPr indent="266700" algn="just"/>
            <a:r>
              <a:rPr lang="zh-CN" altLang="zh-CN" sz="3200" kern="100" dirty="0">
                <a:latin typeface="仿宋" panose="02010609060101010101" pitchFamily="49" charset="-122"/>
                <a:ea typeface="仿宋" panose="02010609060101010101" pitchFamily="49" charset="-122"/>
                <a:cs typeface="Times New Roman" panose="02020603050405020304" pitchFamily="18" charset="0"/>
              </a:rPr>
              <a:t>设计算法求两个整数的最大公约数。</a:t>
            </a:r>
            <a:endParaRPr lang="zh-CN" altLang="zh-CN" sz="3200" kern="100" dirty="0">
              <a:latin typeface="仿宋" panose="02010609060101010101" pitchFamily="49" charset="-122"/>
              <a:ea typeface="仿宋" panose="02010609060101010101" pitchFamily="49" charset="-122"/>
              <a:cs typeface="Times New Roman" panose="02020603050405020304" pitchFamily="18" charset="0"/>
            </a:endParaRPr>
          </a:p>
        </p:txBody>
      </p:sp>
      <p:sp>
        <p:nvSpPr>
          <p:cNvPr id="12" name="矩形 11"/>
          <p:cNvSpPr/>
          <p:nvPr/>
        </p:nvSpPr>
        <p:spPr>
          <a:xfrm>
            <a:off x="1696720" y="3935095"/>
            <a:ext cx="4197985" cy="1814830"/>
          </a:xfrm>
          <a:prstGeom prst="rect">
            <a:avLst/>
          </a:prstGeom>
        </p:spPr>
        <p:txBody>
          <a:bodyPr wrap="square">
            <a:spAutoFit/>
          </a:bodyPr>
          <a:p>
            <a:pPr algn="just"/>
            <a:r>
              <a:rPr lang="zh-CN" altLang="en-US" sz="1600" dirty="0">
                <a:sym typeface="+mn-ea"/>
              </a:rPr>
              <a:t>质因数分解法</a:t>
            </a:r>
            <a:endParaRPr lang="zh-CN" altLang="en-US" sz="1600" dirty="0">
              <a:sym typeface="+mn-ea"/>
            </a:endParaRPr>
          </a:p>
          <a:p>
            <a:pPr algn="just"/>
            <a:endParaRPr lang="zh-CN" altLang="en-US" sz="1600" dirty="0">
              <a:sym typeface="+mn-ea"/>
            </a:endParaRPr>
          </a:p>
          <a:p>
            <a:pPr algn="just"/>
            <a:r>
              <a:rPr lang="zh-CN" altLang="en-US" sz="1600" dirty="0">
                <a:sym typeface="+mn-ea"/>
              </a:rPr>
              <a:t>假设c为两个整数a和b的最大公约数。用数学方法求两个数的最大公约数，分别将a和b两个整数分解成若干质因数的乘积，再从中选择最大的公约数。此种方法很难用于实际计算之中，因为大数的质因数很难进行分解。</a:t>
            </a:r>
            <a:endParaRPr lang="zh-CN" altLang="en-US" sz="1600" dirty="0">
              <a:sym typeface="+mn-ea"/>
            </a:endParaRPr>
          </a:p>
        </p:txBody>
      </p:sp>
      <p:sp>
        <p:nvSpPr>
          <p:cNvPr id="19" name="矩形 18"/>
          <p:cNvSpPr/>
          <p:nvPr/>
        </p:nvSpPr>
        <p:spPr>
          <a:xfrm>
            <a:off x="7247890" y="930275"/>
            <a:ext cx="4290060" cy="1814830"/>
          </a:xfrm>
          <a:prstGeom prst="rect">
            <a:avLst/>
          </a:prstGeom>
        </p:spPr>
        <p:txBody>
          <a:bodyPr wrap="square">
            <a:spAutoFit/>
          </a:bodyPr>
          <a:p>
            <a:pPr algn="just"/>
            <a:r>
              <a:rPr lang="zh-CN" altLang="en-US" sz="1600" dirty="0">
                <a:sym typeface="+mn-ea"/>
              </a:rPr>
              <a:t>更相减损法</a:t>
            </a:r>
            <a:endParaRPr lang="zh-CN" altLang="en-US" sz="1600" dirty="0">
              <a:sym typeface="+mn-ea"/>
            </a:endParaRPr>
          </a:p>
          <a:p>
            <a:pPr algn="just"/>
            <a:endParaRPr lang="zh-CN" altLang="en-US" sz="1600" dirty="0">
              <a:sym typeface="+mn-ea"/>
            </a:endParaRPr>
          </a:p>
          <a:p>
            <a:pPr algn="just"/>
            <a:r>
              <a:rPr lang="zh-CN" altLang="en-US" sz="1600" dirty="0">
                <a:sym typeface="+mn-ea"/>
              </a:rPr>
              <a:t>中国古代的数学经典著作《九章算术》中写道： “以少减多，更相减损，求其等也，以等数约之，即除也，其所以相减者皆等数之重叠，顾以等数约之。”其中，等数即指两数的最大公约数。</a:t>
            </a:r>
            <a:endParaRPr lang="zh-CN" altLang="en-US" sz="1600" dirty="0">
              <a:sym typeface="+mn-ea"/>
            </a:endParaRPr>
          </a:p>
        </p:txBody>
      </p:sp>
      <p:sp>
        <p:nvSpPr>
          <p:cNvPr id="22" name="矩形 21"/>
          <p:cNvSpPr/>
          <p:nvPr/>
        </p:nvSpPr>
        <p:spPr>
          <a:xfrm>
            <a:off x="7305040" y="2922905"/>
            <a:ext cx="4175125" cy="1076325"/>
          </a:xfrm>
          <a:prstGeom prst="rect">
            <a:avLst/>
          </a:prstGeom>
        </p:spPr>
        <p:txBody>
          <a:bodyPr wrap="square">
            <a:spAutoFit/>
          </a:bodyPr>
          <a:p>
            <a:r>
              <a:rPr lang="zh-CN" altLang="en-US" sz="1600" dirty="0">
                <a:sym typeface="+mn-ea"/>
              </a:rPr>
              <a:t>辗转相除法</a:t>
            </a:r>
            <a:endParaRPr lang="zh-CN" altLang="en-US" sz="1600" dirty="0">
              <a:sym typeface="+mn-ea"/>
            </a:endParaRPr>
          </a:p>
          <a:p>
            <a:endParaRPr lang="zh-CN" altLang="en-US" sz="1600" dirty="0">
              <a:sym typeface="+mn-ea"/>
            </a:endParaRPr>
          </a:p>
          <a:p>
            <a:r>
              <a:rPr lang="zh-CN" altLang="en-US" sz="1600" dirty="0">
                <a:sym typeface="+mn-ea"/>
              </a:rPr>
              <a:t>实际上，辗转相除法就是现代版的更相减损术，使用循环实现</a:t>
            </a:r>
            <a:endParaRPr lang="zh-CN" altLang="en-US" sz="1600" dirty="0">
              <a:sym typeface="+mn-ea"/>
            </a:endParaRPr>
          </a:p>
        </p:txBody>
      </p:sp>
      <p:grpSp>
        <p:nvGrpSpPr>
          <p:cNvPr id="97" name="组合 96"/>
          <p:cNvGrpSpPr/>
          <p:nvPr/>
        </p:nvGrpSpPr>
        <p:grpSpPr>
          <a:xfrm>
            <a:off x="5934710" y="2922905"/>
            <a:ext cx="896620" cy="688340"/>
            <a:chOff x="9416" y="8435"/>
            <a:chExt cx="1412" cy="1084"/>
          </a:xfrm>
        </p:grpSpPr>
        <p:sp>
          <p:nvSpPr>
            <p:cNvPr id="32" name="椭圆 31"/>
            <p:cNvSpPr/>
            <p:nvPr/>
          </p:nvSpPr>
          <p:spPr>
            <a:xfrm>
              <a:off x="9607" y="8435"/>
              <a:ext cx="1084" cy="1084"/>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srgbClr val="2C344B"/>
                </a:solidFill>
                <a:ea typeface="汉仪雅酷黑简" panose="00020600040101010101" charset="-122"/>
              </a:endParaRPr>
            </a:p>
          </p:txBody>
        </p:sp>
        <p:sp>
          <p:nvSpPr>
            <p:cNvPr id="67" name="矩形 66"/>
            <p:cNvSpPr/>
            <p:nvPr/>
          </p:nvSpPr>
          <p:spPr>
            <a:xfrm>
              <a:off x="9416" y="8663"/>
              <a:ext cx="1413" cy="628"/>
            </a:xfrm>
            <a:prstGeom prst="rect">
              <a:avLst/>
            </a:prstGeom>
            <a:effectLst/>
          </p:spPr>
          <p:txBody>
            <a:bodyPr wrap="square">
              <a:spAutoFit/>
            </a:bodyPr>
            <a:p>
              <a:pPr algn="ctr"/>
              <a:r>
                <a:rPr lang="en-US" altLang="zh-CN" sz="2000" b="1" dirty="0">
                  <a:solidFill>
                    <a:srgbClr val="2C344B"/>
                  </a:solidFill>
                  <a:latin typeface="Century" panose="02040604050505020304" charset="0"/>
                  <a:ea typeface="Century" panose="02040604050505020304" charset="0"/>
                </a:rPr>
                <a:t>03</a:t>
              </a:r>
              <a:endParaRPr lang="zh-CN" altLang="en-US" sz="2000" b="1" dirty="0">
                <a:solidFill>
                  <a:srgbClr val="2C344B"/>
                </a:solidFill>
                <a:latin typeface="Century" panose="02040604050505020304" charset="0"/>
                <a:ea typeface="Century" panose="02040604050505020304" charset="0"/>
              </a:endParaRPr>
            </a:p>
          </p:txBody>
        </p:sp>
      </p:grpSp>
      <p:grpSp>
        <p:nvGrpSpPr>
          <p:cNvPr id="99" name="组合 98"/>
          <p:cNvGrpSpPr/>
          <p:nvPr/>
        </p:nvGrpSpPr>
        <p:grpSpPr>
          <a:xfrm>
            <a:off x="383540" y="3977005"/>
            <a:ext cx="896620" cy="688340"/>
            <a:chOff x="9397" y="2408"/>
            <a:chExt cx="1412" cy="1084"/>
          </a:xfrm>
        </p:grpSpPr>
        <p:sp>
          <p:nvSpPr>
            <p:cNvPr id="30" name="椭圆 29"/>
            <p:cNvSpPr/>
            <p:nvPr/>
          </p:nvSpPr>
          <p:spPr>
            <a:xfrm>
              <a:off x="9560" y="2408"/>
              <a:ext cx="1084" cy="1084"/>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srgbClr val="2C344B"/>
                </a:solidFill>
                <a:ea typeface="汉仪雅酷黑简" panose="00020600040101010101" charset="-122"/>
              </a:endParaRPr>
            </a:p>
          </p:txBody>
        </p:sp>
        <p:sp>
          <p:nvSpPr>
            <p:cNvPr id="68" name="矩形 67"/>
            <p:cNvSpPr/>
            <p:nvPr/>
          </p:nvSpPr>
          <p:spPr>
            <a:xfrm>
              <a:off x="9397" y="2637"/>
              <a:ext cx="1413" cy="628"/>
            </a:xfrm>
            <a:prstGeom prst="rect">
              <a:avLst/>
            </a:prstGeom>
            <a:effectLst/>
          </p:spPr>
          <p:txBody>
            <a:bodyPr wrap="square">
              <a:spAutoFit/>
            </a:bodyPr>
            <a:p>
              <a:pPr algn="ctr"/>
              <a:r>
                <a:rPr lang="en-US" altLang="zh-CN" sz="2000" b="1" dirty="0">
                  <a:solidFill>
                    <a:srgbClr val="2C344B"/>
                  </a:solidFill>
                  <a:latin typeface="Century" panose="02040604050505020304" charset="0"/>
                  <a:ea typeface="Century" panose="02040604050505020304" charset="0"/>
                </a:rPr>
                <a:t>01</a:t>
              </a:r>
              <a:endParaRPr lang="zh-CN" altLang="en-US" sz="2000" b="1" dirty="0">
                <a:solidFill>
                  <a:srgbClr val="2C344B"/>
                </a:solidFill>
                <a:latin typeface="Century" panose="02040604050505020304" charset="0"/>
                <a:ea typeface="Century" panose="02040604050505020304" charset="0"/>
              </a:endParaRPr>
            </a:p>
          </p:txBody>
        </p:sp>
      </p:grpSp>
      <p:grpSp>
        <p:nvGrpSpPr>
          <p:cNvPr id="98" name="组合 97"/>
          <p:cNvGrpSpPr/>
          <p:nvPr/>
        </p:nvGrpSpPr>
        <p:grpSpPr>
          <a:xfrm>
            <a:off x="5934710" y="1040130"/>
            <a:ext cx="896620" cy="688340"/>
            <a:chOff x="9442" y="5407"/>
            <a:chExt cx="1412" cy="1084"/>
          </a:xfrm>
        </p:grpSpPr>
        <p:sp>
          <p:nvSpPr>
            <p:cNvPr id="31" name="椭圆 30"/>
            <p:cNvSpPr/>
            <p:nvPr/>
          </p:nvSpPr>
          <p:spPr>
            <a:xfrm>
              <a:off x="9562" y="5407"/>
              <a:ext cx="1084" cy="1084"/>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srgbClr val="2C344B"/>
                </a:solidFill>
                <a:ea typeface="汉仪雅酷黑简" panose="00020600040101010101" charset="-122"/>
              </a:endParaRPr>
            </a:p>
          </p:txBody>
        </p:sp>
        <p:sp>
          <p:nvSpPr>
            <p:cNvPr id="69" name="矩形 68"/>
            <p:cNvSpPr/>
            <p:nvPr/>
          </p:nvSpPr>
          <p:spPr>
            <a:xfrm>
              <a:off x="9442" y="5650"/>
              <a:ext cx="1413" cy="628"/>
            </a:xfrm>
            <a:prstGeom prst="rect">
              <a:avLst/>
            </a:prstGeom>
            <a:effectLst/>
          </p:spPr>
          <p:txBody>
            <a:bodyPr wrap="square">
              <a:spAutoFit/>
            </a:bodyPr>
            <a:p>
              <a:pPr algn="ctr"/>
              <a:r>
                <a:rPr lang="en-US" altLang="zh-CN" sz="2000" b="1" dirty="0">
                  <a:solidFill>
                    <a:srgbClr val="2C344B"/>
                  </a:solidFill>
                  <a:latin typeface="Century" panose="02040604050505020304" charset="0"/>
                  <a:ea typeface="Century" panose="02040604050505020304" charset="0"/>
                </a:rPr>
                <a:t>02</a:t>
              </a:r>
              <a:endParaRPr lang="zh-CN" altLang="en-US" sz="2000" b="1" dirty="0">
                <a:solidFill>
                  <a:srgbClr val="2C344B"/>
                </a:solidFill>
                <a:latin typeface="Century" panose="02040604050505020304" charset="0"/>
                <a:ea typeface="Century" panose="02040604050505020304" charset="0"/>
              </a:endParaRPr>
            </a:p>
          </p:txBody>
        </p:sp>
      </p:grpSp>
      <p:grpSp>
        <p:nvGrpSpPr>
          <p:cNvPr id="65" name="组合 64"/>
          <p:cNvGrpSpPr/>
          <p:nvPr/>
        </p:nvGrpSpPr>
        <p:grpSpPr>
          <a:xfrm rot="5400000" flipV="1">
            <a:off x="3754755" y="2272030"/>
            <a:ext cx="149225" cy="4128770"/>
            <a:chOff x="6709" y="2530"/>
            <a:chExt cx="1245" cy="7210"/>
          </a:xfrm>
        </p:grpSpPr>
        <p:sp>
          <p:nvSpPr>
            <p:cNvPr id="70" name="Rectangle 7"/>
            <p:cNvSpPr>
              <a:spLocks noChangeArrowheads="1"/>
            </p:cNvSpPr>
            <p:nvPr/>
          </p:nvSpPr>
          <p:spPr bwMode="auto">
            <a:xfrm>
              <a:off x="7019" y="2530"/>
              <a:ext cx="935" cy="6748"/>
            </a:xfrm>
            <a:prstGeom prst="rect">
              <a:avLst/>
            </a:prstGeom>
            <a:solidFill>
              <a:srgbClr val="2F637E"/>
            </a:solidFill>
            <a:ln w="28575">
              <a:noFill/>
              <a:round/>
            </a:ln>
            <a:effec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71" name="Oval 21"/>
            <p:cNvSpPr>
              <a:spLocks noChangeArrowheads="1"/>
            </p:cNvSpPr>
            <p:nvPr/>
          </p:nvSpPr>
          <p:spPr bwMode="auto">
            <a:xfrm>
              <a:off x="6709" y="8755"/>
              <a:ext cx="985" cy="985"/>
            </a:xfrm>
            <a:prstGeom prst="ellipse">
              <a:avLst/>
            </a:prstGeom>
            <a:solidFill>
              <a:srgbClr val="2F637E"/>
            </a:soli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prstClr val="white"/>
                </a:solidFill>
                <a:ea typeface="汉仪雅酷黑简" panose="00020600040101010101" charset="-122"/>
              </a:endParaRPr>
            </a:p>
          </p:txBody>
        </p:sp>
        <p:grpSp>
          <p:nvGrpSpPr>
            <p:cNvPr id="72" name="组合 71"/>
            <p:cNvGrpSpPr/>
            <p:nvPr/>
          </p:nvGrpSpPr>
          <p:grpSpPr>
            <a:xfrm>
              <a:off x="7019" y="9010"/>
              <a:ext cx="365" cy="365"/>
              <a:chOff x="5153025" y="5711825"/>
              <a:chExt cx="231775" cy="231775"/>
            </a:xfrm>
            <a:gradFill>
              <a:gsLst>
                <a:gs pos="0">
                  <a:srgbClr val="2C344B"/>
                </a:gs>
                <a:gs pos="100000">
                  <a:srgbClr val="21273E"/>
                </a:gs>
              </a:gsLst>
              <a:lin ang="0" scaled="0"/>
            </a:gradFill>
            <a:effectLst/>
          </p:grpSpPr>
          <p:sp>
            <p:nvSpPr>
              <p:cNvPr id="73" name="Freeform 22"/>
              <p:cNvSpPr>
                <a:spLocks noEditPoints="1"/>
              </p:cNvSpPr>
              <p:nvPr/>
            </p:nvSpPr>
            <p:spPr bwMode="auto">
              <a:xfrm>
                <a:off x="5214938" y="5711825"/>
                <a:ext cx="169862" cy="169862"/>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74" name="Freeform 23"/>
              <p:cNvSpPr/>
              <p:nvPr/>
            </p:nvSpPr>
            <p:spPr bwMode="auto">
              <a:xfrm>
                <a:off x="5153025" y="5778500"/>
                <a:ext cx="77787" cy="69850"/>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75" name="Freeform 24"/>
              <p:cNvSpPr/>
              <p:nvPr/>
            </p:nvSpPr>
            <p:spPr bwMode="auto">
              <a:xfrm>
                <a:off x="5246688" y="5865813"/>
                <a:ext cx="71437" cy="77787"/>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76" name="Freeform 25"/>
              <p:cNvSpPr/>
              <p:nvPr/>
            </p:nvSpPr>
            <p:spPr bwMode="auto">
              <a:xfrm>
                <a:off x="5214938" y="5843588"/>
                <a:ext cx="38100" cy="38100"/>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77" name="Freeform 26"/>
              <p:cNvSpPr/>
              <p:nvPr/>
            </p:nvSpPr>
            <p:spPr bwMode="auto">
              <a:xfrm>
                <a:off x="5160963" y="5865813"/>
                <a:ext cx="76200" cy="74612"/>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grpSp>
      </p:grpSp>
      <p:grpSp>
        <p:nvGrpSpPr>
          <p:cNvPr id="79" name="组合 78"/>
          <p:cNvGrpSpPr/>
          <p:nvPr/>
        </p:nvGrpSpPr>
        <p:grpSpPr>
          <a:xfrm rot="5400000" flipV="1">
            <a:off x="9399270" y="-753110"/>
            <a:ext cx="149225" cy="4128770"/>
            <a:chOff x="6709" y="2530"/>
            <a:chExt cx="1245" cy="7210"/>
          </a:xfrm>
        </p:grpSpPr>
        <p:sp>
          <p:nvSpPr>
            <p:cNvPr id="80" name="Rectangle 7"/>
            <p:cNvSpPr>
              <a:spLocks noChangeArrowheads="1"/>
            </p:cNvSpPr>
            <p:nvPr/>
          </p:nvSpPr>
          <p:spPr bwMode="auto">
            <a:xfrm>
              <a:off x="7019" y="2530"/>
              <a:ext cx="935" cy="6748"/>
            </a:xfrm>
            <a:prstGeom prst="rect">
              <a:avLst/>
            </a:prstGeom>
            <a:solidFill>
              <a:srgbClr val="2F637E"/>
            </a:solidFill>
            <a:ln w="28575">
              <a:noFill/>
              <a:round/>
            </a:ln>
            <a:effec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81" name="Oval 21"/>
            <p:cNvSpPr>
              <a:spLocks noChangeArrowheads="1"/>
            </p:cNvSpPr>
            <p:nvPr/>
          </p:nvSpPr>
          <p:spPr bwMode="auto">
            <a:xfrm>
              <a:off x="6709" y="8755"/>
              <a:ext cx="985" cy="985"/>
            </a:xfrm>
            <a:prstGeom prst="ellipse">
              <a:avLst/>
            </a:prstGeom>
            <a:solidFill>
              <a:srgbClr val="2F637E"/>
            </a:soli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prstClr val="white"/>
                </a:solidFill>
                <a:ea typeface="汉仪雅酷黑简" panose="00020600040101010101" charset="-122"/>
              </a:endParaRPr>
            </a:p>
          </p:txBody>
        </p:sp>
        <p:grpSp>
          <p:nvGrpSpPr>
            <p:cNvPr id="82" name="组合 81"/>
            <p:cNvGrpSpPr/>
            <p:nvPr/>
          </p:nvGrpSpPr>
          <p:grpSpPr>
            <a:xfrm>
              <a:off x="7019" y="9010"/>
              <a:ext cx="365" cy="365"/>
              <a:chOff x="5153025" y="5711825"/>
              <a:chExt cx="231775" cy="231775"/>
            </a:xfrm>
            <a:gradFill>
              <a:gsLst>
                <a:gs pos="0">
                  <a:srgbClr val="2C344B"/>
                </a:gs>
                <a:gs pos="100000">
                  <a:srgbClr val="21273E"/>
                </a:gs>
              </a:gsLst>
              <a:lin ang="0" scaled="0"/>
            </a:gradFill>
            <a:effectLst/>
          </p:grpSpPr>
          <p:sp>
            <p:nvSpPr>
              <p:cNvPr id="83" name="Freeform 22"/>
              <p:cNvSpPr>
                <a:spLocks noEditPoints="1"/>
              </p:cNvSpPr>
              <p:nvPr/>
            </p:nvSpPr>
            <p:spPr bwMode="auto">
              <a:xfrm>
                <a:off x="5214938" y="5711825"/>
                <a:ext cx="169862" cy="169862"/>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84" name="Freeform 23"/>
              <p:cNvSpPr/>
              <p:nvPr/>
            </p:nvSpPr>
            <p:spPr bwMode="auto">
              <a:xfrm>
                <a:off x="5153025" y="5778500"/>
                <a:ext cx="77787" cy="69850"/>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85" name="Freeform 24"/>
              <p:cNvSpPr/>
              <p:nvPr/>
            </p:nvSpPr>
            <p:spPr bwMode="auto">
              <a:xfrm>
                <a:off x="5246688" y="5865813"/>
                <a:ext cx="71437" cy="77787"/>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86" name="Freeform 25"/>
              <p:cNvSpPr/>
              <p:nvPr/>
            </p:nvSpPr>
            <p:spPr bwMode="auto">
              <a:xfrm>
                <a:off x="5214938" y="5843588"/>
                <a:ext cx="38100" cy="38100"/>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87" name="Freeform 26"/>
              <p:cNvSpPr/>
              <p:nvPr/>
            </p:nvSpPr>
            <p:spPr bwMode="auto">
              <a:xfrm>
                <a:off x="5160963" y="5865813"/>
                <a:ext cx="76200" cy="74612"/>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grpSp>
      </p:grpSp>
      <p:grpSp>
        <p:nvGrpSpPr>
          <p:cNvPr id="88" name="组合 87"/>
          <p:cNvGrpSpPr/>
          <p:nvPr/>
        </p:nvGrpSpPr>
        <p:grpSpPr>
          <a:xfrm rot="5400000" flipV="1">
            <a:off x="9399270" y="1232535"/>
            <a:ext cx="149225" cy="4128770"/>
            <a:chOff x="6709" y="2530"/>
            <a:chExt cx="1245" cy="7210"/>
          </a:xfrm>
        </p:grpSpPr>
        <p:sp>
          <p:nvSpPr>
            <p:cNvPr id="89" name="Rectangle 7"/>
            <p:cNvSpPr>
              <a:spLocks noChangeArrowheads="1"/>
            </p:cNvSpPr>
            <p:nvPr/>
          </p:nvSpPr>
          <p:spPr bwMode="auto">
            <a:xfrm>
              <a:off x="7019" y="2530"/>
              <a:ext cx="935" cy="6748"/>
            </a:xfrm>
            <a:prstGeom prst="rect">
              <a:avLst/>
            </a:prstGeom>
            <a:solidFill>
              <a:srgbClr val="2F637E"/>
            </a:solidFill>
            <a:ln w="28575">
              <a:noFill/>
              <a:round/>
            </a:ln>
            <a:effec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90" name="Oval 21"/>
            <p:cNvSpPr>
              <a:spLocks noChangeArrowheads="1"/>
            </p:cNvSpPr>
            <p:nvPr/>
          </p:nvSpPr>
          <p:spPr bwMode="auto">
            <a:xfrm>
              <a:off x="6709" y="8755"/>
              <a:ext cx="985" cy="985"/>
            </a:xfrm>
            <a:prstGeom prst="ellipse">
              <a:avLst/>
            </a:prstGeom>
            <a:solidFill>
              <a:srgbClr val="2F637E"/>
            </a:soli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prstClr val="white"/>
                </a:solidFill>
                <a:ea typeface="汉仪雅酷黑简" panose="00020600040101010101" charset="-122"/>
              </a:endParaRPr>
            </a:p>
          </p:txBody>
        </p:sp>
        <p:grpSp>
          <p:nvGrpSpPr>
            <p:cNvPr id="91" name="组合 90"/>
            <p:cNvGrpSpPr/>
            <p:nvPr/>
          </p:nvGrpSpPr>
          <p:grpSpPr>
            <a:xfrm>
              <a:off x="7019" y="9010"/>
              <a:ext cx="365" cy="365"/>
              <a:chOff x="5153025" y="5711825"/>
              <a:chExt cx="231775" cy="231775"/>
            </a:xfrm>
            <a:gradFill>
              <a:gsLst>
                <a:gs pos="0">
                  <a:srgbClr val="2C344B"/>
                </a:gs>
                <a:gs pos="100000">
                  <a:srgbClr val="21273E"/>
                </a:gs>
              </a:gsLst>
              <a:lin ang="0" scaled="0"/>
            </a:gradFill>
            <a:effectLst/>
          </p:grpSpPr>
          <p:sp>
            <p:nvSpPr>
              <p:cNvPr id="92" name="Freeform 22"/>
              <p:cNvSpPr>
                <a:spLocks noEditPoints="1"/>
              </p:cNvSpPr>
              <p:nvPr/>
            </p:nvSpPr>
            <p:spPr bwMode="auto">
              <a:xfrm>
                <a:off x="5214938" y="5711825"/>
                <a:ext cx="169862" cy="169862"/>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93" name="Freeform 23"/>
              <p:cNvSpPr/>
              <p:nvPr/>
            </p:nvSpPr>
            <p:spPr bwMode="auto">
              <a:xfrm>
                <a:off x="5153025" y="5778500"/>
                <a:ext cx="77787" cy="69850"/>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94" name="Freeform 24"/>
              <p:cNvSpPr/>
              <p:nvPr/>
            </p:nvSpPr>
            <p:spPr bwMode="auto">
              <a:xfrm>
                <a:off x="5246688" y="5865813"/>
                <a:ext cx="71437" cy="77787"/>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95" name="Freeform 25"/>
              <p:cNvSpPr/>
              <p:nvPr/>
            </p:nvSpPr>
            <p:spPr bwMode="auto">
              <a:xfrm>
                <a:off x="5214938" y="5843588"/>
                <a:ext cx="38100" cy="38100"/>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sp>
            <p:nvSpPr>
              <p:cNvPr id="96" name="Freeform 26"/>
              <p:cNvSpPr/>
              <p:nvPr/>
            </p:nvSpPr>
            <p:spPr bwMode="auto">
              <a:xfrm>
                <a:off x="5160963" y="5865813"/>
                <a:ext cx="76200" cy="74612"/>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sz="2400" dirty="0">
                  <a:solidFill>
                    <a:prstClr val="black"/>
                  </a:solidFill>
                  <a:ea typeface="汉仪雅酷黑简" panose="00020600040101010101" charset="-122"/>
                </a:endParaRPr>
              </a:p>
            </p:txBody>
          </p:sp>
        </p:grpSp>
      </p:grpSp>
      <p:pic>
        <p:nvPicPr>
          <p:cNvPr id="16" name="图片 15"/>
          <p:cNvPicPr>
            <a:picLocks noChangeAspect="1"/>
          </p:cNvPicPr>
          <p:nvPr/>
        </p:nvPicPr>
        <p:blipFill rotWithShape="1">
          <a:blip r:embed="rId1"/>
          <a:srcRect l="-1" t="2" r="71501" b="14760"/>
          <a:stretch>
            <a:fillRect/>
          </a:stretch>
        </p:blipFill>
        <p:spPr>
          <a:xfrm>
            <a:off x="7460800" y="4342462"/>
            <a:ext cx="3719594" cy="200702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transition>
    <p:cover dir="d"/>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al 5"/>
          <p:cNvSpPr>
            <a:spLocks noChangeArrowheads="1"/>
          </p:cNvSpPr>
          <p:nvPr/>
        </p:nvSpPr>
        <p:spPr bwMode="auto">
          <a:xfrm>
            <a:off x="4416325" y="2202280"/>
            <a:ext cx="3089921" cy="3084977"/>
          </a:xfrm>
          <a:prstGeom prst="ellipse">
            <a:avLst/>
          </a:prstGeom>
          <a:gradFill>
            <a:gsLst>
              <a:gs pos="0">
                <a:srgbClr val="2C344B"/>
              </a:gs>
              <a:gs pos="100000">
                <a:srgbClr val="21273E"/>
              </a:gs>
            </a:gsLst>
          </a:gra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汉仪雅酷黑简" panose="00020600040101010101" charset="-122"/>
            </a:endParaRPr>
          </a:p>
        </p:txBody>
      </p:sp>
      <p:grpSp>
        <p:nvGrpSpPr>
          <p:cNvPr id="3" name="组合 2"/>
          <p:cNvGrpSpPr/>
          <p:nvPr/>
        </p:nvGrpSpPr>
        <p:grpSpPr>
          <a:xfrm>
            <a:off x="4544866" y="2176323"/>
            <a:ext cx="2931717" cy="2836547"/>
            <a:chOff x="4544865" y="2176322"/>
            <a:chExt cx="2931717" cy="2836547"/>
          </a:xfrm>
        </p:grpSpPr>
        <p:sp>
          <p:nvSpPr>
            <p:cNvPr id="12" name="Freeform 6"/>
            <p:cNvSpPr/>
            <p:nvPr/>
          </p:nvSpPr>
          <p:spPr bwMode="auto">
            <a:xfrm>
              <a:off x="6364211" y="2275200"/>
              <a:ext cx="61798" cy="46967"/>
            </a:xfrm>
            <a:custGeom>
              <a:avLst/>
              <a:gdLst>
                <a:gd name="T0" fmla="*/ 4 w 21"/>
                <a:gd name="T1" fmla="*/ 16 h 16"/>
                <a:gd name="T2" fmla="*/ 1 w 21"/>
                <a:gd name="T3" fmla="*/ 14 h 16"/>
                <a:gd name="T4" fmla="*/ 0 w 21"/>
                <a:gd name="T5" fmla="*/ 11 h 16"/>
                <a:gd name="T6" fmla="*/ 0 w 21"/>
                <a:gd name="T7" fmla="*/ 10 h 16"/>
                <a:gd name="T8" fmla="*/ 0 w 21"/>
                <a:gd name="T9" fmla="*/ 0 h 16"/>
                <a:gd name="T10" fmla="*/ 16 w 21"/>
                <a:gd name="T11" fmla="*/ 0 h 16"/>
                <a:gd name="T12" fmla="*/ 16 w 21"/>
                <a:gd name="T13" fmla="*/ 3 h 16"/>
                <a:gd name="T14" fmla="*/ 16 w 21"/>
                <a:gd name="T15" fmla="*/ 5 h 16"/>
                <a:gd name="T16" fmla="*/ 18 w 21"/>
                <a:gd name="T17" fmla="*/ 7 h 16"/>
                <a:gd name="T18" fmla="*/ 20 w 21"/>
                <a:gd name="T19" fmla="*/ 11 h 16"/>
                <a:gd name="T20" fmla="*/ 20 w 21"/>
                <a:gd name="T21" fmla="*/ 12 h 16"/>
                <a:gd name="T22" fmla="*/ 21 w 21"/>
                <a:gd name="T23" fmla="*/ 16 h 16"/>
                <a:gd name="T24" fmla="*/ 17 w 21"/>
                <a:gd name="T25" fmla="*/ 16 h 16"/>
                <a:gd name="T26" fmla="*/ 4 w 21"/>
                <a:gd name="T27"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 h="16">
                  <a:moveTo>
                    <a:pt x="4" y="16"/>
                  </a:moveTo>
                  <a:cubicBezTo>
                    <a:pt x="4" y="16"/>
                    <a:pt x="2" y="16"/>
                    <a:pt x="1" y="14"/>
                  </a:cubicBezTo>
                  <a:cubicBezTo>
                    <a:pt x="0" y="13"/>
                    <a:pt x="0" y="12"/>
                    <a:pt x="0" y="11"/>
                  </a:cubicBezTo>
                  <a:cubicBezTo>
                    <a:pt x="0" y="11"/>
                    <a:pt x="0" y="11"/>
                    <a:pt x="0" y="10"/>
                  </a:cubicBezTo>
                  <a:cubicBezTo>
                    <a:pt x="0" y="0"/>
                    <a:pt x="0" y="0"/>
                    <a:pt x="0" y="0"/>
                  </a:cubicBezTo>
                  <a:cubicBezTo>
                    <a:pt x="16" y="0"/>
                    <a:pt x="16" y="0"/>
                    <a:pt x="16" y="0"/>
                  </a:cubicBezTo>
                  <a:cubicBezTo>
                    <a:pt x="16" y="3"/>
                    <a:pt x="16" y="3"/>
                    <a:pt x="16" y="3"/>
                  </a:cubicBezTo>
                  <a:cubicBezTo>
                    <a:pt x="16" y="4"/>
                    <a:pt x="16" y="5"/>
                    <a:pt x="16" y="5"/>
                  </a:cubicBezTo>
                  <a:cubicBezTo>
                    <a:pt x="17" y="6"/>
                    <a:pt x="17" y="6"/>
                    <a:pt x="18" y="7"/>
                  </a:cubicBezTo>
                  <a:cubicBezTo>
                    <a:pt x="18" y="8"/>
                    <a:pt x="19" y="9"/>
                    <a:pt x="20" y="11"/>
                  </a:cubicBezTo>
                  <a:cubicBezTo>
                    <a:pt x="20" y="11"/>
                    <a:pt x="20" y="11"/>
                    <a:pt x="20" y="12"/>
                  </a:cubicBezTo>
                  <a:cubicBezTo>
                    <a:pt x="21" y="16"/>
                    <a:pt x="21" y="16"/>
                    <a:pt x="21" y="16"/>
                  </a:cubicBezTo>
                  <a:cubicBezTo>
                    <a:pt x="17" y="16"/>
                    <a:pt x="17" y="16"/>
                    <a:pt x="17" y="16"/>
                  </a:cubicBezTo>
                  <a:lnTo>
                    <a:pt x="4" y="16"/>
                  </a:ln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汉仪雅酷黑简" panose="00020600040101010101" charset="-122"/>
              </a:endParaRPr>
            </a:p>
          </p:txBody>
        </p:sp>
        <p:sp>
          <p:nvSpPr>
            <p:cNvPr id="13" name="Freeform 7"/>
            <p:cNvSpPr/>
            <p:nvPr/>
          </p:nvSpPr>
          <p:spPr bwMode="auto">
            <a:xfrm>
              <a:off x="6364211" y="2301155"/>
              <a:ext cx="132249" cy="132249"/>
            </a:xfrm>
            <a:custGeom>
              <a:avLst/>
              <a:gdLst>
                <a:gd name="T0" fmla="*/ 23 w 45"/>
                <a:gd name="T1" fmla="*/ 45 h 45"/>
                <a:gd name="T2" fmla="*/ 20 w 45"/>
                <a:gd name="T3" fmla="*/ 45 h 45"/>
                <a:gd name="T4" fmla="*/ 17 w 45"/>
                <a:gd name="T5" fmla="*/ 45 h 45"/>
                <a:gd name="T6" fmla="*/ 11 w 45"/>
                <a:gd name="T7" fmla="*/ 42 h 45"/>
                <a:gd name="T8" fmla="*/ 10 w 45"/>
                <a:gd name="T9" fmla="*/ 36 h 45"/>
                <a:gd name="T10" fmla="*/ 10 w 45"/>
                <a:gd name="T11" fmla="*/ 35 h 45"/>
                <a:gd name="T12" fmla="*/ 10 w 45"/>
                <a:gd name="T13" fmla="*/ 35 h 45"/>
                <a:gd name="T14" fmla="*/ 8 w 45"/>
                <a:gd name="T15" fmla="*/ 35 h 45"/>
                <a:gd name="T16" fmla="*/ 4 w 45"/>
                <a:gd name="T17" fmla="*/ 35 h 45"/>
                <a:gd name="T18" fmla="*/ 5 w 45"/>
                <a:gd name="T19" fmla="*/ 31 h 45"/>
                <a:gd name="T20" fmla="*/ 5 w 45"/>
                <a:gd name="T21" fmla="*/ 31 h 45"/>
                <a:gd name="T22" fmla="*/ 5 w 45"/>
                <a:gd name="T23" fmla="*/ 31 h 45"/>
                <a:gd name="T24" fmla="*/ 3 w 45"/>
                <a:gd name="T25" fmla="*/ 30 h 45"/>
                <a:gd name="T26" fmla="*/ 0 w 45"/>
                <a:gd name="T27" fmla="*/ 30 h 45"/>
                <a:gd name="T28" fmla="*/ 0 w 45"/>
                <a:gd name="T29" fmla="*/ 20 h 45"/>
                <a:gd name="T30" fmla="*/ 0 w 45"/>
                <a:gd name="T31" fmla="*/ 20 h 45"/>
                <a:gd name="T32" fmla="*/ 1 w 45"/>
                <a:gd name="T33" fmla="*/ 16 h 45"/>
                <a:gd name="T34" fmla="*/ 4 w 45"/>
                <a:gd name="T35" fmla="*/ 15 h 45"/>
                <a:gd name="T36" fmla="*/ 8 w 45"/>
                <a:gd name="T37" fmla="*/ 15 h 45"/>
                <a:gd name="T38" fmla="*/ 9 w 45"/>
                <a:gd name="T39" fmla="*/ 15 h 45"/>
                <a:gd name="T40" fmla="*/ 9 w 45"/>
                <a:gd name="T41" fmla="*/ 15 h 45"/>
                <a:gd name="T42" fmla="*/ 9 w 45"/>
                <a:gd name="T43" fmla="*/ 15 h 45"/>
                <a:gd name="T44" fmla="*/ 10 w 45"/>
                <a:gd name="T45" fmla="*/ 13 h 45"/>
                <a:gd name="T46" fmla="*/ 10 w 45"/>
                <a:gd name="T47" fmla="*/ 10 h 45"/>
                <a:gd name="T48" fmla="*/ 13 w 45"/>
                <a:gd name="T49" fmla="*/ 10 h 45"/>
                <a:gd name="T50" fmla="*/ 14 w 45"/>
                <a:gd name="T51" fmla="*/ 10 h 45"/>
                <a:gd name="T52" fmla="*/ 16 w 45"/>
                <a:gd name="T53" fmla="*/ 10 h 45"/>
                <a:gd name="T54" fmla="*/ 18 w 45"/>
                <a:gd name="T55" fmla="*/ 9 h 45"/>
                <a:gd name="T56" fmla="*/ 19 w 45"/>
                <a:gd name="T57" fmla="*/ 7 h 45"/>
                <a:gd name="T58" fmla="*/ 19 w 45"/>
                <a:gd name="T59" fmla="*/ 6 h 45"/>
                <a:gd name="T60" fmla="*/ 19 w 45"/>
                <a:gd name="T61" fmla="*/ 4 h 45"/>
                <a:gd name="T62" fmla="*/ 23 w 45"/>
                <a:gd name="T63" fmla="*/ 0 h 45"/>
                <a:gd name="T64" fmla="*/ 24 w 45"/>
                <a:gd name="T65" fmla="*/ 1 h 45"/>
                <a:gd name="T66" fmla="*/ 25 w 45"/>
                <a:gd name="T67" fmla="*/ 1 h 45"/>
                <a:gd name="T68" fmla="*/ 26 w 45"/>
                <a:gd name="T69" fmla="*/ 1 h 45"/>
                <a:gd name="T70" fmla="*/ 28 w 45"/>
                <a:gd name="T71" fmla="*/ 1 h 45"/>
                <a:gd name="T72" fmla="*/ 37 w 45"/>
                <a:gd name="T73" fmla="*/ 3 h 45"/>
                <a:gd name="T74" fmla="*/ 40 w 45"/>
                <a:gd name="T75" fmla="*/ 5 h 45"/>
                <a:gd name="T76" fmla="*/ 41 w 45"/>
                <a:gd name="T77" fmla="*/ 5 h 45"/>
                <a:gd name="T78" fmla="*/ 44 w 45"/>
                <a:gd name="T79" fmla="*/ 5 h 45"/>
                <a:gd name="T80" fmla="*/ 44 w 45"/>
                <a:gd name="T81" fmla="*/ 8 h 45"/>
                <a:gd name="T82" fmla="*/ 44 w 45"/>
                <a:gd name="T83" fmla="*/ 12 h 45"/>
                <a:gd name="T84" fmla="*/ 41 w 45"/>
                <a:gd name="T85" fmla="*/ 17 h 45"/>
                <a:gd name="T86" fmla="*/ 40 w 45"/>
                <a:gd name="T87" fmla="*/ 17 h 45"/>
                <a:gd name="T88" fmla="*/ 40 w 45"/>
                <a:gd name="T89" fmla="*/ 17 h 45"/>
                <a:gd name="T90" fmla="*/ 41 w 45"/>
                <a:gd name="T91" fmla="*/ 23 h 45"/>
                <a:gd name="T92" fmla="*/ 43 w 45"/>
                <a:gd name="T93" fmla="*/ 25 h 45"/>
                <a:gd name="T94" fmla="*/ 39 w 45"/>
                <a:gd name="T95" fmla="*/ 39 h 45"/>
                <a:gd name="T96" fmla="*/ 35 w 45"/>
                <a:gd name="T97" fmla="*/ 40 h 45"/>
                <a:gd name="T98" fmla="*/ 34 w 45"/>
                <a:gd name="T99" fmla="*/ 40 h 45"/>
                <a:gd name="T100" fmla="*/ 33 w 45"/>
                <a:gd name="T101" fmla="*/ 42 h 45"/>
                <a:gd name="T102" fmla="*/ 31 w 45"/>
                <a:gd name="T103" fmla="*/ 43 h 45"/>
                <a:gd name="T104" fmla="*/ 23 w 45"/>
                <a:gd name="T10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5" h="45">
                  <a:moveTo>
                    <a:pt x="23" y="45"/>
                  </a:moveTo>
                  <a:cubicBezTo>
                    <a:pt x="22" y="45"/>
                    <a:pt x="21" y="45"/>
                    <a:pt x="20" y="45"/>
                  </a:cubicBezTo>
                  <a:cubicBezTo>
                    <a:pt x="19" y="45"/>
                    <a:pt x="18" y="45"/>
                    <a:pt x="17" y="45"/>
                  </a:cubicBezTo>
                  <a:cubicBezTo>
                    <a:pt x="15" y="44"/>
                    <a:pt x="12" y="44"/>
                    <a:pt x="11" y="42"/>
                  </a:cubicBezTo>
                  <a:cubicBezTo>
                    <a:pt x="10" y="41"/>
                    <a:pt x="9" y="39"/>
                    <a:pt x="10" y="36"/>
                  </a:cubicBezTo>
                  <a:cubicBezTo>
                    <a:pt x="10" y="36"/>
                    <a:pt x="10" y="36"/>
                    <a:pt x="10" y="35"/>
                  </a:cubicBezTo>
                  <a:cubicBezTo>
                    <a:pt x="10" y="35"/>
                    <a:pt x="10" y="35"/>
                    <a:pt x="10" y="35"/>
                  </a:cubicBezTo>
                  <a:cubicBezTo>
                    <a:pt x="10" y="35"/>
                    <a:pt x="9" y="35"/>
                    <a:pt x="8" y="35"/>
                  </a:cubicBezTo>
                  <a:cubicBezTo>
                    <a:pt x="4" y="35"/>
                    <a:pt x="4" y="35"/>
                    <a:pt x="4" y="35"/>
                  </a:cubicBezTo>
                  <a:cubicBezTo>
                    <a:pt x="5" y="31"/>
                    <a:pt x="5" y="31"/>
                    <a:pt x="5" y="31"/>
                  </a:cubicBezTo>
                  <a:cubicBezTo>
                    <a:pt x="5" y="31"/>
                    <a:pt x="5" y="31"/>
                    <a:pt x="5" y="31"/>
                  </a:cubicBezTo>
                  <a:cubicBezTo>
                    <a:pt x="5" y="31"/>
                    <a:pt x="5" y="31"/>
                    <a:pt x="5" y="31"/>
                  </a:cubicBezTo>
                  <a:cubicBezTo>
                    <a:pt x="5" y="31"/>
                    <a:pt x="4" y="30"/>
                    <a:pt x="3" y="30"/>
                  </a:cubicBezTo>
                  <a:cubicBezTo>
                    <a:pt x="0" y="30"/>
                    <a:pt x="0" y="30"/>
                    <a:pt x="0" y="30"/>
                  </a:cubicBezTo>
                  <a:cubicBezTo>
                    <a:pt x="0" y="20"/>
                    <a:pt x="0" y="20"/>
                    <a:pt x="0" y="20"/>
                  </a:cubicBezTo>
                  <a:cubicBezTo>
                    <a:pt x="0" y="20"/>
                    <a:pt x="0" y="20"/>
                    <a:pt x="0" y="20"/>
                  </a:cubicBezTo>
                  <a:cubicBezTo>
                    <a:pt x="0" y="19"/>
                    <a:pt x="0" y="17"/>
                    <a:pt x="1" y="16"/>
                  </a:cubicBezTo>
                  <a:cubicBezTo>
                    <a:pt x="2" y="15"/>
                    <a:pt x="4" y="15"/>
                    <a:pt x="4" y="15"/>
                  </a:cubicBezTo>
                  <a:cubicBezTo>
                    <a:pt x="8" y="15"/>
                    <a:pt x="8" y="15"/>
                    <a:pt x="8" y="15"/>
                  </a:cubicBezTo>
                  <a:cubicBezTo>
                    <a:pt x="9" y="15"/>
                    <a:pt x="9" y="15"/>
                    <a:pt x="9" y="15"/>
                  </a:cubicBezTo>
                  <a:cubicBezTo>
                    <a:pt x="9" y="15"/>
                    <a:pt x="9" y="15"/>
                    <a:pt x="9" y="15"/>
                  </a:cubicBezTo>
                  <a:cubicBezTo>
                    <a:pt x="9" y="15"/>
                    <a:pt x="9" y="15"/>
                    <a:pt x="9" y="15"/>
                  </a:cubicBezTo>
                  <a:cubicBezTo>
                    <a:pt x="9" y="15"/>
                    <a:pt x="10" y="14"/>
                    <a:pt x="10" y="13"/>
                  </a:cubicBezTo>
                  <a:cubicBezTo>
                    <a:pt x="10" y="10"/>
                    <a:pt x="10" y="10"/>
                    <a:pt x="10" y="10"/>
                  </a:cubicBezTo>
                  <a:cubicBezTo>
                    <a:pt x="13" y="10"/>
                    <a:pt x="13" y="10"/>
                    <a:pt x="13" y="10"/>
                  </a:cubicBezTo>
                  <a:cubicBezTo>
                    <a:pt x="13" y="10"/>
                    <a:pt x="14" y="10"/>
                    <a:pt x="14" y="10"/>
                  </a:cubicBezTo>
                  <a:cubicBezTo>
                    <a:pt x="15" y="10"/>
                    <a:pt x="15" y="10"/>
                    <a:pt x="16" y="10"/>
                  </a:cubicBezTo>
                  <a:cubicBezTo>
                    <a:pt x="18" y="10"/>
                    <a:pt x="18" y="10"/>
                    <a:pt x="18" y="9"/>
                  </a:cubicBezTo>
                  <a:cubicBezTo>
                    <a:pt x="18" y="9"/>
                    <a:pt x="18" y="8"/>
                    <a:pt x="19" y="7"/>
                  </a:cubicBezTo>
                  <a:cubicBezTo>
                    <a:pt x="19" y="6"/>
                    <a:pt x="19" y="6"/>
                    <a:pt x="19" y="6"/>
                  </a:cubicBezTo>
                  <a:cubicBezTo>
                    <a:pt x="19" y="5"/>
                    <a:pt x="19" y="4"/>
                    <a:pt x="19" y="4"/>
                  </a:cubicBezTo>
                  <a:cubicBezTo>
                    <a:pt x="19" y="2"/>
                    <a:pt x="21" y="0"/>
                    <a:pt x="23" y="0"/>
                  </a:cubicBezTo>
                  <a:cubicBezTo>
                    <a:pt x="23" y="0"/>
                    <a:pt x="24" y="0"/>
                    <a:pt x="24" y="1"/>
                  </a:cubicBezTo>
                  <a:cubicBezTo>
                    <a:pt x="24" y="1"/>
                    <a:pt x="24" y="1"/>
                    <a:pt x="25" y="1"/>
                  </a:cubicBezTo>
                  <a:cubicBezTo>
                    <a:pt x="25" y="1"/>
                    <a:pt x="26" y="1"/>
                    <a:pt x="26" y="1"/>
                  </a:cubicBezTo>
                  <a:cubicBezTo>
                    <a:pt x="27" y="1"/>
                    <a:pt x="28" y="1"/>
                    <a:pt x="28" y="1"/>
                  </a:cubicBezTo>
                  <a:cubicBezTo>
                    <a:pt x="31" y="1"/>
                    <a:pt x="34" y="1"/>
                    <a:pt x="37" y="3"/>
                  </a:cubicBezTo>
                  <a:cubicBezTo>
                    <a:pt x="38" y="4"/>
                    <a:pt x="39" y="5"/>
                    <a:pt x="40" y="5"/>
                  </a:cubicBezTo>
                  <a:cubicBezTo>
                    <a:pt x="40" y="5"/>
                    <a:pt x="41" y="5"/>
                    <a:pt x="41" y="5"/>
                  </a:cubicBezTo>
                  <a:cubicBezTo>
                    <a:pt x="44" y="5"/>
                    <a:pt x="44" y="5"/>
                    <a:pt x="44" y="5"/>
                  </a:cubicBezTo>
                  <a:cubicBezTo>
                    <a:pt x="44" y="8"/>
                    <a:pt x="44" y="8"/>
                    <a:pt x="44" y="8"/>
                  </a:cubicBezTo>
                  <a:cubicBezTo>
                    <a:pt x="44" y="12"/>
                    <a:pt x="44" y="12"/>
                    <a:pt x="44" y="12"/>
                  </a:cubicBezTo>
                  <a:cubicBezTo>
                    <a:pt x="44" y="15"/>
                    <a:pt x="42" y="16"/>
                    <a:pt x="41" y="17"/>
                  </a:cubicBezTo>
                  <a:cubicBezTo>
                    <a:pt x="41" y="17"/>
                    <a:pt x="40" y="17"/>
                    <a:pt x="40" y="17"/>
                  </a:cubicBezTo>
                  <a:cubicBezTo>
                    <a:pt x="40" y="17"/>
                    <a:pt x="40" y="17"/>
                    <a:pt x="40" y="17"/>
                  </a:cubicBezTo>
                  <a:cubicBezTo>
                    <a:pt x="39" y="18"/>
                    <a:pt x="41" y="21"/>
                    <a:pt x="41" y="23"/>
                  </a:cubicBezTo>
                  <a:cubicBezTo>
                    <a:pt x="42" y="23"/>
                    <a:pt x="42" y="24"/>
                    <a:pt x="43" y="25"/>
                  </a:cubicBezTo>
                  <a:cubicBezTo>
                    <a:pt x="45" y="31"/>
                    <a:pt x="44" y="36"/>
                    <a:pt x="39" y="39"/>
                  </a:cubicBezTo>
                  <a:cubicBezTo>
                    <a:pt x="37" y="40"/>
                    <a:pt x="36" y="40"/>
                    <a:pt x="35" y="40"/>
                  </a:cubicBezTo>
                  <a:cubicBezTo>
                    <a:pt x="35" y="40"/>
                    <a:pt x="34" y="40"/>
                    <a:pt x="34" y="40"/>
                  </a:cubicBezTo>
                  <a:cubicBezTo>
                    <a:pt x="34" y="41"/>
                    <a:pt x="33" y="41"/>
                    <a:pt x="33" y="42"/>
                  </a:cubicBezTo>
                  <a:cubicBezTo>
                    <a:pt x="32" y="42"/>
                    <a:pt x="32" y="42"/>
                    <a:pt x="31" y="43"/>
                  </a:cubicBezTo>
                  <a:cubicBezTo>
                    <a:pt x="29" y="45"/>
                    <a:pt x="26" y="45"/>
                    <a:pt x="23" y="45"/>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汉仪雅酷黑简" panose="00020600040101010101" charset="-122"/>
              </a:endParaRPr>
            </a:p>
          </p:txBody>
        </p:sp>
        <p:sp>
          <p:nvSpPr>
            <p:cNvPr id="14" name="Freeform 8"/>
            <p:cNvSpPr/>
            <p:nvPr/>
          </p:nvSpPr>
          <p:spPr bwMode="auto">
            <a:xfrm>
              <a:off x="6490279" y="2328346"/>
              <a:ext cx="87754" cy="75394"/>
            </a:xfrm>
            <a:custGeom>
              <a:avLst/>
              <a:gdLst>
                <a:gd name="T0" fmla="*/ 14 w 30"/>
                <a:gd name="T1" fmla="*/ 26 h 26"/>
                <a:gd name="T2" fmla="*/ 14 w 30"/>
                <a:gd name="T3" fmla="*/ 23 h 26"/>
                <a:gd name="T4" fmla="*/ 13 w 30"/>
                <a:gd name="T5" fmla="*/ 21 h 26"/>
                <a:gd name="T6" fmla="*/ 13 w 30"/>
                <a:gd name="T7" fmla="*/ 21 h 26"/>
                <a:gd name="T8" fmla="*/ 10 w 30"/>
                <a:gd name="T9" fmla="*/ 22 h 26"/>
                <a:gd name="T10" fmla="*/ 9 w 30"/>
                <a:gd name="T11" fmla="*/ 19 h 26"/>
                <a:gd name="T12" fmla="*/ 5 w 30"/>
                <a:gd name="T13" fmla="*/ 14 h 26"/>
                <a:gd name="T14" fmla="*/ 2 w 30"/>
                <a:gd name="T15" fmla="*/ 12 h 26"/>
                <a:gd name="T16" fmla="*/ 0 w 30"/>
                <a:gd name="T17" fmla="*/ 9 h 26"/>
                <a:gd name="T18" fmla="*/ 1 w 30"/>
                <a:gd name="T19" fmla="*/ 4 h 26"/>
                <a:gd name="T20" fmla="*/ 12 w 30"/>
                <a:gd name="T21" fmla="*/ 0 h 26"/>
                <a:gd name="T22" fmla="*/ 18 w 30"/>
                <a:gd name="T23" fmla="*/ 1 h 26"/>
                <a:gd name="T24" fmla="*/ 22 w 30"/>
                <a:gd name="T25" fmla="*/ 1 h 26"/>
                <a:gd name="T26" fmla="*/ 25 w 30"/>
                <a:gd name="T27" fmla="*/ 1 h 26"/>
                <a:gd name="T28" fmla="*/ 25 w 30"/>
                <a:gd name="T29" fmla="*/ 5 h 26"/>
                <a:gd name="T30" fmla="*/ 25 w 30"/>
                <a:gd name="T31" fmla="*/ 5 h 26"/>
                <a:gd name="T32" fmla="*/ 25 w 30"/>
                <a:gd name="T33" fmla="*/ 5 h 26"/>
                <a:gd name="T34" fmla="*/ 27 w 30"/>
                <a:gd name="T35" fmla="*/ 6 h 26"/>
                <a:gd name="T36" fmla="*/ 29 w 30"/>
                <a:gd name="T37" fmla="*/ 6 h 26"/>
                <a:gd name="T38" fmla="*/ 29 w 30"/>
                <a:gd name="T39" fmla="*/ 9 h 26"/>
                <a:gd name="T40" fmla="*/ 30 w 30"/>
                <a:gd name="T41" fmla="*/ 11 h 26"/>
                <a:gd name="T42" fmla="*/ 28 w 30"/>
                <a:gd name="T43" fmla="*/ 21 h 26"/>
                <a:gd name="T44" fmla="*/ 19 w 30"/>
                <a:gd name="T45" fmla="*/ 26 h 26"/>
                <a:gd name="T46" fmla="*/ 14 w 30"/>
                <a:gd name="T4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0" h="26">
                  <a:moveTo>
                    <a:pt x="14" y="26"/>
                  </a:moveTo>
                  <a:cubicBezTo>
                    <a:pt x="14" y="23"/>
                    <a:pt x="14" y="23"/>
                    <a:pt x="14" y="23"/>
                  </a:cubicBezTo>
                  <a:cubicBezTo>
                    <a:pt x="14" y="22"/>
                    <a:pt x="13" y="21"/>
                    <a:pt x="13" y="21"/>
                  </a:cubicBezTo>
                  <a:cubicBezTo>
                    <a:pt x="13" y="21"/>
                    <a:pt x="13" y="21"/>
                    <a:pt x="13" y="21"/>
                  </a:cubicBezTo>
                  <a:cubicBezTo>
                    <a:pt x="10" y="22"/>
                    <a:pt x="10" y="22"/>
                    <a:pt x="10" y="22"/>
                  </a:cubicBezTo>
                  <a:cubicBezTo>
                    <a:pt x="9" y="19"/>
                    <a:pt x="9" y="19"/>
                    <a:pt x="9" y="19"/>
                  </a:cubicBezTo>
                  <a:cubicBezTo>
                    <a:pt x="9" y="17"/>
                    <a:pt x="8" y="15"/>
                    <a:pt x="5" y="14"/>
                  </a:cubicBezTo>
                  <a:cubicBezTo>
                    <a:pt x="4" y="13"/>
                    <a:pt x="3" y="13"/>
                    <a:pt x="2" y="12"/>
                  </a:cubicBezTo>
                  <a:cubicBezTo>
                    <a:pt x="1" y="11"/>
                    <a:pt x="0" y="10"/>
                    <a:pt x="0" y="9"/>
                  </a:cubicBezTo>
                  <a:cubicBezTo>
                    <a:pt x="0" y="8"/>
                    <a:pt x="0" y="6"/>
                    <a:pt x="1" y="4"/>
                  </a:cubicBezTo>
                  <a:cubicBezTo>
                    <a:pt x="4" y="1"/>
                    <a:pt x="9" y="0"/>
                    <a:pt x="12" y="0"/>
                  </a:cubicBezTo>
                  <a:cubicBezTo>
                    <a:pt x="14" y="0"/>
                    <a:pt x="16" y="1"/>
                    <a:pt x="18" y="1"/>
                  </a:cubicBezTo>
                  <a:cubicBezTo>
                    <a:pt x="19" y="1"/>
                    <a:pt x="21" y="1"/>
                    <a:pt x="22" y="1"/>
                  </a:cubicBezTo>
                  <a:cubicBezTo>
                    <a:pt x="25" y="1"/>
                    <a:pt x="25" y="1"/>
                    <a:pt x="25" y="1"/>
                  </a:cubicBezTo>
                  <a:cubicBezTo>
                    <a:pt x="25" y="5"/>
                    <a:pt x="25" y="5"/>
                    <a:pt x="25" y="5"/>
                  </a:cubicBezTo>
                  <a:cubicBezTo>
                    <a:pt x="25" y="5"/>
                    <a:pt x="25" y="5"/>
                    <a:pt x="25" y="5"/>
                  </a:cubicBezTo>
                  <a:cubicBezTo>
                    <a:pt x="25" y="5"/>
                    <a:pt x="25" y="5"/>
                    <a:pt x="25" y="5"/>
                  </a:cubicBezTo>
                  <a:cubicBezTo>
                    <a:pt x="25" y="5"/>
                    <a:pt x="25" y="6"/>
                    <a:pt x="27" y="6"/>
                  </a:cubicBezTo>
                  <a:cubicBezTo>
                    <a:pt x="29" y="6"/>
                    <a:pt x="29" y="6"/>
                    <a:pt x="29" y="6"/>
                  </a:cubicBezTo>
                  <a:cubicBezTo>
                    <a:pt x="29" y="9"/>
                    <a:pt x="29" y="9"/>
                    <a:pt x="29" y="9"/>
                  </a:cubicBezTo>
                  <a:cubicBezTo>
                    <a:pt x="29" y="10"/>
                    <a:pt x="30" y="11"/>
                    <a:pt x="30" y="11"/>
                  </a:cubicBezTo>
                  <a:cubicBezTo>
                    <a:pt x="30" y="15"/>
                    <a:pt x="30" y="18"/>
                    <a:pt x="28" y="21"/>
                  </a:cubicBezTo>
                  <a:cubicBezTo>
                    <a:pt x="26" y="26"/>
                    <a:pt x="21" y="26"/>
                    <a:pt x="19" y="26"/>
                  </a:cubicBezTo>
                  <a:lnTo>
                    <a:pt x="14" y="26"/>
                  </a:ln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汉仪雅酷黑简" panose="00020600040101010101" charset="-122"/>
              </a:endParaRPr>
            </a:p>
          </p:txBody>
        </p:sp>
        <p:sp>
          <p:nvSpPr>
            <p:cNvPr id="19" name="Freeform 9"/>
            <p:cNvSpPr/>
            <p:nvPr/>
          </p:nvSpPr>
          <p:spPr bwMode="auto">
            <a:xfrm>
              <a:off x="6487807" y="2401268"/>
              <a:ext cx="90226" cy="58091"/>
            </a:xfrm>
            <a:custGeom>
              <a:avLst/>
              <a:gdLst>
                <a:gd name="T0" fmla="*/ 27 w 31"/>
                <a:gd name="T1" fmla="*/ 20 h 20"/>
                <a:gd name="T2" fmla="*/ 26 w 31"/>
                <a:gd name="T3" fmla="*/ 20 h 20"/>
                <a:gd name="T4" fmla="*/ 10 w 31"/>
                <a:gd name="T5" fmla="*/ 20 h 20"/>
                <a:gd name="T6" fmla="*/ 10 w 31"/>
                <a:gd name="T7" fmla="*/ 15 h 20"/>
                <a:gd name="T8" fmla="*/ 1 w 31"/>
                <a:gd name="T9" fmla="*/ 15 h 20"/>
                <a:gd name="T10" fmla="*/ 1 w 31"/>
                <a:gd name="T11" fmla="*/ 5 h 20"/>
                <a:gd name="T12" fmla="*/ 1 w 31"/>
                <a:gd name="T13" fmla="*/ 4 h 20"/>
                <a:gd name="T14" fmla="*/ 1 w 31"/>
                <a:gd name="T15" fmla="*/ 1 h 20"/>
                <a:gd name="T16" fmla="*/ 5 w 31"/>
                <a:gd name="T17" fmla="*/ 0 h 20"/>
                <a:gd name="T18" fmla="*/ 21 w 31"/>
                <a:gd name="T19" fmla="*/ 0 h 20"/>
                <a:gd name="T20" fmla="*/ 21 w 31"/>
                <a:gd name="T21" fmla="*/ 2 h 20"/>
                <a:gd name="T22" fmla="*/ 21 w 31"/>
                <a:gd name="T23" fmla="*/ 4 h 20"/>
                <a:gd name="T24" fmla="*/ 23 w 31"/>
                <a:gd name="T25" fmla="*/ 4 h 20"/>
                <a:gd name="T26" fmla="*/ 23 w 31"/>
                <a:gd name="T27" fmla="*/ 4 h 20"/>
                <a:gd name="T28" fmla="*/ 24 w 31"/>
                <a:gd name="T29" fmla="*/ 4 h 20"/>
                <a:gd name="T30" fmla="*/ 30 w 31"/>
                <a:gd name="T31" fmla="*/ 10 h 20"/>
                <a:gd name="T32" fmla="*/ 30 w 31"/>
                <a:gd name="T33" fmla="*/ 15 h 20"/>
                <a:gd name="T34" fmla="*/ 30 w 31"/>
                <a:gd name="T35" fmla="*/ 15 h 20"/>
                <a:gd name="T36" fmla="*/ 30 w 31"/>
                <a:gd name="T37" fmla="*/ 19 h 20"/>
                <a:gd name="T38" fmla="*/ 27 w 31"/>
                <a:gd name="T39"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1" h="20">
                  <a:moveTo>
                    <a:pt x="27" y="20"/>
                  </a:moveTo>
                  <a:cubicBezTo>
                    <a:pt x="27" y="20"/>
                    <a:pt x="26" y="20"/>
                    <a:pt x="26" y="20"/>
                  </a:cubicBezTo>
                  <a:cubicBezTo>
                    <a:pt x="10" y="20"/>
                    <a:pt x="10" y="20"/>
                    <a:pt x="10" y="20"/>
                  </a:cubicBezTo>
                  <a:cubicBezTo>
                    <a:pt x="10" y="15"/>
                    <a:pt x="10" y="15"/>
                    <a:pt x="10" y="15"/>
                  </a:cubicBezTo>
                  <a:cubicBezTo>
                    <a:pt x="1" y="15"/>
                    <a:pt x="1" y="15"/>
                    <a:pt x="1" y="15"/>
                  </a:cubicBezTo>
                  <a:cubicBezTo>
                    <a:pt x="1" y="5"/>
                    <a:pt x="1" y="5"/>
                    <a:pt x="1" y="5"/>
                  </a:cubicBezTo>
                  <a:cubicBezTo>
                    <a:pt x="1" y="5"/>
                    <a:pt x="1" y="5"/>
                    <a:pt x="1" y="4"/>
                  </a:cubicBezTo>
                  <a:cubicBezTo>
                    <a:pt x="1" y="4"/>
                    <a:pt x="0" y="2"/>
                    <a:pt x="1" y="1"/>
                  </a:cubicBezTo>
                  <a:cubicBezTo>
                    <a:pt x="3" y="0"/>
                    <a:pt x="4" y="0"/>
                    <a:pt x="5" y="0"/>
                  </a:cubicBezTo>
                  <a:cubicBezTo>
                    <a:pt x="21" y="0"/>
                    <a:pt x="21" y="0"/>
                    <a:pt x="21" y="0"/>
                  </a:cubicBezTo>
                  <a:cubicBezTo>
                    <a:pt x="21" y="2"/>
                    <a:pt x="21" y="2"/>
                    <a:pt x="21" y="2"/>
                  </a:cubicBezTo>
                  <a:cubicBezTo>
                    <a:pt x="21" y="3"/>
                    <a:pt x="21" y="4"/>
                    <a:pt x="21" y="4"/>
                  </a:cubicBezTo>
                  <a:cubicBezTo>
                    <a:pt x="22" y="4"/>
                    <a:pt x="22" y="4"/>
                    <a:pt x="23" y="4"/>
                  </a:cubicBezTo>
                  <a:cubicBezTo>
                    <a:pt x="23" y="4"/>
                    <a:pt x="23" y="4"/>
                    <a:pt x="23" y="4"/>
                  </a:cubicBezTo>
                  <a:cubicBezTo>
                    <a:pt x="24" y="4"/>
                    <a:pt x="24" y="4"/>
                    <a:pt x="24" y="4"/>
                  </a:cubicBezTo>
                  <a:cubicBezTo>
                    <a:pt x="27" y="4"/>
                    <a:pt x="30" y="6"/>
                    <a:pt x="30" y="10"/>
                  </a:cubicBezTo>
                  <a:cubicBezTo>
                    <a:pt x="30" y="12"/>
                    <a:pt x="30" y="13"/>
                    <a:pt x="30" y="15"/>
                  </a:cubicBezTo>
                  <a:cubicBezTo>
                    <a:pt x="30" y="15"/>
                    <a:pt x="30" y="15"/>
                    <a:pt x="30" y="15"/>
                  </a:cubicBezTo>
                  <a:cubicBezTo>
                    <a:pt x="31" y="17"/>
                    <a:pt x="31" y="18"/>
                    <a:pt x="30" y="19"/>
                  </a:cubicBezTo>
                  <a:cubicBezTo>
                    <a:pt x="29" y="20"/>
                    <a:pt x="28" y="20"/>
                    <a:pt x="27" y="20"/>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汉仪雅酷黑简" panose="00020600040101010101" charset="-122"/>
              </a:endParaRPr>
            </a:p>
          </p:txBody>
        </p:sp>
        <p:sp>
          <p:nvSpPr>
            <p:cNvPr id="20" name="Freeform 10"/>
            <p:cNvSpPr/>
            <p:nvPr/>
          </p:nvSpPr>
          <p:spPr bwMode="auto">
            <a:xfrm>
              <a:off x="5704203" y="2176322"/>
              <a:ext cx="321352" cy="227418"/>
            </a:xfrm>
            <a:custGeom>
              <a:avLst/>
              <a:gdLst>
                <a:gd name="T0" fmla="*/ 34 w 110"/>
                <a:gd name="T1" fmla="*/ 78 h 78"/>
                <a:gd name="T2" fmla="*/ 16 w 110"/>
                <a:gd name="T3" fmla="*/ 78 h 78"/>
                <a:gd name="T4" fmla="*/ 5 w 110"/>
                <a:gd name="T5" fmla="*/ 67 h 78"/>
                <a:gd name="T6" fmla="*/ 0 w 110"/>
                <a:gd name="T7" fmla="*/ 59 h 78"/>
                <a:gd name="T8" fmla="*/ 0 w 110"/>
                <a:gd name="T9" fmla="*/ 49 h 78"/>
                <a:gd name="T10" fmla="*/ 8 w 110"/>
                <a:gd name="T11" fmla="*/ 44 h 78"/>
                <a:gd name="T12" fmla="*/ 13 w 110"/>
                <a:gd name="T13" fmla="*/ 39 h 78"/>
                <a:gd name="T14" fmla="*/ 14 w 110"/>
                <a:gd name="T15" fmla="*/ 31 h 78"/>
                <a:gd name="T16" fmla="*/ 11 w 110"/>
                <a:gd name="T17" fmla="*/ 19 h 78"/>
                <a:gd name="T18" fmla="*/ 7 w 110"/>
                <a:gd name="T19" fmla="*/ 17 h 78"/>
                <a:gd name="T20" fmla="*/ 5 w 110"/>
                <a:gd name="T21" fmla="*/ 6 h 78"/>
                <a:gd name="T22" fmla="*/ 46 w 110"/>
                <a:gd name="T23" fmla="*/ 3 h 78"/>
                <a:gd name="T24" fmla="*/ 100 w 110"/>
                <a:gd name="T25" fmla="*/ 1 h 78"/>
                <a:gd name="T26" fmla="*/ 109 w 110"/>
                <a:gd name="T27" fmla="*/ 3 h 78"/>
                <a:gd name="T28" fmla="*/ 110 w 110"/>
                <a:gd name="T29" fmla="*/ 7 h 78"/>
                <a:gd name="T30" fmla="*/ 110 w 110"/>
                <a:gd name="T31" fmla="*/ 10 h 78"/>
                <a:gd name="T32" fmla="*/ 104 w 110"/>
                <a:gd name="T33" fmla="*/ 18 h 78"/>
                <a:gd name="T34" fmla="*/ 101 w 110"/>
                <a:gd name="T35" fmla="*/ 29 h 78"/>
                <a:gd name="T36" fmla="*/ 103 w 110"/>
                <a:gd name="T37" fmla="*/ 33 h 78"/>
                <a:gd name="T38" fmla="*/ 97 w 110"/>
                <a:gd name="T39" fmla="*/ 40 h 78"/>
                <a:gd name="T40" fmla="*/ 96 w 110"/>
                <a:gd name="T41" fmla="*/ 40 h 78"/>
                <a:gd name="T42" fmla="*/ 92 w 110"/>
                <a:gd name="T43" fmla="*/ 45 h 78"/>
                <a:gd name="T44" fmla="*/ 85 w 110"/>
                <a:gd name="T45" fmla="*/ 45 h 78"/>
                <a:gd name="T46" fmla="*/ 77 w 110"/>
                <a:gd name="T47" fmla="*/ 51 h 78"/>
                <a:gd name="T48" fmla="*/ 71 w 110"/>
                <a:gd name="T49" fmla="*/ 55 h 78"/>
                <a:gd name="T50" fmla="*/ 68 w 110"/>
                <a:gd name="T51" fmla="*/ 54 h 78"/>
                <a:gd name="T52" fmla="*/ 63 w 110"/>
                <a:gd name="T53" fmla="*/ 59 h 78"/>
                <a:gd name="T54" fmla="*/ 54 w 110"/>
                <a:gd name="T55" fmla="*/ 59 h 78"/>
                <a:gd name="T56" fmla="*/ 49 w 110"/>
                <a:gd name="T57" fmla="*/ 59 h 78"/>
                <a:gd name="T58" fmla="*/ 45 w 110"/>
                <a:gd name="T59" fmla="*/ 64 h 78"/>
                <a:gd name="T60" fmla="*/ 44 w 110"/>
                <a:gd name="T61" fmla="*/ 69 h 78"/>
                <a:gd name="T62" fmla="*/ 36 w 110"/>
                <a:gd name="T63"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0" h="78">
                  <a:moveTo>
                    <a:pt x="36" y="78"/>
                  </a:moveTo>
                  <a:cubicBezTo>
                    <a:pt x="36" y="78"/>
                    <a:pt x="35" y="78"/>
                    <a:pt x="34" y="78"/>
                  </a:cubicBezTo>
                  <a:cubicBezTo>
                    <a:pt x="34" y="78"/>
                    <a:pt x="33" y="78"/>
                    <a:pt x="32" y="78"/>
                  </a:cubicBezTo>
                  <a:cubicBezTo>
                    <a:pt x="16" y="78"/>
                    <a:pt x="16" y="78"/>
                    <a:pt x="16" y="78"/>
                  </a:cubicBezTo>
                  <a:cubicBezTo>
                    <a:pt x="15" y="77"/>
                    <a:pt x="15" y="77"/>
                    <a:pt x="15" y="77"/>
                  </a:cubicBezTo>
                  <a:cubicBezTo>
                    <a:pt x="12" y="74"/>
                    <a:pt x="8" y="70"/>
                    <a:pt x="5" y="67"/>
                  </a:cubicBezTo>
                  <a:cubicBezTo>
                    <a:pt x="4" y="66"/>
                    <a:pt x="3" y="65"/>
                    <a:pt x="2" y="64"/>
                  </a:cubicBezTo>
                  <a:cubicBezTo>
                    <a:pt x="0" y="62"/>
                    <a:pt x="0" y="61"/>
                    <a:pt x="0" y="59"/>
                  </a:cubicBezTo>
                  <a:cubicBezTo>
                    <a:pt x="0" y="58"/>
                    <a:pt x="0" y="58"/>
                    <a:pt x="0" y="58"/>
                  </a:cubicBezTo>
                  <a:cubicBezTo>
                    <a:pt x="0" y="49"/>
                    <a:pt x="0" y="49"/>
                    <a:pt x="0" y="49"/>
                  </a:cubicBezTo>
                  <a:cubicBezTo>
                    <a:pt x="2" y="48"/>
                    <a:pt x="2" y="48"/>
                    <a:pt x="2" y="48"/>
                  </a:cubicBezTo>
                  <a:cubicBezTo>
                    <a:pt x="5" y="48"/>
                    <a:pt x="6" y="47"/>
                    <a:pt x="8" y="44"/>
                  </a:cubicBezTo>
                  <a:cubicBezTo>
                    <a:pt x="8" y="43"/>
                    <a:pt x="9" y="42"/>
                    <a:pt x="9" y="41"/>
                  </a:cubicBezTo>
                  <a:cubicBezTo>
                    <a:pt x="10" y="39"/>
                    <a:pt x="12" y="39"/>
                    <a:pt x="13" y="39"/>
                  </a:cubicBezTo>
                  <a:cubicBezTo>
                    <a:pt x="13" y="39"/>
                    <a:pt x="13" y="39"/>
                    <a:pt x="14" y="39"/>
                  </a:cubicBezTo>
                  <a:cubicBezTo>
                    <a:pt x="14" y="37"/>
                    <a:pt x="14" y="34"/>
                    <a:pt x="14" y="31"/>
                  </a:cubicBezTo>
                  <a:cubicBezTo>
                    <a:pt x="14" y="30"/>
                    <a:pt x="14" y="29"/>
                    <a:pt x="14" y="28"/>
                  </a:cubicBezTo>
                  <a:cubicBezTo>
                    <a:pt x="14" y="23"/>
                    <a:pt x="14" y="21"/>
                    <a:pt x="11" y="19"/>
                  </a:cubicBezTo>
                  <a:cubicBezTo>
                    <a:pt x="10" y="19"/>
                    <a:pt x="9" y="18"/>
                    <a:pt x="8" y="17"/>
                  </a:cubicBezTo>
                  <a:cubicBezTo>
                    <a:pt x="7" y="17"/>
                    <a:pt x="7" y="17"/>
                    <a:pt x="7" y="17"/>
                  </a:cubicBezTo>
                  <a:cubicBezTo>
                    <a:pt x="5" y="16"/>
                    <a:pt x="5" y="14"/>
                    <a:pt x="5" y="13"/>
                  </a:cubicBezTo>
                  <a:cubicBezTo>
                    <a:pt x="5" y="6"/>
                    <a:pt x="5" y="6"/>
                    <a:pt x="5" y="6"/>
                  </a:cubicBezTo>
                  <a:cubicBezTo>
                    <a:pt x="8" y="6"/>
                    <a:pt x="8" y="6"/>
                    <a:pt x="8" y="6"/>
                  </a:cubicBezTo>
                  <a:cubicBezTo>
                    <a:pt x="20" y="6"/>
                    <a:pt x="33" y="4"/>
                    <a:pt x="46" y="3"/>
                  </a:cubicBezTo>
                  <a:cubicBezTo>
                    <a:pt x="59" y="2"/>
                    <a:pt x="74" y="0"/>
                    <a:pt x="88" y="0"/>
                  </a:cubicBezTo>
                  <a:cubicBezTo>
                    <a:pt x="92" y="0"/>
                    <a:pt x="96" y="0"/>
                    <a:pt x="100" y="1"/>
                  </a:cubicBezTo>
                  <a:cubicBezTo>
                    <a:pt x="102" y="1"/>
                    <a:pt x="104" y="1"/>
                    <a:pt x="106" y="1"/>
                  </a:cubicBezTo>
                  <a:cubicBezTo>
                    <a:pt x="106" y="1"/>
                    <a:pt x="108" y="1"/>
                    <a:pt x="109" y="3"/>
                  </a:cubicBezTo>
                  <a:cubicBezTo>
                    <a:pt x="110" y="4"/>
                    <a:pt x="110" y="5"/>
                    <a:pt x="110" y="6"/>
                  </a:cubicBezTo>
                  <a:cubicBezTo>
                    <a:pt x="110" y="6"/>
                    <a:pt x="110" y="6"/>
                    <a:pt x="110" y="7"/>
                  </a:cubicBezTo>
                  <a:cubicBezTo>
                    <a:pt x="110" y="9"/>
                    <a:pt x="110" y="9"/>
                    <a:pt x="110" y="9"/>
                  </a:cubicBezTo>
                  <a:cubicBezTo>
                    <a:pt x="110" y="9"/>
                    <a:pt x="110" y="10"/>
                    <a:pt x="110" y="10"/>
                  </a:cubicBezTo>
                  <a:cubicBezTo>
                    <a:pt x="110" y="12"/>
                    <a:pt x="110" y="16"/>
                    <a:pt x="107" y="17"/>
                  </a:cubicBezTo>
                  <a:cubicBezTo>
                    <a:pt x="106" y="17"/>
                    <a:pt x="105" y="18"/>
                    <a:pt x="104" y="18"/>
                  </a:cubicBezTo>
                  <a:cubicBezTo>
                    <a:pt x="103" y="19"/>
                    <a:pt x="102" y="21"/>
                    <a:pt x="101" y="23"/>
                  </a:cubicBezTo>
                  <a:cubicBezTo>
                    <a:pt x="100" y="25"/>
                    <a:pt x="100" y="28"/>
                    <a:pt x="101" y="29"/>
                  </a:cubicBezTo>
                  <a:cubicBezTo>
                    <a:pt x="101" y="30"/>
                    <a:pt x="101" y="30"/>
                    <a:pt x="101" y="31"/>
                  </a:cubicBezTo>
                  <a:cubicBezTo>
                    <a:pt x="102" y="31"/>
                    <a:pt x="103" y="32"/>
                    <a:pt x="103" y="33"/>
                  </a:cubicBezTo>
                  <a:cubicBezTo>
                    <a:pt x="104" y="35"/>
                    <a:pt x="103" y="36"/>
                    <a:pt x="103" y="38"/>
                  </a:cubicBezTo>
                  <a:cubicBezTo>
                    <a:pt x="101" y="40"/>
                    <a:pt x="97" y="40"/>
                    <a:pt x="97" y="40"/>
                  </a:cubicBezTo>
                  <a:cubicBezTo>
                    <a:pt x="96" y="40"/>
                    <a:pt x="96" y="40"/>
                    <a:pt x="96" y="40"/>
                  </a:cubicBezTo>
                  <a:cubicBezTo>
                    <a:pt x="96" y="40"/>
                    <a:pt x="96" y="40"/>
                    <a:pt x="96" y="40"/>
                  </a:cubicBezTo>
                  <a:cubicBezTo>
                    <a:pt x="96" y="40"/>
                    <a:pt x="96" y="40"/>
                    <a:pt x="96" y="41"/>
                  </a:cubicBezTo>
                  <a:cubicBezTo>
                    <a:pt x="95" y="44"/>
                    <a:pt x="93" y="45"/>
                    <a:pt x="92" y="45"/>
                  </a:cubicBezTo>
                  <a:cubicBezTo>
                    <a:pt x="91" y="45"/>
                    <a:pt x="90" y="45"/>
                    <a:pt x="90" y="45"/>
                  </a:cubicBezTo>
                  <a:cubicBezTo>
                    <a:pt x="85" y="45"/>
                    <a:pt x="85" y="45"/>
                    <a:pt x="85" y="45"/>
                  </a:cubicBezTo>
                  <a:cubicBezTo>
                    <a:pt x="84" y="45"/>
                    <a:pt x="83" y="45"/>
                    <a:pt x="82" y="46"/>
                  </a:cubicBezTo>
                  <a:cubicBezTo>
                    <a:pt x="80" y="47"/>
                    <a:pt x="79" y="49"/>
                    <a:pt x="77" y="51"/>
                  </a:cubicBezTo>
                  <a:cubicBezTo>
                    <a:pt x="76" y="53"/>
                    <a:pt x="75" y="55"/>
                    <a:pt x="72" y="55"/>
                  </a:cubicBezTo>
                  <a:cubicBezTo>
                    <a:pt x="71" y="55"/>
                    <a:pt x="71" y="55"/>
                    <a:pt x="71" y="55"/>
                  </a:cubicBezTo>
                  <a:cubicBezTo>
                    <a:pt x="70" y="55"/>
                    <a:pt x="69" y="54"/>
                    <a:pt x="68" y="54"/>
                  </a:cubicBezTo>
                  <a:cubicBezTo>
                    <a:pt x="68" y="54"/>
                    <a:pt x="68" y="54"/>
                    <a:pt x="68" y="54"/>
                  </a:cubicBezTo>
                  <a:cubicBezTo>
                    <a:pt x="68" y="54"/>
                    <a:pt x="68" y="55"/>
                    <a:pt x="68" y="55"/>
                  </a:cubicBezTo>
                  <a:cubicBezTo>
                    <a:pt x="67" y="58"/>
                    <a:pt x="65" y="59"/>
                    <a:pt x="63" y="59"/>
                  </a:cubicBezTo>
                  <a:cubicBezTo>
                    <a:pt x="56" y="59"/>
                    <a:pt x="56" y="59"/>
                    <a:pt x="56" y="59"/>
                  </a:cubicBezTo>
                  <a:cubicBezTo>
                    <a:pt x="55" y="59"/>
                    <a:pt x="54" y="59"/>
                    <a:pt x="54" y="59"/>
                  </a:cubicBezTo>
                  <a:cubicBezTo>
                    <a:pt x="53" y="59"/>
                    <a:pt x="52" y="59"/>
                    <a:pt x="51" y="59"/>
                  </a:cubicBezTo>
                  <a:cubicBezTo>
                    <a:pt x="49" y="59"/>
                    <a:pt x="49" y="59"/>
                    <a:pt x="49" y="59"/>
                  </a:cubicBezTo>
                  <a:cubicBezTo>
                    <a:pt x="49" y="60"/>
                    <a:pt x="49" y="60"/>
                    <a:pt x="49" y="60"/>
                  </a:cubicBezTo>
                  <a:cubicBezTo>
                    <a:pt x="48" y="63"/>
                    <a:pt x="47" y="64"/>
                    <a:pt x="45" y="64"/>
                  </a:cubicBezTo>
                  <a:cubicBezTo>
                    <a:pt x="45" y="64"/>
                    <a:pt x="45" y="64"/>
                    <a:pt x="45" y="65"/>
                  </a:cubicBezTo>
                  <a:cubicBezTo>
                    <a:pt x="44" y="66"/>
                    <a:pt x="44" y="67"/>
                    <a:pt x="44" y="69"/>
                  </a:cubicBezTo>
                  <a:cubicBezTo>
                    <a:pt x="44" y="70"/>
                    <a:pt x="44" y="72"/>
                    <a:pt x="43" y="73"/>
                  </a:cubicBezTo>
                  <a:cubicBezTo>
                    <a:pt x="43" y="75"/>
                    <a:pt x="41" y="78"/>
                    <a:pt x="36" y="78"/>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汉仪雅酷黑简" panose="00020600040101010101" charset="-122"/>
              </a:endParaRPr>
            </a:p>
          </p:txBody>
        </p:sp>
        <p:sp>
          <p:nvSpPr>
            <p:cNvPr id="21" name="Freeform 11"/>
            <p:cNvSpPr>
              <a:spLocks noEditPoints="1"/>
            </p:cNvSpPr>
            <p:nvPr/>
          </p:nvSpPr>
          <p:spPr bwMode="auto">
            <a:xfrm>
              <a:off x="6254209" y="2296211"/>
              <a:ext cx="1222373" cy="2356992"/>
            </a:xfrm>
            <a:custGeom>
              <a:avLst/>
              <a:gdLst>
                <a:gd name="T0" fmla="*/ 232 w 418"/>
                <a:gd name="T1" fmla="*/ 714 h 806"/>
                <a:gd name="T2" fmla="*/ 232 w 418"/>
                <a:gd name="T3" fmla="*/ 693 h 806"/>
                <a:gd name="T4" fmla="*/ 241 w 418"/>
                <a:gd name="T5" fmla="*/ 635 h 806"/>
                <a:gd name="T6" fmla="*/ 250 w 418"/>
                <a:gd name="T7" fmla="*/ 577 h 806"/>
                <a:gd name="T8" fmla="*/ 251 w 418"/>
                <a:gd name="T9" fmla="*/ 542 h 806"/>
                <a:gd name="T10" fmla="*/ 225 w 418"/>
                <a:gd name="T11" fmla="*/ 499 h 806"/>
                <a:gd name="T12" fmla="*/ 213 w 418"/>
                <a:gd name="T13" fmla="*/ 453 h 806"/>
                <a:gd name="T14" fmla="*/ 170 w 418"/>
                <a:gd name="T15" fmla="*/ 438 h 806"/>
                <a:gd name="T16" fmla="*/ 141 w 418"/>
                <a:gd name="T17" fmla="*/ 457 h 806"/>
                <a:gd name="T18" fmla="*/ 101 w 418"/>
                <a:gd name="T19" fmla="*/ 452 h 806"/>
                <a:gd name="T20" fmla="*/ 69 w 418"/>
                <a:gd name="T21" fmla="*/ 433 h 806"/>
                <a:gd name="T22" fmla="*/ 26 w 418"/>
                <a:gd name="T23" fmla="*/ 389 h 806"/>
                <a:gd name="T24" fmla="*/ 10 w 418"/>
                <a:gd name="T25" fmla="*/ 351 h 806"/>
                <a:gd name="T26" fmla="*/ 3 w 418"/>
                <a:gd name="T27" fmla="*/ 313 h 806"/>
                <a:gd name="T28" fmla="*/ 24 w 418"/>
                <a:gd name="T29" fmla="*/ 258 h 806"/>
                <a:gd name="T30" fmla="*/ 51 w 418"/>
                <a:gd name="T31" fmla="*/ 234 h 806"/>
                <a:gd name="T32" fmla="*/ 80 w 418"/>
                <a:gd name="T33" fmla="*/ 190 h 806"/>
                <a:gd name="T34" fmla="*/ 112 w 418"/>
                <a:gd name="T35" fmla="*/ 177 h 806"/>
                <a:gd name="T36" fmla="*/ 169 w 418"/>
                <a:gd name="T37" fmla="*/ 168 h 806"/>
                <a:gd name="T38" fmla="*/ 188 w 418"/>
                <a:gd name="T39" fmla="*/ 191 h 806"/>
                <a:gd name="T40" fmla="*/ 218 w 418"/>
                <a:gd name="T41" fmla="*/ 205 h 806"/>
                <a:gd name="T42" fmla="*/ 238 w 418"/>
                <a:gd name="T43" fmla="*/ 215 h 806"/>
                <a:gd name="T44" fmla="*/ 266 w 418"/>
                <a:gd name="T45" fmla="*/ 215 h 806"/>
                <a:gd name="T46" fmla="*/ 296 w 418"/>
                <a:gd name="T47" fmla="*/ 207 h 806"/>
                <a:gd name="T48" fmla="*/ 283 w 418"/>
                <a:gd name="T49" fmla="*/ 180 h 806"/>
                <a:gd name="T50" fmla="*/ 259 w 418"/>
                <a:gd name="T51" fmla="*/ 178 h 806"/>
                <a:gd name="T52" fmla="*/ 245 w 418"/>
                <a:gd name="T53" fmla="*/ 144 h 806"/>
                <a:gd name="T54" fmla="*/ 224 w 418"/>
                <a:gd name="T55" fmla="*/ 112 h 806"/>
                <a:gd name="T56" fmla="*/ 217 w 418"/>
                <a:gd name="T57" fmla="*/ 161 h 806"/>
                <a:gd name="T58" fmla="*/ 193 w 418"/>
                <a:gd name="T59" fmla="*/ 141 h 806"/>
                <a:gd name="T60" fmla="*/ 195 w 418"/>
                <a:gd name="T61" fmla="*/ 175 h 806"/>
                <a:gd name="T62" fmla="*/ 162 w 418"/>
                <a:gd name="T63" fmla="*/ 146 h 806"/>
                <a:gd name="T64" fmla="*/ 129 w 418"/>
                <a:gd name="T65" fmla="*/ 136 h 806"/>
                <a:gd name="T66" fmla="*/ 74 w 418"/>
                <a:gd name="T67" fmla="*/ 84 h 806"/>
                <a:gd name="T68" fmla="*/ 114 w 418"/>
                <a:gd name="T69" fmla="*/ 59 h 806"/>
                <a:gd name="T70" fmla="*/ 118 w 418"/>
                <a:gd name="T71" fmla="*/ 30 h 806"/>
                <a:gd name="T72" fmla="*/ 114 w 418"/>
                <a:gd name="T73" fmla="*/ 9 h 806"/>
                <a:gd name="T74" fmla="*/ 211 w 418"/>
                <a:gd name="T75" fmla="*/ 61 h 806"/>
                <a:gd name="T76" fmla="*/ 282 w 418"/>
                <a:gd name="T77" fmla="*/ 122 h 806"/>
                <a:gd name="T78" fmla="*/ 330 w 418"/>
                <a:gd name="T79" fmla="*/ 173 h 806"/>
                <a:gd name="T80" fmla="*/ 355 w 418"/>
                <a:gd name="T81" fmla="*/ 209 h 806"/>
                <a:gd name="T82" fmla="*/ 370 w 418"/>
                <a:gd name="T83" fmla="*/ 237 h 806"/>
                <a:gd name="T84" fmla="*/ 381 w 418"/>
                <a:gd name="T85" fmla="*/ 257 h 806"/>
                <a:gd name="T86" fmla="*/ 393 w 418"/>
                <a:gd name="T87" fmla="*/ 282 h 806"/>
                <a:gd name="T88" fmla="*/ 382 w 418"/>
                <a:gd name="T89" fmla="*/ 334 h 806"/>
                <a:gd name="T90" fmla="*/ 363 w 418"/>
                <a:gd name="T91" fmla="*/ 301 h 806"/>
                <a:gd name="T92" fmla="*/ 338 w 418"/>
                <a:gd name="T93" fmla="*/ 268 h 806"/>
                <a:gd name="T94" fmla="*/ 322 w 418"/>
                <a:gd name="T95" fmla="*/ 245 h 806"/>
                <a:gd name="T96" fmla="*/ 351 w 418"/>
                <a:gd name="T97" fmla="*/ 299 h 806"/>
                <a:gd name="T98" fmla="*/ 384 w 418"/>
                <a:gd name="T99" fmla="*/ 356 h 806"/>
                <a:gd name="T100" fmla="*/ 415 w 418"/>
                <a:gd name="T101" fmla="*/ 408 h 806"/>
                <a:gd name="T102" fmla="*/ 407 w 418"/>
                <a:gd name="T103" fmla="*/ 481 h 806"/>
                <a:gd name="T104" fmla="*/ 403 w 418"/>
                <a:gd name="T105" fmla="*/ 521 h 806"/>
                <a:gd name="T106" fmla="*/ 388 w 418"/>
                <a:gd name="T107" fmla="*/ 607 h 806"/>
                <a:gd name="T108" fmla="*/ 351 w 418"/>
                <a:gd name="T109" fmla="*/ 684 h 806"/>
                <a:gd name="T110" fmla="*/ 328 w 418"/>
                <a:gd name="T111" fmla="*/ 725 h 806"/>
                <a:gd name="T112" fmla="*/ 313 w 418"/>
                <a:gd name="T113" fmla="*/ 763 h 806"/>
                <a:gd name="T114" fmla="*/ 249 w 418"/>
                <a:gd name="T115" fmla="*/ 800 h 806"/>
                <a:gd name="T116" fmla="*/ 156 w 418"/>
                <a:gd name="T117" fmla="*/ 113 h 806"/>
                <a:gd name="T118" fmla="*/ 172 w 418"/>
                <a:gd name="T119" fmla="*/ 129 h 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18" h="806">
                  <a:moveTo>
                    <a:pt x="229" y="806"/>
                  </a:moveTo>
                  <a:cubicBezTo>
                    <a:pt x="228" y="806"/>
                    <a:pt x="227" y="805"/>
                    <a:pt x="226" y="804"/>
                  </a:cubicBezTo>
                  <a:cubicBezTo>
                    <a:pt x="223" y="802"/>
                    <a:pt x="223" y="799"/>
                    <a:pt x="223" y="797"/>
                  </a:cubicBezTo>
                  <a:cubicBezTo>
                    <a:pt x="223" y="796"/>
                    <a:pt x="223" y="795"/>
                    <a:pt x="222" y="795"/>
                  </a:cubicBezTo>
                  <a:cubicBezTo>
                    <a:pt x="222" y="792"/>
                    <a:pt x="221" y="788"/>
                    <a:pt x="224" y="786"/>
                  </a:cubicBezTo>
                  <a:cubicBezTo>
                    <a:pt x="225" y="785"/>
                    <a:pt x="226" y="784"/>
                    <a:pt x="228" y="783"/>
                  </a:cubicBezTo>
                  <a:cubicBezTo>
                    <a:pt x="229" y="783"/>
                    <a:pt x="230" y="782"/>
                    <a:pt x="232" y="782"/>
                  </a:cubicBezTo>
                  <a:cubicBezTo>
                    <a:pt x="233" y="781"/>
                    <a:pt x="234" y="781"/>
                    <a:pt x="236" y="780"/>
                  </a:cubicBezTo>
                  <a:cubicBezTo>
                    <a:pt x="238" y="779"/>
                    <a:pt x="240" y="778"/>
                    <a:pt x="240" y="776"/>
                  </a:cubicBezTo>
                  <a:cubicBezTo>
                    <a:pt x="241" y="774"/>
                    <a:pt x="241" y="770"/>
                    <a:pt x="240" y="768"/>
                  </a:cubicBezTo>
                  <a:cubicBezTo>
                    <a:pt x="239" y="765"/>
                    <a:pt x="238" y="762"/>
                    <a:pt x="236" y="760"/>
                  </a:cubicBezTo>
                  <a:cubicBezTo>
                    <a:pt x="235" y="759"/>
                    <a:pt x="234" y="759"/>
                    <a:pt x="233" y="758"/>
                  </a:cubicBezTo>
                  <a:cubicBezTo>
                    <a:pt x="232" y="757"/>
                    <a:pt x="232" y="757"/>
                    <a:pt x="232" y="757"/>
                  </a:cubicBezTo>
                  <a:cubicBezTo>
                    <a:pt x="232" y="714"/>
                    <a:pt x="232" y="714"/>
                    <a:pt x="232" y="714"/>
                  </a:cubicBezTo>
                  <a:cubicBezTo>
                    <a:pt x="235" y="715"/>
                    <a:pt x="235" y="715"/>
                    <a:pt x="235" y="715"/>
                  </a:cubicBezTo>
                  <a:cubicBezTo>
                    <a:pt x="236" y="715"/>
                    <a:pt x="236" y="715"/>
                    <a:pt x="236" y="715"/>
                  </a:cubicBezTo>
                  <a:cubicBezTo>
                    <a:pt x="237" y="714"/>
                    <a:pt x="237" y="711"/>
                    <a:pt x="236" y="706"/>
                  </a:cubicBezTo>
                  <a:cubicBezTo>
                    <a:pt x="236" y="705"/>
                    <a:pt x="236" y="704"/>
                    <a:pt x="236" y="704"/>
                  </a:cubicBezTo>
                  <a:cubicBezTo>
                    <a:pt x="236" y="703"/>
                    <a:pt x="236" y="703"/>
                    <a:pt x="236" y="703"/>
                  </a:cubicBezTo>
                  <a:cubicBezTo>
                    <a:pt x="236" y="703"/>
                    <a:pt x="236" y="703"/>
                    <a:pt x="236" y="703"/>
                  </a:cubicBezTo>
                  <a:cubicBezTo>
                    <a:pt x="236" y="703"/>
                    <a:pt x="236" y="702"/>
                    <a:pt x="236" y="702"/>
                  </a:cubicBezTo>
                  <a:cubicBezTo>
                    <a:pt x="236" y="702"/>
                    <a:pt x="236" y="702"/>
                    <a:pt x="236" y="702"/>
                  </a:cubicBezTo>
                  <a:cubicBezTo>
                    <a:pt x="236" y="702"/>
                    <a:pt x="236" y="702"/>
                    <a:pt x="236" y="702"/>
                  </a:cubicBezTo>
                  <a:cubicBezTo>
                    <a:pt x="235" y="702"/>
                    <a:pt x="235" y="702"/>
                    <a:pt x="235" y="702"/>
                  </a:cubicBezTo>
                  <a:cubicBezTo>
                    <a:pt x="233" y="702"/>
                    <a:pt x="232" y="701"/>
                    <a:pt x="232" y="698"/>
                  </a:cubicBezTo>
                  <a:cubicBezTo>
                    <a:pt x="232" y="695"/>
                    <a:pt x="232" y="695"/>
                    <a:pt x="232" y="695"/>
                  </a:cubicBezTo>
                  <a:cubicBezTo>
                    <a:pt x="232" y="695"/>
                    <a:pt x="232" y="694"/>
                    <a:pt x="232" y="694"/>
                  </a:cubicBezTo>
                  <a:cubicBezTo>
                    <a:pt x="232" y="694"/>
                    <a:pt x="232" y="693"/>
                    <a:pt x="232" y="693"/>
                  </a:cubicBezTo>
                  <a:cubicBezTo>
                    <a:pt x="232" y="693"/>
                    <a:pt x="232" y="693"/>
                    <a:pt x="231" y="693"/>
                  </a:cubicBezTo>
                  <a:cubicBezTo>
                    <a:pt x="231" y="693"/>
                    <a:pt x="230" y="693"/>
                    <a:pt x="230" y="693"/>
                  </a:cubicBezTo>
                  <a:cubicBezTo>
                    <a:pt x="227" y="692"/>
                    <a:pt x="227" y="692"/>
                    <a:pt x="227" y="692"/>
                  </a:cubicBezTo>
                  <a:cubicBezTo>
                    <a:pt x="227" y="648"/>
                    <a:pt x="227" y="648"/>
                    <a:pt x="227" y="648"/>
                  </a:cubicBezTo>
                  <a:cubicBezTo>
                    <a:pt x="231" y="649"/>
                    <a:pt x="231" y="649"/>
                    <a:pt x="231" y="649"/>
                  </a:cubicBezTo>
                  <a:cubicBezTo>
                    <a:pt x="231" y="649"/>
                    <a:pt x="231" y="649"/>
                    <a:pt x="231" y="649"/>
                  </a:cubicBezTo>
                  <a:cubicBezTo>
                    <a:pt x="231" y="648"/>
                    <a:pt x="231" y="648"/>
                    <a:pt x="231" y="648"/>
                  </a:cubicBezTo>
                  <a:cubicBezTo>
                    <a:pt x="232" y="647"/>
                    <a:pt x="232" y="645"/>
                    <a:pt x="232" y="644"/>
                  </a:cubicBezTo>
                  <a:cubicBezTo>
                    <a:pt x="233" y="643"/>
                    <a:pt x="234" y="642"/>
                    <a:pt x="235" y="641"/>
                  </a:cubicBezTo>
                  <a:cubicBezTo>
                    <a:pt x="236" y="640"/>
                    <a:pt x="236" y="639"/>
                    <a:pt x="236" y="638"/>
                  </a:cubicBezTo>
                  <a:cubicBezTo>
                    <a:pt x="236" y="634"/>
                    <a:pt x="236" y="634"/>
                    <a:pt x="236" y="634"/>
                  </a:cubicBezTo>
                  <a:cubicBezTo>
                    <a:pt x="240" y="635"/>
                    <a:pt x="240" y="635"/>
                    <a:pt x="240" y="635"/>
                  </a:cubicBezTo>
                  <a:cubicBezTo>
                    <a:pt x="240" y="635"/>
                    <a:pt x="240" y="635"/>
                    <a:pt x="241" y="635"/>
                  </a:cubicBezTo>
                  <a:cubicBezTo>
                    <a:pt x="241" y="635"/>
                    <a:pt x="241" y="635"/>
                    <a:pt x="241" y="635"/>
                  </a:cubicBezTo>
                  <a:cubicBezTo>
                    <a:pt x="241" y="635"/>
                    <a:pt x="241" y="634"/>
                    <a:pt x="241" y="633"/>
                  </a:cubicBezTo>
                  <a:cubicBezTo>
                    <a:pt x="241" y="615"/>
                    <a:pt x="241" y="615"/>
                    <a:pt x="241" y="615"/>
                  </a:cubicBezTo>
                  <a:cubicBezTo>
                    <a:pt x="245" y="616"/>
                    <a:pt x="245" y="616"/>
                    <a:pt x="245" y="616"/>
                  </a:cubicBezTo>
                  <a:cubicBezTo>
                    <a:pt x="245" y="616"/>
                    <a:pt x="245" y="616"/>
                    <a:pt x="245" y="616"/>
                  </a:cubicBezTo>
                  <a:cubicBezTo>
                    <a:pt x="245" y="616"/>
                    <a:pt x="246" y="614"/>
                    <a:pt x="246" y="613"/>
                  </a:cubicBezTo>
                  <a:cubicBezTo>
                    <a:pt x="246" y="612"/>
                    <a:pt x="247" y="610"/>
                    <a:pt x="248" y="609"/>
                  </a:cubicBezTo>
                  <a:cubicBezTo>
                    <a:pt x="249" y="607"/>
                    <a:pt x="250" y="606"/>
                    <a:pt x="251" y="605"/>
                  </a:cubicBezTo>
                  <a:cubicBezTo>
                    <a:pt x="253" y="604"/>
                    <a:pt x="254" y="602"/>
                    <a:pt x="255" y="600"/>
                  </a:cubicBezTo>
                  <a:cubicBezTo>
                    <a:pt x="255" y="600"/>
                    <a:pt x="255" y="600"/>
                    <a:pt x="255" y="600"/>
                  </a:cubicBezTo>
                  <a:cubicBezTo>
                    <a:pt x="255" y="599"/>
                    <a:pt x="256" y="598"/>
                    <a:pt x="258" y="597"/>
                  </a:cubicBezTo>
                  <a:cubicBezTo>
                    <a:pt x="258" y="596"/>
                    <a:pt x="257" y="596"/>
                    <a:pt x="257" y="596"/>
                  </a:cubicBezTo>
                  <a:cubicBezTo>
                    <a:pt x="255" y="594"/>
                    <a:pt x="254" y="594"/>
                    <a:pt x="253" y="593"/>
                  </a:cubicBezTo>
                  <a:cubicBezTo>
                    <a:pt x="250" y="593"/>
                    <a:pt x="250" y="593"/>
                    <a:pt x="250" y="593"/>
                  </a:cubicBezTo>
                  <a:cubicBezTo>
                    <a:pt x="250" y="577"/>
                    <a:pt x="250" y="577"/>
                    <a:pt x="250" y="577"/>
                  </a:cubicBezTo>
                  <a:cubicBezTo>
                    <a:pt x="254" y="578"/>
                    <a:pt x="254" y="578"/>
                    <a:pt x="254" y="578"/>
                  </a:cubicBezTo>
                  <a:cubicBezTo>
                    <a:pt x="254" y="578"/>
                    <a:pt x="255" y="578"/>
                    <a:pt x="255" y="578"/>
                  </a:cubicBezTo>
                  <a:cubicBezTo>
                    <a:pt x="256" y="577"/>
                    <a:pt x="255" y="572"/>
                    <a:pt x="255" y="570"/>
                  </a:cubicBezTo>
                  <a:cubicBezTo>
                    <a:pt x="255" y="569"/>
                    <a:pt x="255" y="569"/>
                    <a:pt x="255" y="568"/>
                  </a:cubicBezTo>
                  <a:cubicBezTo>
                    <a:pt x="255" y="557"/>
                    <a:pt x="255" y="557"/>
                    <a:pt x="255" y="557"/>
                  </a:cubicBezTo>
                  <a:cubicBezTo>
                    <a:pt x="255" y="557"/>
                    <a:pt x="255" y="557"/>
                    <a:pt x="255" y="557"/>
                  </a:cubicBezTo>
                  <a:cubicBezTo>
                    <a:pt x="255" y="556"/>
                    <a:pt x="255" y="556"/>
                    <a:pt x="255" y="556"/>
                  </a:cubicBezTo>
                  <a:cubicBezTo>
                    <a:pt x="255" y="556"/>
                    <a:pt x="255" y="556"/>
                    <a:pt x="255" y="556"/>
                  </a:cubicBezTo>
                  <a:cubicBezTo>
                    <a:pt x="254" y="556"/>
                    <a:pt x="254" y="556"/>
                    <a:pt x="253" y="556"/>
                  </a:cubicBezTo>
                  <a:cubicBezTo>
                    <a:pt x="250" y="556"/>
                    <a:pt x="250" y="556"/>
                    <a:pt x="250" y="556"/>
                  </a:cubicBezTo>
                  <a:cubicBezTo>
                    <a:pt x="250" y="550"/>
                    <a:pt x="250" y="550"/>
                    <a:pt x="250" y="550"/>
                  </a:cubicBezTo>
                  <a:cubicBezTo>
                    <a:pt x="250" y="549"/>
                    <a:pt x="251" y="548"/>
                    <a:pt x="251" y="546"/>
                  </a:cubicBezTo>
                  <a:cubicBezTo>
                    <a:pt x="251" y="545"/>
                    <a:pt x="251" y="545"/>
                    <a:pt x="251" y="545"/>
                  </a:cubicBezTo>
                  <a:cubicBezTo>
                    <a:pt x="251" y="544"/>
                    <a:pt x="251" y="543"/>
                    <a:pt x="251" y="542"/>
                  </a:cubicBezTo>
                  <a:cubicBezTo>
                    <a:pt x="250" y="541"/>
                    <a:pt x="249" y="540"/>
                    <a:pt x="247" y="539"/>
                  </a:cubicBezTo>
                  <a:cubicBezTo>
                    <a:pt x="247" y="539"/>
                    <a:pt x="246" y="538"/>
                    <a:pt x="245" y="538"/>
                  </a:cubicBezTo>
                  <a:cubicBezTo>
                    <a:pt x="243" y="536"/>
                    <a:pt x="242" y="534"/>
                    <a:pt x="241" y="532"/>
                  </a:cubicBezTo>
                  <a:cubicBezTo>
                    <a:pt x="241" y="531"/>
                    <a:pt x="241" y="529"/>
                    <a:pt x="241" y="528"/>
                  </a:cubicBezTo>
                  <a:cubicBezTo>
                    <a:pt x="241" y="527"/>
                    <a:pt x="241" y="526"/>
                    <a:pt x="241" y="526"/>
                  </a:cubicBezTo>
                  <a:cubicBezTo>
                    <a:pt x="239" y="523"/>
                    <a:pt x="238" y="521"/>
                    <a:pt x="238" y="518"/>
                  </a:cubicBezTo>
                  <a:cubicBezTo>
                    <a:pt x="237" y="517"/>
                    <a:pt x="236" y="515"/>
                    <a:pt x="236" y="514"/>
                  </a:cubicBezTo>
                  <a:cubicBezTo>
                    <a:pt x="235" y="512"/>
                    <a:pt x="234" y="511"/>
                    <a:pt x="233" y="510"/>
                  </a:cubicBezTo>
                  <a:cubicBezTo>
                    <a:pt x="232" y="509"/>
                    <a:pt x="231" y="509"/>
                    <a:pt x="231" y="509"/>
                  </a:cubicBezTo>
                  <a:cubicBezTo>
                    <a:pt x="228" y="508"/>
                    <a:pt x="227" y="507"/>
                    <a:pt x="227" y="504"/>
                  </a:cubicBezTo>
                  <a:cubicBezTo>
                    <a:pt x="227" y="503"/>
                    <a:pt x="227" y="503"/>
                    <a:pt x="227" y="503"/>
                  </a:cubicBezTo>
                  <a:cubicBezTo>
                    <a:pt x="227" y="503"/>
                    <a:pt x="227" y="502"/>
                    <a:pt x="227" y="501"/>
                  </a:cubicBezTo>
                  <a:cubicBezTo>
                    <a:pt x="227" y="501"/>
                    <a:pt x="227" y="500"/>
                    <a:pt x="227" y="500"/>
                  </a:cubicBezTo>
                  <a:cubicBezTo>
                    <a:pt x="226" y="499"/>
                    <a:pt x="226" y="499"/>
                    <a:pt x="225" y="499"/>
                  </a:cubicBezTo>
                  <a:cubicBezTo>
                    <a:pt x="222" y="499"/>
                    <a:pt x="222" y="499"/>
                    <a:pt x="222" y="499"/>
                  </a:cubicBezTo>
                  <a:cubicBezTo>
                    <a:pt x="222" y="496"/>
                    <a:pt x="222" y="496"/>
                    <a:pt x="222" y="496"/>
                  </a:cubicBezTo>
                  <a:cubicBezTo>
                    <a:pt x="222" y="488"/>
                    <a:pt x="222" y="488"/>
                    <a:pt x="222" y="488"/>
                  </a:cubicBezTo>
                  <a:cubicBezTo>
                    <a:pt x="226" y="488"/>
                    <a:pt x="226" y="488"/>
                    <a:pt x="226" y="488"/>
                  </a:cubicBezTo>
                  <a:cubicBezTo>
                    <a:pt x="226" y="488"/>
                    <a:pt x="226" y="488"/>
                    <a:pt x="226" y="488"/>
                  </a:cubicBezTo>
                  <a:cubicBezTo>
                    <a:pt x="227" y="488"/>
                    <a:pt x="227" y="487"/>
                    <a:pt x="227" y="486"/>
                  </a:cubicBezTo>
                  <a:cubicBezTo>
                    <a:pt x="227" y="485"/>
                    <a:pt x="228" y="483"/>
                    <a:pt x="228" y="482"/>
                  </a:cubicBezTo>
                  <a:cubicBezTo>
                    <a:pt x="229" y="481"/>
                    <a:pt x="229" y="480"/>
                    <a:pt x="230" y="480"/>
                  </a:cubicBezTo>
                  <a:cubicBezTo>
                    <a:pt x="231" y="477"/>
                    <a:pt x="232" y="475"/>
                    <a:pt x="232" y="472"/>
                  </a:cubicBezTo>
                  <a:cubicBezTo>
                    <a:pt x="232" y="468"/>
                    <a:pt x="229" y="464"/>
                    <a:pt x="227" y="461"/>
                  </a:cubicBezTo>
                  <a:cubicBezTo>
                    <a:pt x="226" y="460"/>
                    <a:pt x="224" y="459"/>
                    <a:pt x="222" y="458"/>
                  </a:cubicBezTo>
                  <a:cubicBezTo>
                    <a:pt x="220" y="457"/>
                    <a:pt x="219" y="457"/>
                    <a:pt x="216" y="457"/>
                  </a:cubicBezTo>
                  <a:cubicBezTo>
                    <a:pt x="212" y="457"/>
                    <a:pt x="212" y="457"/>
                    <a:pt x="212" y="457"/>
                  </a:cubicBezTo>
                  <a:cubicBezTo>
                    <a:pt x="213" y="453"/>
                    <a:pt x="213" y="453"/>
                    <a:pt x="213" y="453"/>
                  </a:cubicBezTo>
                  <a:cubicBezTo>
                    <a:pt x="213" y="453"/>
                    <a:pt x="213" y="452"/>
                    <a:pt x="213" y="452"/>
                  </a:cubicBezTo>
                  <a:cubicBezTo>
                    <a:pt x="213" y="452"/>
                    <a:pt x="213" y="452"/>
                    <a:pt x="213" y="452"/>
                  </a:cubicBezTo>
                  <a:cubicBezTo>
                    <a:pt x="213" y="452"/>
                    <a:pt x="212" y="452"/>
                    <a:pt x="208" y="452"/>
                  </a:cubicBezTo>
                  <a:cubicBezTo>
                    <a:pt x="207" y="452"/>
                    <a:pt x="205" y="452"/>
                    <a:pt x="204" y="452"/>
                  </a:cubicBezTo>
                  <a:cubicBezTo>
                    <a:pt x="203" y="452"/>
                    <a:pt x="202" y="452"/>
                    <a:pt x="202" y="452"/>
                  </a:cubicBezTo>
                  <a:cubicBezTo>
                    <a:pt x="198" y="452"/>
                    <a:pt x="198" y="452"/>
                    <a:pt x="198" y="452"/>
                  </a:cubicBezTo>
                  <a:cubicBezTo>
                    <a:pt x="199" y="448"/>
                    <a:pt x="199" y="448"/>
                    <a:pt x="199" y="448"/>
                  </a:cubicBezTo>
                  <a:cubicBezTo>
                    <a:pt x="199" y="448"/>
                    <a:pt x="199" y="448"/>
                    <a:pt x="199" y="448"/>
                  </a:cubicBezTo>
                  <a:cubicBezTo>
                    <a:pt x="199" y="448"/>
                    <a:pt x="199" y="448"/>
                    <a:pt x="198" y="448"/>
                  </a:cubicBezTo>
                  <a:cubicBezTo>
                    <a:pt x="197" y="447"/>
                    <a:pt x="196" y="447"/>
                    <a:pt x="195" y="447"/>
                  </a:cubicBezTo>
                  <a:cubicBezTo>
                    <a:pt x="194" y="447"/>
                    <a:pt x="194" y="447"/>
                    <a:pt x="194" y="447"/>
                  </a:cubicBezTo>
                  <a:cubicBezTo>
                    <a:pt x="190" y="447"/>
                    <a:pt x="189" y="445"/>
                    <a:pt x="189" y="444"/>
                  </a:cubicBezTo>
                  <a:cubicBezTo>
                    <a:pt x="188" y="441"/>
                    <a:pt x="184" y="438"/>
                    <a:pt x="180" y="438"/>
                  </a:cubicBezTo>
                  <a:cubicBezTo>
                    <a:pt x="170" y="438"/>
                    <a:pt x="170" y="438"/>
                    <a:pt x="170" y="438"/>
                  </a:cubicBezTo>
                  <a:cubicBezTo>
                    <a:pt x="169" y="438"/>
                    <a:pt x="169" y="438"/>
                    <a:pt x="168" y="438"/>
                  </a:cubicBezTo>
                  <a:cubicBezTo>
                    <a:pt x="168" y="438"/>
                    <a:pt x="167" y="438"/>
                    <a:pt x="166" y="438"/>
                  </a:cubicBezTo>
                  <a:cubicBezTo>
                    <a:pt x="164" y="438"/>
                    <a:pt x="163" y="438"/>
                    <a:pt x="162" y="439"/>
                  </a:cubicBezTo>
                  <a:cubicBezTo>
                    <a:pt x="161" y="439"/>
                    <a:pt x="160" y="441"/>
                    <a:pt x="159" y="443"/>
                  </a:cubicBezTo>
                  <a:cubicBezTo>
                    <a:pt x="158" y="445"/>
                    <a:pt x="158" y="446"/>
                    <a:pt x="158" y="449"/>
                  </a:cubicBezTo>
                  <a:cubicBezTo>
                    <a:pt x="158" y="453"/>
                    <a:pt x="158" y="453"/>
                    <a:pt x="158" y="453"/>
                  </a:cubicBezTo>
                  <a:cubicBezTo>
                    <a:pt x="154" y="452"/>
                    <a:pt x="154" y="452"/>
                    <a:pt x="154" y="452"/>
                  </a:cubicBezTo>
                  <a:cubicBezTo>
                    <a:pt x="154" y="452"/>
                    <a:pt x="153" y="452"/>
                    <a:pt x="153" y="452"/>
                  </a:cubicBezTo>
                  <a:cubicBezTo>
                    <a:pt x="153" y="452"/>
                    <a:pt x="153" y="452"/>
                    <a:pt x="153" y="452"/>
                  </a:cubicBezTo>
                  <a:cubicBezTo>
                    <a:pt x="153" y="452"/>
                    <a:pt x="153" y="452"/>
                    <a:pt x="153" y="453"/>
                  </a:cubicBezTo>
                  <a:cubicBezTo>
                    <a:pt x="153" y="455"/>
                    <a:pt x="152" y="457"/>
                    <a:pt x="147" y="457"/>
                  </a:cubicBezTo>
                  <a:cubicBezTo>
                    <a:pt x="146" y="457"/>
                    <a:pt x="145" y="457"/>
                    <a:pt x="144" y="457"/>
                  </a:cubicBezTo>
                  <a:cubicBezTo>
                    <a:pt x="144" y="457"/>
                    <a:pt x="144" y="457"/>
                    <a:pt x="144" y="457"/>
                  </a:cubicBezTo>
                  <a:cubicBezTo>
                    <a:pt x="143" y="457"/>
                    <a:pt x="142" y="457"/>
                    <a:pt x="141" y="457"/>
                  </a:cubicBezTo>
                  <a:cubicBezTo>
                    <a:pt x="140" y="456"/>
                    <a:pt x="140" y="456"/>
                    <a:pt x="140" y="456"/>
                  </a:cubicBezTo>
                  <a:cubicBezTo>
                    <a:pt x="137" y="456"/>
                    <a:pt x="134" y="456"/>
                    <a:pt x="132" y="455"/>
                  </a:cubicBezTo>
                  <a:cubicBezTo>
                    <a:pt x="130" y="454"/>
                    <a:pt x="129" y="453"/>
                    <a:pt x="129" y="452"/>
                  </a:cubicBezTo>
                  <a:cubicBezTo>
                    <a:pt x="128" y="452"/>
                    <a:pt x="128" y="452"/>
                    <a:pt x="127" y="452"/>
                  </a:cubicBezTo>
                  <a:cubicBezTo>
                    <a:pt x="127" y="452"/>
                    <a:pt x="127" y="452"/>
                    <a:pt x="126" y="452"/>
                  </a:cubicBezTo>
                  <a:cubicBezTo>
                    <a:pt x="122" y="452"/>
                    <a:pt x="122" y="452"/>
                    <a:pt x="122" y="452"/>
                  </a:cubicBezTo>
                  <a:cubicBezTo>
                    <a:pt x="119" y="452"/>
                    <a:pt x="119" y="450"/>
                    <a:pt x="118" y="449"/>
                  </a:cubicBezTo>
                  <a:cubicBezTo>
                    <a:pt x="118" y="449"/>
                    <a:pt x="118" y="449"/>
                    <a:pt x="118" y="449"/>
                  </a:cubicBezTo>
                  <a:cubicBezTo>
                    <a:pt x="117" y="448"/>
                    <a:pt x="115" y="448"/>
                    <a:pt x="114" y="448"/>
                  </a:cubicBezTo>
                  <a:cubicBezTo>
                    <a:pt x="112" y="448"/>
                    <a:pt x="111" y="448"/>
                    <a:pt x="111" y="448"/>
                  </a:cubicBezTo>
                  <a:cubicBezTo>
                    <a:pt x="111" y="449"/>
                    <a:pt x="110" y="449"/>
                    <a:pt x="110" y="449"/>
                  </a:cubicBezTo>
                  <a:cubicBezTo>
                    <a:pt x="110" y="452"/>
                    <a:pt x="110" y="452"/>
                    <a:pt x="110" y="452"/>
                  </a:cubicBezTo>
                  <a:cubicBezTo>
                    <a:pt x="106" y="452"/>
                    <a:pt x="106" y="452"/>
                    <a:pt x="106" y="452"/>
                  </a:cubicBezTo>
                  <a:cubicBezTo>
                    <a:pt x="105" y="452"/>
                    <a:pt x="103" y="452"/>
                    <a:pt x="101" y="452"/>
                  </a:cubicBezTo>
                  <a:cubicBezTo>
                    <a:pt x="101" y="452"/>
                    <a:pt x="101" y="452"/>
                    <a:pt x="101" y="452"/>
                  </a:cubicBezTo>
                  <a:cubicBezTo>
                    <a:pt x="101" y="452"/>
                    <a:pt x="101" y="452"/>
                    <a:pt x="101" y="454"/>
                  </a:cubicBezTo>
                  <a:cubicBezTo>
                    <a:pt x="101" y="457"/>
                    <a:pt x="101" y="457"/>
                    <a:pt x="101" y="457"/>
                  </a:cubicBezTo>
                  <a:cubicBezTo>
                    <a:pt x="94" y="457"/>
                    <a:pt x="94" y="457"/>
                    <a:pt x="94" y="457"/>
                  </a:cubicBezTo>
                  <a:cubicBezTo>
                    <a:pt x="93" y="457"/>
                    <a:pt x="91" y="457"/>
                    <a:pt x="90" y="453"/>
                  </a:cubicBezTo>
                  <a:cubicBezTo>
                    <a:pt x="90" y="453"/>
                    <a:pt x="90" y="453"/>
                    <a:pt x="90" y="453"/>
                  </a:cubicBezTo>
                  <a:cubicBezTo>
                    <a:pt x="89" y="452"/>
                    <a:pt x="89" y="451"/>
                    <a:pt x="88" y="451"/>
                  </a:cubicBezTo>
                  <a:cubicBezTo>
                    <a:pt x="87" y="449"/>
                    <a:pt x="84" y="448"/>
                    <a:pt x="82" y="447"/>
                  </a:cubicBezTo>
                  <a:cubicBezTo>
                    <a:pt x="79" y="446"/>
                    <a:pt x="76" y="444"/>
                    <a:pt x="74" y="440"/>
                  </a:cubicBezTo>
                  <a:cubicBezTo>
                    <a:pt x="73" y="440"/>
                    <a:pt x="73" y="440"/>
                    <a:pt x="73" y="440"/>
                  </a:cubicBezTo>
                  <a:cubicBezTo>
                    <a:pt x="72" y="438"/>
                    <a:pt x="71" y="436"/>
                    <a:pt x="71" y="434"/>
                  </a:cubicBezTo>
                  <a:cubicBezTo>
                    <a:pt x="71" y="434"/>
                    <a:pt x="71" y="434"/>
                    <a:pt x="71" y="434"/>
                  </a:cubicBezTo>
                  <a:cubicBezTo>
                    <a:pt x="71" y="433"/>
                    <a:pt x="70" y="433"/>
                    <a:pt x="70" y="433"/>
                  </a:cubicBezTo>
                  <a:cubicBezTo>
                    <a:pt x="70" y="433"/>
                    <a:pt x="70" y="433"/>
                    <a:pt x="69" y="433"/>
                  </a:cubicBezTo>
                  <a:cubicBezTo>
                    <a:pt x="69" y="433"/>
                    <a:pt x="69" y="433"/>
                    <a:pt x="69" y="433"/>
                  </a:cubicBezTo>
                  <a:cubicBezTo>
                    <a:pt x="68" y="433"/>
                    <a:pt x="68" y="433"/>
                    <a:pt x="67" y="433"/>
                  </a:cubicBezTo>
                  <a:cubicBezTo>
                    <a:pt x="63" y="433"/>
                    <a:pt x="62" y="431"/>
                    <a:pt x="62" y="430"/>
                  </a:cubicBezTo>
                  <a:cubicBezTo>
                    <a:pt x="62" y="430"/>
                    <a:pt x="61" y="428"/>
                    <a:pt x="54" y="428"/>
                  </a:cubicBezTo>
                  <a:cubicBezTo>
                    <a:pt x="51" y="428"/>
                    <a:pt x="51" y="428"/>
                    <a:pt x="51" y="428"/>
                  </a:cubicBezTo>
                  <a:cubicBezTo>
                    <a:pt x="47" y="428"/>
                    <a:pt x="47" y="428"/>
                    <a:pt x="47" y="428"/>
                  </a:cubicBezTo>
                  <a:cubicBezTo>
                    <a:pt x="48" y="425"/>
                    <a:pt x="48" y="425"/>
                    <a:pt x="48" y="425"/>
                  </a:cubicBezTo>
                  <a:cubicBezTo>
                    <a:pt x="48" y="425"/>
                    <a:pt x="48" y="424"/>
                    <a:pt x="48" y="424"/>
                  </a:cubicBezTo>
                  <a:cubicBezTo>
                    <a:pt x="47" y="424"/>
                    <a:pt x="46" y="424"/>
                    <a:pt x="45" y="424"/>
                  </a:cubicBezTo>
                  <a:cubicBezTo>
                    <a:pt x="45" y="424"/>
                    <a:pt x="44" y="424"/>
                    <a:pt x="43" y="423"/>
                  </a:cubicBezTo>
                  <a:cubicBezTo>
                    <a:pt x="37" y="422"/>
                    <a:pt x="38" y="415"/>
                    <a:pt x="38" y="411"/>
                  </a:cubicBezTo>
                  <a:cubicBezTo>
                    <a:pt x="38" y="411"/>
                    <a:pt x="38" y="410"/>
                    <a:pt x="38" y="410"/>
                  </a:cubicBezTo>
                  <a:cubicBezTo>
                    <a:pt x="39" y="403"/>
                    <a:pt x="37" y="398"/>
                    <a:pt x="33" y="394"/>
                  </a:cubicBezTo>
                  <a:cubicBezTo>
                    <a:pt x="31" y="392"/>
                    <a:pt x="28" y="391"/>
                    <a:pt x="26" y="389"/>
                  </a:cubicBezTo>
                  <a:cubicBezTo>
                    <a:pt x="25" y="389"/>
                    <a:pt x="25" y="389"/>
                    <a:pt x="25" y="389"/>
                  </a:cubicBezTo>
                  <a:cubicBezTo>
                    <a:pt x="24" y="388"/>
                    <a:pt x="22" y="387"/>
                    <a:pt x="21" y="386"/>
                  </a:cubicBezTo>
                  <a:cubicBezTo>
                    <a:pt x="19" y="385"/>
                    <a:pt x="19" y="382"/>
                    <a:pt x="18" y="381"/>
                  </a:cubicBezTo>
                  <a:cubicBezTo>
                    <a:pt x="18" y="380"/>
                    <a:pt x="17" y="379"/>
                    <a:pt x="17" y="379"/>
                  </a:cubicBezTo>
                  <a:cubicBezTo>
                    <a:pt x="16" y="377"/>
                    <a:pt x="15" y="375"/>
                    <a:pt x="14" y="374"/>
                  </a:cubicBezTo>
                  <a:cubicBezTo>
                    <a:pt x="13" y="373"/>
                    <a:pt x="12" y="372"/>
                    <a:pt x="12" y="372"/>
                  </a:cubicBezTo>
                  <a:cubicBezTo>
                    <a:pt x="10" y="370"/>
                    <a:pt x="10" y="368"/>
                    <a:pt x="10" y="367"/>
                  </a:cubicBezTo>
                  <a:cubicBezTo>
                    <a:pt x="10" y="367"/>
                    <a:pt x="10" y="367"/>
                    <a:pt x="10" y="366"/>
                  </a:cubicBezTo>
                  <a:cubicBezTo>
                    <a:pt x="10" y="366"/>
                    <a:pt x="10" y="365"/>
                    <a:pt x="10" y="365"/>
                  </a:cubicBezTo>
                  <a:cubicBezTo>
                    <a:pt x="10" y="364"/>
                    <a:pt x="10" y="363"/>
                    <a:pt x="10" y="363"/>
                  </a:cubicBezTo>
                  <a:cubicBezTo>
                    <a:pt x="10" y="363"/>
                    <a:pt x="9" y="363"/>
                    <a:pt x="8" y="362"/>
                  </a:cubicBezTo>
                  <a:cubicBezTo>
                    <a:pt x="4" y="362"/>
                    <a:pt x="4" y="362"/>
                    <a:pt x="4" y="362"/>
                  </a:cubicBezTo>
                  <a:cubicBezTo>
                    <a:pt x="6" y="358"/>
                    <a:pt x="6" y="358"/>
                    <a:pt x="6" y="358"/>
                  </a:cubicBezTo>
                  <a:cubicBezTo>
                    <a:pt x="7" y="355"/>
                    <a:pt x="8" y="353"/>
                    <a:pt x="10" y="351"/>
                  </a:cubicBezTo>
                  <a:cubicBezTo>
                    <a:pt x="11" y="350"/>
                    <a:pt x="12" y="349"/>
                    <a:pt x="13" y="348"/>
                  </a:cubicBezTo>
                  <a:cubicBezTo>
                    <a:pt x="15" y="345"/>
                    <a:pt x="16" y="341"/>
                    <a:pt x="15" y="337"/>
                  </a:cubicBezTo>
                  <a:cubicBezTo>
                    <a:pt x="15" y="336"/>
                    <a:pt x="15" y="335"/>
                    <a:pt x="15" y="335"/>
                  </a:cubicBezTo>
                  <a:cubicBezTo>
                    <a:pt x="15" y="333"/>
                    <a:pt x="15" y="332"/>
                    <a:pt x="15" y="330"/>
                  </a:cubicBezTo>
                  <a:cubicBezTo>
                    <a:pt x="15" y="330"/>
                    <a:pt x="15" y="330"/>
                    <a:pt x="15" y="330"/>
                  </a:cubicBezTo>
                  <a:cubicBezTo>
                    <a:pt x="15" y="330"/>
                    <a:pt x="14" y="330"/>
                    <a:pt x="14" y="330"/>
                  </a:cubicBezTo>
                  <a:cubicBezTo>
                    <a:pt x="11" y="329"/>
                    <a:pt x="10" y="327"/>
                    <a:pt x="10" y="325"/>
                  </a:cubicBezTo>
                  <a:cubicBezTo>
                    <a:pt x="10" y="324"/>
                    <a:pt x="10" y="324"/>
                    <a:pt x="10" y="323"/>
                  </a:cubicBezTo>
                  <a:cubicBezTo>
                    <a:pt x="10" y="322"/>
                    <a:pt x="10" y="321"/>
                    <a:pt x="10" y="320"/>
                  </a:cubicBezTo>
                  <a:cubicBezTo>
                    <a:pt x="10" y="320"/>
                    <a:pt x="10" y="320"/>
                    <a:pt x="9" y="320"/>
                  </a:cubicBezTo>
                  <a:cubicBezTo>
                    <a:pt x="9" y="320"/>
                    <a:pt x="9" y="320"/>
                    <a:pt x="9" y="320"/>
                  </a:cubicBezTo>
                  <a:cubicBezTo>
                    <a:pt x="7" y="320"/>
                    <a:pt x="5" y="319"/>
                    <a:pt x="5" y="316"/>
                  </a:cubicBezTo>
                  <a:cubicBezTo>
                    <a:pt x="5" y="316"/>
                    <a:pt x="5" y="316"/>
                    <a:pt x="5" y="315"/>
                  </a:cubicBezTo>
                  <a:cubicBezTo>
                    <a:pt x="5" y="315"/>
                    <a:pt x="4" y="314"/>
                    <a:pt x="3" y="313"/>
                  </a:cubicBezTo>
                  <a:cubicBezTo>
                    <a:pt x="2" y="312"/>
                    <a:pt x="0" y="310"/>
                    <a:pt x="0" y="306"/>
                  </a:cubicBezTo>
                  <a:cubicBezTo>
                    <a:pt x="0" y="296"/>
                    <a:pt x="0" y="296"/>
                    <a:pt x="0" y="296"/>
                  </a:cubicBezTo>
                  <a:cubicBezTo>
                    <a:pt x="3" y="295"/>
                    <a:pt x="3" y="295"/>
                    <a:pt x="3" y="295"/>
                  </a:cubicBezTo>
                  <a:cubicBezTo>
                    <a:pt x="4" y="295"/>
                    <a:pt x="5" y="294"/>
                    <a:pt x="6" y="294"/>
                  </a:cubicBezTo>
                  <a:cubicBezTo>
                    <a:pt x="7" y="293"/>
                    <a:pt x="9" y="291"/>
                    <a:pt x="9" y="289"/>
                  </a:cubicBezTo>
                  <a:cubicBezTo>
                    <a:pt x="10" y="287"/>
                    <a:pt x="10" y="286"/>
                    <a:pt x="10" y="284"/>
                  </a:cubicBezTo>
                  <a:cubicBezTo>
                    <a:pt x="10" y="281"/>
                    <a:pt x="10" y="281"/>
                    <a:pt x="10" y="281"/>
                  </a:cubicBezTo>
                  <a:cubicBezTo>
                    <a:pt x="12" y="281"/>
                    <a:pt x="12" y="281"/>
                    <a:pt x="12" y="281"/>
                  </a:cubicBezTo>
                  <a:cubicBezTo>
                    <a:pt x="14" y="281"/>
                    <a:pt x="15" y="280"/>
                    <a:pt x="16" y="279"/>
                  </a:cubicBezTo>
                  <a:cubicBezTo>
                    <a:pt x="18" y="278"/>
                    <a:pt x="19" y="275"/>
                    <a:pt x="19" y="273"/>
                  </a:cubicBezTo>
                  <a:cubicBezTo>
                    <a:pt x="19" y="262"/>
                    <a:pt x="19" y="262"/>
                    <a:pt x="19" y="262"/>
                  </a:cubicBezTo>
                  <a:cubicBezTo>
                    <a:pt x="22" y="262"/>
                    <a:pt x="22" y="262"/>
                    <a:pt x="22" y="262"/>
                  </a:cubicBezTo>
                  <a:cubicBezTo>
                    <a:pt x="23" y="262"/>
                    <a:pt x="23" y="262"/>
                    <a:pt x="23" y="262"/>
                  </a:cubicBezTo>
                  <a:cubicBezTo>
                    <a:pt x="23" y="261"/>
                    <a:pt x="23" y="260"/>
                    <a:pt x="24" y="258"/>
                  </a:cubicBezTo>
                  <a:cubicBezTo>
                    <a:pt x="24" y="257"/>
                    <a:pt x="24" y="256"/>
                    <a:pt x="24" y="255"/>
                  </a:cubicBezTo>
                  <a:cubicBezTo>
                    <a:pt x="24" y="251"/>
                    <a:pt x="25" y="247"/>
                    <a:pt x="27" y="243"/>
                  </a:cubicBezTo>
                  <a:cubicBezTo>
                    <a:pt x="28" y="242"/>
                    <a:pt x="28" y="241"/>
                    <a:pt x="29" y="240"/>
                  </a:cubicBezTo>
                  <a:cubicBezTo>
                    <a:pt x="30" y="239"/>
                    <a:pt x="31" y="238"/>
                    <a:pt x="32" y="238"/>
                  </a:cubicBezTo>
                  <a:cubicBezTo>
                    <a:pt x="33" y="238"/>
                    <a:pt x="33" y="238"/>
                    <a:pt x="34" y="238"/>
                  </a:cubicBezTo>
                  <a:cubicBezTo>
                    <a:pt x="34" y="238"/>
                    <a:pt x="34" y="239"/>
                    <a:pt x="34" y="239"/>
                  </a:cubicBezTo>
                  <a:cubicBezTo>
                    <a:pt x="34" y="239"/>
                    <a:pt x="34" y="239"/>
                    <a:pt x="34" y="239"/>
                  </a:cubicBezTo>
                  <a:cubicBezTo>
                    <a:pt x="35" y="239"/>
                    <a:pt x="36" y="238"/>
                    <a:pt x="37" y="238"/>
                  </a:cubicBezTo>
                  <a:cubicBezTo>
                    <a:pt x="38" y="238"/>
                    <a:pt x="38" y="237"/>
                    <a:pt x="38" y="236"/>
                  </a:cubicBezTo>
                  <a:cubicBezTo>
                    <a:pt x="38" y="236"/>
                    <a:pt x="39" y="234"/>
                    <a:pt x="42" y="234"/>
                  </a:cubicBezTo>
                  <a:cubicBezTo>
                    <a:pt x="43" y="234"/>
                    <a:pt x="44" y="234"/>
                    <a:pt x="45" y="234"/>
                  </a:cubicBezTo>
                  <a:cubicBezTo>
                    <a:pt x="45" y="234"/>
                    <a:pt x="45" y="234"/>
                    <a:pt x="46" y="234"/>
                  </a:cubicBezTo>
                  <a:cubicBezTo>
                    <a:pt x="46" y="234"/>
                    <a:pt x="47" y="234"/>
                    <a:pt x="47" y="234"/>
                  </a:cubicBezTo>
                  <a:cubicBezTo>
                    <a:pt x="49" y="234"/>
                    <a:pt x="50" y="234"/>
                    <a:pt x="51" y="234"/>
                  </a:cubicBezTo>
                  <a:cubicBezTo>
                    <a:pt x="53" y="233"/>
                    <a:pt x="54" y="229"/>
                    <a:pt x="52" y="223"/>
                  </a:cubicBezTo>
                  <a:cubicBezTo>
                    <a:pt x="52" y="220"/>
                    <a:pt x="52" y="220"/>
                    <a:pt x="52" y="220"/>
                  </a:cubicBezTo>
                  <a:cubicBezTo>
                    <a:pt x="55" y="220"/>
                    <a:pt x="55" y="220"/>
                    <a:pt x="55" y="220"/>
                  </a:cubicBezTo>
                  <a:cubicBezTo>
                    <a:pt x="56" y="219"/>
                    <a:pt x="57" y="217"/>
                    <a:pt x="57" y="214"/>
                  </a:cubicBezTo>
                  <a:cubicBezTo>
                    <a:pt x="57" y="213"/>
                    <a:pt x="57" y="213"/>
                    <a:pt x="57" y="212"/>
                  </a:cubicBezTo>
                  <a:cubicBezTo>
                    <a:pt x="57" y="209"/>
                    <a:pt x="57" y="202"/>
                    <a:pt x="62" y="201"/>
                  </a:cubicBezTo>
                  <a:cubicBezTo>
                    <a:pt x="62" y="201"/>
                    <a:pt x="63" y="200"/>
                    <a:pt x="63" y="200"/>
                  </a:cubicBezTo>
                  <a:cubicBezTo>
                    <a:pt x="64" y="200"/>
                    <a:pt x="65" y="201"/>
                    <a:pt x="65" y="201"/>
                  </a:cubicBezTo>
                  <a:cubicBezTo>
                    <a:pt x="66" y="201"/>
                    <a:pt x="66" y="201"/>
                    <a:pt x="66" y="201"/>
                  </a:cubicBezTo>
                  <a:cubicBezTo>
                    <a:pt x="66" y="201"/>
                    <a:pt x="66" y="201"/>
                    <a:pt x="66" y="200"/>
                  </a:cubicBezTo>
                  <a:cubicBezTo>
                    <a:pt x="66" y="200"/>
                    <a:pt x="66" y="200"/>
                    <a:pt x="66" y="200"/>
                  </a:cubicBezTo>
                  <a:cubicBezTo>
                    <a:pt x="66" y="197"/>
                    <a:pt x="68" y="196"/>
                    <a:pt x="71" y="196"/>
                  </a:cubicBezTo>
                  <a:cubicBezTo>
                    <a:pt x="75" y="196"/>
                    <a:pt x="77" y="195"/>
                    <a:pt x="80" y="191"/>
                  </a:cubicBezTo>
                  <a:cubicBezTo>
                    <a:pt x="80" y="190"/>
                    <a:pt x="80" y="190"/>
                    <a:pt x="80" y="190"/>
                  </a:cubicBezTo>
                  <a:cubicBezTo>
                    <a:pt x="80" y="190"/>
                    <a:pt x="81" y="189"/>
                    <a:pt x="81" y="189"/>
                  </a:cubicBezTo>
                  <a:cubicBezTo>
                    <a:pt x="81" y="187"/>
                    <a:pt x="81" y="186"/>
                    <a:pt x="82" y="185"/>
                  </a:cubicBezTo>
                  <a:cubicBezTo>
                    <a:pt x="83" y="182"/>
                    <a:pt x="86" y="182"/>
                    <a:pt x="87" y="182"/>
                  </a:cubicBezTo>
                  <a:cubicBezTo>
                    <a:pt x="87" y="185"/>
                    <a:pt x="87" y="185"/>
                    <a:pt x="87" y="185"/>
                  </a:cubicBezTo>
                  <a:cubicBezTo>
                    <a:pt x="87" y="182"/>
                    <a:pt x="87" y="182"/>
                    <a:pt x="87" y="182"/>
                  </a:cubicBezTo>
                  <a:cubicBezTo>
                    <a:pt x="88" y="182"/>
                    <a:pt x="88" y="182"/>
                    <a:pt x="88" y="182"/>
                  </a:cubicBezTo>
                  <a:cubicBezTo>
                    <a:pt x="89" y="181"/>
                    <a:pt x="91" y="181"/>
                    <a:pt x="92" y="181"/>
                  </a:cubicBezTo>
                  <a:cubicBezTo>
                    <a:pt x="94" y="181"/>
                    <a:pt x="96" y="181"/>
                    <a:pt x="98" y="182"/>
                  </a:cubicBezTo>
                  <a:cubicBezTo>
                    <a:pt x="100" y="182"/>
                    <a:pt x="100" y="182"/>
                    <a:pt x="100" y="182"/>
                  </a:cubicBezTo>
                  <a:cubicBezTo>
                    <a:pt x="102" y="182"/>
                    <a:pt x="104" y="182"/>
                    <a:pt x="105" y="182"/>
                  </a:cubicBezTo>
                  <a:cubicBezTo>
                    <a:pt x="108" y="182"/>
                    <a:pt x="109" y="182"/>
                    <a:pt x="109" y="182"/>
                  </a:cubicBezTo>
                  <a:cubicBezTo>
                    <a:pt x="109" y="181"/>
                    <a:pt x="109" y="181"/>
                    <a:pt x="109" y="180"/>
                  </a:cubicBezTo>
                  <a:cubicBezTo>
                    <a:pt x="109" y="177"/>
                    <a:pt x="109" y="177"/>
                    <a:pt x="109" y="177"/>
                  </a:cubicBezTo>
                  <a:cubicBezTo>
                    <a:pt x="112" y="177"/>
                    <a:pt x="112" y="177"/>
                    <a:pt x="112" y="177"/>
                  </a:cubicBezTo>
                  <a:cubicBezTo>
                    <a:pt x="112" y="177"/>
                    <a:pt x="113" y="177"/>
                    <a:pt x="113" y="177"/>
                  </a:cubicBezTo>
                  <a:cubicBezTo>
                    <a:pt x="114" y="177"/>
                    <a:pt x="115" y="177"/>
                    <a:pt x="115" y="177"/>
                  </a:cubicBezTo>
                  <a:cubicBezTo>
                    <a:pt x="118" y="177"/>
                    <a:pt x="118" y="177"/>
                    <a:pt x="119" y="177"/>
                  </a:cubicBezTo>
                  <a:cubicBezTo>
                    <a:pt x="119" y="177"/>
                    <a:pt x="119" y="176"/>
                    <a:pt x="118" y="176"/>
                  </a:cubicBezTo>
                  <a:cubicBezTo>
                    <a:pt x="118" y="172"/>
                    <a:pt x="118" y="172"/>
                    <a:pt x="118" y="172"/>
                  </a:cubicBezTo>
                  <a:cubicBezTo>
                    <a:pt x="121" y="172"/>
                    <a:pt x="121" y="172"/>
                    <a:pt x="121" y="172"/>
                  </a:cubicBezTo>
                  <a:cubicBezTo>
                    <a:pt x="123" y="172"/>
                    <a:pt x="125" y="172"/>
                    <a:pt x="126" y="172"/>
                  </a:cubicBezTo>
                  <a:cubicBezTo>
                    <a:pt x="128" y="172"/>
                    <a:pt x="130" y="172"/>
                    <a:pt x="131" y="172"/>
                  </a:cubicBezTo>
                  <a:cubicBezTo>
                    <a:pt x="134" y="172"/>
                    <a:pt x="139" y="172"/>
                    <a:pt x="143" y="173"/>
                  </a:cubicBezTo>
                  <a:cubicBezTo>
                    <a:pt x="145" y="174"/>
                    <a:pt x="147" y="175"/>
                    <a:pt x="148" y="176"/>
                  </a:cubicBezTo>
                  <a:cubicBezTo>
                    <a:pt x="150" y="177"/>
                    <a:pt x="152" y="178"/>
                    <a:pt x="154" y="178"/>
                  </a:cubicBezTo>
                  <a:cubicBezTo>
                    <a:pt x="154" y="178"/>
                    <a:pt x="154" y="178"/>
                    <a:pt x="154" y="178"/>
                  </a:cubicBezTo>
                  <a:cubicBezTo>
                    <a:pt x="156" y="177"/>
                    <a:pt x="157" y="176"/>
                    <a:pt x="159" y="174"/>
                  </a:cubicBezTo>
                  <a:cubicBezTo>
                    <a:pt x="161" y="171"/>
                    <a:pt x="163" y="168"/>
                    <a:pt x="169" y="168"/>
                  </a:cubicBezTo>
                  <a:cubicBezTo>
                    <a:pt x="173" y="168"/>
                    <a:pt x="173" y="168"/>
                    <a:pt x="173" y="168"/>
                  </a:cubicBezTo>
                  <a:cubicBezTo>
                    <a:pt x="172" y="171"/>
                    <a:pt x="172" y="171"/>
                    <a:pt x="172" y="171"/>
                  </a:cubicBezTo>
                  <a:cubicBezTo>
                    <a:pt x="172" y="172"/>
                    <a:pt x="172" y="172"/>
                    <a:pt x="172" y="172"/>
                  </a:cubicBezTo>
                  <a:cubicBezTo>
                    <a:pt x="172" y="172"/>
                    <a:pt x="174" y="172"/>
                    <a:pt x="174" y="172"/>
                  </a:cubicBezTo>
                  <a:cubicBezTo>
                    <a:pt x="176" y="173"/>
                    <a:pt x="179" y="173"/>
                    <a:pt x="181" y="176"/>
                  </a:cubicBezTo>
                  <a:cubicBezTo>
                    <a:pt x="182" y="178"/>
                    <a:pt x="181" y="179"/>
                    <a:pt x="181" y="181"/>
                  </a:cubicBezTo>
                  <a:cubicBezTo>
                    <a:pt x="181" y="181"/>
                    <a:pt x="181" y="181"/>
                    <a:pt x="181" y="181"/>
                  </a:cubicBezTo>
                  <a:cubicBezTo>
                    <a:pt x="181" y="181"/>
                    <a:pt x="181" y="182"/>
                    <a:pt x="181" y="182"/>
                  </a:cubicBezTo>
                  <a:cubicBezTo>
                    <a:pt x="182" y="182"/>
                    <a:pt x="183" y="182"/>
                    <a:pt x="183" y="182"/>
                  </a:cubicBezTo>
                  <a:cubicBezTo>
                    <a:pt x="186" y="182"/>
                    <a:pt x="186" y="182"/>
                    <a:pt x="186" y="182"/>
                  </a:cubicBezTo>
                  <a:cubicBezTo>
                    <a:pt x="186" y="188"/>
                    <a:pt x="186" y="188"/>
                    <a:pt x="186" y="188"/>
                  </a:cubicBezTo>
                  <a:cubicBezTo>
                    <a:pt x="186" y="189"/>
                    <a:pt x="186" y="189"/>
                    <a:pt x="186" y="190"/>
                  </a:cubicBezTo>
                  <a:cubicBezTo>
                    <a:pt x="186" y="190"/>
                    <a:pt x="186" y="191"/>
                    <a:pt x="186" y="191"/>
                  </a:cubicBezTo>
                  <a:cubicBezTo>
                    <a:pt x="186" y="191"/>
                    <a:pt x="187" y="191"/>
                    <a:pt x="188" y="191"/>
                  </a:cubicBezTo>
                  <a:cubicBezTo>
                    <a:pt x="191" y="192"/>
                    <a:pt x="191" y="192"/>
                    <a:pt x="191" y="192"/>
                  </a:cubicBezTo>
                  <a:cubicBezTo>
                    <a:pt x="190" y="195"/>
                    <a:pt x="190" y="195"/>
                    <a:pt x="190" y="195"/>
                  </a:cubicBezTo>
                  <a:cubicBezTo>
                    <a:pt x="190" y="197"/>
                    <a:pt x="190" y="199"/>
                    <a:pt x="190" y="200"/>
                  </a:cubicBezTo>
                  <a:cubicBezTo>
                    <a:pt x="191" y="201"/>
                    <a:pt x="192" y="201"/>
                    <a:pt x="193" y="201"/>
                  </a:cubicBezTo>
                  <a:cubicBezTo>
                    <a:pt x="193" y="201"/>
                    <a:pt x="194" y="201"/>
                    <a:pt x="194" y="201"/>
                  </a:cubicBezTo>
                  <a:cubicBezTo>
                    <a:pt x="196" y="201"/>
                    <a:pt x="197" y="201"/>
                    <a:pt x="199" y="201"/>
                  </a:cubicBezTo>
                  <a:cubicBezTo>
                    <a:pt x="200" y="201"/>
                    <a:pt x="202" y="200"/>
                    <a:pt x="204" y="200"/>
                  </a:cubicBezTo>
                  <a:cubicBezTo>
                    <a:pt x="205" y="200"/>
                    <a:pt x="206" y="201"/>
                    <a:pt x="207" y="201"/>
                  </a:cubicBezTo>
                  <a:cubicBezTo>
                    <a:pt x="210" y="201"/>
                    <a:pt x="210" y="201"/>
                    <a:pt x="210" y="201"/>
                  </a:cubicBezTo>
                  <a:cubicBezTo>
                    <a:pt x="209" y="204"/>
                    <a:pt x="209" y="204"/>
                    <a:pt x="209" y="204"/>
                  </a:cubicBezTo>
                  <a:cubicBezTo>
                    <a:pt x="209" y="205"/>
                    <a:pt x="209" y="205"/>
                    <a:pt x="209" y="205"/>
                  </a:cubicBezTo>
                  <a:cubicBezTo>
                    <a:pt x="209" y="205"/>
                    <a:pt x="209" y="205"/>
                    <a:pt x="209" y="205"/>
                  </a:cubicBezTo>
                  <a:cubicBezTo>
                    <a:pt x="209" y="205"/>
                    <a:pt x="210" y="206"/>
                    <a:pt x="214" y="206"/>
                  </a:cubicBezTo>
                  <a:cubicBezTo>
                    <a:pt x="215" y="206"/>
                    <a:pt x="217" y="206"/>
                    <a:pt x="218" y="205"/>
                  </a:cubicBezTo>
                  <a:cubicBezTo>
                    <a:pt x="219" y="205"/>
                    <a:pt x="220" y="205"/>
                    <a:pt x="221" y="205"/>
                  </a:cubicBezTo>
                  <a:cubicBezTo>
                    <a:pt x="224" y="205"/>
                    <a:pt x="224" y="205"/>
                    <a:pt x="224" y="205"/>
                  </a:cubicBezTo>
                  <a:cubicBezTo>
                    <a:pt x="224" y="209"/>
                    <a:pt x="224" y="209"/>
                    <a:pt x="224" y="209"/>
                  </a:cubicBezTo>
                  <a:cubicBezTo>
                    <a:pt x="223" y="209"/>
                    <a:pt x="223" y="210"/>
                    <a:pt x="223" y="210"/>
                  </a:cubicBezTo>
                  <a:cubicBezTo>
                    <a:pt x="224" y="210"/>
                    <a:pt x="224" y="210"/>
                    <a:pt x="224" y="210"/>
                  </a:cubicBezTo>
                  <a:cubicBezTo>
                    <a:pt x="224" y="210"/>
                    <a:pt x="224" y="210"/>
                    <a:pt x="226" y="210"/>
                  </a:cubicBezTo>
                  <a:cubicBezTo>
                    <a:pt x="229" y="210"/>
                    <a:pt x="229" y="210"/>
                    <a:pt x="229" y="210"/>
                  </a:cubicBezTo>
                  <a:cubicBezTo>
                    <a:pt x="228" y="214"/>
                    <a:pt x="228" y="214"/>
                    <a:pt x="228" y="214"/>
                  </a:cubicBezTo>
                  <a:cubicBezTo>
                    <a:pt x="228" y="214"/>
                    <a:pt x="228" y="214"/>
                    <a:pt x="228" y="214"/>
                  </a:cubicBezTo>
                  <a:cubicBezTo>
                    <a:pt x="228" y="214"/>
                    <a:pt x="228" y="214"/>
                    <a:pt x="228" y="214"/>
                  </a:cubicBezTo>
                  <a:cubicBezTo>
                    <a:pt x="228" y="214"/>
                    <a:pt x="229" y="215"/>
                    <a:pt x="232" y="215"/>
                  </a:cubicBezTo>
                  <a:cubicBezTo>
                    <a:pt x="232" y="215"/>
                    <a:pt x="233" y="215"/>
                    <a:pt x="233" y="215"/>
                  </a:cubicBezTo>
                  <a:cubicBezTo>
                    <a:pt x="234" y="215"/>
                    <a:pt x="234" y="215"/>
                    <a:pt x="235" y="215"/>
                  </a:cubicBezTo>
                  <a:cubicBezTo>
                    <a:pt x="238" y="215"/>
                    <a:pt x="238" y="215"/>
                    <a:pt x="238" y="215"/>
                  </a:cubicBezTo>
                  <a:cubicBezTo>
                    <a:pt x="238" y="218"/>
                    <a:pt x="238" y="218"/>
                    <a:pt x="238" y="218"/>
                  </a:cubicBezTo>
                  <a:cubicBezTo>
                    <a:pt x="238" y="219"/>
                    <a:pt x="241" y="219"/>
                    <a:pt x="241" y="219"/>
                  </a:cubicBezTo>
                  <a:cubicBezTo>
                    <a:pt x="243" y="219"/>
                    <a:pt x="243" y="219"/>
                    <a:pt x="243" y="219"/>
                  </a:cubicBezTo>
                  <a:cubicBezTo>
                    <a:pt x="244" y="219"/>
                    <a:pt x="244" y="219"/>
                    <a:pt x="244" y="219"/>
                  </a:cubicBezTo>
                  <a:cubicBezTo>
                    <a:pt x="245" y="220"/>
                    <a:pt x="246" y="220"/>
                    <a:pt x="247" y="220"/>
                  </a:cubicBezTo>
                  <a:cubicBezTo>
                    <a:pt x="248" y="220"/>
                    <a:pt x="249" y="219"/>
                    <a:pt x="249" y="219"/>
                  </a:cubicBezTo>
                  <a:cubicBezTo>
                    <a:pt x="250" y="216"/>
                    <a:pt x="250" y="213"/>
                    <a:pt x="250" y="210"/>
                  </a:cubicBezTo>
                  <a:cubicBezTo>
                    <a:pt x="250" y="205"/>
                    <a:pt x="250" y="205"/>
                    <a:pt x="250" y="205"/>
                  </a:cubicBezTo>
                  <a:cubicBezTo>
                    <a:pt x="254" y="205"/>
                    <a:pt x="254" y="205"/>
                    <a:pt x="254" y="205"/>
                  </a:cubicBezTo>
                  <a:cubicBezTo>
                    <a:pt x="257" y="206"/>
                    <a:pt x="258" y="207"/>
                    <a:pt x="260" y="208"/>
                  </a:cubicBezTo>
                  <a:cubicBezTo>
                    <a:pt x="261" y="209"/>
                    <a:pt x="262" y="210"/>
                    <a:pt x="263" y="210"/>
                  </a:cubicBezTo>
                  <a:cubicBezTo>
                    <a:pt x="267" y="210"/>
                    <a:pt x="267" y="210"/>
                    <a:pt x="267" y="210"/>
                  </a:cubicBezTo>
                  <a:cubicBezTo>
                    <a:pt x="266" y="214"/>
                    <a:pt x="266" y="214"/>
                    <a:pt x="266" y="214"/>
                  </a:cubicBezTo>
                  <a:cubicBezTo>
                    <a:pt x="266" y="214"/>
                    <a:pt x="266" y="215"/>
                    <a:pt x="266" y="215"/>
                  </a:cubicBezTo>
                  <a:cubicBezTo>
                    <a:pt x="266" y="215"/>
                    <a:pt x="269" y="215"/>
                    <a:pt x="270" y="215"/>
                  </a:cubicBezTo>
                  <a:cubicBezTo>
                    <a:pt x="270" y="215"/>
                    <a:pt x="271" y="215"/>
                    <a:pt x="271" y="215"/>
                  </a:cubicBezTo>
                  <a:cubicBezTo>
                    <a:pt x="272" y="215"/>
                    <a:pt x="273" y="215"/>
                    <a:pt x="274" y="215"/>
                  </a:cubicBezTo>
                  <a:cubicBezTo>
                    <a:pt x="276" y="215"/>
                    <a:pt x="279" y="215"/>
                    <a:pt x="280" y="217"/>
                  </a:cubicBezTo>
                  <a:cubicBezTo>
                    <a:pt x="280" y="218"/>
                    <a:pt x="281" y="218"/>
                    <a:pt x="281" y="218"/>
                  </a:cubicBezTo>
                  <a:cubicBezTo>
                    <a:pt x="282" y="219"/>
                    <a:pt x="283" y="219"/>
                    <a:pt x="285" y="219"/>
                  </a:cubicBezTo>
                  <a:cubicBezTo>
                    <a:pt x="286" y="219"/>
                    <a:pt x="288" y="219"/>
                    <a:pt x="288" y="218"/>
                  </a:cubicBezTo>
                  <a:cubicBezTo>
                    <a:pt x="288" y="214"/>
                    <a:pt x="288" y="214"/>
                    <a:pt x="288" y="214"/>
                  </a:cubicBezTo>
                  <a:cubicBezTo>
                    <a:pt x="292" y="215"/>
                    <a:pt x="292" y="215"/>
                    <a:pt x="292" y="215"/>
                  </a:cubicBezTo>
                  <a:cubicBezTo>
                    <a:pt x="293" y="215"/>
                    <a:pt x="293" y="215"/>
                    <a:pt x="294" y="215"/>
                  </a:cubicBezTo>
                  <a:cubicBezTo>
                    <a:pt x="295" y="215"/>
                    <a:pt x="296" y="215"/>
                    <a:pt x="297" y="212"/>
                  </a:cubicBezTo>
                  <a:cubicBezTo>
                    <a:pt x="297" y="211"/>
                    <a:pt x="297" y="211"/>
                    <a:pt x="297" y="211"/>
                  </a:cubicBezTo>
                  <a:cubicBezTo>
                    <a:pt x="297" y="210"/>
                    <a:pt x="298" y="208"/>
                    <a:pt x="298" y="207"/>
                  </a:cubicBezTo>
                  <a:cubicBezTo>
                    <a:pt x="297" y="207"/>
                    <a:pt x="296" y="207"/>
                    <a:pt x="296" y="207"/>
                  </a:cubicBezTo>
                  <a:cubicBezTo>
                    <a:pt x="293" y="207"/>
                    <a:pt x="293" y="207"/>
                    <a:pt x="293" y="207"/>
                  </a:cubicBezTo>
                  <a:cubicBezTo>
                    <a:pt x="293" y="204"/>
                    <a:pt x="293" y="204"/>
                    <a:pt x="293" y="204"/>
                  </a:cubicBezTo>
                  <a:cubicBezTo>
                    <a:pt x="293" y="203"/>
                    <a:pt x="293" y="202"/>
                    <a:pt x="293" y="201"/>
                  </a:cubicBezTo>
                  <a:cubicBezTo>
                    <a:pt x="293" y="200"/>
                    <a:pt x="293" y="198"/>
                    <a:pt x="293" y="198"/>
                  </a:cubicBezTo>
                  <a:cubicBezTo>
                    <a:pt x="293" y="198"/>
                    <a:pt x="293" y="198"/>
                    <a:pt x="293" y="198"/>
                  </a:cubicBezTo>
                  <a:cubicBezTo>
                    <a:pt x="293" y="198"/>
                    <a:pt x="293" y="198"/>
                    <a:pt x="292" y="198"/>
                  </a:cubicBezTo>
                  <a:cubicBezTo>
                    <a:pt x="288" y="197"/>
                    <a:pt x="288" y="194"/>
                    <a:pt x="288" y="193"/>
                  </a:cubicBezTo>
                  <a:cubicBezTo>
                    <a:pt x="288" y="192"/>
                    <a:pt x="288" y="192"/>
                    <a:pt x="288" y="192"/>
                  </a:cubicBezTo>
                  <a:cubicBezTo>
                    <a:pt x="288" y="186"/>
                    <a:pt x="288" y="186"/>
                    <a:pt x="288" y="186"/>
                  </a:cubicBezTo>
                  <a:cubicBezTo>
                    <a:pt x="288" y="186"/>
                    <a:pt x="288" y="185"/>
                    <a:pt x="288" y="185"/>
                  </a:cubicBezTo>
                  <a:cubicBezTo>
                    <a:pt x="288" y="184"/>
                    <a:pt x="288" y="184"/>
                    <a:pt x="288" y="184"/>
                  </a:cubicBezTo>
                  <a:cubicBezTo>
                    <a:pt x="288" y="183"/>
                    <a:pt x="287" y="183"/>
                    <a:pt x="286" y="183"/>
                  </a:cubicBezTo>
                  <a:cubicBezTo>
                    <a:pt x="283" y="183"/>
                    <a:pt x="283" y="183"/>
                    <a:pt x="283" y="183"/>
                  </a:cubicBezTo>
                  <a:cubicBezTo>
                    <a:pt x="283" y="180"/>
                    <a:pt x="283" y="180"/>
                    <a:pt x="283" y="180"/>
                  </a:cubicBezTo>
                  <a:cubicBezTo>
                    <a:pt x="284" y="179"/>
                    <a:pt x="284" y="179"/>
                    <a:pt x="284" y="179"/>
                  </a:cubicBezTo>
                  <a:cubicBezTo>
                    <a:pt x="284" y="179"/>
                    <a:pt x="284" y="179"/>
                    <a:pt x="284" y="179"/>
                  </a:cubicBezTo>
                  <a:cubicBezTo>
                    <a:pt x="283" y="179"/>
                    <a:pt x="283" y="179"/>
                    <a:pt x="282" y="179"/>
                  </a:cubicBezTo>
                  <a:cubicBezTo>
                    <a:pt x="281" y="179"/>
                    <a:pt x="281" y="179"/>
                    <a:pt x="281" y="179"/>
                  </a:cubicBezTo>
                  <a:cubicBezTo>
                    <a:pt x="281" y="179"/>
                    <a:pt x="281" y="179"/>
                    <a:pt x="281" y="179"/>
                  </a:cubicBezTo>
                  <a:cubicBezTo>
                    <a:pt x="281" y="178"/>
                    <a:pt x="281" y="178"/>
                    <a:pt x="281" y="178"/>
                  </a:cubicBezTo>
                  <a:cubicBezTo>
                    <a:pt x="281" y="178"/>
                    <a:pt x="281" y="178"/>
                    <a:pt x="281" y="178"/>
                  </a:cubicBezTo>
                  <a:cubicBezTo>
                    <a:pt x="281" y="178"/>
                    <a:pt x="280" y="179"/>
                    <a:pt x="280" y="180"/>
                  </a:cubicBezTo>
                  <a:cubicBezTo>
                    <a:pt x="280" y="183"/>
                    <a:pt x="280" y="183"/>
                    <a:pt x="280" y="183"/>
                  </a:cubicBezTo>
                  <a:cubicBezTo>
                    <a:pt x="278" y="183"/>
                    <a:pt x="278" y="183"/>
                    <a:pt x="278" y="183"/>
                  </a:cubicBezTo>
                  <a:cubicBezTo>
                    <a:pt x="277" y="183"/>
                    <a:pt x="276" y="183"/>
                    <a:pt x="275" y="183"/>
                  </a:cubicBezTo>
                  <a:cubicBezTo>
                    <a:pt x="273" y="183"/>
                    <a:pt x="270" y="183"/>
                    <a:pt x="268" y="181"/>
                  </a:cubicBezTo>
                  <a:cubicBezTo>
                    <a:pt x="266" y="179"/>
                    <a:pt x="264" y="179"/>
                    <a:pt x="263" y="179"/>
                  </a:cubicBezTo>
                  <a:cubicBezTo>
                    <a:pt x="259" y="178"/>
                    <a:pt x="259" y="178"/>
                    <a:pt x="259" y="178"/>
                  </a:cubicBezTo>
                  <a:cubicBezTo>
                    <a:pt x="260" y="175"/>
                    <a:pt x="260" y="175"/>
                    <a:pt x="260" y="175"/>
                  </a:cubicBezTo>
                  <a:cubicBezTo>
                    <a:pt x="260" y="175"/>
                    <a:pt x="260" y="174"/>
                    <a:pt x="260" y="174"/>
                  </a:cubicBezTo>
                  <a:cubicBezTo>
                    <a:pt x="259" y="174"/>
                    <a:pt x="258" y="174"/>
                    <a:pt x="258" y="174"/>
                  </a:cubicBezTo>
                  <a:cubicBezTo>
                    <a:pt x="257" y="174"/>
                    <a:pt x="257" y="174"/>
                    <a:pt x="256" y="174"/>
                  </a:cubicBezTo>
                  <a:cubicBezTo>
                    <a:pt x="251" y="174"/>
                    <a:pt x="251" y="168"/>
                    <a:pt x="251" y="166"/>
                  </a:cubicBezTo>
                  <a:cubicBezTo>
                    <a:pt x="251" y="166"/>
                    <a:pt x="251" y="165"/>
                    <a:pt x="251" y="165"/>
                  </a:cubicBezTo>
                  <a:cubicBezTo>
                    <a:pt x="250" y="165"/>
                    <a:pt x="250" y="165"/>
                    <a:pt x="250" y="165"/>
                  </a:cubicBezTo>
                  <a:cubicBezTo>
                    <a:pt x="247" y="164"/>
                    <a:pt x="246" y="162"/>
                    <a:pt x="245" y="161"/>
                  </a:cubicBezTo>
                  <a:cubicBezTo>
                    <a:pt x="244" y="160"/>
                    <a:pt x="244" y="160"/>
                    <a:pt x="244" y="160"/>
                  </a:cubicBezTo>
                  <a:cubicBezTo>
                    <a:pt x="242" y="156"/>
                    <a:pt x="241" y="152"/>
                    <a:pt x="241" y="147"/>
                  </a:cubicBezTo>
                  <a:cubicBezTo>
                    <a:pt x="241" y="143"/>
                    <a:pt x="241" y="143"/>
                    <a:pt x="241" y="143"/>
                  </a:cubicBezTo>
                  <a:cubicBezTo>
                    <a:pt x="245" y="144"/>
                    <a:pt x="245" y="144"/>
                    <a:pt x="245" y="144"/>
                  </a:cubicBezTo>
                  <a:cubicBezTo>
                    <a:pt x="245" y="144"/>
                    <a:pt x="245" y="144"/>
                    <a:pt x="245" y="144"/>
                  </a:cubicBezTo>
                  <a:cubicBezTo>
                    <a:pt x="245" y="144"/>
                    <a:pt x="245" y="144"/>
                    <a:pt x="245" y="144"/>
                  </a:cubicBezTo>
                  <a:cubicBezTo>
                    <a:pt x="245" y="144"/>
                    <a:pt x="245" y="144"/>
                    <a:pt x="245" y="144"/>
                  </a:cubicBezTo>
                  <a:cubicBezTo>
                    <a:pt x="246" y="143"/>
                    <a:pt x="246" y="143"/>
                    <a:pt x="246" y="143"/>
                  </a:cubicBezTo>
                  <a:cubicBezTo>
                    <a:pt x="246" y="140"/>
                    <a:pt x="248" y="139"/>
                    <a:pt x="251" y="139"/>
                  </a:cubicBezTo>
                  <a:cubicBezTo>
                    <a:pt x="261" y="139"/>
                    <a:pt x="261" y="139"/>
                    <a:pt x="261" y="139"/>
                  </a:cubicBezTo>
                  <a:cubicBezTo>
                    <a:pt x="260" y="138"/>
                    <a:pt x="259" y="137"/>
                    <a:pt x="258" y="135"/>
                  </a:cubicBezTo>
                  <a:cubicBezTo>
                    <a:pt x="258" y="135"/>
                    <a:pt x="258" y="134"/>
                    <a:pt x="258" y="134"/>
                  </a:cubicBezTo>
                  <a:cubicBezTo>
                    <a:pt x="256" y="132"/>
                    <a:pt x="253" y="129"/>
                    <a:pt x="251" y="128"/>
                  </a:cubicBezTo>
                  <a:cubicBezTo>
                    <a:pt x="250" y="127"/>
                    <a:pt x="249" y="127"/>
                    <a:pt x="248" y="127"/>
                  </a:cubicBezTo>
                  <a:cubicBezTo>
                    <a:pt x="246" y="126"/>
                    <a:pt x="246" y="124"/>
                    <a:pt x="246" y="122"/>
                  </a:cubicBezTo>
                  <a:cubicBezTo>
                    <a:pt x="246" y="122"/>
                    <a:pt x="245" y="122"/>
                    <a:pt x="245" y="122"/>
                  </a:cubicBezTo>
                  <a:cubicBezTo>
                    <a:pt x="244" y="122"/>
                    <a:pt x="243" y="122"/>
                    <a:pt x="241" y="121"/>
                  </a:cubicBezTo>
                  <a:cubicBezTo>
                    <a:pt x="239" y="119"/>
                    <a:pt x="239" y="119"/>
                    <a:pt x="239" y="119"/>
                  </a:cubicBezTo>
                  <a:cubicBezTo>
                    <a:pt x="237" y="118"/>
                    <a:pt x="235" y="116"/>
                    <a:pt x="233" y="115"/>
                  </a:cubicBezTo>
                  <a:cubicBezTo>
                    <a:pt x="231" y="113"/>
                    <a:pt x="227" y="112"/>
                    <a:pt x="224" y="112"/>
                  </a:cubicBezTo>
                  <a:cubicBezTo>
                    <a:pt x="223" y="112"/>
                    <a:pt x="222" y="112"/>
                    <a:pt x="221" y="112"/>
                  </a:cubicBezTo>
                  <a:cubicBezTo>
                    <a:pt x="221" y="113"/>
                    <a:pt x="220" y="113"/>
                    <a:pt x="219" y="114"/>
                  </a:cubicBezTo>
                  <a:cubicBezTo>
                    <a:pt x="219" y="115"/>
                    <a:pt x="219" y="116"/>
                    <a:pt x="219" y="117"/>
                  </a:cubicBezTo>
                  <a:cubicBezTo>
                    <a:pt x="219" y="118"/>
                    <a:pt x="219" y="118"/>
                    <a:pt x="219" y="118"/>
                  </a:cubicBezTo>
                  <a:cubicBezTo>
                    <a:pt x="220" y="120"/>
                    <a:pt x="221" y="121"/>
                    <a:pt x="222" y="123"/>
                  </a:cubicBezTo>
                  <a:cubicBezTo>
                    <a:pt x="224" y="125"/>
                    <a:pt x="224" y="125"/>
                    <a:pt x="224" y="125"/>
                  </a:cubicBezTo>
                  <a:cubicBezTo>
                    <a:pt x="228" y="130"/>
                    <a:pt x="232" y="137"/>
                    <a:pt x="233" y="145"/>
                  </a:cubicBezTo>
                  <a:cubicBezTo>
                    <a:pt x="233" y="149"/>
                    <a:pt x="232" y="153"/>
                    <a:pt x="229" y="157"/>
                  </a:cubicBezTo>
                  <a:cubicBezTo>
                    <a:pt x="229" y="157"/>
                    <a:pt x="229" y="157"/>
                    <a:pt x="228" y="158"/>
                  </a:cubicBezTo>
                  <a:cubicBezTo>
                    <a:pt x="229" y="159"/>
                    <a:pt x="228" y="160"/>
                    <a:pt x="228" y="161"/>
                  </a:cubicBezTo>
                  <a:cubicBezTo>
                    <a:pt x="226" y="164"/>
                    <a:pt x="223" y="164"/>
                    <a:pt x="222" y="164"/>
                  </a:cubicBezTo>
                  <a:cubicBezTo>
                    <a:pt x="222" y="164"/>
                    <a:pt x="221" y="164"/>
                    <a:pt x="221" y="164"/>
                  </a:cubicBezTo>
                  <a:cubicBezTo>
                    <a:pt x="219" y="164"/>
                    <a:pt x="218" y="162"/>
                    <a:pt x="217" y="162"/>
                  </a:cubicBezTo>
                  <a:cubicBezTo>
                    <a:pt x="217" y="161"/>
                    <a:pt x="217" y="161"/>
                    <a:pt x="217" y="161"/>
                  </a:cubicBezTo>
                  <a:cubicBezTo>
                    <a:pt x="217" y="161"/>
                    <a:pt x="216" y="160"/>
                    <a:pt x="216" y="159"/>
                  </a:cubicBezTo>
                  <a:cubicBezTo>
                    <a:pt x="215" y="158"/>
                    <a:pt x="214" y="157"/>
                    <a:pt x="214" y="156"/>
                  </a:cubicBezTo>
                  <a:cubicBezTo>
                    <a:pt x="213" y="156"/>
                    <a:pt x="212" y="155"/>
                    <a:pt x="211" y="155"/>
                  </a:cubicBezTo>
                  <a:cubicBezTo>
                    <a:pt x="209" y="155"/>
                    <a:pt x="209" y="155"/>
                    <a:pt x="209" y="155"/>
                  </a:cubicBezTo>
                  <a:cubicBezTo>
                    <a:pt x="208" y="153"/>
                    <a:pt x="208" y="153"/>
                    <a:pt x="208" y="153"/>
                  </a:cubicBezTo>
                  <a:cubicBezTo>
                    <a:pt x="208" y="152"/>
                    <a:pt x="207" y="151"/>
                    <a:pt x="207" y="150"/>
                  </a:cubicBezTo>
                  <a:cubicBezTo>
                    <a:pt x="206" y="149"/>
                    <a:pt x="204" y="147"/>
                    <a:pt x="204" y="145"/>
                  </a:cubicBezTo>
                  <a:cubicBezTo>
                    <a:pt x="203" y="144"/>
                    <a:pt x="203" y="143"/>
                    <a:pt x="203" y="142"/>
                  </a:cubicBezTo>
                  <a:cubicBezTo>
                    <a:pt x="203" y="142"/>
                    <a:pt x="203" y="141"/>
                    <a:pt x="203" y="141"/>
                  </a:cubicBezTo>
                  <a:cubicBezTo>
                    <a:pt x="203" y="141"/>
                    <a:pt x="203" y="141"/>
                    <a:pt x="203" y="141"/>
                  </a:cubicBezTo>
                  <a:cubicBezTo>
                    <a:pt x="203" y="141"/>
                    <a:pt x="203" y="141"/>
                    <a:pt x="201" y="141"/>
                  </a:cubicBezTo>
                  <a:cubicBezTo>
                    <a:pt x="200" y="141"/>
                    <a:pt x="199" y="141"/>
                    <a:pt x="199" y="141"/>
                  </a:cubicBezTo>
                  <a:cubicBezTo>
                    <a:pt x="198" y="141"/>
                    <a:pt x="197" y="141"/>
                    <a:pt x="197" y="141"/>
                  </a:cubicBezTo>
                  <a:cubicBezTo>
                    <a:pt x="193" y="141"/>
                    <a:pt x="193" y="141"/>
                    <a:pt x="193" y="141"/>
                  </a:cubicBezTo>
                  <a:cubicBezTo>
                    <a:pt x="194" y="137"/>
                    <a:pt x="194" y="137"/>
                    <a:pt x="194" y="137"/>
                  </a:cubicBezTo>
                  <a:cubicBezTo>
                    <a:pt x="194" y="137"/>
                    <a:pt x="194" y="136"/>
                    <a:pt x="194" y="136"/>
                  </a:cubicBezTo>
                  <a:cubicBezTo>
                    <a:pt x="194" y="136"/>
                    <a:pt x="194" y="136"/>
                    <a:pt x="194" y="136"/>
                  </a:cubicBezTo>
                  <a:cubicBezTo>
                    <a:pt x="194" y="136"/>
                    <a:pt x="193" y="136"/>
                    <a:pt x="191" y="136"/>
                  </a:cubicBezTo>
                  <a:cubicBezTo>
                    <a:pt x="190" y="136"/>
                    <a:pt x="189" y="136"/>
                    <a:pt x="189" y="136"/>
                  </a:cubicBezTo>
                  <a:cubicBezTo>
                    <a:pt x="189" y="136"/>
                    <a:pt x="188" y="136"/>
                    <a:pt x="188" y="136"/>
                  </a:cubicBezTo>
                  <a:cubicBezTo>
                    <a:pt x="190" y="139"/>
                    <a:pt x="192" y="141"/>
                    <a:pt x="195" y="143"/>
                  </a:cubicBezTo>
                  <a:cubicBezTo>
                    <a:pt x="195" y="143"/>
                    <a:pt x="196" y="143"/>
                    <a:pt x="196" y="143"/>
                  </a:cubicBezTo>
                  <a:cubicBezTo>
                    <a:pt x="197" y="144"/>
                    <a:pt x="200" y="145"/>
                    <a:pt x="200" y="148"/>
                  </a:cubicBezTo>
                  <a:cubicBezTo>
                    <a:pt x="200" y="166"/>
                    <a:pt x="200" y="166"/>
                    <a:pt x="200" y="166"/>
                  </a:cubicBezTo>
                  <a:cubicBezTo>
                    <a:pt x="200" y="167"/>
                    <a:pt x="200" y="167"/>
                    <a:pt x="200" y="167"/>
                  </a:cubicBezTo>
                  <a:cubicBezTo>
                    <a:pt x="199" y="169"/>
                    <a:pt x="198" y="171"/>
                    <a:pt x="197" y="172"/>
                  </a:cubicBezTo>
                  <a:cubicBezTo>
                    <a:pt x="197" y="172"/>
                    <a:pt x="196" y="173"/>
                    <a:pt x="196" y="173"/>
                  </a:cubicBezTo>
                  <a:cubicBezTo>
                    <a:pt x="196" y="174"/>
                    <a:pt x="195" y="175"/>
                    <a:pt x="195" y="175"/>
                  </a:cubicBezTo>
                  <a:cubicBezTo>
                    <a:pt x="195" y="179"/>
                    <a:pt x="195" y="179"/>
                    <a:pt x="195" y="179"/>
                  </a:cubicBezTo>
                  <a:cubicBezTo>
                    <a:pt x="184" y="179"/>
                    <a:pt x="184" y="179"/>
                    <a:pt x="184" y="179"/>
                  </a:cubicBezTo>
                  <a:cubicBezTo>
                    <a:pt x="184" y="175"/>
                    <a:pt x="184" y="175"/>
                    <a:pt x="184" y="175"/>
                  </a:cubicBezTo>
                  <a:cubicBezTo>
                    <a:pt x="185" y="174"/>
                    <a:pt x="185" y="174"/>
                    <a:pt x="185" y="174"/>
                  </a:cubicBezTo>
                  <a:cubicBezTo>
                    <a:pt x="185" y="174"/>
                    <a:pt x="185" y="174"/>
                    <a:pt x="185" y="174"/>
                  </a:cubicBezTo>
                  <a:cubicBezTo>
                    <a:pt x="184" y="174"/>
                    <a:pt x="184" y="174"/>
                    <a:pt x="183" y="174"/>
                  </a:cubicBezTo>
                  <a:cubicBezTo>
                    <a:pt x="180" y="174"/>
                    <a:pt x="180" y="174"/>
                    <a:pt x="180" y="174"/>
                  </a:cubicBezTo>
                  <a:cubicBezTo>
                    <a:pt x="180" y="158"/>
                    <a:pt x="180" y="158"/>
                    <a:pt x="180" y="158"/>
                  </a:cubicBezTo>
                  <a:cubicBezTo>
                    <a:pt x="180" y="156"/>
                    <a:pt x="178" y="154"/>
                    <a:pt x="176" y="152"/>
                  </a:cubicBezTo>
                  <a:cubicBezTo>
                    <a:pt x="175" y="150"/>
                    <a:pt x="173" y="150"/>
                    <a:pt x="170" y="150"/>
                  </a:cubicBezTo>
                  <a:cubicBezTo>
                    <a:pt x="165" y="150"/>
                    <a:pt x="165" y="150"/>
                    <a:pt x="165" y="150"/>
                  </a:cubicBezTo>
                  <a:cubicBezTo>
                    <a:pt x="166" y="147"/>
                    <a:pt x="166" y="147"/>
                    <a:pt x="166" y="147"/>
                  </a:cubicBezTo>
                  <a:cubicBezTo>
                    <a:pt x="166" y="146"/>
                    <a:pt x="166" y="146"/>
                    <a:pt x="166" y="146"/>
                  </a:cubicBezTo>
                  <a:cubicBezTo>
                    <a:pt x="165" y="146"/>
                    <a:pt x="163" y="146"/>
                    <a:pt x="162" y="146"/>
                  </a:cubicBezTo>
                  <a:cubicBezTo>
                    <a:pt x="161" y="146"/>
                    <a:pt x="161" y="146"/>
                    <a:pt x="161" y="146"/>
                  </a:cubicBezTo>
                  <a:cubicBezTo>
                    <a:pt x="158" y="146"/>
                    <a:pt x="157" y="144"/>
                    <a:pt x="156" y="142"/>
                  </a:cubicBezTo>
                  <a:cubicBezTo>
                    <a:pt x="155" y="142"/>
                    <a:pt x="155" y="141"/>
                    <a:pt x="155" y="140"/>
                  </a:cubicBezTo>
                  <a:cubicBezTo>
                    <a:pt x="154" y="139"/>
                    <a:pt x="153" y="138"/>
                    <a:pt x="152" y="137"/>
                  </a:cubicBezTo>
                  <a:cubicBezTo>
                    <a:pt x="151" y="136"/>
                    <a:pt x="150" y="136"/>
                    <a:pt x="147" y="136"/>
                  </a:cubicBezTo>
                  <a:cubicBezTo>
                    <a:pt x="147" y="136"/>
                    <a:pt x="147" y="136"/>
                    <a:pt x="147" y="136"/>
                  </a:cubicBezTo>
                  <a:cubicBezTo>
                    <a:pt x="147" y="136"/>
                    <a:pt x="146" y="136"/>
                    <a:pt x="146" y="136"/>
                  </a:cubicBezTo>
                  <a:cubicBezTo>
                    <a:pt x="144" y="136"/>
                    <a:pt x="143" y="135"/>
                    <a:pt x="142" y="133"/>
                  </a:cubicBezTo>
                  <a:cubicBezTo>
                    <a:pt x="142" y="133"/>
                    <a:pt x="142" y="133"/>
                    <a:pt x="142" y="133"/>
                  </a:cubicBezTo>
                  <a:cubicBezTo>
                    <a:pt x="141" y="132"/>
                    <a:pt x="139" y="132"/>
                    <a:pt x="138" y="132"/>
                  </a:cubicBezTo>
                  <a:cubicBezTo>
                    <a:pt x="137" y="132"/>
                    <a:pt x="137" y="132"/>
                    <a:pt x="137" y="132"/>
                  </a:cubicBezTo>
                  <a:cubicBezTo>
                    <a:pt x="135" y="132"/>
                    <a:pt x="134" y="132"/>
                    <a:pt x="134" y="133"/>
                  </a:cubicBezTo>
                  <a:cubicBezTo>
                    <a:pt x="133" y="136"/>
                    <a:pt x="131" y="136"/>
                    <a:pt x="130" y="136"/>
                  </a:cubicBezTo>
                  <a:cubicBezTo>
                    <a:pt x="130" y="136"/>
                    <a:pt x="130" y="136"/>
                    <a:pt x="129" y="136"/>
                  </a:cubicBezTo>
                  <a:cubicBezTo>
                    <a:pt x="129" y="136"/>
                    <a:pt x="129" y="136"/>
                    <a:pt x="129" y="136"/>
                  </a:cubicBezTo>
                  <a:cubicBezTo>
                    <a:pt x="116" y="136"/>
                    <a:pt x="116" y="136"/>
                    <a:pt x="116" y="136"/>
                  </a:cubicBezTo>
                  <a:cubicBezTo>
                    <a:pt x="116" y="136"/>
                    <a:pt x="116" y="136"/>
                    <a:pt x="116" y="136"/>
                  </a:cubicBezTo>
                  <a:cubicBezTo>
                    <a:pt x="116" y="136"/>
                    <a:pt x="116" y="136"/>
                    <a:pt x="116" y="136"/>
                  </a:cubicBezTo>
                  <a:cubicBezTo>
                    <a:pt x="115" y="136"/>
                    <a:pt x="115" y="137"/>
                    <a:pt x="115" y="140"/>
                  </a:cubicBezTo>
                  <a:cubicBezTo>
                    <a:pt x="115" y="145"/>
                    <a:pt x="113" y="149"/>
                    <a:pt x="108" y="150"/>
                  </a:cubicBezTo>
                  <a:cubicBezTo>
                    <a:pt x="105" y="151"/>
                    <a:pt x="105" y="151"/>
                    <a:pt x="105" y="151"/>
                  </a:cubicBezTo>
                  <a:cubicBezTo>
                    <a:pt x="104" y="148"/>
                    <a:pt x="104" y="148"/>
                    <a:pt x="104" y="148"/>
                  </a:cubicBezTo>
                  <a:cubicBezTo>
                    <a:pt x="103" y="137"/>
                    <a:pt x="98" y="127"/>
                    <a:pt x="89" y="118"/>
                  </a:cubicBezTo>
                  <a:cubicBezTo>
                    <a:pt x="87" y="116"/>
                    <a:pt x="85" y="114"/>
                    <a:pt x="83" y="112"/>
                  </a:cubicBezTo>
                  <a:cubicBezTo>
                    <a:pt x="77" y="106"/>
                    <a:pt x="71" y="100"/>
                    <a:pt x="67" y="92"/>
                  </a:cubicBezTo>
                  <a:cubicBezTo>
                    <a:pt x="65" y="89"/>
                    <a:pt x="65" y="89"/>
                    <a:pt x="65" y="89"/>
                  </a:cubicBezTo>
                  <a:cubicBezTo>
                    <a:pt x="69" y="88"/>
                    <a:pt x="69" y="88"/>
                    <a:pt x="69" y="88"/>
                  </a:cubicBezTo>
                  <a:cubicBezTo>
                    <a:pt x="71" y="87"/>
                    <a:pt x="73" y="86"/>
                    <a:pt x="74" y="84"/>
                  </a:cubicBezTo>
                  <a:cubicBezTo>
                    <a:pt x="75" y="83"/>
                    <a:pt x="75" y="82"/>
                    <a:pt x="76" y="81"/>
                  </a:cubicBezTo>
                  <a:cubicBezTo>
                    <a:pt x="76" y="80"/>
                    <a:pt x="77" y="79"/>
                    <a:pt x="77" y="78"/>
                  </a:cubicBezTo>
                  <a:cubicBezTo>
                    <a:pt x="78" y="76"/>
                    <a:pt x="80" y="73"/>
                    <a:pt x="82" y="71"/>
                  </a:cubicBezTo>
                  <a:cubicBezTo>
                    <a:pt x="85" y="69"/>
                    <a:pt x="88" y="69"/>
                    <a:pt x="90" y="69"/>
                  </a:cubicBezTo>
                  <a:cubicBezTo>
                    <a:pt x="91" y="69"/>
                    <a:pt x="91" y="69"/>
                    <a:pt x="91" y="69"/>
                  </a:cubicBezTo>
                  <a:cubicBezTo>
                    <a:pt x="92" y="69"/>
                    <a:pt x="94" y="68"/>
                    <a:pt x="94" y="68"/>
                  </a:cubicBezTo>
                  <a:cubicBezTo>
                    <a:pt x="94" y="67"/>
                    <a:pt x="94" y="67"/>
                    <a:pt x="95" y="67"/>
                  </a:cubicBezTo>
                  <a:cubicBezTo>
                    <a:pt x="95" y="66"/>
                    <a:pt x="96" y="64"/>
                    <a:pt x="99" y="64"/>
                  </a:cubicBezTo>
                  <a:cubicBezTo>
                    <a:pt x="104" y="64"/>
                    <a:pt x="104" y="64"/>
                    <a:pt x="104" y="64"/>
                  </a:cubicBezTo>
                  <a:cubicBezTo>
                    <a:pt x="104" y="64"/>
                    <a:pt x="105" y="64"/>
                    <a:pt x="106" y="64"/>
                  </a:cubicBezTo>
                  <a:cubicBezTo>
                    <a:pt x="106" y="64"/>
                    <a:pt x="107" y="64"/>
                    <a:pt x="108" y="64"/>
                  </a:cubicBezTo>
                  <a:cubicBezTo>
                    <a:pt x="108" y="64"/>
                    <a:pt x="108" y="64"/>
                    <a:pt x="109" y="64"/>
                  </a:cubicBezTo>
                  <a:cubicBezTo>
                    <a:pt x="109" y="64"/>
                    <a:pt x="109" y="63"/>
                    <a:pt x="109" y="63"/>
                  </a:cubicBezTo>
                  <a:cubicBezTo>
                    <a:pt x="109" y="61"/>
                    <a:pt x="110" y="59"/>
                    <a:pt x="114" y="59"/>
                  </a:cubicBezTo>
                  <a:cubicBezTo>
                    <a:pt x="114" y="59"/>
                    <a:pt x="114" y="59"/>
                    <a:pt x="115" y="59"/>
                  </a:cubicBezTo>
                  <a:cubicBezTo>
                    <a:pt x="115" y="59"/>
                    <a:pt x="115" y="59"/>
                    <a:pt x="116" y="59"/>
                  </a:cubicBezTo>
                  <a:cubicBezTo>
                    <a:pt x="128" y="59"/>
                    <a:pt x="128" y="59"/>
                    <a:pt x="128" y="59"/>
                  </a:cubicBezTo>
                  <a:cubicBezTo>
                    <a:pt x="129" y="61"/>
                    <a:pt x="129" y="61"/>
                    <a:pt x="129" y="61"/>
                  </a:cubicBezTo>
                  <a:cubicBezTo>
                    <a:pt x="130" y="61"/>
                    <a:pt x="131" y="60"/>
                    <a:pt x="132" y="60"/>
                  </a:cubicBezTo>
                  <a:cubicBezTo>
                    <a:pt x="132" y="60"/>
                    <a:pt x="132" y="60"/>
                    <a:pt x="133" y="60"/>
                  </a:cubicBezTo>
                  <a:cubicBezTo>
                    <a:pt x="133" y="59"/>
                    <a:pt x="133" y="59"/>
                    <a:pt x="133" y="58"/>
                  </a:cubicBezTo>
                  <a:cubicBezTo>
                    <a:pt x="132" y="58"/>
                    <a:pt x="132" y="57"/>
                    <a:pt x="131" y="56"/>
                  </a:cubicBezTo>
                  <a:cubicBezTo>
                    <a:pt x="128" y="55"/>
                    <a:pt x="127" y="53"/>
                    <a:pt x="127" y="51"/>
                  </a:cubicBezTo>
                  <a:cubicBezTo>
                    <a:pt x="126" y="51"/>
                    <a:pt x="126" y="50"/>
                    <a:pt x="126" y="50"/>
                  </a:cubicBezTo>
                  <a:cubicBezTo>
                    <a:pt x="124" y="48"/>
                    <a:pt x="123" y="47"/>
                    <a:pt x="122" y="47"/>
                  </a:cubicBezTo>
                  <a:cubicBezTo>
                    <a:pt x="118" y="46"/>
                    <a:pt x="118" y="41"/>
                    <a:pt x="118" y="40"/>
                  </a:cubicBezTo>
                  <a:cubicBezTo>
                    <a:pt x="118" y="39"/>
                    <a:pt x="118" y="39"/>
                    <a:pt x="118" y="39"/>
                  </a:cubicBezTo>
                  <a:cubicBezTo>
                    <a:pt x="118" y="30"/>
                    <a:pt x="118" y="30"/>
                    <a:pt x="118" y="30"/>
                  </a:cubicBezTo>
                  <a:cubicBezTo>
                    <a:pt x="122" y="31"/>
                    <a:pt x="122" y="31"/>
                    <a:pt x="122" y="31"/>
                  </a:cubicBezTo>
                  <a:cubicBezTo>
                    <a:pt x="122" y="31"/>
                    <a:pt x="123" y="31"/>
                    <a:pt x="123" y="31"/>
                  </a:cubicBezTo>
                  <a:cubicBezTo>
                    <a:pt x="123" y="31"/>
                    <a:pt x="123" y="30"/>
                    <a:pt x="123" y="29"/>
                  </a:cubicBezTo>
                  <a:cubicBezTo>
                    <a:pt x="123" y="29"/>
                    <a:pt x="123" y="28"/>
                    <a:pt x="123" y="27"/>
                  </a:cubicBezTo>
                  <a:cubicBezTo>
                    <a:pt x="123" y="26"/>
                    <a:pt x="124" y="24"/>
                    <a:pt x="123" y="23"/>
                  </a:cubicBezTo>
                  <a:cubicBezTo>
                    <a:pt x="123" y="23"/>
                    <a:pt x="122" y="23"/>
                    <a:pt x="122" y="23"/>
                  </a:cubicBezTo>
                  <a:cubicBezTo>
                    <a:pt x="120" y="23"/>
                    <a:pt x="120" y="22"/>
                    <a:pt x="119" y="22"/>
                  </a:cubicBezTo>
                  <a:cubicBezTo>
                    <a:pt x="118" y="20"/>
                    <a:pt x="118" y="19"/>
                    <a:pt x="118" y="18"/>
                  </a:cubicBezTo>
                  <a:cubicBezTo>
                    <a:pt x="118" y="18"/>
                    <a:pt x="118" y="18"/>
                    <a:pt x="118" y="17"/>
                  </a:cubicBezTo>
                  <a:cubicBezTo>
                    <a:pt x="118" y="17"/>
                    <a:pt x="118" y="16"/>
                    <a:pt x="118" y="16"/>
                  </a:cubicBezTo>
                  <a:cubicBezTo>
                    <a:pt x="119" y="15"/>
                    <a:pt x="119" y="14"/>
                    <a:pt x="119" y="14"/>
                  </a:cubicBezTo>
                  <a:cubicBezTo>
                    <a:pt x="118" y="14"/>
                    <a:pt x="118" y="14"/>
                    <a:pt x="118" y="14"/>
                  </a:cubicBezTo>
                  <a:cubicBezTo>
                    <a:pt x="118" y="14"/>
                    <a:pt x="117" y="14"/>
                    <a:pt x="117" y="14"/>
                  </a:cubicBezTo>
                  <a:cubicBezTo>
                    <a:pt x="115" y="14"/>
                    <a:pt x="114" y="12"/>
                    <a:pt x="114" y="9"/>
                  </a:cubicBezTo>
                  <a:cubicBezTo>
                    <a:pt x="114" y="0"/>
                    <a:pt x="114" y="0"/>
                    <a:pt x="114" y="0"/>
                  </a:cubicBezTo>
                  <a:cubicBezTo>
                    <a:pt x="119" y="3"/>
                    <a:pt x="119" y="3"/>
                    <a:pt x="119" y="3"/>
                  </a:cubicBezTo>
                  <a:cubicBezTo>
                    <a:pt x="126" y="7"/>
                    <a:pt x="132" y="10"/>
                    <a:pt x="139" y="13"/>
                  </a:cubicBezTo>
                  <a:cubicBezTo>
                    <a:pt x="147" y="17"/>
                    <a:pt x="156" y="22"/>
                    <a:pt x="164" y="27"/>
                  </a:cubicBezTo>
                  <a:cubicBezTo>
                    <a:pt x="172" y="31"/>
                    <a:pt x="179" y="36"/>
                    <a:pt x="185" y="41"/>
                  </a:cubicBezTo>
                  <a:cubicBezTo>
                    <a:pt x="186" y="42"/>
                    <a:pt x="188" y="44"/>
                    <a:pt x="189" y="45"/>
                  </a:cubicBezTo>
                  <a:cubicBezTo>
                    <a:pt x="191" y="45"/>
                    <a:pt x="191" y="45"/>
                    <a:pt x="191" y="45"/>
                  </a:cubicBezTo>
                  <a:cubicBezTo>
                    <a:pt x="192" y="45"/>
                    <a:pt x="195" y="45"/>
                    <a:pt x="196" y="48"/>
                  </a:cubicBezTo>
                  <a:cubicBezTo>
                    <a:pt x="196" y="48"/>
                    <a:pt x="196" y="49"/>
                    <a:pt x="196" y="49"/>
                  </a:cubicBezTo>
                  <a:cubicBezTo>
                    <a:pt x="196" y="51"/>
                    <a:pt x="198" y="52"/>
                    <a:pt x="201" y="54"/>
                  </a:cubicBezTo>
                  <a:cubicBezTo>
                    <a:pt x="202" y="54"/>
                    <a:pt x="203" y="54"/>
                    <a:pt x="205" y="54"/>
                  </a:cubicBezTo>
                  <a:cubicBezTo>
                    <a:pt x="208" y="54"/>
                    <a:pt x="208" y="54"/>
                    <a:pt x="208" y="54"/>
                  </a:cubicBezTo>
                  <a:cubicBezTo>
                    <a:pt x="209" y="56"/>
                    <a:pt x="209" y="56"/>
                    <a:pt x="209" y="56"/>
                  </a:cubicBezTo>
                  <a:cubicBezTo>
                    <a:pt x="210" y="58"/>
                    <a:pt x="211" y="59"/>
                    <a:pt x="211" y="61"/>
                  </a:cubicBezTo>
                  <a:cubicBezTo>
                    <a:pt x="213" y="63"/>
                    <a:pt x="215" y="65"/>
                    <a:pt x="217" y="67"/>
                  </a:cubicBezTo>
                  <a:cubicBezTo>
                    <a:pt x="219" y="68"/>
                    <a:pt x="220" y="69"/>
                    <a:pt x="222" y="69"/>
                  </a:cubicBezTo>
                  <a:cubicBezTo>
                    <a:pt x="227" y="69"/>
                    <a:pt x="227" y="69"/>
                    <a:pt x="227" y="69"/>
                  </a:cubicBezTo>
                  <a:cubicBezTo>
                    <a:pt x="228" y="71"/>
                    <a:pt x="228" y="71"/>
                    <a:pt x="228" y="71"/>
                  </a:cubicBezTo>
                  <a:cubicBezTo>
                    <a:pt x="228" y="71"/>
                    <a:pt x="229" y="72"/>
                    <a:pt x="229" y="73"/>
                  </a:cubicBezTo>
                  <a:cubicBezTo>
                    <a:pt x="230" y="75"/>
                    <a:pt x="232" y="78"/>
                    <a:pt x="235" y="80"/>
                  </a:cubicBezTo>
                  <a:cubicBezTo>
                    <a:pt x="236" y="81"/>
                    <a:pt x="238" y="82"/>
                    <a:pt x="240" y="83"/>
                  </a:cubicBezTo>
                  <a:cubicBezTo>
                    <a:pt x="241" y="83"/>
                    <a:pt x="243" y="84"/>
                    <a:pt x="244" y="84"/>
                  </a:cubicBezTo>
                  <a:cubicBezTo>
                    <a:pt x="247" y="86"/>
                    <a:pt x="250" y="89"/>
                    <a:pt x="251" y="91"/>
                  </a:cubicBezTo>
                  <a:cubicBezTo>
                    <a:pt x="252" y="91"/>
                    <a:pt x="253" y="92"/>
                    <a:pt x="253" y="93"/>
                  </a:cubicBezTo>
                  <a:cubicBezTo>
                    <a:pt x="257" y="97"/>
                    <a:pt x="259" y="100"/>
                    <a:pt x="264" y="102"/>
                  </a:cubicBezTo>
                  <a:cubicBezTo>
                    <a:pt x="265" y="102"/>
                    <a:pt x="265" y="102"/>
                    <a:pt x="265" y="102"/>
                  </a:cubicBezTo>
                  <a:cubicBezTo>
                    <a:pt x="266" y="103"/>
                    <a:pt x="266" y="103"/>
                    <a:pt x="266" y="103"/>
                  </a:cubicBezTo>
                  <a:cubicBezTo>
                    <a:pt x="270" y="110"/>
                    <a:pt x="276" y="116"/>
                    <a:pt x="282" y="122"/>
                  </a:cubicBezTo>
                  <a:cubicBezTo>
                    <a:pt x="285" y="125"/>
                    <a:pt x="288" y="128"/>
                    <a:pt x="292" y="131"/>
                  </a:cubicBezTo>
                  <a:cubicBezTo>
                    <a:pt x="294" y="132"/>
                    <a:pt x="295" y="133"/>
                    <a:pt x="297" y="135"/>
                  </a:cubicBezTo>
                  <a:cubicBezTo>
                    <a:pt x="299" y="136"/>
                    <a:pt x="299" y="138"/>
                    <a:pt x="299" y="139"/>
                  </a:cubicBezTo>
                  <a:cubicBezTo>
                    <a:pt x="300" y="139"/>
                    <a:pt x="300" y="139"/>
                    <a:pt x="300" y="140"/>
                  </a:cubicBezTo>
                  <a:cubicBezTo>
                    <a:pt x="301" y="142"/>
                    <a:pt x="303" y="143"/>
                    <a:pt x="305" y="145"/>
                  </a:cubicBezTo>
                  <a:cubicBezTo>
                    <a:pt x="307" y="146"/>
                    <a:pt x="310" y="148"/>
                    <a:pt x="311" y="151"/>
                  </a:cubicBezTo>
                  <a:cubicBezTo>
                    <a:pt x="312" y="153"/>
                    <a:pt x="313" y="154"/>
                    <a:pt x="314" y="156"/>
                  </a:cubicBezTo>
                  <a:cubicBezTo>
                    <a:pt x="314" y="157"/>
                    <a:pt x="315" y="159"/>
                    <a:pt x="316" y="160"/>
                  </a:cubicBezTo>
                  <a:cubicBezTo>
                    <a:pt x="317" y="163"/>
                    <a:pt x="319" y="165"/>
                    <a:pt x="322" y="166"/>
                  </a:cubicBezTo>
                  <a:cubicBezTo>
                    <a:pt x="323" y="167"/>
                    <a:pt x="324" y="167"/>
                    <a:pt x="325" y="168"/>
                  </a:cubicBezTo>
                  <a:cubicBezTo>
                    <a:pt x="326" y="168"/>
                    <a:pt x="327" y="169"/>
                    <a:pt x="327" y="170"/>
                  </a:cubicBezTo>
                  <a:cubicBezTo>
                    <a:pt x="327" y="170"/>
                    <a:pt x="327" y="171"/>
                    <a:pt x="328" y="171"/>
                  </a:cubicBezTo>
                  <a:cubicBezTo>
                    <a:pt x="328" y="171"/>
                    <a:pt x="328" y="172"/>
                    <a:pt x="329" y="173"/>
                  </a:cubicBezTo>
                  <a:cubicBezTo>
                    <a:pt x="330" y="173"/>
                    <a:pt x="330" y="173"/>
                    <a:pt x="330" y="173"/>
                  </a:cubicBezTo>
                  <a:cubicBezTo>
                    <a:pt x="331" y="175"/>
                    <a:pt x="332" y="177"/>
                    <a:pt x="332" y="179"/>
                  </a:cubicBezTo>
                  <a:cubicBezTo>
                    <a:pt x="332" y="180"/>
                    <a:pt x="333" y="181"/>
                    <a:pt x="333" y="182"/>
                  </a:cubicBezTo>
                  <a:cubicBezTo>
                    <a:pt x="334" y="183"/>
                    <a:pt x="335" y="184"/>
                    <a:pt x="336" y="185"/>
                  </a:cubicBezTo>
                  <a:cubicBezTo>
                    <a:pt x="337" y="185"/>
                    <a:pt x="337" y="185"/>
                    <a:pt x="337" y="185"/>
                  </a:cubicBezTo>
                  <a:cubicBezTo>
                    <a:pt x="339" y="186"/>
                    <a:pt x="341" y="187"/>
                    <a:pt x="342" y="189"/>
                  </a:cubicBezTo>
                  <a:cubicBezTo>
                    <a:pt x="342" y="190"/>
                    <a:pt x="342" y="191"/>
                    <a:pt x="343" y="192"/>
                  </a:cubicBezTo>
                  <a:cubicBezTo>
                    <a:pt x="344" y="193"/>
                    <a:pt x="345" y="194"/>
                    <a:pt x="346" y="197"/>
                  </a:cubicBezTo>
                  <a:cubicBezTo>
                    <a:pt x="346" y="198"/>
                    <a:pt x="346" y="199"/>
                    <a:pt x="346" y="200"/>
                  </a:cubicBezTo>
                  <a:cubicBezTo>
                    <a:pt x="346" y="200"/>
                    <a:pt x="346" y="200"/>
                    <a:pt x="346" y="200"/>
                  </a:cubicBezTo>
                  <a:cubicBezTo>
                    <a:pt x="346" y="200"/>
                    <a:pt x="347" y="201"/>
                    <a:pt x="347" y="201"/>
                  </a:cubicBezTo>
                  <a:cubicBezTo>
                    <a:pt x="350" y="201"/>
                    <a:pt x="351" y="203"/>
                    <a:pt x="352" y="204"/>
                  </a:cubicBezTo>
                  <a:cubicBezTo>
                    <a:pt x="352" y="204"/>
                    <a:pt x="352" y="205"/>
                    <a:pt x="352" y="205"/>
                  </a:cubicBezTo>
                  <a:cubicBezTo>
                    <a:pt x="352" y="206"/>
                    <a:pt x="352" y="206"/>
                    <a:pt x="352" y="206"/>
                  </a:cubicBezTo>
                  <a:cubicBezTo>
                    <a:pt x="353" y="206"/>
                    <a:pt x="354" y="207"/>
                    <a:pt x="355" y="209"/>
                  </a:cubicBezTo>
                  <a:cubicBezTo>
                    <a:pt x="355" y="210"/>
                    <a:pt x="356" y="212"/>
                    <a:pt x="356" y="213"/>
                  </a:cubicBezTo>
                  <a:cubicBezTo>
                    <a:pt x="356" y="214"/>
                    <a:pt x="356" y="214"/>
                    <a:pt x="356" y="215"/>
                  </a:cubicBezTo>
                  <a:cubicBezTo>
                    <a:pt x="356" y="215"/>
                    <a:pt x="356" y="215"/>
                    <a:pt x="356" y="215"/>
                  </a:cubicBezTo>
                  <a:cubicBezTo>
                    <a:pt x="356" y="215"/>
                    <a:pt x="357" y="215"/>
                    <a:pt x="358" y="215"/>
                  </a:cubicBezTo>
                  <a:cubicBezTo>
                    <a:pt x="360" y="215"/>
                    <a:pt x="360" y="215"/>
                    <a:pt x="360" y="215"/>
                  </a:cubicBezTo>
                  <a:cubicBezTo>
                    <a:pt x="360" y="221"/>
                    <a:pt x="360" y="221"/>
                    <a:pt x="360" y="221"/>
                  </a:cubicBezTo>
                  <a:cubicBezTo>
                    <a:pt x="360" y="222"/>
                    <a:pt x="360" y="222"/>
                    <a:pt x="360" y="223"/>
                  </a:cubicBezTo>
                  <a:cubicBezTo>
                    <a:pt x="360" y="223"/>
                    <a:pt x="360" y="224"/>
                    <a:pt x="360" y="224"/>
                  </a:cubicBezTo>
                  <a:cubicBezTo>
                    <a:pt x="361" y="224"/>
                    <a:pt x="362" y="224"/>
                    <a:pt x="362" y="224"/>
                  </a:cubicBezTo>
                  <a:cubicBezTo>
                    <a:pt x="364" y="224"/>
                    <a:pt x="364" y="224"/>
                    <a:pt x="364" y="224"/>
                  </a:cubicBezTo>
                  <a:cubicBezTo>
                    <a:pt x="365" y="227"/>
                    <a:pt x="365" y="227"/>
                    <a:pt x="365" y="227"/>
                  </a:cubicBezTo>
                  <a:cubicBezTo>
                    <a:pt x="365" y="227"/>
                    <a:pt x="366" y="228"/>
                    <a:pt x="366" y="229"/>
                  </a:cubicBezTo>
                  <a:cubicBezTo>
                    <a:pt x="367" y="230"/>
                    <a:pt x="369" y="231"/>
                    <a:pt x="369" y="233"/>
                  </a:cubicBezTo>
                  <a:cubicBezTo>
                    <a:pt x="370" y="235"/>
                    <a:pt x="370" y="236"/>
                    <a:pt x="370" y="237"/>
                  </a:cubicBezTo>
                  <a:cubicBezTo>
                    <a:pt x="370" y="237"/>
                    <a:pt x="370" y="238"/>
                    <a:pt x="370" y="238"/>
                  </a:cubicBezTo>
                  <a:cubicBezTo>
                    <a:pt x="370" y="238"/>
                    <a:pt x="370" y="238"/>
                    <a:pt x="370" y="238"/>
                  </a:cubicBezTo>
                  <a:cubicBezTo>
                    <a:pt x="371" y="238"/>
                    <a:pt x="371" y="238"/>
                    <a:pt x="371" y="238"/>
                  </a:cubicBezTo>
                  <a:cubicBezTo>
                    <a:pt x="373" y="238"/>
                    <a:pt x="375" y="240"/>
                    <a:pt x="375" y="243"/>
                  </a:cubicBezTo>
                  <a:cubicBezTo>
                    <a:pt x="375" y="247"/>
                    <a:pt x="375" y="247"/>
                    <a:pt x="375" y="247"/>
                  </a:cubicBezTo>
                  <a:cubicBezTo>
                    <a:pt x="374" y="247"/>
                    <a:pt x="374" y="247"/>
                    <a:pt x="374" y="247"/>
                  </a:cubicBezTo>
                  <a:cubicBezTo>
                    <a:pt x="374" y="247"/>
                    <a:pt x="374" y="247"/>
                    <a:pt x="374" y="247"/>
                  </a:cubicBezTo>
                  <a:cubicBezTo>
                    <a:pt x="374" y="247"/>
                    <a:pt x="374" y="247"/>
                    <a:pt x="374" y="247"/>
                  </a:cubicBezTo>
                  <a:cubicBezTo>
                    <a:pt x="375" y="247"/>
                    <a:pt x="375" y="248"/>
                    <a:pt x="376" y="248"/>
                  </a:cubicBezTo>
                  <a:cubicBezTo>
                    <a:pt x="379" y="248"/>
                    <a:pt x="379" y="248"/>
                    <a:pt x="379" y="248"/>
                  </a:cubicBezTo>
                  <a:cubicBezTo>
                    <a:pt x="379" y="251"/>
                    <a:pt x="379" y="251"/>
                    <a:pt x="379" y="251"/>
                  </a:cubicBezTo>
                  <a:cubicBezTo>
                    <a:pt x="379" y="252"/>
                    <a:pt x="379" y="252"/>
                    <a:pt x="379" y="253"/>
                  </a:cubicBezTo>
                  <a:cubicBezTo>
                    <a:pt x="379" y="254"/>
                    <a:pt x="379" y="256"/>
                    <a:pt x="379" y="257"/>
                  </a:cubicBezTo>
                  <a:cubicBezTo>
                    <a:pt x="380" y="257"/>
                    <a:pt x="381" y="257"/>
                    <a:pt x="381" y="257"/>
                  </a:cubicBezTo>
                  <a:cubicBezTo>
                    <a:pt x="384" y="257"/>
                    <a:pt x="384" y="257"/>
                    <a:pt x="384" y="257"/>
                  </a:cubicBezTo>
                  <a:cubicBezTo>
                    <a:pt x="384" y="264"/>
                    <a:pt x="384" y="264"/>
                    <a:pt x="384" y="264"/>
                  </a:cubicBezTo>
                  <a:cubicBezTo>
                    <a:pt x="384" y="264"/>
                    <a:pt x="384" y="265"/>
                    <a:pt x="384" y="265"/>
                  </a:cubicBezTo>
                  <a:cubicBezTo>
                    <a:pt x="384" y="266"/>
                    <a:pt x="384" y="266"/>
                    <a:pt x="384" y="266"/>
                  </a:cubicBezTo>
                  <a:cubicBezTo>
                    <a:pt x="384" y="267"/>
                    <a:pt x="385" y="267"/>
                    <a:pt x="386" y="267"/>
                  </a:cubicBezTo>
                  <a:cubicBezTo>
                    <a:pt x="388" y="267"/>
                    <a:pt x="388" y="267"/>
                    <a:pt x="388" y="267"/>
                  </a:cubicBezTo>
                  <a:cubicBezTo>
                    <a:pt x="389" y="270"/>
                    <a:pt x="389" y="270"/>
                    <a:pt x="389" y="270"/>
                  </a:cubicBezTo>
                  <a:cubicBezTo>
                    <a:pt x="389" y="271"/>
                    <a:pt x="389" y="272"/>
                    <a:pt x="389" y="273"/>
                  </a:cubicBezTo>
                  <a:cubicBezTo>
                    <a:pt x="388" y="274"/>
                    <a:pt x="388" y="275"/>
                    <a:pt x="389" y="276"/>
                  </a:cubicBezTo>
                  <a:cubicBezTo>
                    <a:pt x="389" y="276"/>
                    <a:pt x="389" y="276"/>
                    <a:pt x="389" y="276"/>
                  </a:cubicBezTo>
                  <a:cubicBezTo>
                    <a:pt x="389" y="276"/>
                    <a:pt x="390" y="276"/>
                    <a:pt x="390" y="276"/>
                  </a:cubicBezTo>
                  <a:cubicBezTo>
                    <a:pt x="391" y="276"/>
                    <a:pt x="392" y="277"/>
                    <a:pt x="393" y="277"/>
                  </a:cubicBezTo>
                  <a:cubicBezTo>
                    <a:pt x="394" y="279"/>
                    <a:pt x="394" y="280"/>
                    <a:pt x="393" y="281"/>
                  </a:cubicBezTo>
                  <a:cubicBezTo>
                    <a:pt x="393" y="281"/>
                    <a:pt x="393" y="281"/>
                    <a:pt x="393" y="282"/>
                  </a:cubicBezTo>
                  <a:cubicBezTo>
                    <a:pt x="393" y="284"/>
                    <a:pt x="393" y="286"/>
                    <a:pt x="392" y="288"/>
                  </a:cubicBezTo>
                  <a:cubicBezTo>
                    <a:pt x="392" y="289"/>
                    <a:pt x="392" y="290"/>
                    <a:pt x="392" y="291"/>
                  </a:cubicBezTo>
                  <a:cubicBezTo>
                    <a:pt x="391" y="293"/>
                    <a:pt x="391" y="296"/>
                    <a:pt x="391" y="299"/>
                  </a:cubicBezTo>
                  <a:cubicBezTo>
                    <a:pt x="391" y="305"/>
                    <a:pt x="392" y="311"/>
                    <a:pt x="393" y="319"/>
                  </a:cubicBezTo>
                  <a:cubicBezTo>
                    <a:pt x="395" y="334"/>
                    <a:pt x="399" y="348"/>
                    <a:pt x="403" y="358"/>
                  </a:cubicBezTo>
                  <a:cubicBezTo>
                    <a:pt x="405" y="365"/>
                    <a:pt x="405" y="365"/>
                    <a:pt x="405" y="365"/>
                  </a:cubicBezTo>
                  <a:cubicBezTo>
                    <a:pt x="398" y="362"/>
                    <a:pt x="398" y="362"/>
                    <a:pt x="398" y="362"/>
                  </a:cubicBezTo>
                  <a:cubicBezTo>
                    <a:pt x="395" y="361"/>
                    <a:pt x="392" y="359"/>
                    <a:pt x="389" y="356"/>
                  </a:cubicBezTo>
                  <a:cubicBezTo>
                    <a:pt x="388" y="353"/>
                    <a:pt x="387" y="351"/>
                    <a:pt x="387" y="349"/>
                  </a:cubicBezTo>
                  <a:cubicBezTo>
                    <a:pt x="387" y="349"/>
                    <a:pt x="387" y="349"/>
                    <a:pt x="387" y="349"/>
                  </a:cubicBezTo>
                  <a:cubicBezTo>
                    <a:pt x="383" y="348"/>
                    <a:pt x="382" y="346"/>
                    <a:pt x="382" y="344"/>
                  </a:cubicBezTo>
                  <a:cubicBezTo>
                    <a:pt x="382" y="337"/>
                    <a:pt x="382" y="337"/>
                    <a:pt x="382" y="337"/>
                  </a:cubicBezTo>
                  <a:cubicBezTo>
                    <a:pt x="382" y="336"/>
                    <a:pt x="382" y="335"/>
                    <a:pt x="382" y="334"/>
                  </a:cubicBezTo>
                  <a:cubicBezTo>
                    <a:pt x="382" y="334"/>
                    <a:pt x="382" y="334"/>
                    <a:pt x="382" y="334"/>
                  </a:cubicBezTo>
                  <a:cubicBezTo>
                    <a:pt x="382" y="334"/>
                    <a:pt x="382" y="334"/>
                    <a:pt x="381" y="334"/>
                  </a:cubicBezTo>
                  <a:cubicBezTo>
                    <a:pt x="377" y="334"/>
                    <a:pt x="378" y="329"/>
                    <a:pt x="378" y="328"/>
                  </a:cubicBezTo>
                  <a:cubicBezTo>
                    <a:pt x="378" y="327"/>
                    <a:pt x="378" y="326"/>
                    <a:pt x="378" y="325"/>
                  </a:cubicBezTo>
                  <a:cubicBezTo>
                    <a:pt x="378" y="325"/>
                    <a:pt x="378" y="325"/>
                    <a:pt x="377" y="325"/>
                  </a:cubicBezTo>
                  <a:cubicBezTo>
                    <a:pt x="376" y="325"/>
                    <a:pt x="374" y="325"/>
                    <a:pt x="373" y="322"/>
                  </a:cubicBezTo>
                  <a:cubicBezTo>
                    <a:pt x="373" y="321"/>
                    <a:pt x="372" y="321"/>
                    <a:pt x="371" y="320"/>
                  </a:cubicBezTo>
                  <a:cubicBezTo>
                    <a:pt x="370" y="318"/>
                    <a:pt x="369" y="317"/>
                    <a:pt x="369" y="315"/>
                  </a:cubicBezTo>
                  <a:cubicBezTo>
                    <a:pt x="368" y="314"/>
                    <a:pt x="368" y="313"/>
                    <a:pt x="368" y="312"/>
                  </a:cubicBezTo>
                  <a:cubicBezTo>
                    <a:pt x="368" y="311"/>
                    <a:pt x="368" y="311"/>
                    <a:pt x="368" y="311"/>
                  </a:cubicBezTo>
                  <a:cubicBezTo>
                    <a:pt x="368" y="311"/>
                    <a:pt x="368" y="311"/>
                    <a:pt x="368" y="311"/>
                  </a:cubicBezTo>
                  <a:cubicBezTo>
                    <a:pt x="367" y="311"/>
                    <a:pt x="367" y="311"/>
                    <a:pt x="367" y="311"/>
                  </a:cubicBezTo>
                  <a:cubicBezTo>
                    <a:pt x="365" y="311"/>
                    <a:pt x="364" y="309"/>
                    <a:pt x="364" y="306"/>
                  </a:cubicBezTo>
                  <a:cubicBezTo>
                    <a:pt x="364" y="304"/>
                    <a:pt x="364" y="304"/>
                    <a:pt x="364" y="304"/>
                  </a:cubicBezTo>
                  <a:cubicBezTo>
                    <a:pt x="364" y="303"/>
                    <a:pt x="364" y="302"/>
                    <a:pt x="363" y="301"/>
                  </a:cubicBezTo>
                  <a:cubicBezTo>
                    <a:pt x="363" y="301"/>
                    <a:pt x="363" y="301"/>
                    <a:pt x="363" y="301"/>
                  </a:cubicBezTo>
                  <a:cubicBezTo>
                    <a:pt x="363" y="301"/>
                    <a:pt x="363" y="301"/>
                    <a:pt x="362" y="301"/>
                  </a:cubicBezTo>
                  <a:cubicBezTo>
                    <a:pt x="358" y="301"/>
                    <a:pt x="359" y="296"/>
                    <a:pt x="359" y="295"/>
                  </a:cubicBezTo>
                  <a:cubicBezTo>
                    <a:pt x="359" y="294"/>
                    <a:pt x="359" y="293"/>
                    <a:pt x="359" y="292"/>
                  </a:cubicBezTo>
                  <a:cubicBezTo>
                    <a:pt x="359" y="292"/>
                    <a:pt x="359" y="292"/>
                    <a:pt x="359" y="292"/>
                  </a:cubicBezTo>
                  <a:cubicBezTo>
                    <a:pt x="355" y="292"/>
                    <a:pt x="354" y="289"/>
                    <a:pt x="354" y="287"/>
                  </a:cubicBezTo>
                  <a:cubicBezTo>
                    <a:pt x="354" y="285"/>
                    <a:pt x="354" y="285"/>
                    <a:pt x="353" y="283"/>
                  </a:cubicBezTo>
                  <a:cubicBezTo>
                    <a:pt x="352" y="280"/>
                    <a:pt x="351" y="279"/>
                    <a:pt x="349" y="278"/>
                  </a:cubicBezTo>
                  <a:cubicBezTo>
                    <a:pt x="349" y="278"/>
                    <a:pt x="348" y="278"/>
                    <a:pt x="347" y="278"/>
                  </a:cubicBezTo>
                  <a:cubicBezTo>
                    <a:pt x="345" y="278"/>
                    <a:pt x="341" y="277"/>
                    <a:pt x="340" y="273"/>
                  </a:cubicBezTo>
                  <a:cubicBezTo>
                    <a:pt x="340" y="271"/>
                    <a:pt x="340" y="270"/>
                    <a:pt x="340" y="270"/>
                  </a:cubicBezTo>
                  <a:cubicBezTo>
                    <a:pt x="340" y="269"/>
                    <a:pt x="340" y="269"/>
                    <a:pt x="340" y="268"/>
                  </a:cubicBezTo>
                  <a:cubicBezTo>
                    <a:pt x="340" y="268"/>
                    <a:pt x="340" y="268"/>
                    <a:pt x="340" y="268"/>
                  </a:cubicBezTo>
                  <a:cubicBezTo>
                    <a:pt x="339" y="268"/>
                    <a:pt x="339" y="268"/>
                    <a:pt x="338" y="268"/>
                  </a:cubicBezTo>
                  <a:cubicBezTo>
                    <a:pt x="335" y="268"/>
                    <a:pt x="335" y="268"/>
                    <a:pt x="335" y="268"/>
                  </a:cubicBezTo>
                  <a:cubicBezTo>
                    <a:pt x="335" y="260"/>
                    <a:pt x="335" y="260"/>
                    <a:pt x="335" y="260"/>
                  </a:cubicBezTo>
                  <a:cubicBezTo>
                    <a:pt x="335" y="258"/>
                    <a:pt x="335" y="256"/>
                    <a:pt x="335" y="254"/>
                  </a:cubicBezTo>
                  <a:cubicBezTo>
                    <a:pt x="335" y="254"/>
                    <a:pt x="335" y="254"/>
                    <a:pt x="335" y="254"/>
                  </a:cubicBezTo>
                  <a:cubicBezTo>
                    <a:pt x="335" y="254"/>
                    <a:pt x="335" y="254"/>
                    <a:pt x="333" y="254"/>
                  </a:cubicBezTo>
                  <a:cubicBezTo>
                    <a:pt x="330" y="254"/>
                    <a:pt x="330" y="254"/>
                    <a:pt x="330" y="254"/>
                  </a:cubicBezTo>
                  <a:cubicBezTo>
                    <a:pt x="331" y="250"/>
                    <a:pt x="331" y="250"/>
                    <a:pt x="331" y="250"/>
                  </a:cubicBezTo>
                  <a:cubicBezTo>
                    <a:pt x="331" y="250"/>
                    <a:pt x="331" y="250"/>
                    <a:pt x="331" y="250"/>
                  </a:cubicBezTo>
                  <a:cubicBezTo>
                    <a:pt x="331" y="250"/>
                    <a:pt x="331" y="250"/>
                    <a:pt x="331" y="250"/>
                  </a:cubicBezTo>
                  <a:cubicBezTo>
                    <a:pt x="331" y="250"/>
                    <a:pt x="330" y="249"/>
                    <a:pt x="329" y="249"/>
                  </a:cubicBezTo>
                  <a:cubicBezTo>
                    <a:pt x="327" y="249"/>
                    <a:pt x="327" y="249"/>
                    <a:pt x="327" y="249"/>
                  </a:cubicBezTo>
                  <a:cubicBezTo>
                    <a:pt x="326" y="247"/>
                    <a:pt x="326" y="247"/>
                    <a:pt x="326" y="247"/>
                  </a:cubicBezTo>
                  <a:cubicBezTo>
                    <a:pt x="325" y="245"/>
                    <a:pt x="324" y="243"/>
                    <a:pt x="323" y="242"/>
                  </a:cubicBezTo>
                  <a:cubicBezTo>
                    <a:pt x="323" y="242"/>
                    <a:pt x="322" y="245"/>
                    <a:pt x="322" y="245"/>
                  </a:cubicBezTo>
                  <a:cubicBezTo>
                    <a:pt x="316" y="245"/>
                    <a:pt x="316" y="245"/>
                    <a:pt x="316" y="245"/>
                  </a:cubicBezTo>
                  <a:cubicBezTo>
                    <a:pt x="320" y="250"/>
                    <a:pt x="324" y="256"/>
                    <a:pt x="327" y="261"/>
                  </a:cubicBezTo>
                  <a:cubicBezTo>
                    <a:pt x="330" y="265"/>
                    <a:pt x="330" y="265"/>
                    <a:pt x="330" y="265"/>
                  </a:cubicBezTo>
                  <a:cubicBezTo>
                    <a:pt x="334" y="270"/>
                    <a:pt x="338" y="276"/>
                    <a:pt x="342" y="282"/>
                  </a:cubicBezTo>
                  <a:cubicBezTo>
                    <a:pt x="343" y="283"/>
                    <a:pt x="344" y="285"/>
                    <a:pt x="346" y="287"/>
                  </a:cubicBezTo>
                  <a:cubicBezTo>
                    <a:pt x="346" y="288"/>
                    <a:pt x="346" y="288"/>
                    <a:pt x="346" y="288"/>
                  </a:cubicBezTo>
                  <a:cubicBezTo>
                    <a:pt x="346" y="289"/>
                    <a:pt x="346" y="289"/>
                    <a:pt x="346" y="289"/>
                  </a:cubicBezTo>
                  <a:cubicBezTo>
                    <a:pt x="346" y="290"/>
                    <a:pt x="346" y="290"/>
                    <a:pt x="346" y="290"/>
                  </a:cubicBezTo>
                  <a:cubicBezTo>
                    <a:pt x="347" y="290"/>
                    <a:pt x="347" y="290"/>
                    <a:pt x="348" y="290"/>
                  </a:cubicBezTo>
                  <a:cubicBezTo>
                    <a:pt x="351" y="290"/>
                    <a:pt x="351" y="290"/>
                    <a:pt x="351" y="290"/>
                  </a:cubicBezTo>
                  <a:cubicBezTo>
                    <a:pt x="351" y="293"/>
                    <a:pt x="351" y="293"/>
                    <a:pt x="351" y="293"/>
                  </a:cubicBezTo>
                  <a:cubicBezTo>
                    <a:pt x="351" y="294"/>
                    <a:pt x="351" y="294"/>
                    <a:pt x="351" y="294"/>
                  </a:cubicBezTo>
                  <a:cubicBezTo>
                    <a:pt x="351" y="296"/>
                    <a:pt x="351" y="297"/>
                    <a:pt x="351" y="299"/>
                  </a:cubicBezTo>
                  <a:cubicBezTo>
                    <a:pt x="351" y="299"/>
                    <a:pt x="351" y="299"/>
                    <a:pt x="351" y="299"/>
                  </a:cubicBezTo>
                  <a:cubicBezTo>
                    <a:pt x="352" y="299"/>
                    <a:pt x="355" y="300"/>
                    <a:pt x="356" y="303"/>
                  </a:cubicBezTo>
                  <a:cubicBezTo>
                    <a:pt x="356" y="304"/>
                    <a:pt x="358" y="306"/>
                    <a:pt x="360" y="307"/>
                  </a:cubicBezTo>
                  <a:cubicBezTo>
                    <a:pt x="360" y="308"/>
                    <a:pt x="360" y="308"/>
                    <a:pt x="360" y="308"/>
                  </a:cubicBezTo>
                  <a:cubicBezTo>
                    <a:pt x="362" y="310"/>
                    <a:pt x="365" y="314"/>
                    <a:pt x="365" y="318"/>
                  </a:cubicBezTo>
                  <a:cubicBezTo>
                    <a:pt x="365" y="318"/>
                    <a:pt x="365" y="318"/>
                    <a:pt x="367" y="319"/>
                  </a:cubicBezTo>
                  <a:cubicBezTo>
                    <a:pt x="371" y="319"/>
                    <a:pt x="371" y="319"/>
                    <a:pt x="371" y="319"/>
                  </a:cubicBezTo>
                  <a:cubicBezTo>
                    <a:pt x="370" y="322"/>
                    <a:pt x="370" y="322"/>
                    <a:pt x="370" y="322"/>
                  </a:cubicBezTo>
                  <a:cubicBezTo>
                    <a:pt x="368" y="330"/>
                    <a:pt x="369" y="336"/>
                    <a:pt x="373" y="340"/>
                  </a:cubicBezTo>
                  <a:cubicBezTo>
                    <a:pt x="374" y="341"/>
                    <a:pt x="375" y="342"/>
                    <a:pt x="376" y="343"/>
                  </a:cubicBezTo>
                  <a:cubicBezTo>
                    <a:pt x="377" y="344"/>
                    <a:pt x="378" y="345"/>
                    <a:pt x="379" y="346"/>
                  </a:cubicBezTo>
                  <a:cubicBezTo>
                    <a:pt x="380" y="348"/>
                    <a:pt x="381" y="349"/>
                    <a:pt x="382" y="350"/>
                  </a:cubicBezTo>
                  <a:cubicBezTo>
                    <a:pt x="383" y="351"/>
                    <a:pt x="383" y="352"/>
                    <a:pt x="383" y="353"/>
                  </a:cubicBezTo>
                  <a:cubicBezTo>
                    <a:pt x="384" y="354"/>
                    <a:pt x="384" y="355"/>
                    <a:pt x="384" y="356"/>
                  </a:cubicBezTo>
                  <a:cubicBezTo>
                    <a:pt x="384" y="356"/>
                    <a:pt x="384" y="356"/>
                    <a:pt x="384" y="356"/>
                  </a:cubicBezTo>
                  <a:cubicBezTo>
                    <a:pt x="384" y="356"/>
                    <a:pt x="384" y="356"/>
                    <a:pt x="385" y="356"/>
                  </a:cubicBezTo>
                  <a:cubicBezTo>
                    <a:pt x="389" y="357"/>
                    <a:pt x="389" y="361"/>
                    <a:pt x="389" y="364"/>
                  </a:cubicBezTo>
                  <a:cubicBezTo>
                    <a:pt x="389" y="364"/>
                    <a:pt x="389" y="365"/>
                    <a:pt x="389" y="365"/>
                  </a:cubicBezTo>
                  <a:cubicBezTo>
                    <a:pt x="389" y="365"/>
                    <a:pt x="389" y="366"/>
                    <a:pt x="390" y="366"/>
                  </a:cubicBezTo>
                  <a:cubicBezTo>
                    <a:pt x="392" y="366"/>
                    <a:pt x="393" y="368"/>
                    <a:pt x="394" y="370"/>
                  </a:cubicBezTo>
                  <a:cubicBezTo>
                    <a:pt x="395" y="370"/>
                    <a:pt x="395" y="371"/>
                    <a:pt x="395" y="371"/>
                  </a:cubicBezTo>
                  <a:cubicBezTo>
                    <a:pt x="396" y="372"/>
                    <a:pt x="398" y="375"/>
                    <a:pt x="398" y="378"/>
                  </a:cubicBezTo>
                  <a:cubicBezTo>
                    <a:pt x="398" y="379"/>
                    <a:pt x="398" y="379"/>
                    <a:pt x="398" y="379"/>
                  </a:cubicBezTo>
                  <a:cubicBezTo>
                    <a:pt x="398" y="379"/>
                    <a:pt x="398" y="379"/>
                    <a:pt x="398" y="379"/>
                  </a:cubicBezTo>
                  <a:cubicBezTo>
                    <a:pt x="398" y="379"/>
                    <a:pt x="398" y="380"/>
                    <a:pt x="398" y="380"/>
                  </a:cubicBezTo>
                  <a:cubicBezTo>
                    <a:pt x="399" y="380"/>
                    <a:pt x="403" y="380"/>
                    <a:pt x="403" y="380"/>
                  </a:cubicBezTo>
                  <a:cubicBezTo>
                    <a:pt x="403" y="394"/>
                    <a:pt x="403" y="394"/>
                    <a:pt x="403" y="394"/>
                  </a:cubicBezTo>
                  <a:cubicBezTo>
                    <a:pt x="404" y="395"/>
                    <a:pt x="405" y="397"/>
                    <a:pt x="405" y="398"/>
                  </a:cubicBezTo>
                  <a:cubicBezTo>
                    <a:pt x="408" y="401"/>
                    <a:pt x="412" y="405"/>
                    <a:pt x="415" y="408"/>
                  </a:cubicBezTo>
                  <a:cubicBezTo>
                    <a:pt x="418" y="411"/>
                    <a:pt x="417" y="415"/>
                    <a:pt x="417" y="418"/>
                  </a:cubicBezTo>
                  <a:cubicBezTo>
                    <a:pt x="417" y="419"/>
                    <a:pt x="417" y="419"/>
                    <a:pt x="417" y="420"/>
                  </a:cubicBezTo>
                  <a:cubicBezTo>
                    <a:pt x="417" y="442"/>
                    <a:pt x="417" y="442"/>
                    <a:pt x="417" y="442"/>
                  </a:cubicBezTo>
                  <a:cubicBezTo>
                    <a:pt x="414" y="443"/>
                    <a:pt x="414" y="443"/>
                    <a:pt x="414" y="443"/>
                  </a:cubicBezTo>
                  <a:cubicBezTo>
                    <a:pt x="414" y="443"/>
                    <a:pt x="413" y="443"/>
                    <a:pt x="413" y="443"/>
                  </a:cubicBezTo>
                  <a:cubicBezTo>
                    <a:pt x="413" y="445"/>
                    <a:pt x="412" y="447"/>
                    <a:pt x="412" y="450"/>
                  </a:cubicBezTo>
                  <a:cubicBezTo>
                    <a:pt x="412" y="451"/>
                    <a:pt x="412" y="452"/>
                    <a:pt x="412" y="453"/>
                  </a:cubicBezTo>
                  <a:cubicBezTo>
                    <a:pt x="412" y="455"/>
                    <a:pt x="412" y="457"/>
                    <a:pt x="412" y="459"/>
                  </a:cubicBezTo>
                  <a:cubicBezTo>
                    <a:pt x="412" y="460"/>
                    <a:pt x="412" y="461"/>
                    <a:pt x="412" y="462"/>
                  </a:cubicBezTo>
                  <a:cubicBezTo>
                    <a:pt x="412" y="465"/>
                    <a:pt x="410" y="466"/>
                    <a:pt x="409" y="466"/>
                  </a:cubicBezTo>
                  <a:cubicBezTo>
                    <a:pt x="409" y="466"/>
                    <a:pt x="409" y="466"/>
                    <a:pt x="409" y="467"/>
                  </a:cubicBezTo>
                  <a:cubicBezTo>
                    <a:pt x="407" y="469"/>
                    <a:pt x="408" y="473"/>
                    <a:pt x="408" y="477"/>
                  </a:cubicBezTo>
                  <a:cubicBezTo>
                    <a:pt x="408" y="478"/>
                    <a:pt x="408" y="478"/>
                    <a:pt x="408" y="478"/>
                  </a:cubicBezTo>
                  <a:cubicBezTo>
                    <a:pt x="408" y="479"/>
                    <a:pt x="407" y="480"/>
                    <a:pt x="407" y="481"/>
                  </a:cubicBezTo>
                  <a:cubicBezTo>
                    <a:pt x="407" y="485"/>
                    <a:pt x="407" y="487"/>
                    <a:pt x="409" y="488"/>
                  </a:cubicBezTo>
                  <a:cubicBezTo>
                    <a:pt x="409" y="488"/>
                    <a:pt x="409" y="488"/>
                    <a:pt x="409" y="488"/>
                  </a:cubicBezTo>
                  <a:cubicBezTo>
                    <a:pt x="411" y="489"/>
                    <a:pt x="412" y="490"/>
                    <a:pt x="412" y="493"/>
                  </a:cubicBezTo>
                  <a:cubicBezTo>
                    <a:pt x="412" y="509"/>
                    <a:pt x="412" y="509"/>
                    <a:pt x="412" y="509"/>
                  </a:cubicBezTo>
                  <a:cubicBezTo>
                    <a:pt x="408" y="509"/>
                    <a:pt x="408" y="509"/>
                    <a:pt x="408" y="509"/>
                  </a:cubicBezTo>
                  <a:cubicBezTo>
                    <a:pt x="408" y="509"/>
                    <a:pt x="408" y="509"/>
                    <a:pt x="408" y="509"/>
                  </a:cubicBezTo>
                  <a:cubicBezTo>
                    <a:pt x="407" y="509"/>
                    <a:pt x="407" y="512"/>
                    <a:pt x="408" y="514"/>
                  </a:cubicBezTo>
                  <a:cubicBezTo>
                    <a:pt x="408" y="514"/>
                    <a:pt x="408" y="515"/>
                    <a:pt x="408" y="515"/>
                  </a:cubicBezTo>
                  <a:cubicBezTo>
                    <a:pt x="408" y="519"/>
                    <a:pt x="408" y="519"/>
                    <a:pt x="408" y="519"/>
                  </a:cubicBezTo>
                  <a:cubicBezTo>
                    <a:pt x="404" y="518"/>
                    <a:pt x="404" y="518"/>
                    <a:pt x="404" y="518"/>
                  </a:cubicBezTo>
                  <a:cubicBezTo>
                    <a:pt x="403" y="518"/>
                    <a:pt x="403" y="518"/>
                    <a:pt x="403" y="518"/>
                  </a:cubicBezTo>
                  <a:cubicBezTo>
                    <a:pt x="403" y="518"/>
                    <a:pt x="403" y="518"/>
                    <a:pt x="403" y="518"/>
                  </a:cubicBezTo>
                  <a:cubicBezTo>
                    <a:pt x="403" y="518"/>
                    <a:pt x="403" y="518"/>
                    <a:pt x="403" y="520"/>
                  </a:cubicBezTo>
                  <a:cubicBezTo>
                    <a:pt x="403" y="521"/>
                    <a:pt x="403" y="521"/>
                    <a:pt x="403" y="521"/>
                  </a:cubicBezTo>
                  <a:cubicBezTo>
                    <a:pt x="402" y="521"/>
                    <a:pt x="402" y="521"/>
                    <a:pt x="402" y="521"/>
                  </a:cubicBezTo>
                  <a:cubicBezTo>
                    <a:pt x="401" y="523"/>
                    <a:pt x="400" y="525"/>
                    <a:pt x="400" y="528"/>
                  </a:cubicBezTo>
                  <a:cubicBezTo>
                    <a:pt x="398" y="533"/>
                    <a:pt x="398" y="539"/>
                    <a:pt x="398" y="545"/>
                  </a:cubicBezTo>
                  <a:cubicBezTo>
                    <a:pt x="398" y="550"/>
                    <a:pt x="398" y="555"/>
                    <a:pt x="398" y="560"/>
                  </a:cubicBezTo>
                  <a:cubicBezTo>
                    <a:pt x="398" y="569"/>
                    <a:pt x="399" y="577"/>
                    <a:pt x="398" y="586"/>
                  </a:cubicBezTo>
                  <a:cubicBezTo>
                    <a:pt x="398" y="589"/>
                    <a:pt x="398" y="589"/>
                    <a:pt x="398" y="589"/>
                  </a:cubicBezTo>
                  <a:cubicBezTo>
                    <a:pt x="394" y="589"/>
                    <a:pt x="394" y="589"/>
                    <a:pt x="394" y="589"/>
                  </a:cubicBezTo>
                  <a:cubicBezTo>
                    <a:pt x="394" y="589"/>
                    <a:pt x="394" y="589"/>
                    <a:pt x="394" y="589"/>
                  </a:cubicBezTo>
                  <a:cubicBezTo>
                    <a:pt x="394" y="589"/>
                    <a:pt x="394" y="589"/>
                    <a:pt x="394" y="589"/>
                  </a:cubicBezTo>
                  <a:cubicBezTo>
                    <a:pt x="394" y="589"/>
                    <a:pt x="394" y="589"/>
                    <a:pt x="394" y="589"/>
                  </a:cubicBezTo>
                  <a:cubicBezTo>
                    <a:pt x="393" y="590"/>
                    <a:pt x="393" y="590"/>
                    <a:pt x="393" y="590"/>
                  </a:cubicBezTo>
                  <a:cubicBezTo>
                    <a:pt x="393" y="591"/>
                    <a:pt x="393" y="592"/>
                    <a:pt x="392" y="593"/>
                  </a:cubicBezTo>
                  <a:cubicBezTo>
                    <a:pt x="391" y="594"/>
                    <a:pt x="391" y="594"/>
                    <a:pt x="391" y="595"/>
                  </a:cubicBezTo>
                  <a:cubicBezTo>
                    <a:pt x="389" y="598"/>
                    <a:pt x="389" y="603"/>
                    <a:pt x="388" y="607"/>
                  </a:cubicBezTo>
                  <a:cubicBezTo>
                    <a:pt x="388" y="611"/>
                    <a:pt x="388" y="615"/>
                    <a:pt x="389" y="619"/>
                  </a:cubicBezTo>
                  <a:cubicBezTo>
                    <a:pt x="389" y="620"/>
                    <a:pt x="389" y="621"/>
                    <a:pt x="389" y="623"/>
                  </a:cubicBezTo>
                  <a:cubicBezTo>
                    <a:pt x="389" y="625"/>
                    <a:pt x="389" y="628"/>
                    <a:pt x="389" y="631"/>
                  </a:cubicBezTo>
                  <a:cubicBezTo>
                    <a:pt x="389" y="634"/>
                    <a:pt x="388" y="635"/>
                    <a:pt x="386" y="636"/>
                  </a:cubicBezTo>
                  <a:cubicBezTo>
                    <a:pt x="384" y="637"/>
                    <a:pt x="383" y="638"/>
                    <a:pt x="382" y="639"/>
                  </a:cubicBezTo>
                  <a:cubicBezTo>
                    <a:pt x="378" y="642"/>
                    <a:pt x="374" y="646"/>
                    <a:pt x="370" y="650"/>
                  </a:cubicBezTo>
                  <a:cubicBezTo>
                    <a:pt x="368" y="652"/>
                    <a:pt x="367" y="655"/>
                    <a:pt x="365" y="657"/>
                  </a:cubicBezTo>
                  <a:cubicBezTo>
                    <a:pt x="365" y="658"/>
                    <a:pt x="365" y="659"/>
                    <a:pt x="365" y="660"/>
                  </a:cubicBezTo>
                  <a:cubicBezTo>
                    <a:pt x="365" y="661"/>
                    <a:pt x="365" y="662"/>
                    <a:pt x="365" y="663"/>
                  </a:cubicBezTo>
                  <a:cubicBezTo>
                    <a:pt x="365" y="666"/>
                    <a:pt x="365" y="669"/>
                    <a:pt x="363" y="671"/>
                  </a:cubicBezTo>
                  <a:cubicBezTo>
                    <a:pt x="361" y="673"/>
                    <a:pt x="359" y="673"/>
                    <a:pt x="358" y="674"/>
                  </a:cubicBezTo>
                  <a:cubicBezTo>
                    <a:pt x="357" y="674"/>
                    <a:pt x="356" y="675"/>
                    <a:pt x="356" y="675"/>
                  </a:cubicBezTo>
                  <a:cubicBezTo>
                    <a:pt x="354" y="676"/>
                    <a:pt x="352" y="677"/>
                    <a:pt x="352" y="678"/>
                  </a:cubicBezTo>
                  <a:cubicBezTo>
                    <a:pt x="351" y="680"/>
                    <a:pt x="351" y="681"/>
                    <a:pt x="351" y="684"/>
                  </a:cubicBezTo>
                  <a:cubicBezTo>
                    <a:pt x="351" y="689"/>
                    <a:pt x="351" y="689"/>
                    <a:pt x="351" y="689"/>
                  </a:cubicBezTo>
                  <a:cubicBezTo>
                    <a:pt x="347" y="688"/>
                    <a:pt x="347" y="688"/>
                    <a:pt x="347" y="688"/>
                  </a:cubicBezTo>
                  <a:cubicBezTo>
                    <a:pt x="347" y="688"/>
                    <a:pt x="347" y="688"/>
                    <a:pt x="347" y="688"/>
                  </a:cubicBezTo>
                  <a:cubicBezTo>
                    <a:pt x="346" y="688"/>
                    <a:pt x="346" y="692"/>
                    <a:pt x="346" y="693"/>
                  </a:cubicBezTo>
                  <a:cubicBezTo>
                    <a:pt x="346" y="696"/>
                    <a:pt x="346" y="696"/>
                    <a:pt x="346" y="696"/>
                  </a:cubicBezTo>
                  <a:cubicBezTo>
                    <a:pt x="346" y="700"/>
                    <a:pt x="347" y="705"/>
                    <a:pt x="346" y="709"/>
                  </a:cubicBezTo>
                  <a:cubicBezTo>
                    <a:pt x="345" y="716"/>
                    <a:pt x="341" y="719"/>
                    <a:pt x="338" y="720"/>
                  </a:cubicBezTo>
                  <a:cubicBezTo>
                    <a:pt x="337" y="720"/>
                    <a:pt x="336" y="721"/>
                    <a:pt x="335" y="721"/>
                  </a:cubicBezTo>
                  <a:cubicBezTo>
                    <a:pt x="334" y="721"/>
                    <a:pt x="334" y="721"/>
                    <a:pt x="334" y="721"/>
                  </a:cubicBezTo>
                  <a:cubicBezTo>
                    <a:pt x="333" y="721"/>
                    <a:pt x="332" y="721"/>
                    <a:pt x="332" y="721"/>
                  </a:cubicBezTo>
                  <a:cubicBezTo>
                    <a:pt x="332" y="721"/>
                    <a:pt x="332" y="722"/>
                    <a:pt x="332" y="723"/>
                  </a:cubicBezTo>
                  <a:cubicBezTo>
                    <a:pt x="332" y="726"/>
                    <a:pt x="332" y="726"/>
                    <a:pt x="332" y="726"/>
                  </a:cubicBezTo>
                  <a:cubicBezTo>
                    <a:pt x="328" y="725"/>
                    <a:pt x="328" y="725"/>
                    <a:pt x="328" y="725"/>
                  </a:cubicBezTo>
                  <a:cubicBezTo>
                    <a:pt x="328" y="725"/>
                    <a:pt x="328" y="725"/>
                    <a:pt x="328" y="725"/>
                  </a:cubicBezTo>
                  <a:cubicBezTo>
                    <a:pt x="328" y="725"/>
                    <a:pt x="328" y="725"/>
                    <a:pt x="328" y="725"/>
                  </a:cubicBezTo>
                  <a:cubicBezTo>
                    <a:pt x="328" y="725"/>
                    <a:pt x="328" y="726"/>
                    <a:pt x="328" y="726"/>
                  </a:cubicBezTo>
                  <a:cubicBezTo>
                    <a:pt x="328" y="726"/>
                    <a:pt x="328" y="726"/>
                    <a:pt x="327" y="726"/>
                  </a:cubicBezTo>
                  <a:cubicBezTo>
                    <a:pt x="327" y="728"/>
                    <a:pt x="327" y="729"/>
                    <a:pt x="325" y="730"/>
                  </a:cubicBezTo>
                  <a:cubicBezTo>
                    <a:pt x="324" y="730"/>
                    <a:pt x="324" y="731"/>
                    <a:pt x="324" y="731"/>
                  </a:cubicBezTo>
                  <a:cubicBezTo>
                    <a:pt x="323" y="732"/>
                    <a:pt x="322" y="735"/>
                    <a:pt x="323" y="737"/>
                  </a:cubicBezTo>
                  <a:cubicBezTo>
                    <a:pt x="323" y="738"/>
                    <a:pt x="324" y="738"/>
                    <a:pt x="324" y="738"/>
                  </a:cubicBezTo>
                  <a:cubicBezTo>
                    <a:pt x="326" y="738"/>
                    <a:pt x="327" y="740"/>
                    <a:pt x="327" y="743"/>
                  </a:cubicBezTo>
                  <a:cubicBezTo>
                    <a:pt x="327" y="747"/>
                    <a:pt x="327" y="747"/>
                    <a:pt x="327" y="747"/>
                  </a:cubicBezTo>
                  <a:cubicBezTo>
                    <a:pt x="327" y="748"/>
                    <a:pt x="327" y="750"/>
                    <a:pt x="327" y="751"/>
                  </a:cubicBezTo>
                  <a:cubicBezTo>
                    <a:pt x="328" y="753"/>
                    <a:pt x="328" y="755"/>
                    <a:pt x="328" y="757"/>
                  </a:cubicBezTo>
                  <a:cubicBezTo>
                    <a:pt x="327" y="759"/>
                    <a:pt x="327" y="762"/>
                    <a:pt x="321" y="763"/>
                  </a:cubicBezTo>
                  <a:cubicBezTo>
                    <a:pt x="320" y="763"/>
                    <a:pt x="319" y="763"/>
                    <a:pt x="318" y="763"/>
                  </a:cubicBezTo>
                  <a:cubicBezTo>
                    <a:pt x="316" y="763"/>
                    <a:pt x="315" y="763"/>
                    <a:pt x="313" y="763"/>
                  </a:cubicBezTo>
                  <a:cubicBezTo>
                    <a:pt x="312" y="763"/>
                    <a:pt x="310" y="763"/>
                    <a:pt x="309" y="763"/>
                  </a:cubicBezTo>
                  <a:cubicBezTo>
                    <a:pt x="308" y="763"/>
                    <a:pt x="308" y="763"/>
                    <a:pt x="307" y="763"/>
                  </a:cubicBezTo>
                  <a:cubicBezTo>
                    <a:pt x="303" y="763"/>
                    <a:pt x="299" y="764"/>
                    <a:pt x="297" y="766"/>
                  </a:cubicBezTo>
                  <a:cubicBezTo>
                    <a:pt x="290" y="769"/>
                    <a:pt x="290" y="776"/>
                    <a:pt x="290" y="784"/>
                  </a:cubicBezTo>
                  <a:cubicBezTo>
                    <a:pt x="290" y="786"/>
                    <a:pt x="290" y="786"/>
                    <a:pt x="290" y="786"/>
                  </a:cubicBezTo>
                  <a:cubicBezTo>
                    <a:pt x="288" y="787"/>
                    <a:pt x="288" y="787"/>
                    <a:pt x="288" y="787"/>
                  </a:cubicBezTo>
                  <a:cubicBezTo>
                    <a:pt x="285" y="788"/>
                    <a:pt x="282" y="789"/>
                    <a:pt x="281" y="792"/>
                  </a:cubicBezTo>
                  <a:cubicBezTo>
                    <a:pt x="281" y="792"/>
                    <a:pt x="280" y="793"/>
                    <a:pt x="280" y="793"/>
                  </a:cubicBezTo>
                  <a:cubicBezTo>
                    <a:pt x="280" y="795"/>
                    <a:pt x="278" y="796"/>
                    <a:pt x="276" y="796"/>
                  </a:cubicBezTo>
                  <a:cubicBezTo>
                    <a:pt x="276" y="796"/>
                    <a:pt x="276" y="796"/>
                    <a:pt x="275" y="796"/>
                  </a:cubicBezTo>
                  <a:cubicBezTo>
                    <a:pt x="275" y="796"/>
                    <a:pt x="275" y="796"/>
                    <a:pt x="275" y="796"/>
                  </a:cubicBezTo>
                  <a:cubicBezTo>
                    <a:pt x="269" y="796"/>
                    <a:pt x="269" y="796"/>
                    <a:pt x="269" y="796"/>
                  </a:cubicBezTo>
                  <a:cubicBezTo>
                    <a:pt x="264" y="799"/>
                    <a:pt x="258" y="800"/>
                    <a:pt x="253" y="800"/>
                  </a:cubicBezTo>
                  <a:cubicBezTo>
                    <a:pt x="253" y="800"/>
                    <a:pt x="250" y="800"/>
                    <a:pt x="249" y="800"/>
                  </a:cubicBezTo>
                  <a:cubicBezTo>
                    <a:pt x="244" y="800"/>
                    <a:pt x="239" y="800"/>
                    <a:pt x="235" y="802"/>
                  </a:cubicBezTo>
                  <a:cubicBezTo>
                    <a:pt x="235" y="802"/>
                    <a:pt x="234" y="803"/>
                    <a:pt x="234" y="803"/>
                  </a:cubicBezTo>
                  <a:cubicBezTo>
                    <a:pt x="233" y="804"/>
                    <a:pt x="231" y="806"/>
                    <a:pt x="229" y="806"/>
                  </a:cubicBezTo>
                  <a:close/>
                  <a:moveTo>
                    <a:pt x="172" y="130"/>
                  </a:moveTo>
                  <a:cubicBezTo>
                    <a:pt x="172" y="130"/>
                    <a:pt x="172" y="130"/>
                    <a:pt x="176" y="130"/>
                  </a:cubicBezTo>
                  <a:cubicBezTo>
                    <a:pt x="175" y="130"/>
                    <a:pt x="175" y="129"/>
                    <a:pt x="175" y="129"/>
                  </a:cubicBezTo>
                  <a:cubicBezTo>
                    <a:pt x="175" y="128"/>
                    <a:pt x="175" y="128"/>
                    <a:pt x="175" y="128"/>
                  </a:cubicBezTo>
                  <a:cubicBezTo>
                    <a:pt x="174" y="127"/>
                    <a:pt x="173" y="126"/>
                    <a:pt x="172" y="125"/>
                  </a:cubicBezTo>
                  <a:cubicBezTo>
                    <a:pt x="171" y="123"/>
                    <a:pt x="171" y="123"/>
                    <a:pt x="169" y="122"/>
                  </a:cubicBezTo>
                  <a:cubicBezTo>
                    <a:pt x="168" y="122"/>
                    <a:pt x="166" y="121"/>
                    <a:pt x="165" y="121"/>
                  </a:cubicBezTo>
                  <a:cubicBezTo>
                    <a:pt x="164" y="120"/>
                    <a:pt x="163" y="120"/>
                    <a:pt x="163" y="119"/>
                  </a:cubicBezTo>
                  <a:cubicBezTo>
                    <a:pt x="161" y="118"/>
                    <a:pt x="160" y="117"/>
                    <a:pt x="159" y="117"/>
                  </a:cubicBezTo>
                  <a:cubicBezTo>
                    <a:pt x="155" y="117"/>
                    <a:pt x="155" y="117"/>
                    <a:pt x="155" y="117"/>
                  </a:cubicBezTo>
                  <a:cubicBezTo>
                    <a:pt x="156" y="113"/>
                    <a:pt x="156" y="113"/>
                    <a:pt x="156" y="113"/>
                  </a:cubicBezTo>
                  <a:cubicBezTo>
                    <a:pt x="156" y="113"/>
                    <a:pt x="156" y="113"/>
                    <a:pt x="156" y="113"/>
                  </a:cubicBezTo>
                  <a:cubicBezTo>
                    <a:pt x="156" y="113"/>
                    <a:pt x="155" y="112"/>
                    <a:pt x="153" y="112"/>
                  </a:cubicBezTo>
                  <a:cubicBezTo>
                    <a:pt x="153" y="112"/>
                    <a:pt x="152" y="112"/>
                    <a:pt x="152" y="112"/>
                  </a:cubicBezTo>
                  <a:cubicBezTo>
                    <a:pt x="152" y="113"/>
                    <a:pt x="153" y="113"/>
                    <a:pt x="153" y="114"/>
                  </a:cubicBezTo>
                  <a:cubicBezTo>
                    <a:pt x="155" y="117"/>
                    <a:pt x="157" y="120"/>
                    <a:pt x="160" y="121"/>
                  </a:cubicBezTo>
                  <a:cubicBezTo>
                    <a:pt x="163" y="121"/>
                    <a:pt x="163" y="121"/>
                    <a:pt x="163" y="121"/>
                  </a:cubicBezTo>
                  <a:cubicBezTo>
                    <a:pt x="162" y="124"/>
                    <a:pt x="162" y="124"/>
                    <a:pt x="162" y="124"/>
                  </a:cubicBezTo>
                  <a:cubicBezTo>
                    <a:pt x="162" y="125"/>
                    <a:pt x="162" y="125"/>
                    <a:pt x="162" y="125"/>
                  </a:cubicBezTo>
                  <a:cubicBezTo>
                    <a:pt x="162" y="125"/>
                    <a:pt x="162" y="125"/>
                    <a:pt x="162" y="125"/>
                  </a:cubicBezTo>
                  <a:cubicBezTo>
                    <a:pt x="162" y="125"/>
                    <a:pt x="163" y="125"/>
                    <a:pt x="166" y="125"/>
                  </a:cubicBezTo>
                  <a:cubicBezTo>
                    <a:pt x="166" y="125"/>
                    <a:pt x="167" y="125"/>
                    <a:pt x="167" y="125"/>
                  </a:cubicBezTo>
                  <a:cubicBezTo>
                    <a:pt x="168" y="125"/>
                    <a:pt x="168" y="125"/>
                    <a:pt x="169" y="125"/>
                  </a:cubicBezTo>
                  <a:cubicBezTo>
                    <a:pt x="172" y="125"/>
                    <a:pt x="172" y="125"/>
                    <a:pt x="172" y="125"/>
                  </a:cubicBezTo>
                  <a:cubicBezTo>
                    <a:pt x="172" y="129"/>
                    <a:pt x="172" y="129"/>
                    <a:pt x="172" y="129"/>
                  </a:cubicBezTo>
                  <a:cubicBezTo>
                    <a:pt x="172" y="129"/>
                    <a:pt x="172" y="129"/>
                    <a:pt x="172" y="130"/>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汉仪雅酷黑简" panose="00020600040101010101" charset="-122"/>
              </a:endParaRPr>
            </a:p>
          </p:txBody>
        </p:sp>
        <p:sp>
          <p:nvSpPr>
            <p:cNvPr id="22" name="Freeform 12"/>
            <p:cNvSpPr/>
            <p:nvPr/>
          </p:nvSpPr>
          <p:spPr bwMode="auto">
            <a:xfrm>
              <a:off x="4544865" y="2290031"/>
              <a:ext cx="1301475" cy="2722838"/>
            </a:xfrm>
            <a:custGeom>
              <a:avLst/>
              <a:gdLst>
                <a:gd name="T0" fmla="*/ 255 w 445"/>
                <a:gd name="T1" fmla="*/ 921 h 931"/>
                <a:gd name="T2" fmla="*/ 231 w 445"/>
                <a:gd name="T3" fmla="*/ 895 h 931"/>
                <a:gd name="T4" fmla="*/ 203 w 445"/>
                <a:gd name="T5" fmla="*/ 859 h 931"/>
                <a:gd name="T6" fmla="*/ 184 w 445"/>
                <a:gd name="T7" fmla="*/ 805 h 931"/>
                <a:gd name="T8" fmla="*/ 174 w 445"/>
                <a:gd name="T9" fmla="*/ 723 h 931"/>
                <a:gd name="T10" fmla="*/ 164 w 445"/>
                <a:gd name="T11" fmla="*/ 704 h 931"/>
                <a:gd name="T12" fmla="*/ 144 w 445"/>
                <a:gd name="T13" fmla="*/ 671 h 931"/>
                <a:gd name="T14" fmla="*/ 113 w 445"/>
                <a:gd name="T15" fmla="*/ 642 h 931"/>
                <a:gd name="T16" fmla="*/ 99 w 445"/>
                <a:gd name="T17" fmla="*/ 602 h 931"/>
                <a:gd name="T18" fmla="*/ 83 w 445"/>
                <a:gd name="T19" fmla="*/ 571 h 931"/>
                <a:gd name="T20" fmla="*/ 75 w 445"/>
                <a:gd name="T21" fmla="*/ 517 h 931"/>
                <a:gd name="T22" fmla="*/ 84 w 445"/>
                <a:gd name="T23" fmla="*/ 481 h 931"/>
                <a:gd name="T24" fmla="*/ 77 w 445"/>
                <a:gd name="T25" fmla="*/ 426 h 931"/>
                <a:gd name="T26" fmla="*/ 54 w 445"/>
                <a:gd name="T27" fmla="*/ 397 h 931"/>
                <a:gd name="T28" fmla="*/ 38 w 445"/>
                <a:gd name="T29" fmla="*/ 375 h 931"/>
                <a:gd name="T30" fmla="*/ 14 w 445"/>
                <a:gd name="T31" fmla="*/ 355 h 931"/>
                <a:gd name="T32" fmla="*/ 9 w 445"/>
                <a:gd name="T33" fmla="*/ 274 h 931"/>
                <a:gd name="T34" fmla="*/ 276 w 445"/>
                <a:gd name="T35" fmla="*/ 0 h 931"/>
                <a:gd name="T36" fmla="*/ 265 w 445"/>
                <a:gd name="T37" fmla="*/ 30 h 931"/>
                <a:gd name="T38" fmla="*/ 246 w 445"/>
                <a:gd name="T39" fmla="*/ 47 h 931"/>
                <a:gd name="T40" fmla="*/ 240 w 445"/>
                <a:gd name="T41" fmla="*/ 75 h 931"/>
                <a:gd name="T42" fmla="*/ 268 w 445"/>
                <a:gd name="T43" fmla="*/ 38 h 931"/>
                <a:gd name="T44" fmla="*/ 318 w 445"/>
                <a:gd name="T45" fmla="*/ 39 h 931"/>
                <a:gd name="T46" fmla="*/ 336 w 445"/>
                <a:gd name="T47" fmla="*/ 77 h 931"/>
                <a:gd name="T48" fmla="*/ 308 w 445"/>
                <a:gd name="T49" fmla="*/ 86 h 931"/>
                <a:gd name="T50" fmla="*/ 251 w 445"/>
                <a:gd name="T51" fmla="*/ 101 h 931"/>
                <a:gd name="T52" fmla="*/ 257 w 445"/>
                <a:gd name="T53" fmla="*/ 114 h 931"/>
                <a:gd name="T54" fmla="*/ 233 w 445"/>
                <a:gd name="T55" fmla="*/ 129 h 931"/>
                <a:gd name="T56" fmla="*/ 210 w 445"/>
                <a:gd name="T57" fmla="*/ 152 h 931"/>
                <a:gd name="T58" fmla="*/ 176 w 445"/>
                <a:gd name="T59" fmla="*/ 192 h 931"/>
                <a:gd name="T60" fmla="*/ 147 w 445"/>
                <a:gd name="T61" fmla="*/ 220 h 931"/>
                <a:gd name="T62" fmla="*/ 129 w 445"/>
                <a:gd name="T63" fmla="*/ 243 h 931"/>
                <a:gd name="T64" fmla="*/ 107 w 445"/>
                <a:gd name="T65" fmla="*/ 266 h 931"/>
                <a:gd name="T66" fmla="*/ 72 w 445"/>
                <a:gd name="T67" fmla="*/ 239 h 931"/>
                <a:gd name="T68" fmla="*/ 45 w 445"/>
                <a:gd name="T69" fmla="*/ 270 h 931"/>
                <a:gd name="T70" fmla="*/ 34 w 445"/>
                <a:gd name="T71" fmla="*/ 304 h 931"/>
                <a:gd name="T72" fmla="*/ 30 w 445"/>
                <a:gd name="T73" fmla="*/ 320 h 931"/>
                <a:gd name="T74" fmla="*/ 51 w 445"/>
                <a:gd name="T75" fmla="*/ 311 h 931"/>
                <a:gd name="T76" fmla="*/ 58 w 445"/>
                <a:gd name="T77" fmla="*/ 327 h 931"/>
                <a:gd name="T78" fmla="*/ 67 w 445"/>
                <a:gd name="T79" fmla="*/ 349 h 931"/>
                <a:gd name="T80" fmla="*/ 67 w 445"/>
                <a:gd name="T81" fmla="*/ 400 h 931"/>
                <a:gd name="T82" fmla="*/ 99 w 445"/>
                <a:gd name="T83" fmla="*/ 413 h 931"/>
                <a:gd name="T84" fmla="*/ 108 w 445"/>
                <a:gd name="T85" fmla="*/ 396 h 931"/>
                <a:gd name="T86" fmla="*/ 147 w 445"/>
                <a:gd name="T87" fmla="*/ 386 h 931"/>
                <a:gd name="T88" fmla="*/ 202 w 445"/>
                <a:gd name="T89" fmla="*/ 401 h 931"/>
                <a:gd name="T90" fmla="*/ 232 w 445"/>
                <a:gd name="T91" fmla="*/ 424 h 931"/>
                <a:gd name="T92" fmla="*/ 280 w 445"/>
                <a:gd name="T93" fmla="*/ 449 h 931"/>
                <a:gd name="T94" fmla="*/ 304 w 445"/>
                <a:gd name="T95" fmla="*/ 473 h 931"/>
                <a:gd name="T96" fmla="*/ 295 w 445"/>
                <a:gd name="T97" fmla="*/ 504 h 931"/>
                <a:gd name="T98" fmla="*/ 341 w 445"/>
                <a:gd name="T99" fmla="*/ 513 h 931"/>
                <a:gd name="T100" fmla="*/ 394 w 445"/>
                <a:gd name="T101" fmla="*/ 523 h 931"/>
                <a:gd name="T102" fmla="*/ 441 w 445"/>
                <a:gd name="T103" fmla="*/ 542 h 931"/>
                <a:gd name="T104" fmla="*/ 445 w 445"/>
                <a:gd name="T105" fmla="*/ 578 h 931"/>
                <a:gd name="T106" fmla="*/ 417 w 445"/>
                <a:gd name="T107" fmla="*/ 613 h 931"/>
                <a:gd name="T108" fmla="*/ 407 w 445"/>
                <a:gd name="T109" fmla="*/ 673 h 931"/>
                <a:gd name="T110" fmla="*/ 369 w 445"/>
                <a:gd name="T111" fmla="*/ 714 h 931"/>
                <a:gd name="T112" fmla="*/ 327 w 445"/>
                <a:gd name="T113" fmla="*/ 734 h 931"/>
                <a:gd name="T114" fmla="*/ 303 w 445"/>
                <a:gd name="T115" fmla="*/ 804 h 931"/>
                <a:gd name="T116" fmla="*/ 283 w 445"/>
                <a:gd name="T117" fmla="*/ 836 h 931"/>
                <a:gd name="T118" fmla="*/ 256 w 445"/>
                <a:gd name="T119" fmla="*/ 856 h 931"/>
                <a:gd name="T120" fmla="*/ 270 w 445"/>
                <a:gd name="T121" fmla="*/ 899 h 931"/>
                <a:gd name="T122" fmla="*/ 279 w 445"/>
                <a:gd name="T123" fmla="*/ 928 h 9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45" h="931">
                  <a:moveTo>
                    <a:pt x="272" y="931"/>
                  </a:moveTo>
                  <a:cubicBezTo>
                    <a:pt x="270" y="931"/>
                    <a:pt x="269" y="931"/>
                    <a:pt x="268" y="930"/>
                  </a:cubicBezTo>
                  <a:cubicBezTo>
                    <a:pt x="267" y="930"/>
                    <a:pt x="267" y="930"/>
                    <a:pt x="267" y="930"/>
                  </a:cubicBezTo>
                  <a:cubicBezTo>
                    <a:pt x="263" y="930"/>
                    <a:pt x="263" y="930"/>
                    <a:pt x="263" y="930"/>
                  </a:cubicBezTo>
                  <a:cubicBezTo>
                    <a:pt x="264" y="927"/>
                    <a:pt x="264" y="927"/>
                    <a:pt x="264" y="927"/>
                  </a:cubicBezTo>
                  <a:cubicBezTo>
                    <a:pt x="264" y="926"/>
                    <a:pt x="264" y="926"/>
                    <a:pt x="264" y="926"/>
                  </a:cubicBezTo>
                  <a:cubicBezTo>
                    <a:pt x="264" y="926"/>
                    <a:pt x="264" y="926"/>
                    <a:pt x="264" y="926"/>
                  </a:cubicBezTo>
                  <a:cubicBezTo>
                    <a:pt x="264" y="926"/>
                    <a:pt x="263" y="926"/>
                    <a:pt x="261" y="926"/>
                  </a:cubicBezTo>
                  <a:cubicBezTo>
                    <a:pt x="260" y="926"/>
                    <a:pt x="259" y="926"/>
                    <a:pt x="259" y="926"/>
                  </a:cubicBezTo>
                  <a:cubicBezTo>
                    <a:pt x="258" y="926"/>
                    <a:pt x="258" y="926"/>
                    <a:pt x="258" y="926"/>
                  </a:cubicBezTo>
                  <a:cubicBezTo>
                    <a:pt x="254" y="926"/>
                    <a:pt x="254" y="926"/>
                    <a:pt x="254" y="926"/>
                  </a:cubicBezTo>
                  <a:cubicBezTo>
                    <a:pt x="254" y="922"/>
                    <a:pt x="254" y="922"/>
                    <a:pt x="254" y="922"/>
                  </a:cubicBezTo>
                  <a:cubicBezTo>
                    <a:pt x="255" y="921"/>
                    <a:pt x="255" y="921"/>
                    <a:pt x="255" y="921"/>
                  </a:cubicBezTo>
                  <a:cubicBezTo>
                    <a:pt x="255" y="921"/>
                    <a:pt x="255" y="921"/>
                    <a:pt x="255" y="921"/>
                  </a:cubicBezTo>
                  <a:cubicBezTo>
                    <a:pt x="254" y="921"/>
                    <a:pt x="254" y="921"/>
                    <a:pt x="254" y="921"/>
                  </a:cubicBezTo>
                  <a:cubicBezTo>
                    <a:pt x="253" y="921"/>
                    <a:pt x="253" y="921"/>
                    <a:pt x="253" y="921"/>
                  </a:cubicBezTo>
                  <a:cubicBezTo>
                    <a:pt x="251" y="921"/>
                    <a:pt x="248" y="920"/>
                    <a:pt x="245" y="918"/>
                  </a:cubicBezTo>
                  <a:cubicBezTo>
                    <a:pt x="245" y="917"/>
                    <a:pt x="244" y="917"/>
                    <a:pt x="243" y="916"/>
                  </a:cubicBezTo>
                  <a:cubicBezTo>
                    <a:pt x="241" y="915"/>
                    <a:pt x="241" y="914"/>
                    <a:pt x="240" y="913"/>
                  </a:cubicBezTo>
                  <a:cubicBezTo>
                    <a:pt x="240" y="913"/>
                    <a:pt x="240" y="912"/>
                    <a:pt x="240" y="912"/>
                  </a:cubicBezTo>
                  <a:cubicBezTo>
                    <a:pt x="239" y="911"/>
                    <a:pt x="238" y="909"/>
                    <a:pt x="236" y="908"/>
                  </a:cubicBezTo>
                  <a:cubicBezTo>
                    <a:pt x="235" y="908"/>
                    <a:pt x="234" y="907"/>
                    <a:pt x="233" y="907"/>
                  </a:cubicBezTo>
                  <a:cubicBezTo>
                    <a:pt x="230" y="905"/>
                    <a:pt x="231" y="903"/>
                    <a:pt x="231" y="902"/>
                  </a:cubicBezTo>
                  <a:cubicBezTo>
                    <a:pt x="231" y="902"/>
                    <a:pt x="231" y="901"/>
                    <a:pt x="231" y="901"/>
                  </a:cubicBezTo>
                  <a:cubicBezTo>
                    <a:pt x="231" y="901"/>
                    <a:pt x="231" y="901"/>
                    <a:pt x="231" y="901"/>
                  </a:cubicBezTo>
                  <a:cubicBezTo>
                    <a:pt x="231" y="899"/>
                    <a:pt x="231" y="898"/>
                    <a:pt x="232" y="897"/>
                  </a:cubicBezTo>
                  <a:cubicBezTo>
                    <a:pt x="231" y="897"/>
                    <a:pt x="231" y="897"/>
                    <a:pt x="231" y="897"/>
                  </a:cubicBezTo>
                  <a:cubicBezTo>
                    <a:pt x="231" y="895"/>
                    <a:pt x="231" y="895"/>
                    <a:pt x="231" y="895"/>
                  </a:cubicBezTo>
                  <a:cubicBezTo>
                    <a:pt x="230" y="892"/>
                    <a:pt x="228" y="890"/>
                    <a:pt x="225" y="887"/>
                  </a:cubicBezTo>
                  <a:cubicBezTo>
                    <a:pt x="224" y="886"/>
                    <a:pt x="222" y="885"/>
                    <a:pt x="221" y="884"/>
                  </a:cubicBezTo>
                  <a:cubicBezTo>
                    <a:pt x="218" y="881"/>
                    <a:pt x="217" y="878"/>
                    <a:pt x="217" y="874"/>
                  </a:cubicBezTo>
                  <a:cubicBezTo>
                    <a:pt x="217" y="874"/>
                    <a:pt x="217" y="874"/>
                    <a:pt x="217" y="874"/>
                  </a:cubicBezTo>
                  <a:cubicBezTo>
                    <a:pt x="216" y="874"/>
                    <a:pt x="216" y="874"/>
                    <a:pt x="215" y="874"/>
                  </a:cubicBezTo>
                  <a:cubicBezTo>
                    <a:pt x="215" y="874"/>
                    <a:pt x="212" y="873"/>
                    <a:pt x="212" y="870"/>
                  </a:cubicBezTo>
                  <a:cubicBezTo>
                    <a:pt x="212" y="869"/>
                    <a:pt x="211" y="868"/>
                    <a:pt x="210" y="867"/>
                  </a:cubicBezTo>
                  <a:cubicBezTo>
                    <a:pt x="209" y="866"/>
                    <a:pt x="208" y="864"/>
                    <a:pt x="207" y="862"/>
                  </a:cubicBezTo>
                  <a:cubicBezTo>
                    <a:pt x="207" y="861"/>
                    <a:pt x="207" y="861"/>
                    <a:pt x="207" y="861"/>
                  </a:cubicBezTo>
                  <a:cubicBezTo>
                    <a:pt x="207" y="861"/>
                    <a:pt x="207" y="861"/>
                    <a:pt x="207" y="861"/>
                  </a:cubicBezTo>
                  <a:cubicBezTo>
                    <a:pt x="207" y="860"/>
                    <a:pt x="207" y="860"/>
                    <a:pt x="207" y="860"/>
                  </a:cubicBezTo>
                  <a:cubicBezTo>
                    <a:pt x="207" y="860"/>
                    <a:pt x="207" y="860"/>
                    <a:pt x="207" y="860"/>
                  </a:cubicBezTo>
                  <a:cubicBezTo>
                    <a:pt x="207" y="860"/>
                    <a:pt x="207" y="860"/>
                    <a:pt x="205" y="860"/>
                  </a:cubicBezTo>
                  <a:cubicBezTo>
                    <a:pt x="203" y="859"/>
                    <a:pt x="203" y="859"/>
                    <a:pt x="203" y="859"/>
                  </a:cubicBezTo>
                  <a:cubicBezTo>
                    <a:pt x="203" y="857"/>
                    <a:pt x="203" y="857"/>
                    <a:pt x="203" y="857"/>
                  </a:cubicBezTo>
                  <a:cubicBezTo>
                    <a:pt x="202" y="854"/>
                    <a:pt x="200" y="852"/>
                    <a:pt x="196" y="849"/>
                  </a:cubicBezTo>
                  <a:cubicBezTo>
                    <a:pt x="196" y="849"/>
                    <a:pt x="196" y="849"/>
                    <a:pt x="196" y="849"/>
                  </a:cubicBezTo>
                  <a:cubicBezTo>
                    <a:pt x="190" y="845"/>
                    <a:pt x="188" y="840"/>
                    <a:pt x="188" y="833"/>
                  </a:cubicBezTo>
                  <a:cubicBezTo>
                    <a:pt x="188" y="833"/>
                    <a:pt x="188" y="832"/>
                    <a:pt x="188" y="830"/>
                  </a:cubicBezTo>
                  <a:cubicBezTo>
                    <a:pt x="188" y="829"/>
                    <a:pt x="188" y="828"/>
                    <a:pt x="188" y="826"/>
                  </a:cubicBezTo>
                  <a:cubicBezTo>
                    <a:pt x="188" y="825"/>
                    <a:pt x="188" y="823"/>
                    <a:pt x="188" y="822"/>
                  </a:cubicBezTo>
                  <a:cubicBezTo>
                    <a:pt x="189" y="821"/>
                    <a:pt x="189" y="820"/>
                    <a:pt x="189" y="818"/>
                  </a:cubicBezTo>
                  <a:cubicBezTo>
                    <a:pt x="189" y="814"/>
                    <a:pt x="189" y="813"/>
                    <a:pt x="188" y="813"/>
                  </a:cubicBezTo>
                  <a:cubicBezTo>
                    <a:pt x="188" y="813"/>
                    <a:pt x="188" y="812"/>
                    <a:pt x="187" y="812"/>
                  </a:cubicBezTo>
                  <a:cubicBezTo>
                    <a:pt x="187" y="812"/>
                    <a:pt x="187" y="812"/>
                    <a:pt x="187" y="812"/>
                  </a:cubicBezTo>
                  <a:cubicBezTo>
                    <a:pt x="184" y="813"/>
                    <a:pt x="184" y="813"/>
                    <a:pt x="184" y="813"/>
                  </a:cubicBezTo>
                  <a:cubicBezTo>
                    <a:pt x="184" y="809"/>
                    <a:pt x="184" y="809"/>
                    <a:pt x="184" y="809"/>
                  </a:cubicBezTo>
                  <a:cubicBezTo>
                    <a:pt x="184" y="808"/>
                    <a:pt x="184" y="806"/>
                    <a:pt x="184" y="805"/>
                  </a:cubicBezTo>
                  <a:cubicBezTo>
                    <a:pt x="184" y="801"/>
                    <a:pt x="183" y="798"/>
                    <a:pt x="184" y="794"/>
                  </a:cubicBezTo>
                  <a:cubicBezTo>
                    <a:pt x="184" y="792"/>
                    <a:pt x="184" y="790"/>
                    <a:pt x="182" y="789"/>
                  </a:cubicBezTo>
                  <a:cubicBezTo>
                    <a:pt x="182" y="789"/>
                    <a:pt x="182" y="789"/>
                    <a:pt x="182" y="789"/>
                  </a:cubicBezTo>
                  <a:cubicBezTo>
                    <a:pt x="180" y="788"/>
                    <a:pt x="179" y="787"/>
                    <a:pt x="179" y="785"/>
                  </a:cubicBezTo>
                  <a:cubicBezTo>
                    <a:pt x="179" y="781"/>
                    <a:pt x="179" y="781"/>
                    <a:pt x="179" y="781"/>
                  </a:cubicBezTo>
                  <a:cubicBezTo>
                    <a:pt x="179" y="780"/>
                    <a:pt x="179" y="780"/>
                    <a:pt x="179" y="780"/>
                  </a:cubicBezTo>
                  <a:cubicBezTo>
                    <a:pt x="179" y="780"/>
                    <a:pt x="179" y="780"/>
                    <a:pt x="179" y="780"/>
                  </a:cubicBezTo>
                  <a:cubicBezTo>
                    <a:pt x="179" y="780"/>
                    <a:pt x="178" y="779"/>
                    <a:pt x="177" y="779"/>
                  </a:cubicBezTo>
                  <a:cubicBezTo>
                    <a:pt x="174" y="779"/>
                    <a:pt x="174" y="779"/>
                    <a:pt x="174" y="779"/>
                  </a:cubicBezTo>
                  <a:cubicBezTo>
                    <a:pt x="174" y="776"/>
                    <a:pt x="174" y="776"/>
                    <a:pt x="174" y="776"/>
                  </a:cubicBezTo>
                  <a:cubicBezTo>
                    <a:pt x="174" y="740"/>
                    <a:pt x="174" y="740"/>
                    <a:pt x="174" y="740"/>
                  </a:cubicBezTo>
                  <a:cubicBezTo>
                    <a:pt x="174" y="738"/>
                    <a:pt x="174" y="736"/>
                    <a:pt x="174" y="734"/>
                  </a:cubicBezTo>
                  <a:cubicBezTo>
                    <a:pt x="174" y="732"/>
                    <a:pt x="174" y="731"/>
                    <a:pt x="174" y="729"/>
                  </a:cubicBezTo>
                  <a:cubicBezTo>
                    <a:pt x="174" y="727"/>
                    <a:pt x="174" y="725"/>
                    <a:pt x="174" y="723"/>
                  </a:cubicBezTo>
                  <a:cubicBezTo>
                    <a:pt x="173" y="723"/>
                    <a:pt x="173" y="723"/>
                    <a:pt x="172" y="723"/>
                  </a:cubicBezTo>
                  <a:cubicBezTo>
                    <a:pt x="170" y="722"/>
                    <a:pt x="170" y="722"/>
                    <a:pt x="170" y="722"/>
                  </a:cubicBezTo>
                  <a:cubicBezTo>
                    <a:pt x="170" y="720"/>
                    <a:pt x="170" y="720"/>
                    <a:pt x="170" y="720"/>
                  </a:cubicBezTo>
                  <a:cubicBezTo>
                    <a:pt x="170" y="719"/>
                    <a:pt x="170" y="718"/>
                    <a:pt x="170" y="717"/>
                  </a:cubicBezTo>
                  <a:cubicBezTo>
                    <a:pt x="170" y="716"/>
                    <a:pt x="170" y="715"/>
                    <a:pt x="170" y="714"/>
                  </a:cubicBezTo>
                  <a:cubicBezTo>
                    <a:pt x="170" y="714"/>
                    <a:pt x="169" y="714"/>
                    <a:pt x="169" y="714"/>
                  </a:cubicBezTo>
                  <a:cubicBezTo>
                    <a:pt x="169" y="714"/>
                    <a:pt x="169" y="714"/>
                    <a:pt x="168" y="713"/>
                  </a:cubicBezTo>
                  <a:cubicBezTo>
                    <a:pt x="167" y="713"/>
                    <a:pt x="166" y="713"/>
                    <a:pt x="166" y="712"/>
                  </a:cubicBezTo>
                  <a:cubicBezTo>
                    <a:pt x="164" y="711"/>
                    <a:pt x="165" y="709"/>
                    <a:pt x="165" y="708"/>
                  </a:cubicBezTo>
                  <a:cubicBezTo>
                    <a:pt x="165" y="708"/>
                    <a:pt x="165" y="708"/>
                    <a:pt x="165" y="708"/>
                  </a:cubicBezTo>
                  <a:cubicBezTo>
                    <a:pt x="165" y="707"/>
                    <a:pt x="165" y="707"/>
                    <a:pt x="165" y="707"/>
                  </a:cubicBezTo>
                  <a:cubicBezTo>
                    <a:pt x="165" y="706"/>
                    <a:pt x="165" y="705"/>
                    <a:pt x="165" y="704"/>
                  </a:cubicBezTo>
                  <a:cubicBezTo>
                    <a:pt x="165" y="704"/>
                    <a:pt x="165" y="704"/>
                    <a:pt x="165" y="704"/>
                  </a:cubicBezTo>
                  <a:cubicBezTo>
                    <a:pt x="165" y="704"/>
                    <a:pt x="164" y="704"/>
                    <a:pt x="164" y="704"/>
                  </a:cubicBezTo>
                  <a:cubicBezTo>
                    <a:pt x="160" y="704"/>
                    <a:pt x="160" y="699"/>
                    <a:pt x="160" y="698"/>
                  </a:cubicBezTo>
                  <a:cubicBezTo>
                    <a:pt x="160" y="697"/>
                    <a:pt x="160" y="697"/>
                    <a:pt x="160" y="696"/>
                  </a:cubicBezTo>
                  <a:cubicBezTo>
                    <a:pt x="160" y="695"/>
                    <a:pt x="160" y="694"/>
                    <a:pt x="160" y="693"/>
                  </a:cubicBezTo>
                  <a:cubicBezTo>
                    <a:pt x="160" y="690"/>
                    <a:pt x="160" y="688"/>
                    <a:pt x="160" y="686"/>
                  </a:cubicBezTo>
                  <a:cubicBezTo>
                    <a:pt x="161" y="683"/>
                    <a:pt x="161" y="680"/>
                    <a:pt x="161" y="678"/>
                  </a:cubicBezTo>
                  <a:cubicBezTo>
                    <a:pt x="161" y="677"/>
                    <a:pt x="160" y="676"/>
                    <a:pt x="160" y="676"/>
                  </a:cubicBezTo>
                  <a:cubicBezTo>
                    <a:pt x="160" y="676"/>
                    <a:pt x="159" y="676"/>
                    <a:pt x="159" y="676"/>
                  </a:cubicBezTo>
                  <a:cubicBezTo>
                    <a:pt x="158" y="676"/>
                    <a:pt x="158" y="676"/>
                    <a:pt x="157" y="676"/>
                  </a:cubicBezTo>
                  <a:cubicBezTo>
                    <a:pt x="157" y="676"/>
                    <a:pt x="157" y="676"/>
                    <a:pt x="156" y="676"/>
                  </a:cubicBezTo>
                  <a:cubicBezTo>
                    <a:pt x="156" y="676"/>
                    <a:pt x="156" y="676"/>
                    <a:pt x="156" y="676"/>
                  </a:cubicBezTo>
                  <a:cubicBezTo>
                    <a:pt x="155" y="676"/>
                    <a:pt x="155" y="676"/>
                    <a:pt x="155" y="676"/>
                  </a:cubicBezTo>
                  <a:cubicBezTo>
                    <a:pt x="153" y="676"/>
                    <a:pt x="151" y="674"/>
                    <a:pt x="151" y="672"/>
                  </a:cubicBezTo>
                  <a:cubicBezTo>
                    <a:pt x="150" y="672"/>
                    <a:pt x="148" y="672"/>
                    <a:pt x="147" y="671"/>
                  </a:cubicBezTo>
                  <a:cubicBezTo>
                    <a:pt x="146" y="671"/>
                    <a:pt x="145" y="671"/>
                    <a:pt x="144" y="671"/>
                  </a:cubicBezTo>
                  <a:cubicBezTo>
                    <a:pt x="144" y="671"/>
                    <a:pt x="143" y="671"/>
                    <a:pt x="143" y="671"/>
                  </a:cubicBezTo>
                  <a:cubicBezTo>
                    <a:pt x="142" y="671"/>
                    <a:pt x="142" y="671"/>
                    <a:pt x="142" y="671"/>
                  </a:cubicBezTo>
                  <a:cubicBezTo>
                    <a:pt x="142" y="671"/>
                    <a:pt x="142" y="671"/>
                    <a:pt x="141" y="671"/>
                  </a:cubicBezTo>
                  <a:cubicBezTo>
                    <a:pt x="141" y="671"/>
                    <a:pt x="141" y="671"/>
                    <a:pt x="140" y="671"/>
                  </a:cubicBezTo>
                  <a:cubicBezTo>
                    <a:pt x="139" y="671"/>
                    <a:pt x="137" y="670"/>
                    <a:pt x="137" y="667"/>
                  </a:cubicBezTo>
                  <a:cubicBezTo>
                    <a:pt x="137" y="660"/>
                    <a:pt x="137" y="660"/>
                    <a:pt x="137" y="660"/>
                  </a:cubicBezTo>
                  <a:cubicBezTo>
                    <a:pt x="137" y="659"/>
                    <a:pt x="137" y="659"/>
                    <a:pt x="137" y="658"/>
                  </a:cubicBezTo>
                  <a:cubicBezTo>
                    <a:pt x="137" y="658"/>
                    <a:pt x="137" y="657"/>
                    <a:pt x="137" y="657"/>
                  </a:cubicBezTo>
                  <a:cubicBezTo>
                    <a:pt x="136" y="657"/>
                    <a:pt x="135" y="657"/>
                    <a:pt x="135" y="657"/>
                  </a:cubicBezTo>
                  <a:cubicBezTo>
                    <a:pt x="117" y="657"/>
                    <a:pt x="117" y="657"/>
                    <a:pt x="117" y="657"/>
                  </a:cubicBezTo>
                  <a:cubicBezTo>
                    <a:pt x="118" y="653"/>
                    <a:pt x="118" y="653"/>
                    <a:pt x="118" y="653"/>
                  </a:cubicBezTo>
                  <a:cubicBezTo>
                    <a:pt x="118" y="651"/>
                    <a:pt x="118" y="649"/>
                    <a:pt x="117" y="648"/>
                  </a:cubicBezTo>
                  <a:cubicBezTo>
                    <a:pt x="116" y="648"/>
                    <a:pt x="116" y="648"/>
                    <a:pt x="116" y="647"/>
                  </a:cubicBezTo>
                  <a:cubicBezTo>
                    <a:pt x="114" y="647"/>
                    <a:pt x="113" y="646"/>
                    <a:pt x="113" y="642"/>
                  </a:cubicBezTo>
                  <a:cubicBezTo>
                    <a:pt x="113" y="642"/>
                    <a:pt x="113" y="642"/>
                    <a:pt x="113" y="642"/>
                  </a:cubicBezTo>
                  <a:cubicBezTo>
                    <a:pt x="113" y="641"/>
                    <a:pt x="113" y="640"/>
                    <a:pt x="112" y="639"/>
                  </a:cubicBezTo>
                  <a:cubicBezTo>
                    <a:pt x="111" y="636"/>
                    <a:pt x="109" y="635"/>
                    <a:pt x="108" y="634"/>
                  </a:cubicBezTo>
                  <a:cubicBezTo>
                    <a:pt x="107" y="634"/>
                    <a:pt x="107" y="633"/>
                    <a:pt x="106" y="633"/>
                  </a:cubicBezTo>
                  <a:cubicBezTo>
                    <a:pt x="104" y="633"/>
                    <a:pt x="104" y="633"/>
                    <a:pt x="104" y="633"/>
                  </a:cubicBezTo>
                  <a:cubicBezTo>
                    <a:pt x="104" y="627"/>
                    <a:pt x="104" y="627"/>
                    <a:pt x="104" y="627"/>
                  </a:cubicBezTo>
                  <a:cubicBezTo>
                    <a:pt x="104" y="626"/>
                    <a:pt x="103" y="626"/>
                    <a:pt x="103" y="625"/>
                  </a:cubicBezTo>
                  <a:cubicBezTo>
                    <a:pt x="103" y="625"/>
                    <a:pt x="103" y="624"/>
                    <a:pt x="103" y="624"/>
                  </a:cubicBezTo>
                  <a:cubicBezTo>
                    <a:pt x="103" y="622"/>
                    <a:pt x="103" y="620"/>
                    <a:pt x="104" y="617"/>
                  </a:cubicBezTo>
                  <a:cubicBezTo>
                    <a:pt x="104" y="613"/>
                    <a:pt x="105" y="607"/>
                    <a:pt x="103" y="605"/>
                  </a:cubicBezTo>
                  <a:cubicBezTo>
                    <a:pt x="103" y="605"/>
                    <a:pt x="103" y="605"/>
                    <a:pt x="102" y="605"/>
                  </a:cubicBezTo>
                  <a:cubicBezTo>
                    <a:pt x="102" y="605"/>
                    <a:pt x="102" y="605"/>
                    <a:pt x="102" y="605"/>
                  </a:cubicBezTo>
                  <a:cubicBezTo>
                    <a:pt x="99" y="605"/>
                    <a:pt x="99" y="605"/>
                    <a:pt x="99" y="605"/>
                  </a:cubicBezTo>
                  <a:cubicBezTo>
                    <a:pt x="99" y="602"/>
                    <a:pt x="99" y="602"/>
                    <a:pt x="99" y="602"/>
                  </a:cubicBezTo>
                  <a:cubicBezTo>
                    <a:pt x="99" y="601"/>
                    <a:pt x="99" y="600"/>
                    <a:pt x="99" y="600"/>
                  </a:cubicBezTo>
                  <a:cubicBezTo>
                    <a:pt x="99" y="599"/>
                    <a:pt x="99" y="596"/>
                    <a:pt x="99" y="596"/>
                  </a:cubicBezTo>
                  <a:cubicBezTo>
                    <a:pt x="99" y="596"/>
                    <a:pt x="98" y="596"/>
                    <a:pt x="98" y="596"/>
                  </a:cubicBezTo>
                  <a:cubicBezTo>
                    <a:pt x="96" y="595"/>
                    <a:pt x="95" y="595"/>
                    <a:pt x="95" y="594"/>
                  </a:cubicBezTo>
                  <a:cubicBezTo>
                    <a:pt x="94" y="593"/>
                    <a:pt x="94" y="591"/>
                    <a:pt x="94" y="590"/>
                  </a:cubicBezTo>
                  <a:cubicBezTo>
                    <a:pt x="94" y="590"/>
                    <a:pt x="94" y="590"/>
                    <a:pt x="94" y="590"/>
                  </a:cubicBezTo>
                  <a:cubicBezTo>
                    <a:pt x="94" y="590"/>
                    <a:pt x="94" y="589"/>
                    <a:pt x="94" y="588"/>
                  </a:cubicBezTo>
                  <a:cubicBezTo>
                    <a:pt x="94" y="588"/>
                    <a:pt x="94" y="587"/>
                    <a:pt x="94" y="586"/>
                  </a:cubicBezTo>
                  <a:cubicBezTo>
                    <a:pt x="94" y="586"/>
                    <a:pt x="94" y="586"/>
                    <a:pt x="93" y="586"/>
                  </a:cubicBezTo>
                  <a:cubicBezTo>
                    <a:pt x="93" y="586"/>
                    <a:pt x="93" y="586"/>
                    <a:pt x="93" y="586"/>
                  </a:cubicBezTo>
                  <a:cubicBezTo>
                    <a:pt x="91" y="586"/>
                    <a:pt x="90" y="585"/>
                    <a:pt x="89" y="583"/>
                  </a:cubicBezTo>
                  <a:cubicBezTo>
                    <a:pt x="89" y="582"/>
                    <a:pt x="88" y="581"/>
                    <a:pt x="88" y="581"/>
                  </a:cubicBezTo>
                  <a:cubicBezTo>
                    <a:pt x="87" y="579"/>
                    <a:pt x="86" y="577"/>
                    <a:pt x="85" y="575"/>
                  </a:cubicBezTo>
                  <a:cubicBezTo>
                    <a:pt x="84" y="574"/>
                    <a:pt x="84" y="573"/>
                    <a:pt x="83" y="571"/>
                  </a:cubicBezTo>
                  <a:cubicBezTo>
                    <a:pt x="82" y="570"/>
                    <a:pt x="81" y="568"/>
                    <a:pt x="81" y="567"/>
                  </a:cubicBezTo>
                  <a:cubicBezTo>
                    <a:pt x="78" y="562"/>
                    <a:pt x="77" y="558"/>
                    <a:pt x="73" y="555"/>
                  </a:cubicBezTo>
                  <a:cubicBezTo>
                    <a:pt x="71" y="555"/>
                    <a:pt x="70" y="554"/>
                    <a:pt x="69" y="553"/>
                  </a:cubicBezTo>
                  <a:cubicBezTo>
                    <a:pt x="65" y="552"/>
                    <a:pt x="66" y="548"/>
                    <a:pt x="66" y="545"/>
                  </a:cubicBezTo>
                  <a:cubicBezTo>
                    <a:pt x="66" y="545"/>
                    <a:pt x="66" y="544"/>
                    <a:pt x="66" y="544"/>
                  </a:cubicBezTo>
                  <a:cubicBezTo>
                    <a:pt x="66" y="527"/>
                    <a:pt x="66" y="527"/>
                    <a:pt x="66" y="527"/>
                  </a:cubicBezTo>
                  <a:cubicBezTo>
                    <a:pt x="70" y="528"/>
                    <a:pt x="70" y="528"/>
                    <a:pt x="70" y="528"/>
                  </a:cubicBezTo>
                  <a:cubicBezTo>
                    <a:pt x="70" y="528"/>
                    <a:pt x="70" y="528"/>
                    <a:pt x="70" y="528"/>
                  </a:cubicBezTo>
                  <a:cubicBezTo>
                    <a:pt x="70" y="528"/>
                    <a:pt x="70" y="528"/>
                    <a:pt x="70" y="528"/>
                  </a:cubicBezTo>
                  <a:cubicBezTo>
                    <a:pt x="70" y="528"/>
                    <a:pt x="70" y="525"/>
                    <a:pt x="70" y="524"/>
                  </a:cubicBezTo>
                  <a:cubicBezTo>
                    <a:pt x="70" y="523"/>
                    <a:pt x="70" y="523"/>
                    <a:pt x="70" y="523"/>
                  </a:cubicBezTo>
                  <a:cubicBezTo>
                    <a:pt x="70" y="521"/>
                    <a:pt x="71" y="520"/>
                    <a:pt x="74" y="518"/>
                  </a:cubicBezTo>
                  <a:cubicBezTo>
                    <a:pt x="74" y="518"/>
                    <a:pt x="74" y="518"/>
                    <a:pt x="74" y="518"/>
                  </a:cubicBezTo>
                  <a:cubicBezTo>
                    <a:pt x="74" y="518"/>
                    <a:pt x="74" y="518"/>
                    <a:pt x="75" y="517"/>
                  </a:cubicBezTo>
                  <a:cubicBezTo>
                    <a:pt x="75" y="516"/>
                    <a:pt x="74" y="515"/>
                    <a:pt x="74" y="515"/>
                  </a:cubicBezTo>
                  <a:cubicBezTo>
                    <a:pt x="70" y="515"/>
                    <a:pt x="70" y="510"/>
                    <a:pt x="70" y="506"/>
                  </a:cubicBezTo>
                  <a:cubicBezTo>
                    <a:pt x="70" y="506"/>
                    <a:pt x="70" y="505"/>
                    <a:pt x="70" y="505"/>
                  </a:cubicBezTo>
                  <a:cubicBezTo>
                    <a:pt x="70" y="494"/>
                    <a:pt x="70" y="494"/>
                    <a:pt x="70" y="494"/>
                  </a:cubicBezTo>
                  <a:cubicBezTo>
                    <a:pt x="74" y="495"/>
                    <a:pt x="74" y="495"/>
                    <a:pt x="74" y="495"/>
                  </a:cubicBezTo>
                  <a:cubicBezTo>
                    <a:pt x="74" y="495"/>
                    <a:pt x="75" y="495"/>
                    <a:pt x="75" y="495"/>
                  </a:cubicBezTo>
                  <a:cubicBezTo>
                    <a:pt x="75" y="495"/>
                    <a:pt x="75" y="494"/>
                    <a:pt x="75" y="494"/>
                  </a:cubicBezTo>
                  <a:cubicBezTo>
                    <a:pt x="75" y="493"/>
                    <a:pt x="75" y="492"/>
                    <a:pt x="76" y="491"/>
                  </a:cubicBezTo>
                  <a:cubicBezTo>
                    <a:pt x="77" y="489"/>
                    <a:pt x="78" y="488"/>
                    <a:pt x="78" y="487"/>
                  </a:cubicBezTo>
                  <a:cubicBezTo>
                    <a:pt x="79" y="486"/>
                    <a:pt x="80" y="485"/>
                    <a:pt x="80" y="484"/>
                  </a:cubicBezTo>
                  <a:cubicBezTo>
                    <a:pt x="80" y="480"/>
                    <a:pt x="80" y="480"/>
                    <a:pt x="80" y="480"/>
                  </a:cubicBezTo>
                  <a:cubicBezTo>
                    <a:pt x="84" y="481"/>
                    <a:pt x="84" y="481"/>
                    <a:pt x="84" y="481"/>
                  </a:cubicBezTo>
                  <a:cubicBezTo>
                    <a:pt x="84" y="481"/>
                    <a:pt x="84" y="481"/>
                    <a:pt x="84" y="481"/>
                  </a:cubicBezTo>
                  <a:cubicBezTo>
                    <a:pt x="84" y="481"/>
                    <a:pt x="84" y="481"/>
                    <a:pt x="84" y="481"/>
                  </a:cubicBezTo>
                  <a:cubicBezTo>
                    <a:pt x="84" y="481"/>
                    <a:pt x="84" y="481"/>
                    <a:pt x="85" y="479"/>
                  </a:cubicBezTo>
                  <a:cubicBezTo>
                    <a:pt x="85" y="460"/>
                    <a:pt x="85" y="460"/>
                    <a:pt x="85" y="460"/>
                  </a:cubicBezTo>
                  <a:cubicBezTo>
                    <a:pt x="89" y="462"/>
                    <a:pt x="89" y="462"/>
                    <a:pt x="89" y="462"/>
                  </a:cubicBezTo>
                  <a:cubicBezTo>
                    <a:pt x="90" y="462"/>
                    <a:pt x="91" y="460"/>
                    <a:pt x="91" y="456"/>
                  </a:cubicBezTo>
                  <a:cubicBezTo>
                    <a:pt x="91" y="452"/>
                    <a:pt x="90" y="449"/>
                    <a:pt x="89" y="449"/>
                  </a:cubicBezTo>
                  <a:cubicBezTo>
                    <a:pt x="85" y="451"/>
                    <a:pt x="85" y="451"/>
                    <a:pt x="85" y="451"/>
                  </a:cubicBezTo>
                  <a:cubicBezTo>
                    <a:pt x="85" y="446"/>
                    <a:pt x="85" y="446"/>
                    <a:pt x="85" y="446"/>
                  </a:cubicBezTo>
                  <a:cubicBezTo>
                    <a:pt x="85" y="445"/>
                    <a:pt x="85" y="444"/>
                    <a:pt x="85" y="443"/>
                  </a:cubicBezTo>
                  <a:cubicBezTo>
                    <a:pt x="85" y="441"/>
                    <a:pt x="85" y="438"/>
                    <a:pt x="84" y="436"/>
                  </a:cubicBezTo>
                  <a:cubicBezTo>
                    <a:pt x="84" y="436"/>
                    <a:pt x="83" y="436"/>
                    <a:pt x="83" y="436"/>
                  </a:cubicBezTo>
                  <a:cubicBezTo>
                    <a:pt x="82" y="435"/>
                    <a:pt x="80" y="434"/>
                    <a:pt x="80" y="431"/>
                  </a:cubicBezTo>
                  <a:cubicBezTo>
                    <a:pt x="80" y="425"/>
                    <a:pt x="80" y="425"/>
                    <a:pt x="80" y="425"/>
                  </a:cubicBezTo>
                  <a:cubicBezTo>
                    <a:pt x="79" y="426"/>
                    <a:pt x="78" y="426"/>
                    <a:pt x="77" y="426"/>
                  </a:cubicBezTo>
                  <a:cubicBezTo>
                    <a:pt x="77" y="426"/>
                    <a:pt x="77" y="426"/>
                    <a:pt x="77" y="426"/>
                  </a:cubicBezTo>
                  <a:cubicBezTo>
                    <a:pt x="76" y="426"/>
                    <a:pt x="76" y="426"/>
                    <a:pt x="76" y="426"/>
                  </a:cubicBezTo>
                  <a:cubicBezTo>
                    <a:pt x="60" y="426"/>
                    <a:pt x="60" y="426"/>
                    <a:pt x="60" y="426"/>
                  </a:cubicBezTo>
                  <a:cubicBezTo>
                    <a:pt x="61" y="422"/>
                    <a:pt x="61" y="422"/>
                    <a:pt x="61" y="422"/>
                  </a:cubicBezTo>
                  <a:cubicBezTo>
                    <a:pt x="61" y="422"/>
                    <a:pt x="61" y="421"/>
                    <a:pt x="61" y="421"/>
                  </a:cubicBezTo>
                  <a:cubicBezTo>
                    <a:pt x="61" y="421"/>
                    <a:pt x="61" y="421"/>
                    <a:pt x="61" y="421"/>
                  </a:cubicBezTo>
                  <a:cubicBezTo>
                    <a:pt x="61" y="421"/>
                    <a:pt x="61" y="421"/>
                    <a:pt x="60" y="421"/>
                  </a:cubicBezTo>
                  <a:cubicBezTo>
                    <a:pt x="60" y="421"/>
                    <a:pt x="60" y="421"/>
                    <a:pt x="60" y="421"/>
                  </a:cubicBezTo>
                  <a:cubicBezTo>
                    <a:pt x="58" y="421"/>
                    <a:pt x="56" y="420"/>
                    <a:pt x="56" y="417"/>
                  </a:cubicBezTo>
                  <a:cubicBezTo>
                    <a:pt x="56" y="414"/>
                    <a:pt x="56" y="414"/>
                    <a:pt x="56" y="414"/>
                  </a:cubicBezTo>
                  <a:cubicBezTo>
                    <a:pt x="56" y="413"/>
                    <a:pt x="56" y="413"/>
                    <a:pt x="56" y="413"/>
                  </a:cubicBezTo>
                  <a:cubicBezTo>
                    <a:pt x="56" y="412"/>
                    <a:pt x="56" y="412"/>
                    <a:pt x="56" y="411"/>
                  </a:cubicBezTo>
                  <a:cubicBezTo>
                    <a:pt x="56" y="410"/>
                    <a:pt x="56" y="409"/>
                    <a:pt x="56" y="407"/>
                  </a:cubicBezTo>
                  <a:cubicBezTo>
                    <a:pt x="57" y="404"/>
                    <a:pt x="57" y="401"/>
                    <a:pt x="56" y="399"/>
                  </a:cubicBezTo>
                  <a:cubicBezTo>
                    <a:pt x="56" y="398"/>
                    <a:pt x="55" y="398"/>
                    <a:pt x="54" y="397"/>
                  </a:cubicBezTo>
                  <a:cubicBezTo>
                    <a:pt x="52" y="397"/>
                    <a:pt x="52" y="397"/>
                    <a:pt x="52" y="397"/>
                  </a:cubicBezTo>
                  <a:cubicBezTo>
                    <a:pt x="52" y="395"/>
                    <a:pt x="52" y="395"/>
                    <a:pt x="52" y="395"/>
                  </a:cubicBezTo>
                  <a:cubicBezTo>
                    <a:pt x="52" y="394"/>
                    <a:pt x="51" y="393"/>
                    <a:pt x="50" y="393"/>
                  </a:cubicBezTo>
                  <a:cubicBezTo>
                    <a:pt x="50" y="392"/>
                    <a:pt x="49" y="392"/>
                    <a:pt x="49" y="391"/>
                  </a:cubicBezTo>
                  <a:cubicBezTo>
                    <a:pt x="47" y="389"/>
                    <a:pt x="47" y="387"/>
                    <a:pt x="47" y="385"/>
                  </a:cubicBezTo>
                  <a:cubicBezTo>
                    <a:pt x="47" y="385"/>
                    <a:pt x="47" y="384"/>
                    <a:pt x="47" y="384"/>
                  </a:cubicBezTo>
                  <a:cubicBezTo>
                    <a:pt x="47" y="383"/>
                    <a:pt x="46" y="383"/>
                    <a:pt x="45" y="383"/>
                  </a:cubicBezTo>
                  <a:cubicBezTo>
                    <a:pt x="42" y="383"/>
                    <a:pt x="42" y="383"/>
                    <a:pt x="42" y="383"/>
                  </a:cubicBezTo>
                  <a:cubicBezTo>
                    <a:pt x="42" y="380"/>
                    <a:pt x="42" y="380"/>
                    <a:pt x="42" y="380"/>
                  </a:cubicBezTo>
                  <a:cubicBezTo>
                    <a:pt x="42" y="379"/>
                    <a:pt x="42" y="379"/>
                    <a:pt x="42" y="379"/>
                  </a:cubicBezTo>
                  <a:cubicBezTo>
                    <a:pt x="42" y="379"/>
                    <a:pt x="42" y="379"/>
                    <a:pt x="42" y="379"/>
                  </a:cubicBezTo>
                  <a:cubicBezTo>
                    <a:pt x="42" y="379"/>
                    <a:pt x="42" y="379"/>
                    <a:pt x="40" y="379"/>
                  </a:cubicBezTo>
                  <a:cubicBezTo>
                    <a:pt x="37" y="378"/>
                    <a:pt x="37" y="378"/>
                    <a:pt x="37" y="378"/>
                  </a:cubicBezTo>
                  <a:cubicBezTo>
                    <a:pt x="38" y="375"/>
                    <a:pt x="38" y="375"/>
                    <a:pt x="38" y="375"/>
                  </a:cubicBezTo>
                  <a:cubicBezTo>
                    <a:pt x="38" y="374"/>
                    <a:pt x="38" y="374"/>
                    <a:pt x="38" y="374"/>
                  </a:cubicBezTo>
                  <a:cubicBezTo>
                    <a:pt x="38" y="374"/>
                    <a:pt x="38" y="374"/>
                    <a:pt x="38" y="374"/>
                  </a:cubicBezTo>
                  <a:cubicBezTo>
                    <a:pt x="37" y="374"/>
                    <a:pt x="37" y="374"/>
                    <a:pt x="34" y="374"/>
                  </a:cubicBezTo>
                  <a:cubicBezTo>
                    <a:pt x="34" y="374"/>
                    <a:pt x="33" y="374"/>
                    <a:pt x="33" y="374"/>
                  </a:cubicBezTo>
                  <a:cubicBezTo>
                    <a:pt x="32" y="374"/>
                    <a:pt x="32" y="374"/>
                    <a:pt x="31" y="374"/>
                  </a:cubicBezTo>
                  <a:cubicBezTo>
                    <a:pt x="29" y="374"/>
                    <a:pt x="29" y="374"/>
                    <a:pt x="29" y="374"/>
                  </a:cubicBezTo>
                  <a:cubicBezTo>
                    <a:pt x="28" y="372"/>
                    <a:pt x="28" y="372"/>
                    <a:pt x="28" y="372"/>
                  </a:cubicBezTo>
                  <a:cubicBezTo>
                    <a:pt x="27" y="369"/>
                    <a:pt x="25" y="366"/>
                    <a:pt x="22" y="365"/>
                  </a:cubicBezTo>
                  <a:cubicBezTo>
                    <a:pt x="22" y="365"/>
                    <a:pt x="22" y="365"/>
                    <a:pt x="22" y="365"/>
                  </a:cubicBezTo>
                  <a:cubicBezTo>
                    <a:pt x="19" y="364"/>
                    <a:pt x="19" y="362"/>
                    <a:pt x="19" y="360"/>
                  </a:cubicBezTo>
                  <a:cubicBezTo>
                    <a:pt x="19" y="359"/>
                    <a:pt x="19" y="359"/>
                    <a:pt x="19" y="359"/>
                  </a:cubicBezTo>
                  <a:cubicBezTo>
                    <a:pt x="19" y="359"/>
                    <a:pt x="19" y="358"/>
                    <a:pt x="19" y="357"/>
                  </a:cubicBezTo>
                  <a:cubicBezTo>
                    <a:pt x="19" y="357"/>
                    <a:pt x="18" y="357"/>
                    <a:pt x="18" y="356"/>
                  </a:cubicBezTo>
                  <a:cubicBezTo>
                    <a:pt x="17" y="356"/>
                    <a:pt x="16" y="356"/>
                    <a:pt x="14" y="355"/>
                  </a:cubicBezTo>
                  <a:cubicBezTo>
                    <a:pt x="12" y="355"/>
                    <a:pt x="10" y="355"/>
                    <a:pt x="8" y="353"/>
                  </a:cubicBezTo>
                  <a:cubicBezTo>
                    <a:pt x="7" y="353"/>
                    <a:pt x="7" y="352"/>
                    <a:pt x="6" y="352"/>
                  </a:cubicBezTo>
                  <a:cubicBezTo>
                    <a:pt x="6" y="351"/>
                    <a:pt x="5" y="351"/>
                    <a:pt x="4" y="351"/>
                  </a:cubicBezTo>
                  <a:cubicBezTo>
                    <a:pt x="4" y="351"/>
                    <a:pt x="4" y="351"/>
                    <a:pt x="4" y="350"/>
                  </a:cubicBezTo>
                  <a:cubicBezTo>
                    <a:pt x="0" y="350"/>
                    <a:pt x="0" y="348"/>
                    <a:pt x="0" y="346"/>
                  </a:cubicBezTo>
                  <a:cubicBezTo>
                    <a:pt x="0" y="282"/>
                    <a:pt x="0" y="282"/>
                    <a:pt x="0" y="282"/>
                  </a:cubicBezTo>
                  <a:cubicBezTo>
                    <a:pt x="4" y="283"/>
                    <a:pt x="4" y="283"/>
                    <a:pt x="4" y="283"/>
                  </a:cubicBezTo>
                  <a:cubicBezTo>
                    <a:pt x="4" y="283"/>
                    <a:pt x="4" y="283"/>
                    <a:pt x="4" y="283"/>
                  </a:cubicBezTo>
                  <a:cubicBezTo>
                    <a:pt x="5" y="282"/>
                    <a:pt x="5" y="279"/>
                    <a:pt x="4" y="278"/>
                  </a:cubicBezTo>
                  <a:cubicBezTo>
                    <a:pt x="4" y="277"/>
                    <a:pt x="4" y="277"/>
                    <a:pt x="4" y="276"/>
                  </a:cubicBezTo>
                  <a:cubicBezTo>
                    <a:pt x="4" y="273"/>
                    <a:pt x="4" y="273"/>
                    <a:pt x="4" y="273"/>
                  </a:cubicBezTo>
                  <a:cubicBezTo>
                    <a:pt x="8" y="273"/>
                    <a:pt x="8" y="273"/>
                    <a:pt x="8" y="273"/>
                  </a:cubicBezTo>
                  <a:cubicBezTo>
                    <a:pt x="8" y="273"/>
                    <a:pt x="9" y="274"/>
                    <a:pt x="9" y="274"/>
                  </a:cubicBezTo>
                  <a:cubicBezTo>
                    <a:pt x="9" y="274"/>
                    <a:pt x="9" y="274"/>
                    <a:pt x="9" y="274"/>
                  </a:cubicBezTo>
                  <a:cubicBezTo>
                    <a:pt x="9" y="274"/>
                    <a:pt x="9" y="273"/>
                    <a:pt x="9" y="271"/>
                  </a:cubicBezTo>
                  <a:cubicBezTo>
                    <a:pt x="9" y="264"/>
                    <a:pt x="9" y="264"/>
                    <a:pt x="9" y="264"/>
                  </a:cubicBezTo>
                  <a:cubicBezTo>
                    <a:pt x="9" y="260"/>
                    <a:pt x="12" y="259"/>
                    <a:pt x="12" y="259"/>
                  </a:cubicBezTo>
                  <a:cubicBezTo>
                    <a:pt x="13" y="259"/>
                    <a:pt x="13" y="259"/>
                    <a:pt x="13" y="259"/>
                  </a:cubicBezTo>
                  <a:cubicBezTo>
                    <a:pt x="13" y="258"/>
                    <a:pt x="13" y="257"/>
                    <a:pt x="13" y="256"/>
                  </a:cubicBezTo>
                  <a:cubicBezTo>
                    <a:pt x="13" y="256"/>
                    <a:pt x="13" y="256"/>
                    <a:pt x="11" y="256"/>
                  </a:cubicBezTo>
                  <a:cubicBezTo>
                    <a:pt x="10" y="256"/>
                    <a:pt x="10" y="256"/>
                    <a:pt x="9" y="256"/>
                  </a:cubicBezTo>
                  <a:cubicBezTo>
                    <a:pt x="9" y="256"/>
                    <a:pt x="8" y="256"/>
                    <a:pt x="8" y="256"/>
                  </a:cubicBezTo>
                  <a:cubicBezTo>
                    <a:pt x="2" y="256"/>
                    <a:pt x="2" y="256"/>
                    <a:pt x="2" y="256"/>
                  </a:cubicBezTo>
                  <a:cubicBezTo>
                    <a:pt x="5" y="251"/>
                    <a:pt x="5" y="251"/>
                    <a:pt x="5" y="251"/>
                  </a:cubicBezTo>
                  <a:cubicBezTo>
                    <a:pt x="17" y="229"/>
                    <a:pt x="31" y="208"/>
                    <a:pt x="46" y="188"/>
                  </a:cubicBezTo>
                  <a:cubicBezTo>
                    <a:pt x="83" y="137"/>
                    <a:pt x="129" y="92"/>
                    <a:pt x="183" y="53"/>
                  </a:cubicBezTo>
                  <a:cubicBezTo>
                    <a:pt x="209" y="35"/>
                    <a:pt x="238" y="18"/>
                    <a:pt x="268" y="2"/>
                  </a:cubicBezTo>
                  <a:cubicBezTo>
                    <a:pt x="271" y="0"/>
                    <a:pt x="273" y="0"/>
                    <a:pt x="276" y="0"/>
                  </a:cubicBezTo>
                  <a:cubicBezTo>
                    <a:pt x="283" y="0"/>
                    <a:pt x="283" y="0"/>
                    <a:pt x="283" y="0"/>
                  </a:cubicBezTo>
                  <a:cubicBezTo>
                    <a:pt x="286" y="0"/>
                    <a:pt x="292" y="0"/>
                    <a:pt x="293" y="6"/>
                  </a:cubicBezTo>
                  <a:cubicBezTo>
                    <a:pt x="293" y="9"/>
                    <a:pt x="293" y="12"/>
                    <a:pt x="291" y="16"/>
                  </a:cubicBezTo>
                  <a:cubicBezTo>
                    <a:pt x="290" y="17"/>
                    <a:pt x="289" y="18"/>
                    <a:pt x="288" y="19"/>
                  </a:cubicBezTo>
                  <a:cubicBezTo>
                    <a:pt x="287" y="21"/>
                    <a:pt x="287" y="21"/>
                    <a:pt x="287" y="21"/>
                  </a:cubicBezTo>
                  <a:cubicBezTo>
                    <a:pt x="285" y="20"/>
                    <a:pt x="285" y="20"/>
                    <a:pt x="285" y="20"/>
                  </a:cubicBezTo>
                  <a:cubicBezTo>
                    <a:pt x="285" y="20"/>
                    <a:pt x="285" y="20"/>
                    <a:pt x="285" y="20"/>
                  </a:cubicBezTo>
                  <a:cubicBezTo>
                    <a:pt x="284" y="20"/>
                    <a:pt x="284" y="20"/>
                    <a:pt x="284" y="21"/>
                  </a:cubicBezTo>
                  <a:cubicBezTo>
                    <a:pt x="284" y="21"/>
                    <a:pt x="284" y="21"/>
                    <a:pt x="284" y="21"/>
                  </a:cubicBezTo>
                  <a:cubicBezTo>
                    <a:pt x="284" y="24"/>
                    <a:pt x="283" y="25"/>
                    <a:pt x="280" y="25"/>
                  </a:cubicBezTo>
                  <a:cubicBezTo>
                    <a:pt x="273" y="25"/>
                    <a:pt x="273" y="25"/>
                    <a:pt x="273" y="25"/>
                  </a:cubicBezTo>
                  <a:cubicBezTo>
                    <a:pt x="272" y="25"/>
                    <a:pt x="271" y="25"/>
                    <a:pt x="270" y="25"/>
                  </a:cubicBezTo>
                  <a:cubicBezTo>
                    <a:pt x="270" y="25"/>
                    <a:pt x="270" y="25"/>
                    <a:pt x="270" y="26"/>
                  </a:cubicBezTo>
                  <a:cubicBezTo>
                    <a:pt x="270" y="28"/>
                    <a:pt x="269" y="30"/>
                    <a:pt x="265" y="30"/>
                  </a:cubicBezTo>
                  <a:cubicBezTo>
                    <a:pt x="265" y="30"/>
                    <a:pt x="264" y="30"/>
                    <a:pt x="264" y="30"/>
                  </a:cubicBezTo>
                  <a:cubicBezTo>
                    <a:pt x="264" y="30"/>
                    <a:pt x="264" y="30"/>
                    <a:pt x="263" y="30"/>
                  </a:cubicBezTo>
                  <a:cubicBezTo>
                    <a:pt x="252" y="30"/>
                    <a:pt x="252" y="30"/>
                    <a:pt x="252" y="30"/>
                  </a:cubicBezTo>
                  <a:cubicBezTo>
                    <a:pt x="252" y="30"/>
                    <a:pt x="252" y="30"/>
                    <a:pt x="252" y="30"/>
                  </a:cubicBezTo>
                  <a:cubicBezTo>
                    <a:pt x="252" y="30"/>
                    <a:pt x="252" y="30"/>
                    <a:pt x="252" y="30"/>
                  </a:cubicBezTo>
                  <a:cubicBezTo>
                    <a:pt x="252" y="30"/>
                    <a:pt x="252" y="30"/>
                    <a:pt x="252" y="30"/>
                  </a:cubicBezTo>
                  <a:cubicBezTo>
                    <a:pt x="252" y="30"/>
                    <a:pt x="251" y="30"/>
                    <a:pt x="251" y="32"/>
                  </a:cubicBezTo>
                  <a:cubicBezTo>
                    <a:pt x="251" y="35"/>
                    <a:pt x="251" y="35"/>
                    <a:pt x="251" y="35"/>
                  </a:cubicBezTo>
                  <a:cubicBezTo>
                    <a:pt x="247" y="34"/>
                    <a:pt x="247" y="34"/>
                    <a:pt x="247" y="34"/>
                  </a:cubicBezTo>
                  <a:cubicBezTo>
                    <a:pt x="247" y="34"/>
                    <a:pt x="247" y="34"/>
                    <a:pt x="247" y="34"/>
                  </a:cubicBezTo>
                  <a:cubicBezTo>
                    <a:pt x="246" y="35"/>
                    <a:pt x="246" y="37"/>
                    <a:pt x="246" y="38"/>
                  </a:cubicBezTo>
                  <a:cubicBezTo>
                    <a:pt x="246" y="43"/>
                    <a:pt x="246" y="43"/>
                    <a:pt x="246" y="43"/>
                  </a:cubicBezTo>
                  <a:cubicBezTo>
                    <a:pt x="246" y="43"/>
                    <a:pt x="246" y="44"/>
                    <a:pt x="247" y="44"/>
                  </a:cubicBezTo>
                  <a:cubicBezTo>
                    <a:pt x="247" y="44"/>
                    <a:pt x="247" y="46"/>
                    <a:pt x="246" y="47"/>
                  </a:cubicBezTo>
                  <a:cubicBezTo>
                    <a:pt x="244" y="49"/>
                    <a:pt x="243" y="49"/>
                    <a:pt x="242" y="49"/>
                  </a:cubicBezTo>
                  <a:cubicBezTo>
                    <a:pt x="242" y="49"/>
                    <a:pt x="242" y="49"/>
                    <a:pt x="242" y="49"/>
                  </a:cubicBezTo>
                  <a:cubicBezTo>
                    <a:pt x="242" y="54"/>
                    <a:pt x="242" y="54"/>
                    <a:pt x="242" y="54"/>
                  </a:cubicBezTo>
                  <a:cubicBezTo>
                    <a:pt x="238" y="53"/>
                    <a:pt x="238" y="53"/>
                    <a:pt x="238" y="53"/>
                  </a:cubicBezTo>
                  <a:cubicBezTo>
                    <a:pt x="238" y="53"/>
                    <a:pt x="238" y="53"/>
                    <a:pt x="237" y="53"/>
                  </a:cubicBezTo>
                  <a:cubicBezTo>
                    <a:pt x="237" y="54"/>
                    <a:pt x="237" y="57"/>
                    <a:pt x="237" y="58"/>
                  </a:cubicBezTo>
                  <a:cubicBezTo>
                    <a:pt x="237" y="58"/>
                    <a:pt x="237" y="59"/>
                    <a:pt x="237" y="59"/>
                  </a:cubicBezTo>
                  <a:cubicBezTo>
                    <a:pt x="237" y="60"/>
                    <a:pt x="238" y="61"/>
                    <a:pt x="238" y="61"/>
                  </a:cubicBezTo>
                  <a:cubicBezTo>
                    <a:pt x="239" y="64"/>
                    <a:pt x="241" y="67"/>
                    <a:pt x="240" y="70"/>
                  </a:cubicBezTo>
                  <a:cubicBezTo>
                    <a:pt x="239" y="72"/>
                    <a:pt x="238" y="73"/>
                    <a:pt x="238" y="74"/>
                  </a:cubicBezTo>
                  <a:cubicBezTo>
                    <a:pt x="237" y="74"/>
                    <a:pt x="237" y="75"/>
                    <a:pt x="237" y="75"/>
                  </a:cubicBezTo>
                  <a:cubicBezTo>
                    <a:pt x="237" y="75"/>
                    <a:pt x="237" y="75"/>
                    <a:pt x="238" y="75"/>
                  </a:cubicBezTo>
                  <a:cubicBezTo>
                    <a:pt x="238" y="75"/>
                    <a:pt x="238" y="75"/>
                    <a:pt x="239" y="75"/>
                  </a:cubicBezTo>
                  <a:cubicBezTo>
                    <a:pt x="239" y="75"/>
                    <a:pt x="240" y="75"/>
                    <a:pt x="240" y="75"/>
                  </a:cubicBezTo>
                  <a:cubicBezTo>
                    <a:pt x="240" y="75"/>
                    <a:pt x="240" y="75"/>
                    <a:pt x="240" y="75"/>
                  </a:cubicBezTo>
                  <a:cubicBezTo>
                    <a:pt x="240" y="72"/>
                    <a:pt x="242" y="71"/>
                    <a:pt x="243" y="71"/>
                  </a:cubicBezTo>
                  <a:cubicBezTo>
                    <a:pt x="245" y="70"/>
                    <a:pt x="247" y="68"/>
                    <a:pt x="249" y="67"/>
                  </a:cubicBezTo>
                  <a:cubicBezTo>
                    <a:pt x="250" y="66"/>
                    <a:pt x="250" y="65"/>
                    <a:pt x="252" y="64"/>
                  </a:cubicBezTo>
                  <a:cubicBezTo>
                    <a:pt x="254" y="62"/>
                    <a:pt x="256" y="61"/>
                    <a:pt x="259" y="61"/>
                  </a:cubicBezTo>
                  <a:cubicBezTo>
                    <a:pt x="259" y="61"/>
                    <a:pt x="260" y="61"/>
                    <a:pt x="260" y="61"/>
                  </a:cubicBezTo>
                  <a:cubicBezTo>
                    <a:pt x="261" y="61"/>
                    <a:pt x="262" y="61"/>
                    <a:pt x="263" y="61"/>
                  </a:cubicBezTo>
                  <a:cubicBezTo>
                    <a:pt x="264" y="60"/>
                    <a:pt x="264" y="59"/>
                    <a:pt x="264" y="57"/>
                  </a:cubicBezTo>
                  <a:cubicBezTo>
                    <a:pt x="264" y="57"/>
                    <a:pt x="264" y="57"/>
                    <a:pt x="264" y="57"/>
                  </a:cubicBezTo>
                  <a:cubicBezTo>
                    <a:pt x="264" y="54"/>
                    <a:pt x="265" y="53"/>
                    <a:pt x="267" y="52"/>
                  </a:cubicBezTo>
                  <a:cubicBezTo>
                    <a:pt x="267" y="51"/>
                    <a:pt x="268" y="51"/>
                    <a:pt x="268" y="51"/>
                  </a:cubicBezTo>
                  <a:cubicBezTo>
                    <a:pt x="269" y="49"/>
                    <a:pt x="269" y="45"/>
                    <a:pt x="269" y="43"/>
                  </a:cubicBezTo>
                  <a:cubicBezTo>
                    <a:pt x="269" y="41"/>
                    <a:pt x="269" y="41"/>
                    <a:pt x="269" y="41"/>
                  </a:cubicBezTo>
                  <a:cubicBezTo>
                    <a:pt x="268" y="38"/>
                    <a:pt x="268" y="38"/>
                    <a:pt x="268" y="38"/>
                  </a:cubicBezTo>
                  <a:cubicBezTo>
                    <a:pt x="280" y="38"/>
                    <a:pt x="280" y="38"/>
                    <a:pt x="280" y="38"/>
                  </a:cubicBezTo>
                  <a:cubicBezTo>
                    <a:pt x="281" y="38"/>
                    <a:pt x="281" y="38"/>
                    <a:pt x="282" y="38"/>
                  </a:cubicBezTo>
                  <a:cubicBezTo>
                    <a:pt x="282" y="38"/>
                    <a:pt x="283" y="38"/>
                    <a:pt x="284" y="38"/>
                  </a:cubicBezTo>
                  <a:cubicBezTo>
                    <a:pt x="285" y="38"/>
                    <a:pt x="286" y="38"/>
                    <a:pt x="286" y="37"/>
                  </a:cubicBezTo>
                  <a:cubicBezTo>
                    <a:pt x="289" y="36"/>
                    <a:pt x="290" y="34"/>
                    <a:pt x="292" y="31"/>
                  </a:cubicBezTo>
                  <a:cubicBezTo>
                    <a:pt x="293" y="29"/>
                    <a:pt x="294" y="28"/>
                    <a:pt x="297" y="28"/>
                  </a:cubicBezTo>
                  <a:cubicBezTo>
                    <a:pt x="316" y="28"/>
                    <a:pt x="316" y="28"/>
                    <a:pt x="316" y="28"/>
                  </a:cubicBezTo>
                  <a:cubicBezTo>
                    <a:pt x="317" y="28"/>
                    <a:pt x="317" y="28"/>
                    <a:pt x="317" y="28"/>
                  </a:cubicBezTo>
                  <a:cubicBezTo>
                    <a:pt x="317" y="28"/>
                    <a:pt x="318" y="28"/>
                    <a:pt x="318" y="28"/>
                  </a:cubicBezTo>
                  <a:cubicBezTo>
                    <a:pt x="320" y="28"/>
                    <a:pt x="322" y="29"/>
                    <a:pt x="322" y="32"/>
                  </a:cubicBezTo>
                  <a:cubicBezTo>
                    <a:pt x="322" y="40"/>
                    <a:pt x="322" y="40"/>
                    <a:pt x="322" y="40"/>
                  </a:cubicBezTo>
                  <a:cubicBezTo>
                    <a:pt x="318" y="39"/>
                    <a:pt x="318" y="39"/>
                    <a:pt x="318" y="39"/>
                  </a:cubicBezTo>
                  <a:cubicBezTo>
                    <a:pt x="318" y="39"/>
                    <a:pt x="318" y="39"/>
                    <a:pt x="318" y="39"/>
                  </a:cubicBezTo>
                  <a:cubicBezTo>
                    <a:pt x="318" y="39"/>
                    <a:pt x="318" y="39"/>
                    <a:pt x="318" y="39"/>
                  </a:cubicBezTo>
                  <a:cubicBezTo>
                    <a:pt x="318" y="39"/>
                    <a:pt x="317" y="39"/>
                    <a:pt x="317" y="41"/>
                  </a:cubicBezTo>
                  <a:cubicBezTo>
                    <a:pt x="317" y="41"/>
                    <a:pt x="318" y="41"/>
                    <a:pt x="319" y="42"/>
                  </a:cubicBezTo>
                  <a:cubicBezTo>
                    <a:pt x="320" y="42"/>
                    <a:pt x="320" y="42"/>
                    <a:pt x="321" y="42"/>
                  </a:cubicBezTo>
                  <a:cubicBezTo>
                    <a:pt x="322" y="42"/>
                    <a:pt x="323" y="42"/>
                    <a:pt x="324" y="42"/>
                  </a:cubicBezTo>
                  <a:cubicBezTo>
                    <a:pt x="324" y="42"/>
                    <a:pt x="325" y="42"/>
                    <a:pt x="325" y="42"/>
                  </a:cubicBezTo>
                  <a:cubicBezTo>
                    <a:pt x="326" y="42"/>
                    <a:pt x="327" y="41"/>
                    <a:pt x="327" y="41"/>
                  </a:cubicBezTo>
                  <a:cubicBezTo>
                    <a:pt x="328" y="39"/>
                    <a:pt x="330" y="38"/>
                    <a:pt x="332" y="38"/>
                  </a:cubicBezTo>
                  <a:cubicBezTo>
                    <a:pt x="336" y="37"/>
                    <a:pt x="336" y="37"/>
                    <a:pt x="336" y="37"/>
                  </a:cubicBezTo>
                  <a:cubicBezTo>
                    <a:pt x="336" y="54"/>
                    <a:pt x="336" y="54"/>
                    <a:pt x="336" y="54"/>
                  </a:cubicBezTo>
                  <a:cubicBezTo>
                    <a:pt x="336" y="55"/>
                    <a:pt x="337" y="57"/>
                    <a:pt x="338" y="59"/>
                  </a:cubicBezTo>
                  <a:cubicBezTo>
                    <a:pt x="338" y="59"/>
                    <a:pt x="338" y="59"/>
                    <a:pt x="338" y="59"/>
                  </a:cubicBezTo>
                  <a:cubicBezTo>
                    <a:pt x="340" y="62"/>
                    <a:pt x="341" y="64"/>
                    <a:pt x="341" y="68"/>
                  </a:cubicBezTo>
                  <a:cubicBezTo>
                    <a:pt x="341" y="69"/>
                    <a:pt x="341" y="71"/>
                    <a:pt x="341" y="73"/>
                  </a:cubicBezTo>
                  <a:cubicBezTo>
                    <a:pt x="341" y="74"/>
                    <a:pt x="340" y="77"/>
                    <a:pt x="336" y="77"/>
                  </a:cubicBezTo>
                  <a:cubicBezTo>
                    <a:pt x="335" y="77"/>
                    <a:pt x="335" y="77"/>
                    <a:pt x="334" y="77"/>
                  </a:cubicBezTo>
                  <a:cubicBezTo>
                    <a:pt x="334" y="77"/>
                    <a:pt x="333" y="77"/>
                    <a:pt x="333" y="77"/>
                  </a:cubicBezTo>
                  <a:cubicBezTo>
                    <a:pt x="333" y="77"/>
                    <a:pt x="332" y="77"/>
                    <a:pt x="332" y="77"/>
                  </a:cubicBezTo>
                  <a:cubicBezTo>
                    <a:pt x="330" y="77"/>
                    <a:pt x="329" y="77"/>
                    <a:pt x="327" y="77"/>
                  </a:cubicBezTo>
                  <a:cubicBezTo>
                    <a:pt x="326" y="77"/>
                    <a:pt x="325" y="76"/>
                    <a:pt x="323" y="76"/>
                  </a:cubicBezTo>
                  <a:cubicBezTo>
                    <a:pt x="321" y="76"/>
                    <a:pt x="320" y="77"/>
                    <a:pt x="318" y="77"/>
                  </a:cubicBezTo>
                  <a:cubicBezTo>
                    <a:pt x="318" y="77"/>
                    <a:pt x="318" y="78"/>
                    <a:pt x="317" y="78"/>
                  </a:cubicBezTo>
                  <a:cubicBezTo>
                    <a:pt x="317" y="78"/>
                    <a:pt x="317" y="78"/>
                    <a:pt x="317" y="79"/>
                  </a:cubicBezTo>
                  <a:cubicBezTo>
                    <a:pt x="316" y="81"/>
                    <a:pt x="315" y="81"/>
                    <a:pt x="313" y="82"/>
                  </a:cubicBezTo>
                  <a:cubicBezTo>
                    <a:pt x="313" y="82"/>
                    <a:pt x="312" y="82"/>
                    <a:pt x="312" y="82"/>
                  </a:cubicBezTo>
                  <a:cubicBezTo>
                    <a:pt x="312" y="82"/>
                    <a:pt x="312" y="82"/>
                    <a:pt x="312" y="82"/>
                  </a:cubicBezTo>
                  <a:cubicBezTo>
                    <a:pt x="313" y="87"/>
                    <a:pt x="313" y="87"/>
                    <a:pt x="313" y="87"/>
                  </a:cubicBezTo>
                  <a:cubicBezTo>
                    <a:pt x="309" y="86"/>
                    <a:pt x="309" y="86"/>
                    <a:pt x="309" y="86"/>
                  </a:cubicBezTo>
                  <a:cubicBezTo>
                    <a:pt x="309" y="86"/>
                    <a:pt x="308" y="86"/>
                    <a:pt x="308" y="86"/>
                  </a:cubicBezTo>
                  <a:cubicBezTo>
                    <a:pt x="308" y="87"/>
                    <a:pt x="308" y="87"/>
                    <a:pt x="308" y="88"/>
                  </a:cubicBezTo>
                  <a:cubicBezTo>
                    <a:pt x="308" y="91"/>
                    <a:pt x="308" y="91"/>
                    <a:pt x="308" y="91"/>
                  </a:cubicBezTo>
                  <a:cubicBezTo>
                    <a:pt x="272" y="91"/>
                    <a:pt x="272" y="91"/>
                    <a:pt x="272" y="91"/>
                  </a:cubicBezTo>
                  <a:cubicBezTo>
                    <a:pt x="271" y="91"/>
                    <a:pt x="270" y="91"/>
                    <a:pt x="269" y="91"/>
                  </a:cubicBezTo>
                  <a:cubicBezTo>
                    <a:pt x="268" y="91"/>
                    <a:pt x="268" y="91"/>
                    <a:pt x="267" y="91"/>
                  </a:cubicBezTo>
                  <a:cubicBezTo>
                    <a:pt x="266" y="91"/>
                    <a:pt x="266" y="91"/>
                    <a:pt x="266" y="91"/>
                  </a:cubicBezTo>
                  <a:cubicBezTo>
                    <a:pt x="266" y="91"/>
                    <a:pt x="265" y="95"/>
                    <a:pt x="265" y="95"/>
                  </a:cubicBezTo>
                  <a:cubicBezTo>
                    <a:pt x="262" y="96"/>
                    <a:pt x="262" y="96"/>
                    <a:pt x="262" y="96"/>
                  </a:cubicBezTo>
                  <a:cubicBezTo>
                    <a:pt x="262" y="96"/>
                    <a:pt x="261" y="96"/>
                    <a:pt x="260" y="96"/>
                  </a:cubicBezTo>
                  <a:cubicBezTo>
                    <a:pt x="259" y="95"/>
                    <a:pt x="258" y="95"/>
                    <a:pt x="257" y="95"/>
                  </a:cubicBezTo>
                  <a:cubicBezTo>
                    <a:pt x="256" y="95"/>
                    <a:pt x="256" y="95"/>
                    <a:pt x="256" y="95"/>
                  </a:cubicBezTo>
                  <a:cubicBezTo>
                    <a:pt x="256" y="96"/>
                    <a:pt x="256" y="100"/>
                    <a:pt x="256" y="100"/>
                  </a:cubicBezTo>
                  <a:cubicBezTo>
                    <a:pt x="253" y="100"/>
                    <a:pt x="253" y="100"/>
                    <a:pt x="253" y="100"/>
                  </a:cubicBezTo>
                  <a:cubicBezTo>
                    <a:pt x="252" y="100"/>
                    <a:pt x="251" y="101"/>
                    <a:pt x="251" y="101"/>
                  </a:cubicBezTo>
                  <a:cubicBezTo>
                    <a:pt x="251" y="101"/>
                    <a:pt x="251" y="101"/>
                    <a:pt x="251" y="101"/>
                  </a:cubicBezTo>
                  <a:cubicBezTo>
                    <a:pt x="251" y="102"/>
                    <a:pt x="252" y="103"/>
                    <a:pt x="253" y="103"/>
                  </a:cubicBezTo>
                  <a:cubicBezTo>
                    <a:pt x="254" y="103"/>
                    <a:pt x="255" y="103"/>
                    <a:pt x="256" y="103"/>
                  </a:cubicBezTo>
                  <a:cubicBezTo>
                    <a:pt x="257" y="103"/>
                    <a:pt x="258" y="103"/>
                    <a:pt x="259" y="103"/>
                  </a:cubicBezTo>
                  <a:cubicBezTo>
                    <a:pt x="259" y="102"/>
                    <a:pt x="259" y="102"/>
                    <a:pt x="259" y="102"/>
                  </a:cubicBezTo>
                  <a:cubicBezTo>
                    <a:pt x="259" y="100"/>
                    <a:pt x="261" y="99"/>
                    <a:pt x="263" y="99"/>
                  </a:cubicBezTo>
                  <a:cubicBezTo>
                    <a:pt x="275" y="99"/>
                    <a:pt x="275" y="99"/>
                    <a:pt x="275" y="99"/>
                  </a:cubicBezTo>
                  <a:cubicBezTo>
                    <a:pt x="275" y="102"/>
                    <a:pt x="275" y="102"/>
                    <a:pt x="275" y="102"/>
                  </a:cubicBezTo>
                  <a:cubicBezTo>
                    <a:pt x="275" y="106"/>
                    <a:pt x="273" y="108"/>
                    <a:pt x="271" y="110"/>
                  </a:cubicBezTo>
                  <a:cubicBezTo>
                    <a:pt x="271" y="110"/>
                    <a:pt x="270" y="111"/>
                    <a:pt x="270" y="111"/>
                  </a:cubicBezTo>
                  <a:cubicBezTo>
                    <a:pt x="269" y="113"/>
                    <a:pt x="268" y="115"/>
                    <a:pt x="266" y="115"/>
                  </a:cubicBezTo>
                  <a:cubicBezTo>
                    <a:pt x="265" y="115"/>
                    <a:pt x="265" y="115"/>
                    <a:pt x="265" y="115"/>
                  </a:cubicBezTo>
                  <a:cubicBezTo>
                    <a:pt x="259" y="115"/>
                    <a:pt x="259" y="115"/>
                    <a:pt x="259" y="115"/>
                  </a:cubicBezTo>
                  <a:cubicBezTo>
                    <a:pt x="258" y="115"/>
                    <a:pt x="258" y="115"/>
                    <a:pt x="257" y="114"/>
                  </a:cubicBezTo>
                  <a:cubicBezTo>
                    <a:pt x="257" y="114"/>
                    <a:pt x="257" y="114"/>
                    <a:pt x="256" y="114"/>
                  </a:cubicBezTo>
                  <a:cubicBezTo>
                    <a:pt x="256" y="114"/>
                    <a:pt x="256" y="114"/>
                    <a:pt x="256" y="114"/>
                  </a:cubicBezTo>
                  <a:cubicBezTo>
                    <a:pt x="256" y="115"/>
                    <a:pt x="256" y="115"/>
                    <a:pt x="256" y="116"/>
                  </a:cubicBezTo>
                  <a:cubicBezTo>
                    <a:pt x="256" y="117"/>
                    <a:pt x="255" y="119"/>
                    <a:pt x="251" y="119"/>
                  </a:cubicBezTo>
                  <a:cubicBezTo>
                    <a:pt x="250" y="119"/>
                    <a:pt x="249" y="119"/>
                    <a:pt x="249" y="119"/>
                  </a:cubicBezTo>
                  <a:cubicBezTo>
                    <a:pt x="248" y="119"/>
                    <a:pt x="247" y="119"/>
                    <a:pt x="247" y="119"/>
                  </a:cubicBezTo>
                  <a:cubicBezTo>
                    <a:pt x="247" y="119"/>
                    <a:pt x="247" y="119"/>
                    <a:pt x="247" y="119"/>
                  </a:cubicBezTo>
                  <a:cubicBezTo>
                    <a:pt x="247" y="120"/>
                    <a:pt x="246" y="124"/>
                    <a:pt x="246" y="124"/>
                  </a:cubicBezTo>
                  <a:cubicBezTo>
                    <a:pt x="243" y="124"/>
                    <a:pt x="243" y="124"/>
                    <a:pt x="243" y="124"/>
                  </a:cubicBezTo>
                  <a:cubicBezTo>
                    <a:pt x="243" y="124"/>
                    <a:pt x="242" y="124"/>
                    <a:pt x="241" y="124"/>
                  </a:cubicBezTo>
                  <a:cubicBezTo>
                    <a:pt x="240" y="124"/>
                    <a:pt x="239" y="124"/>
                    <a:pt x="238" y="124"/>
                  </a:cubicBezTo>
                  <a:cubicBezTo>
                    <a:pt x="238" y="124"/>
                    <a:pt x="237" y="124"/>
                    <a:pt x="237" y="124"/>
                  </a:cubicBezTo>
                  <a:cubicBezTo>
                    <a:pt x="237" y="124"/>
                    <a:pt x="237" y="129"/>
                    <a:pt x="237" y="129"/>
                  </a:cubicBezTo>
                  <a:cubicBezTo>
                    <a:pt x="233" y="129"/>
                    <a:pt x="233" y="129"/>
                    <a:pt x="233" y="129"/>
                  </a:cubicBezTo>
                  <a:cubicBezTo>
                    <a:pt x="233" y="129"/>
                    <a:pt x="233" y="129"/>
                    <a:pt x="233" y="129"/>
                  </a:cubicBezTo>
                  <a:cubicBezTo>
                    <a:pt x="233" y="129"/>
                    <a:pt x="233" y="129"/>
                    <a:pt x="233" y="129"/>
                  </a:cubicBezTo>
                  <a:cubicBezTo>
                    <a:pt x="233" y="129"/>
                    <a:pt x="232" y="129"/>
                    <a:pt x="232" y="131"/>
                  </a:cubicBezTo>
                  <a:cubicBezTo>
                    <a:pt x="232" y="133"/>
                    <a:pt x="232" y="133"/>
                    <a:pt x="232" y="133"/>
                  </a:cubicBezTo>
                  <a:cubicBezTo>
                    <a:pt x="229" y="133"/>
                    <a:pt x="229" y="133"/>
                    <a:pt x="229" y="133"/>
                  </a:cubicBezTo>
                  <a:cubicBezTo>
                    <a:pt x="229" y="133"/>
                    <a:pt x="229" y="133"/>
                    <a:pt x="228" y="135"/>
                  </a:cubicBezTo>
                  <a:cubicBezTo>
                    <a:pt x="228" y="136"/>
                    <a:pt x="228" y="137"/>
                    <a:pt x="228" y="138"/>
                  </a:cubicBezTo>
                  <a:cubicBezTo>
                    <a:pt x="228" y="140"/>
                    <a:pt x="228" y="143"/>
                    <a:pt x="226" y="145"/>
                  </a:cubicBezTo>
                  <a:cubicBezTo>
                    <a:pt x="226" y="146"/>
                    <a:pt x="225" y="147"/>
                    <a:pt x="224" y="147"/>
                  </a:cubicBezTo>
                  <a:cubicBezTo>
                    <a:pt x="224" y="148"/>
                    <a:pt x="224" y="148"/>
                    <a:pt x="224" y="148"/>
                  </a:cubicBezTo>
                  <a:cubicBezTo>
                    <a:pt x="223" y="149"/>
                    <a:pt x="223" y="149"/>
                    <a:pt x="223" y="149"/>
                  </a:cubicBezTo>
                  <a:cubicBezTo>
                    <a:pt x="223" y="150"/>
                    <a:pt x="222" y="152"/>
                    <a:pt x="219" y="152"/>
                  </a:cubicBezTo>
                  <a:cubicBezTo>
                    <a:pt x="212" y="152"/>
                    <a:pt x="212" y="152"/>
                    <a:pt x="212" y="152"/>
                  </a:cubicBezTo>
                  <a:cubicBezTo>
                    <a:pt x="211" y="152"/>
                    <a:pt x="211" y="152"/>
                    <a:pt x="210" y="152"/>
                  </a:cubicBezTo>
                  <a:cubicBezTo>
                    <a:pt x="210" y="152"/>
                    <a:pt x="209" y="152"/>
                    <a:pt x="209" y="152"/>
                  </a:cubicBezTo>
                  <a:cubicBezTo>
                    <a:pt x="209" y="152"/>
                    <a:pt x="209" y="152"/>
                    <a:pt x="209" y="152"/>
                  </a:cubicBezTo>
                  <a:cubicBezTo>
                    <a:pt x="209" y="152"/>
                    <a:pt x="209" y="153"/>
                    <a:pt x="209" y="154"/>
                  </a:cubicBezTo>
                  <a:cubicBezTo>
                    <a:pt x="209" y="155"/>
                    <a:pt x="208" y="157"/>
                    <a:pt x="204" y="157"/>
                  </a:cubicBezTo>
                  <a:cubicBezTo>
                    <a:pt x="203" y="157"/>
                    <a:pt x="202" y="157"/>
                    <a:pt x="202" y="157"/>
                  </a:cubicBezTo>
                  <a:cubicBezTo>
                    <a:pt x="202" y="157"/>
                    <a:pt x="202" y="157"/>
                    <a:pt x="202" y="157"/>
                  </a:cubicBezTo>
                  <a:cubicBezTo>
                    <a:pt x="196" y="160"/>
                    <a:pt x="191" y="164"/>
                    <a:pt x="188" y="170"/>
                  </a:cubicBezTo>
                  <a:cubicBezTo>
                    <a:pt x="187" y="171"/>
                    <a:pt x="186" y="172"/>
                    <a:pt x="185" y="174"/>
                  </a:cubicBezTo>
                  <a:cubicBezTo>
                    <a:pt x="185" y="180"/>
                    <a:pt x="185" y="180"/>
                    <a:pt x="185" y="180"/>
                  </a:cubicBezTo>
                  <a:cubicBezTo>
                    <a:pt x="185" y="180"/>
                    <a:pt x="185" y="180"/>
                    <a:pt x="185" y="180"/>
                  </a:cubicBezTo>
                  <a:cubicBezTo>
                    <a:pt x="186" y="184"/>
                    <a:pt x="184" y="185"/>
                    <a:pt x="182" y="185"/>
                  </a:cubicBezTo>
                  <a:cubicBezTo>
                    <a:pt x="181" y="186"/>
                    <a:pt x="181" y="186"/>
                    <a:pt x="180" y="186"/>
                  </a:cubicBezTo>
                  <a:cubicBezTo>
                    <a:pt x="180" y="186"/>
                    <a:pt x="179" y="187"/>
                    <a:pt x="178" y="188"/>
                  </a:cubicBezTo>
                  <a:cubicBezTo>
                    <a:pt x="177" y="189"/>
                    <a:pt x="177" y="190"/>
                    <a:pt x="176" y="192"/>
                  </a:cubicBezTo>
                  <a:cubicBezTo>
                    <a:pt x="176" y="192"/>
                    <a:pt x="176" y="192"/>
                    <a:pt x="176" y="192"/>
                  </a:cubicBezTo>
                  <a:cubicBezTo>
                    <a:pt x="175" y="194"/>
                    <a:pt x="173" y="195"/>
                    <a:pt x="171" y="195"/>
                  </a:cubicBezTo>
                  <a:cubicBezTo>
                    <a:pt x="169" y="195"/>
                    <a:pt x="169" y="195"/>
                    <a:pt x="169" y="195"/>
                  </a:cubicBezTo>
                  <a:cubicBezTo>
                    <a:pt x="166" y="196"/>
                    <a:pt x="164" y="197"/>
                    <a:pt x="162" y="199"/>
                  </a:cubicBezTo>
                  <a:cubicBezTo>
                    <a:pt x="160" y="201"/>
                    <a:pt x="158" y="203"/>
                    <a:pt x="157" y="206"/>
                  </a:cubicBezTo>
                  <a:cubicBezTo>
                    <a:pt x="156" y="208"/>
                    <a:pt x="154" y="209"/>
                    <a:pt x="151" y="209"/>
                  </a:cubicBezTo>
                  <a:cubicBezTo>
                    <a:pt x="150" y="209"/>
                    <a:pt x="150" y="209"/>
                    <a:pt x="149" y="209"/>
                  </a:cubicBezTo>
                  <a:cubicBezTo>
                    <a:pt x="149" y="209"/>
                    <a:pt x="148" y="209"/>
                    <a:pt x="148" y="209"/>
                  </a:cubicBezTo>
                  <a:cubicBezTo>
                    <a:pt x="143" y="209"/>
                    <a:pt x="143" y="209"/>
                    <a:pt x="143" y="209"/>
                  </a:cubicBezTo>
                  <a:cubicBezTo>
                    <a:pt x="143" y="209"/>
                    <a:pt x="143" y="209"/>
                    <a:pt x="143" y="209"/>
                  </a:cubicBezTo>
                  <a:cubicBezTo>
                    <a:pt x="143" y="210"/>
                    <a:pt x="143" y="210"/>
                    <a:pt x="143" y="211"/>
                  </a:cubicBezTo>
                  <a:cubicBezTo>
                    <a:pt x="144" y="212"/>
                    <a:pt x="144" y="212"/>
                    <a:pt x="145" y="212"/>
                  </a:cubicBezTo>
                  <a:cubicBezTo>
                    <a:pt x="148" y="213"/>
                    <a:pt x="148" y="217"/>
                    <a:pt x="148" y="219"/>
                  </a:cubicBezTo>
                  <a:cubicBezTo>
                    <a:pt x="147" y="219"/>
                    <a:pt x="147" y="220"/>
                    <a:pt x="147" y="220"/>
                  </a:cubicBezTo>
                  <a:cubicBezTo>
                    <a:pt x="147" y="223"/>
                    <a:pt x="147" y="223"/>
                    <a:pt x="147" y="223"/>
                  </a:cubicBezTo>
                  <a:cubicBezTo>
                    <a:pt x="144" y="223"/>
                    <a:pt x="144" y="223"/>
                    <a:pt x="144" y="223"/>
                  </a:cubicBezTo>
                  <a:cubicBezTo>
                    <a:pt x="143" y="223"/>
                    <a:pt x="143" y="223"/>
                    <a:pt x="142" y="223"/>
                  </a:cubicBezTo>
                  <a:cubicBezTo>
                    <a:pt x="141" y="223"/>
                    <a:pt x="140" y="223"/>
                    <a:pt x="139" y="224"/>
                  </a:cubicBezTo>
                  <a:cubicBezTo>
                    <a:pt x="139" y="224"/>
                    <a:pt x="138" y="224"/>
                    <a:pt x="138" y="225"/>
                  </a:cubicBezTo>
                  <a:cubicBezTo>
                    <a:pt x="138" y="226"/>
                    <a:pt x="136" y="228"/>
                    <a:pt x="133" y="228"/>
                  </a:cubicBezTo>
                  <a:cubicBezTo>
                    <a:pt x="132" y="228"/>
                    <a:pt x="132" y="228"/>
                    <a:pt x="131" y="228"/>
                  </a:cubicBezTo>
                  <a:cubicBezTo>
                    <a:pt x="131" y="228"/>
                    <a:pt x="130" y="228"/>
                    <a:pt x="130" y="228"/>
                  </a:cubicBezTo>
                  <a:cubicBezTo>
                    <a:pt x="130" y="228"/>
                    <a:pt x="130" y="228"/>
                    <a:pt x="130" y="228"/>
                  </a:cubicBezTo>
                  <a:cubicBezTo>
                    <a:pt x="130" y="228"/>
                    <a:pt x="130" y="228"/>
                    <a:pt x="130" y="228"/>
                  </a:cubicBezTo>
                  <a:cubicBezTo>
                    <a:pt x="129" y="228"/>
                    <a:pt x="129" y="228"/>
                    <a:pt x="129" y="228"/>
                  </a:cubicBezTo>
                  <a:cubicBezTo>
                    <a:pt x="128" y="228"/>
                    <a:pt x="128" y="231"/>
                    <a:pt x="128" y="236"/>
                  </a:cubicBezTo>
                  <a:cubicBezTo>
                    <a:pt x="129" y="237"/>
                    <a:pt x="129" y="238"/>
                    <a:pt x="129" y="239"/>
                  </a:cubicBezTo>
                  <a:cubicBezTo>
                    <a:pt x="129" y="243"/>
                    <a:pt x="129" y="243"/>
                    <a:pt x="129" y="243"/>
                  </a:cubicBezTo>
                  <a:cubicBezTo>
                    <a:pt x="125" y="242"/>
                    <a:pt x="125" y="242"/>
                    <a:pt x="125" y="242"/>
                  </a:cubicBezTo>
                  <a:cubicBezTo>
                    <a:pt x="125" y="242"/>
                    <a:pt x="124" y="242"/>
                    <a:pt x="124" y="242"/>
                  </a:cubicBezTo>
                  <a:cubicBezTo>
                    <a:pt x="124" y="242"/>
                    <a:pt x="124" y="246"/>
                    <a:pt x="124" y="247"/>
                  </a:cubicBezTo>
                  <a:cubicBezTo>
                    <a:pt x="124" y="247"/>
                    <a:pt x="124" y="248"/>
                    <a:pt x="124" y="248"/>
                  </a:cubicBezTo>
                  <a:cubicBezTo>
                    <a:pt x="124" y="252"/>
                    <a:pt x="124" y="252"/>
                    <a:pt x="124" y="252"/>
                  </a:cubicBezTo>
                  <a:cubicBezTo>
                    <a:pt x="120" y="251"/>
                    <a:pt x="120" y="251"/>
                    <a:pt x="120" y="251"/>
                  </a:cubicBezTo>
                  <a:cubicBezTo>
                    <a:pt x="120" y="251"/>
                    <a:pt x="120" y="251"/>
                    <a:pt x="120" y="251"/>
                  </a:cubicBezTo>
                  <a:cubicBezTo>
                    <a:pt x="119" y="252"/>
                    <a:pt x="119" y="255"/>
                    <a:pt x="119" y="257"/>
                  </a:cubicBezTo>
                  <a:cubicBezTo>
                    <a:pt x="119" y="262"/>
                    <a:pt x="119" y="269"/>
                    <a:pt x="112" y="270"/>
                  </a:cubicBezTo>
                  <a:cubicBezTo>
                    <a:pt x="107" y="271"/>
                    <a:pt x="107" y="271"/>
                    <a:pt x="107" y="271"/>
                  </a:cubicBezTo>
                  <a:cubicBezTo>
                    <a:pt x="108" y="266"/>
                    <a:pt x="108" y="266"/>
                    <a:pt x="108" y="266"/>
                  </a:cubicBezTo>
                  <a:cubicBezTo>
                    <a:pt x="108" y="266"/>
                    <a:pt x="108" y="266"/>
                    <a:pt x="108" y="266"/>
                  </a:cubicBezTo>
                  <a:cubicBezTo>
                    <a:pt x="108" y="266"/>
                    <a:pt x="108" y="266"/>
                    <a:pt x="108" y="266"/>
                  </a:cubicBezTo>
                  <a:cubicBezTo>
                    <a:pt x="107" y="266"/>
                    <a:pt x="107" y="266"/>
                    <a:pt x="107" y="266"/>
                  </a:cubicBezTo>
                  <a:cubicBezTo>
                    <a:pt x="105" y="265"/>
                    <a:pt x="104" y="264"/>
                    <a:pt x="104" y="261"/>
                  </a:cubicBezTo>
                  <a:cubicBezTo>
                    <a:pt x="104" y="255"/>
                    <a:pt x="104" y="255"/>
                    <a:pt x="104" y="255"/>
                  </a:cubicBezTo>
                  <a:cubicBezTo>
                    <a:pt x="106" y="255"/>
                    <a:pt x="106" y="255"/>
                    <a:pt x="106" y="255"/>
                  </a:cubicBezTo>
                  <a:cubicBezTo>
                    <a:pt x="107" y="254"/>
                    <a:pt x="107" y="253"/>
                    <a:pt x="108" y="253"/>
                  </a:cubicBezTo>
                  <a:cubicBezTo>
                    <a:pt x="109" y="250"/>
                    <a:pt x="110" y="246"/>
                    <a:pt x="109" y="242"/>
                  </a:cubicBezTo>
                  <a:cubicBezTo>
                    <a:pt x="108" y="237"/>
                    <a:pt x="106" y="234"/>
                    <a:pt x="104" y="233"/>
                  </a:cubicBezTo>
                  <a:cubicBezTo>
                    <a:pt x="104" y="232"/>
                    <a:pt x="103" y="232"/>
                    <a:pt x="102" y="232"/>
                  </a:cubicBezTo>
                  <a:cubicBezTo>
                    <a:pt x="102" y="232"/>
                    <a:pt x="101" y="232"/>
                    <a:pt x="100" y="232"/>
                  </a:cubicBezTo>
                  <a:cubicBezTo>
                    <a:pt x="100" y="232"/>
                    <a:pt x="99" y="232"/>
                    <a:pt x="98" y="232"/>
                  </a:cubicBezTo>
                  <a:cubicBezTo>
                    <a:pt x="96" y="232"/>
                    <a:pt x="92" y="235"/>
                    <a:pt x="91" y="235"/>
                  </a:cubicBezTo>
                  <a:cubicBezTo>
                    <a:pt x="90" y="236"/>
                    <a:pt x="90" y="236"/>
                    <a:pt x="89" y="237"/>
                  </a:cubicBezTo>
                  <a:cubicBezTo>
                    <a:pt x="86" y="239"/>
                    <a:pt x="83" y="241"/>
                    <a:pt x="79" y="241"/>
                  </a:cubicBezTo>
                  <a:cubicBezTo>
                    <a:pt x="79" y="241"/>
                    <a:pt x="78" y="241"/>
                    <a:pt x="78" y="240"/>
                  </a:cubicBezTo>
                  <a:cubicBezTo>
                    <a:pt x="75" y="240"/>
                    <a:pt x="73" y="239"/>
                    <a:pt x="72" y="239"/>
                  </a:cubicBezTo>
                  <a:cubicBezTo>
                    <a:pt x="71" y="238"/>
                    <a:pt x="70" y="238"/>
                    <a:pt x="70" y="238"/>
                  </a:cubicBezTo>
                  <a:cubicBezTo>
                    <a:pt x="69" y="237"/>
                    <a:pt x="68" y="237"/>
                    <a:pt x="68" y="237"/>
                  </a:cubicBezTo>
                  <a:cubicBezTo>
                    <a:pt x="67" y="237"/>
                    <a:pt x="67" y="238"/>
                    <a:pt x="67" y="239"/>
                  </a:cubicBezTo>
                  <a:cubicBezTo>
                    <a:pt x="67" y="240"/>
                    <a:pt x="67" y="240"/>
                    <a:pt x="67" y="241"/>
                  </a:cubicBezTo>
                  <a:cubicBezTo>
                    <a:pt x="66" y="246"/>
                    <a:pt x="62" y="248"/>
                    <a:pt x="59" y="251"/>
                  </a:cubicBezTo>
                  <a:cubicBezTo>
                    <a:pt x="57" y="252"/>
                    <a:pt x="56" y="253"/>
                    <a:pt x="55" y="254"/>
                  </a:cubicBezTo>
                  <a:cubicBezTo>
                    <a:pt x="54" y="255"/>
                    <a:pt x="54" y="256"/>
                    <a:pt x="53" y="257"/>
                  </a:cubicBezTo>
                  <a:cubicBezTo>
                    <a:pt x="53" y="260"/>
                    <a:pt x="51" y="261"/>
                    <a:pt x="50" y="261"/>
                  </a:cubicBezTo>
                  <a:cubicBezTo>
                    <a:pt x="49" y="261"/>
                    <a:pt x="49" y="261"/>
                    <a:pt x="49" y="261"/>
                  </a:cubicBezTo>
                  <a:cubicBezTo>
                    <a:pt x="48" y="261"/>
                    <a:pt x="48" y="261"/>
                    <a:pt x="48" y="261"/>
                  </a:cubicBezTo>
                  <a:cubicBezTo>
                    <a:pt x="48" y="261"/>
                    <a:pt x="48" y="264"/>
                    <a:pt x="48" y="265"/>
                  </a:cubicBezTo>
                  <a:cubicBezTo>
                    <a:pt x="48" y="266"/>
                    <a:pt x="48" y="267"/>
                    <a:pt x="48" y="267"/>
                  </a:cubicBezTo>
                  <a:cubicBezTo>
                    <a:pt x="48" y="271"/>
                    <a:pt x="48" y="271"/>
                    <a:pt x="48" y="271"/>
                  </a:cubicBezTo>
                  <a:cubicBezTo>
                    <a:pt x="45" y="270"/>
                    <a:pt x="45" y="270"/>
                    <a:pt x="45" y="270"/>
                  </a:cubicBezTo>
                  <a:cubicBezTo>
                    <a:pt x="44" y="270"/>
                    <a:pt x="44" y="270"/>
                    <a:pt x="44" y="270"/>
                  </a:cubicBezTo>
                  <a:cubicBezTo>
                    <a:pt x="44" y="271"/>
                    <a:pt x="44" y="274"/>
                    <a:pt x="44" y="275"/>
                  </a:cubicBezTo>
                  <a:cubicBezTo>
                    <a:pt x="44" y="276"/>
                    <a:pt x="44" y="276"/>
                    <a:pt x="44" y="276"/>
                  </a:cubicBezTo>
                  <a:cubicBezTo>
                    <a:pt x="44" y="280"/>
                    <a:pt x="44" y="280"/>
                    <a:pt x="44" y="280"/>
                  </a:cubicBezTo>
                  <a:cubicBezTo>
                    <a:pt x="40" y="280"/>
                    <a:pt x="40" y="280"/>
                    <a:pt x="40" y="280"/>
                  </a:cubicBezTo>
                  <a:cubicBezTo>
                    <a:pt x="40" y="279"/>
                    <a:pt x="40" y="279"/>
                    <a:pt x="39" y="279"/>
                  </a:cubicBezTo>
                  <a:cubicBezTo>
                    <a:pt x="39" y="280"/>
                    <a:pt x="39" y="283"/>
                    <a:pt x="39" y="288"/>
                  </a:cubicBezTo>
                  <a:cubicBezTo>
                    <a:pt x="39" y="289"/>
                    <a:pt x="39" y="290"/>
                    <a:pt x="39" y="291"/>
                  </a:cubicBezTo>
                  <a:cubicBezTo>
                    <a:pt x="39" y="294"/>
                    <a:pt x="39" y="294"/>
                    <a:pt x="39" y="294"/>
                  </a:cubicBezTo>
                  <a:cubicBezTo>
                    <a:pt x="35" y="294"/>
                    <a:pt x="35" y="294"/>
                    <a:pt x="35" y="294"/>
                  </a:cubicBezTo>
                  <a:cubicBezTo>
                    <a:pt x="35" y="294"/>
                    <a:pt x="35" y="294"/>
                    <a:pt x="35" y="294"/>
                  </a:cubicBezTo>
                  <a:cubicBezTo>
                    <a:pt x="34" y="294"/>
                    <a:pt x="34" y="297"/>
                    <a:pt x="34" y="299"/>
                  </a:cubicBezTo>
                  <a:cubicBezTo>
                    <a:pt x="34" y="299"/>
                    <a:pt x="34" y="300"/>
                    <a:pt x="34" y="300"/>
                  </a:cubicBezTo>
                  <a:cubicBezTo>
                    <a:pt x="34" y="304"/>
                    <a:pt x="34" y="304"/>
                    <a:pt x="34" y="304"/>
                  </a:cubicBezTo>
                  <a:cubicBezTo>
                    <a:pt x="30" y="303"/>
                    <a:pt x="30" y="303"/>
                    <a:pt x="30" y="303"/>
                  </a:cubicBezTo>
                  <a:cubicBezTo>
                    <a:pt x="30" y="303"/>
                    <a:pt x="30" y="303"/>
                    <a:pt x="30" y="303"/>
                  </a:cubicBezTo>
                  <a:cubicBezTo>
                    <a:pt x="30" y="303"/>
                    <a:pt x="30" y="303"/>
                    <a:pt x="30" y="303"/>
                  </a:cubicBezTo>
                  <a:cubicBezTo>
                    <a:pt x="30" y="303"/>
                    <a:pt x="30" y="303"/>
                    <a:pt x="30" y="305"/>
                  </a:cubicBezTo>
                  <a:cubicBezTo>
                    <a:pt x="29" y="309"/>
                    <a:pt x="29" y="309"/>
                    <a:pt x="29" y="309"/>
                  </a:cubicBezTo>
                  <a:cubicBezTo>
                    <a:pt x="26" y="308"/>
                    <a:pt x="26" y="308"/>
                    <a:pt x="26" y="308"/>
                  </a:cubicBezTo>
                  <a:cubicBezTo>
                    <a:pt x="26" y="308"/>
                    <a:pt x="25" y="308"/>
                    <a:pt x="25" y="308"/>
                  </a:cubicBezTo>
                  <a:cubicBezTo>
                    <a:pt x="25" y="308"/>
                    <a:pt x="25" y="308"/>
                    <a:pt x="25" y="308"/>
                  </a:cubicBezTo>
                  <a:cubicBezTo>
                    <a:pt x="25" y="308"/>
                    <a:pt x="25" y="308"/>
                    <a:pt x="25" y="311"/>
                  </a:cubicBezTo>
                  <a:cubicBezTo>
                    <a:pt x="25" y="311"/>
                    <a:pt x="25" y="312"/>
                    <a:pt x="25" y="313"/>
                  </a:cubicBezTo>
                  <a:cubicBezTo>
                    <a:pt x="25" y="314"/>
                    <a:pt x="25" y="315"/>
                    <a:pt x="25" y="316"/>
                  </a:cubicBezTo>
                  <a:cubicBezTo>
                    <a:pt x="25" y="316"/>
                    <a:pt x="25" y="316"/>
                    <a:pt x="25" y="316"/>
                  </a:cubicBezTo>
                  <a:cubicBezTo>
                    <a:pt x="25" y="316"/>
                    <a:pt x="25" y="316"/>
                    <a:pt x="26" y="316"/>
                  </a:cubicBezTo>
                  <a:cubicBezTo>
                    <a:pt x="28" y="316"/>
                    <a:pt x="30" y="317"/>
                    <a:pt x="30" y="320"/>
                  </a:cubicBezTo>
                  <a:cubicBezTo>
                    <a:pt x="30" y="324"/>
                    <a:pt x="30" y="324"/>
                    <a:pt x="30" y="324"/>
                  </a:cubicBezTo>
                  <a:cubicBezTo>
                    <a:pt x="30" y="324"/>
                    <a:pt x="30" y="325"/>
                    <a:pt x="30" y="325"/>
                  </a:cubicBezTo>
                  <a:cubicBezTo>
                    <a:pt x="29" y="326"/>
                    <a:pt x="29" y="327"/>
                    <a:pt x="30" y="328"/>
                  </a:cubicBezTo>
                  <a:cubicBezTo>
                    <a:pt x="32" y="327"/>
                    <a:pt x="35" y="325"/>
                    <a:pt x="37" y="323"/>
                  </a:cubicBezTo>
                  <a:cubicBezTo>
                    <a:pt x="37" y="322"/>
                    <a:pt x="38" y="321"/>
                    <a:pt x="39" y="321"/>
                  </a:cubicBezTo>
                  <a:cubicBezTo>
                    <a:pt x="39" y="320"/>
                    <a:pt x="39" y="320"/>
                    <a:pt x="39" y="320"/>
                  </a:cubicBezTo>
                  <a:cubicBezTo>
                    <a:pt x="41" y="319"/>
                    <a:pt x="42" y="317"/>
                    <a:pt x="44" y="316"/>
                  </a:cubicBezTo>
                  <a:cubicBezTo>
                    <a:pt x="45" y="316"/>
                    <a:pt x="45" y="316"/>
                    <a:pt x="45" y="316"/>
                  </a:cubicBezTo>
                  <a:cubicBezTo>
                    <a:pt x="46" y="316"/>
                    <a:pt x="46" y="316"/>
                    <a:pt x="46" y="316"/>
                  </a:cubicBezTo>
                  <a:cubicBezTo>
                    <a:pt x="46" y="316"/>
                    <a:pt x="46" y="316"/>
                    <a:pt x="47" y="316"/>
                  </a:cubicBezTo>
                  <a:cubicBezTo>
                    <a:pt x="46" y="316"/>
                    <a:pt x="46" y="316"/>
                    <a:pt x="46" y="316"/>
                  </a:cubicBezTo>
                  <a:cubicBezTo>
                    <a:pt x="47" y="316"/>
                    <a:pt x="47" y="315"/>
                    <a:pt x="47" y="314"/>
                  </a:cubicBezTo>
                  <a:cubicBezTo>
                    <a:pt x="47" y="310"/>
                    <a:pt x="47" y="310"/>
                    <a:pt x="47" y="310"/>
                  </a:cubicBezTo>
                  <a:cubicBezTo>
                    <a:pt x="51" y="311"/>
                    <a:pt x="51" y="311"/>
                    <a:pt x="51" y="311"/>
                  </a:cubicBezTo>
                  <a:cubicBezTo>
                    <a:pt x="51" y="311"/>
                    <a:pt x="51" y="311"/>
                    <a:pt x="51" y="311"/>
                  </a:cubicBezTo>
                  <a:cubicBezTo>
                    <a:pt x="51" y="311"/>
                    <a:pt x="51" y="311"/>
                    <a:pt x="51" y="311"/>
                  </a:cubicBezTo>
                  <a:cubicBezTo>
                    <a:pt x="51" y="311"/>
                    <a:pt x="51" y="311"/>
                    <a:pt x="52" y="310"/>
                  </a:cubicBezTo>
                  <a:cubicBezTo>
                    <a:pt x="52" y="306"/>
                    <a:pt x="54" y="303"/>
                    <a:pt x="58" y="302"/>
                  </a:cubicBezTo>
                  <a:cubicBezTo>
                    <a:pt x="60" y="302"/>
                    <a:pt x="62" y="301"/>
                    <a:pt x="64" y="301"/>
                  </a:cubicBezTo>
                  <a:cubicBezTo>
                    <a:pt x="65" y="301"/>
                    <a:pt x="67" y="302"/>
                    <a:pt x="68" y="302"/>
                  </a:cubicBezTo>
                  <a:cubicBezTo>
                    <a:pt x="72" y="302"/>
                    <a:pt x="72" y="302"/>
                    <a:pt x="72" y="302"/>
                  </a:cubicBezTo>
                  <a:cubicBezTo>
                    <a:pt x="72" y="305"/>
                    <a:pt x="72" y="305"/>
                    <a:pt x="72" y="305"/>
                  </a:cubicBezTo>
                  <a:cubicBezTo>
                    <a:pt x="72" y="306"/>
                    <a:pt x="72" y="307"/>
                    <a:pt x="72" y="308"/>
                  </a:cubicBezTo>
                  <a:cubicBezTo>
                    <a:pt x="72" y="310"/>
                    <a:pt x="72" y="313"/>
                    <a:pt x="72" y="316"/>
                  </a:cubicBezTo>
                  <a:cubicBezTo>
                    <a:pt x="71" y="325"/>
                    <a:pt x="66" y="327"/>
                    <a:pt x="62" y="327"/>
                  </a:cubicBezTo>
                  <a:cubicBezTo>
                    <a:pt x="61" y="327"/>
                    <a:pt x="61" y="327"/>
                    <a:pt x="60" y="327"/>
                  </a:cubicBezTo>
                  <a:cubicBezTo>
                    <a:pt x="59" y="327"/>
                    <a:pt x="59" y="327"/>
                    <a:pt x="58" y="327"/>
                  </a:cubicBezTo>
                  <a:cubicBezTo>
                    <a:pt x="58" y="327"/>
                    <a:pt x="58" y="327"/>
                    <a:pt x="58" y="327"/>
                  </a:cubicBezTo>
                  <a:cubicBezTo>
                    <a:pt x="58" y="327"/>
                    <a:pt x="58" y="327"/>
                    <a:pt x="58" y="327"/>
                  </a:cubicBezTo>
                  <a:cubicBezTo>
                    <a:pt x="58" y="330"/>
                    <a:pt x="58" y="332"/>
                    <a:pt x="58" y="335"/>
                  </a:cubicBezTo>
                  <a:cubicBezTo>
                    <a:pt x="58" y="336"/>
                    <a:pt x="58" y="337"/>
                    <a:pt x="58" y="338"/>
                  </a:cubicBezTo>
                  <a:cubicBezTo>
                    <a:pt x="58" y="342"/>
                    <a:pt x="58" y="342"/>
                    <a:pt x="58" y="342"/>
                  </a:cubicBezTo>
                  <a:cubicBezTo>
                    <a:pt x="54" y="341"/>
                    <a:pt x="54" y="341"/>
                    <a:pt x="54" y="341"/>
                  </a:cubicBezTo>
                  <a:cubicBezTo>
                    <a:pt x="54" y="341"/>
                    <a:pt x="54" y="341"/>
                    <a:pt x="54" y="341"/>
                  </a:cubicBezTo>
                  <a:cubicBezTo>
                    <a:pt x="53" y="341"/>
                    <a:pt x="53" y="345"/>
                    <a:pt x="53" y="346"/>
                  </a:cubicBezTo>
                  <a:cubicBezTo>
                    <a:pt x="53" y="346"/>
                    <a:pt x="53" y="347"/>
                    <a:pt x="53" y="347"/>
                  </a:cubicBezTo>
                  <a:cubicBezTo>
                    <a:pt x="53" y="348"/>
                    <a:pt x="54" y="349"/>
                    <a:pt x="58" y="349"/>
                  </a:cubicBezTo>
                  <a:cubicBezTo>
                    <a:pt x="58" y="349"/>
                    <a:pt x="59" y="349"/>
                    <a:pt x="59" y="349"/>
                  </a:cubicBezTo>
                  <a:cubicBezTo>
                    <a:pt x="60" y="349"/>
                    <a:pt x="62" y="349"/>
                    <a:pt x="63" y="349"/>
                  </a:cubicBezTo>
                  <a:cubicBezTo>
                    <a:pt x="63" y="349"/>
                    <a:pt x="63" y="349"/>
                    <a:pt x="63" y="349"/>
                  </a:cubicBezTo>
                  <a:cubicBezTo>
                    <a:pt x="64" y="349"/>
                    <a:pt x="64" y="349"/>
                    <a:pt x="64" y="349"/>
                  </a:cubicBezTo>
                  <a:cubicBezTo>
                    <a:pt x="65" y="349"/>
                    <a:pt x="66" y="349"/>
                    <a:pt x="67" y="349"/>
                  </a:cubicBezTo>
                  <a:cubicBezTo>
                    <a:pt x="71" y="349"/>
                    <a:pt x="72" y="351"/>
                    <a:pt x="72" y="352"/>
                  </a:cubicBezTo>
                  <a:cubicBezTo>
                    <a:pt x="72" y="354"/>
                    <a:pt x="72" y="356"/>
                    <a:pt x="72" y="358"/>
                  </a:cubicBezTo>
                  <a:cubicBezTo>
                    <a:pt x="72" y="360"/>
                    <a:pt x="72" y="362"/>
                    <a:pt x="72" y="364"/>
                  </a:cubicBezTo>
                  <a:cubicBezTo>
                    <a:pt x="73" y="367"/>
                    <a:pt x="74" y="368"/>
                    <a:pt x="74" y="368"/>
                  </a:cubicBezTo>
                  <a:cubicBezTo>
                    <a:pt x="76" y="368"/>
                    <a:pt x="76" y="368"/>
                    <a:pt x="76" y="368"/>
                  </a:cubicBezTo>
                  <a:cubicBezTo>
                    <a:pt x="77" y="370"/>
                    <a:pt x="77" y="370"/>
                    <a:pt x="77" y="370"/>
                  </a:cubicBezTo>
                  <a:cubicBezTo>
                    <a:pt x="77" y="372"/>
                    <a:pt x="78" y="376"/>
                    <a:pt x="76" y="380"/>
                  </a:cubicBezTo>
                  <a:cubicBezTo>
                    <a:pt x="74" y="383"/>
                    <a:pt x="70" y="384"/>
                    <a:pt x="67" y="385"/>
                  </a:cubicBezTo>
                  <a:cubicBezTo>
                    <a:pt x="65" y="385"/>
                    <a:pt x="64" y="386"/>
                    <a:pt x="63" y="386"/>
                  </a:cubicBezTo>
                  <a:cubicBezTo>
                    <a:pt x="63" y="386"/>
                    <a:pt x="63" y="386"/>
                    <a:pt x="63" y="386"/>
                  </a:cubicBezTo>
                  <a:cubicBezTo>
                    <a:pt x="63" y="388"/>
                    <a:pt x="63" y="389"/>
                    <a:pt x="63" y="390"/>
                  </a:cubicBezTo>
                  <a:cubicBezTo>
                    <a:pt x="63" y="391"/>
                    <a:pt x="64" y="393"/>
                    <a:pt x="65" y="394"/>
                  </a:cubicBezTo>
                  <a:cubicBezTo>
                    <a:pt x="65" y="394"/>
                    <a:pt x="65" y="395"/>
                    <a:pt x="65" y="395"/>
                  </a:cubicBezTo>
                  <a:cubicBezTo>
                    <a:pt x="66" y="396"/>
                    <a:pt x="67" y="398"/>
                    <a:pt x="67" y="400"/>
                  </a:cubicBezTo>
                  <a:cubicBezTo>
                    <a:pt x="67" y="400"/>
                    <a:pt x="68" y="401"/>
                    <a:pt x="68" y="401"/>
                  </a:cubicBezTo>
                  <a:cubicBezTo>
                    <a:pt x="69" y="401"/>
                    <a:pt x="72" y="401"/>
                    <a:pt x="72" y="405"/>
                  </a:cubicBezTo>
                  <a:cubicBezTo>
                    <a:pt x="72" y="405"/>
                    <a:pt x="72" y="405"/>
                    <a:pt x="72" y="406"/>
                  </a:cubicBezTo>
                  <a:cubicBezTo>
                    <a:pt x="72" y="406"/>
                    <a:pt x="72" y="406"/>
                    <a:pt x="72" y="406"/>
                  </a:cubicBezTo>
                  <a:cubicBezTo>
                    <a:pt x="73" y="406"/>
                    <a:pt x="73" y="406"/>
                    <a:pt x="73" y="406"/>
                  </a:cubicBezTo>
                  <a:cubicBezTo>
                    <a:pt x="74" y="406"/>
                    <a:pt x="75" y="406"/>
                    <a:pt x="76" y="407"/>
                  </a:cubicBezTo>
                  <a:cubicBezTo>
                    <a:pt x="77" y="406"/>
                    <a:pt x="79" y="405"/>
                    <a:pt x="83" y="403"/>
                  </a:cubicBezTo>
                  <a:cubicBezTo>
                    <a:pt x="83" y="403"/>
                    <a:pt x="84" y="403"/>
                    <a:pt x="84" y="403"/>
                  </a:cubicBezTo>
                  <a:cubicBezTo>
                    <a:pt x="85" y="402"/>
                    <a:pt x="87" y="402"/>
                    <a:pt x="88" y="402"/>
                  </a:cubicBezTo>
                  <a:cubicBezTo>
                    <a:pt x="90" y="402"/>
                    <a:pt x="93" y="402"/>
                    <a:pt x="95" y="406"/>
                  </a:cubicBezTo>
                  <a:cubicBezTo>
                    <a:pt x="95" y="407"/>
                    <a:pt x="95" y="407"/>
                    <a:pt x="96" y="408"/>
                  </a:cubicBezTo>
                  <a:cubicBezTo>
                    <a:pt x="96" y="409"/>
                    <a:pt x="96" y="409"/>
                    <a:pt x="97" y="410"/>
                  </a:cubicBezTo>
                  <a:cubicBezTo>
                    <a:pt x="97" y="410"/>
                    <a:pt x="97" y="410"/>
                    <a:pt x="97" y="410"/>
                  </a:cubicBezTo>
                  <a:cubicBezTo>
                    <a:pt x="98" y="411"/>
                    <a:pt x="99" y="412"/>
                    <a:pt x="99" y="413"/>
                  </a:cubicBezTo>
                  <a:cubicBezTo>
                    <a:pt x="100" y="414"/>
                    <a:pt x="100" y="414"/>
                    <a:pt x="100" y="415"/>
                  </a:cubicBezTo>
                  <a:cubicBezTo>
                    <a:pt x="101" y="415"/>
                    <a:pt x="101" y="415"/>
                    <a:pt x="101" y="415"/>
                  </a:cubicBezTo>
                  <a:cubicBezTo>
                    <a:pt x="101" y="415"/>
                    <a:pt x="102" y="415"/>
                    <a:pt x="103" y="415"/>
                  </a:cubicBezTo>
                  <a:cubicBezTo>
                    <a:pt x="103" y="415"/>
                    <a:pt x="104" y="415"/>
                    <a:pt x="105" y="415"/>
                  </a:cubicBezTo>
                  <a:cubicBezTo>
                    <a:pt x="105" y="415"/>
                    <a:pt x="106" y="415"/>
                    <a:pt x="106" y="415"/>
                  </a:cubicBezTo>
                  <a:cubicBezTo>
                    <a:pt x="108" y="414"/>
                    <a:pt x="110" y="413"/>
                    <a:pt x="111" y="412"/>
                  </a:cubicBezTo>
                  <a:cubicBezTo>
                    <a:pt x="111" y="412"/>
                    <a:pt x="108" y="411"/>
                    <a:pt x="108" y="411"/>
                  </a:cubicBezTo>
                  <a:cubicBezTo>
                    <a:pt x="108" y="408"/>
                    <a:pt x="108" y="408"/>
                    <a:pt x="108" y="408"/>
                  </a:cubicBezTo>
                  <a:cubicBezTo>
                    <a:pt x="108" y="408"/>
                    <a:pt x="108" y="408"/>
                    <a:pt x="108" y="407"/>
                  </a:cubicBezTo>
                  <a:cubicBezTo>
                    <a:pt x="108" y="406"/>
                    <a:pt x="107" y="406"/>
                    <a:pt x="106" y="405"/>
                  </a:cubicBezTo>
                  <a:cubicBezTo>
                    <a:pt x="105" y="404"/>
                    <a:pt x="104" y="402"/>
                    <a:pt x="104" y="400"/>
                  </a:cubicBezTo>
                  <a:cubicBezTo>
                    <a:pt x="103" y="396"/>
                    <a:pt x="103" y="396"/>
                    <a:pt x="103" y="396"/>
                  </a:cubicBezTo>
                  <a:cubicBezTo>
                    <a:pt x="107" y="396"/>
                    <a:pt x="107" y="396"/>
                    <a:pt x="107" y="396"/>
                  </a:cubicBezTo>
                  <a:cubicBezTo>
                    <a:pt x="108" y="396"/>
                    <a:pt x="108" y="396"/>
                    <a:pt x="108" y="396"/>
                  </a:cubicBezTo>
                  <a:cubicBezTo>
                    <a:pt x="109" y="396"/>
                    <a:pt x="111" y="396"/>
                    <a:pt x="112" y="396"/>
                  </a:cubicBezTo>
                  <a:cubicBezTo>
                    <a:pt x="115" y="396"/>
                    <a:pt x="117" y="396"/>
                    <a:pt x="118" y="395"/>
                  </a:cubicBezTo>
                  <a:cubicBezTo>
                    <a:pt x="118" y="391"/>
                    <a:pt x="121" y="391"/>
                    <a:pt x="122" y="391"/>
                  </a:cubicBezTo>
                  <a:cubicBezTo>
                    <a:pt x="124" y="391"/>
                    <a:pt x="124" y="391"/>
                    <a:pt x="124" y="391"/>
                  </a:cubicBezTo>
                  <a:cubicBezTo>
                    <a:pt x="125" y="391"/>
                    <a:pt x="126" y="391"/>
                    <a:pt x="127" y="391"/>
                  </a:cubicBezTo>
                  <a:cubicBezTo>
                    <a:pt x="127" y="391"/>
                    <a:pt x="127" y="391"/>
                    <a:pt x="127" y="391"/>
                  </a:cubicBezTo>
                  <a:cubicBezTo>
                    <a:pt x="127" y="391"/>
                    <a:pt x="127" y="391"/>
                    <a:pt x="127" y="390"/>
                  </a:cubicBezTo>
                  <a:cubicBezTo>
                    <a:pt x="126" y="387"/>
                    <a:pt x="126" y="387"/>
                    <a:pt x="126" y="387"/>
                  </a:cubicBezTo>
                  <a:cubicBezTo>
                    <a:pt x="130" y="387"/>
                    <a:pt x="130" y="387"/>
                    <a:pt x="130" y="387"/>
                  </a:cubicBezTo>
                  <a:cubicBezTo>
                    <a:pt x="134" y="387"/>
                    <a:pt x="139" y="387"/>
                    <a:pt x="141" y="390"/>
                  </a:cubicBezTo>
                  <a:cubicBezTo>
                    <a:pt x="141" y="390"/>
                    <a:pt x="141" y="390"/>
                    <a:pt x="141" y="390"/>
                  </a:cubicBezTo>
                  <a:cubicBezTo>
                    <a:pt x="141" y="388"/>
                    <a:pt x="143" y="386"/>
                    <a:pt x="145" y="386"/>
                  </a:cubicBezTo>
                  <a:cubicBezTo>
                    <a:pt x="145" y="386"/>
                    <a:pt x="145" y="386"/>
                    <a:pt x="145" y="386"/>
                  </a:cubicBezTo>
                  <a:cubicBezTo>
                    <a:pt x="146" y="386"/>
                    <a:pt x="147" y="386"/>
                    <a:pt x="147" y="386"/>
                  </a:cubicBezTo>
                  <a:cubicBezTo>
                    <a:pt x="148" y="386"/>
                    <a:pt x="149" y="386"/>
                    <a:pt x="151" y="387"/>
                  </a:cubicBezTo>
                  <a:cubicBezTo>
                    <a:pt x="153" y="387"/>
                    <a:pt x="156" y="388"/>
                    <a:pt x="158" y="389"/>
                  </a:cubicBezTo>
                  <a:cubicBezTo>
                    <a:pt x="160" y="390"/>
                    <a:pt x="162" y="391"/>
                    <a:pt x="164" y="392"/>
                  </a:cubicBezTo>
                  <a:cubicBezTo>
                    <a:pt x="166" y="394"/>
                    <a:pt x="168" y="395"/>
                    <a:pt x="170" y="396"/>
                  </a:cubicBezTo>
                  <a:cubicBezTo>
                    <a:pt x="173" y="397"/>
                    <a:pt x="175" y="397"/>
                    <a:pt x="178" y="397"/>
                  </a:cubicBezTo>
                  <a:cubicBezTo>
                    <a:pt x="180" y="397"/>
                    <a:pt x="183" y="397"/>
                    <a:pt x="186" y="396"/>
                  </a:cubicBezTo>
                  <a:cubicBezTo>
                    <a:pt x="191" y="395"/>
                    <a:pt x="191" y="395"/>
                    <a:pt x="191" y="395"/>
                  </a:cubicBezTo>
                  <a:cubicBezTo>
                    <a:pt x="190" y="400"/>
                    <a:pt x="190" y="400"/>
                    <a:pt x="190" y="400"/>
                  </a:cubicBezTo>
                  <a:cubicBezTo>
                    <a:pt x="189" y="401"/>
                    <a:pt x="193" y="404"/>
                    <a:pt x="195" y="405"/>
                  </a:cubicBezTo>
                  <a:cubicBezTo>
                    <a:pt x="196" y="406"/>
                    <a:pt x="196" y="406"/>
                    <a:pt x="197" y="406"/>
                  </a:cubicBezTo>
                  <a:cubicBezTo>
                    <a:pt x="197" y="406"/>
                    <a:pt x="197" y="406"/>
                    <a:pt x="197" y="406"/>
                  </a:cubicBezTo>
                  <a:cubicBezTo>
                    <a:pt x="197" y="406"/>
                    <a:pt x="198" y="405"/>
                    <a:pt x="198" y="405"/>
                  </a:cubicBezTo>
                  <a:cubicBezTo>
                    <a:pt x="198" y="404"/>
                    <a:pt x="198" y="404"/>
                    <a:pt x="198" y="404"/>
                  </a:cubicBezTo>
                  <a:cubicBezTo>
                    <a:pt x="198" y="402"/>
                    <a:pt x="199" y="401"/>
                    <a:pt x="202" y="401"/>
                  </a:cubicBezTo>
                  <a:cubicBezTo>
                    <a:pt x="209" y="401"/>
                    <a:pt x="209" y="401"/>
                    <a:pt x="209" y="401"/>
                  </a:cubicBezTo>
                  <a:cubicBezTo>
                    <a:pt x="209" y="404"/>
                    <a:pt x="209" y="404"/>
                    <a:pt x="209" y="404"/>
                  </a:cubicBezTo>
                  <a:cubicBezTo>
                    <a:pt x="209" y="405"/>
                    <a:pt x="209" y="405"/>
                    <a:pt x="209" y="405"/>
                  </a:cubicBezTo>
                  <a:cubicBezTo>
                    <a:pt x="209" y="405"/>
                    <a:pt x="209" y="405"/>
                    <a:pt x="209" y="405"/>
                  </a:cubicBezTo>
                  <a:cubicBezTo>
                    <a:pt x="209" y="405"/>
                    <a:pt x="209" y="405"/>
                    <a:pt x="211" y="405"/>
                  </a:cubicBezTo>
                  <a:cubicBezTo>
                    <a:pt x="217" y="406"/>
                    <a:pt x="217" y="406"/>
                    <a:pt x="217" y="406"/>
                  </a:cubicBezTo>
                  <a:cubicBezTo>
                    <a:pt x="213" y="411"/>
                    <a:pt x="213" y="411"/>
                    <a:pt x="213" y="411"/>
                  </a:cubicBezTo>
                  <a:cubicBezTo>
                    <a:pt x="211" y="412"/>
                    <a:pt x="210" y="413"/>
                    <a:pt x="209" y="414"/>
                  </a:cubicBezTo>
                  <a:cubicBezTo>
                    <a:pt x="211" y="414"/>
                    <a:pt x="213" y="414"/>
                    <a:pt x="214" y="414"/>
                  </a:cubicBezTo>
                  <a:cubicBezTo>
                    <a:pt x="217" y="414"/>
                    <a:pt x="217" y="414"/>
                    <a:pt x="217" y="414"/>
                  </a:cubicBezTo>
                  <a:cubicBezTo>
                    <a:pt x="219" y="414"/>
                    <a:pt x="221" y="414"/>
                    <a:pt x="224" y="415"/>
                  </a:cubicBezTo>
                  <a:cubicBezTo>
                    <a:pt x="225" y="415"/>
                    <a:pt x="229" y="416"/>
                    <a:pt x="231" y="419"/>
                  </a:cubicBezTo>
                  <a:cubicBezTo>
                    <a:pt x="232" y="421"/>
                    <a:pt x="232" y="422"/>
                    <a:pt x="232" y="423"/>
                  </a:cubicBezTo>
                  <a:cubicBezTo>
                    <a:pt x="232" y="424"/>
                    <a:pt x="232" y="424"/>
                    <a:pt x="232" y="424"/>
                  </a:cubicBezTo>
                  <a:cubicBezTo>
                    <a:pt x="232" y="424"/>
                    <a:pt x="233" y="424"/>
                    <a:pt x="234" y="424"/>
                  </a:cubicBezTo>
                  <a:cubicBezTo>
                    <a:pt x="236" y="425"/>
                    <a:pt x="237" y="427"/>
                    <a:pt x="238" y="429"/>
                  </a:cubicBezTo>
                  <a:cubicBezTo>
                    <a:pt x="238" y="430"/>
                    <a:pt x="238" y="430"/>
                    <a:pt x="238" y="431"/>
                  </a:cubicBezTo>
                  <a:cubicBezTo>
                    <a:pt x="239" y="432"/>
                    <a:pt x="240" y="432"/>
                    <a:pt x="241" y="433"/>
                  </a:cubicBezTo>
                  <a:cubicBezTo>
                    <a:pt x="243" y="434"/>
                    <a:pt x="245" y="434"/>
                    <a:pt x="248" y="434"/>
                  </a:cubicBezTo>
                  <a:cubicBezTo>
                    <a:pt x="249" y="434"/>
                    <a:pt x="250" y="434"/>
                    <a:pt x="252" y="434"/>
                  </a:cubicBezTo>
                  <a:cubicBezTo>
                    <a:pt x="256" y="433"/>
                    <a:pt x="256" y="433"/>
                    <a:pt x="256" y="433"/>
                  </a:cubicBezTo>
                  <a:cubicBezTo>
                    <a:pt x="256" y="437"/>
                    <a:pt x="256" y="437"/>
                    <a:pt x="256" y="437"/>
                  </a:cubicBezTo>
                  <a:cubicBezTo>
                    <a:pt x="256" y="437"/>
                    <a:pt x="256" y="438"/>
                    <a:pt x="264" y="438"/>
                  </a:cubicBezTo>
                  <a:cubicBezTo>
                    <a:pt x="266" y="438"/>
                    <a:pt x="266" y="438"/>
                    <a:pt x="266" y="438"/>
                  </a:cubicBezTo>
                  <a:cubicBezTo>
                    <a:pt x="268" y="438"/>
                    <a:pt x="270" y="441"/>
                    <a:pt x="272" y="443"/>
                  </a:cubicBezTo>
                  <a:cubicBezTo>
                    <a:pt x="273" y="443"/>
                    <a:pt x="273" y="444"/>
                    <a:pt x="274" y="445"/>
                  </a:cubicBezTo>
                  <a:cubicBezTo>
                    <a:pt x="275" y="446"/>
                    <a:pt x="276" y="446"/>
                    <a:pt x="278" y="447"/>
                  </a:cubicBezTo>
                  <a:cubicBezTo>
                    <a:pt x="278" y="448"/>
                    <a:pt x="279" y="448"/>
                    <a:pt x="280" y="449"/>
                  </a:cubicBezTo>
                  <a:cubicBezTo>
                    <a:pt x="282" y="450"/>
                    <a:pt x="285" y="452"/>
                    <a:pt x="287" y="455"/>
                  </a:cubicBezTo>
                  <a:cubicBezTo>
                    <a:pt x="288" y="456"/>
                    <a:pt x="288" y="458"/>
                    <a:pt x="289" y="459"/>
                  </a:cubicBezTo>
                  <a:cubicBezTo>
                    <a:pt x="289" y="460"/>
                    <a:pt x="289" y="460"/>
                    <a:pt x="289" y="460"/>
                  </a:cubicBezTo>
                  <a:cubicBezTo>
                    <a:pt x="289" y="460"/>
                    <a:pt x="289" y="460"/>
                    <a:pt x="289" y="460"/>
                  </a:cubicBezTo>
                  <a:cubicBezTo>
                    <a:pt x="289" y="461"/>
                    <a:pt x="289" y="461"/>
                    <a:pt x="289" y="462"/>
                  </a:cubicBezTo>
                  <a:cubicBezTo>
                    <a:pt x="289" y="462"/>
                    <a:pt x="289" y="462"/>
                    <a:pt x="289" y="463"/>
                  </a:cubicBezTo>
                  <a:cubicBezTo>
                    <a:pt x="291" y="464"/>
                    <a:pt x="294" y="466"/>
                    <a:pt x="296" y="469"/>
                  </a:cubicBezTo>
                  <a:cubicBezTo>
                    <a:pt x="296" y="470"/>
                    <a:pt x="297" y="471"/>
                    <a:pt x="297" y="472"/>
                  </a:cubicBezTo>
                  <a:cubicBezTo>
                    <a:pt x="297" y="472"/>
                    <a:pt x="297" y="472"/>
                    <a:pt x="297" y="472"/>
                  </a:cubicBezTo>
                  <a:cubicBezTo>
                    <a:pt x="298" y="472"/>
                    <a:pt x="298" y="472"/>
                    <a:pt x="299" y="471"/>
                  </a:cubicBezTo>
                  <a:cubicBezTo>
                    <a:pt x="299" y="471"/>
                    <a:pt x="300" y="471"/>
                    <a:pt x="300" y="471"/>
                  </a:cubicBezTo>
                  <a:cubicBezTo>
                    <a:pt x="301" y="471"/>
                    <a:pt x="301" y="471"/>
                    <a:pt x="301" y="471"/>
                  </a:cubicBezTo>
                  <a:cubicBezTo>
                    <a:pt x="302" y="472"/>
                    <a:pt x="302" y="472"/>
                    <a:pt x="302" y="472"/>
                  </a:cubicBezTo>
                  <a:cubicBezTo>
                    <a:pt x="302" y="472"/>
                    <a:pt x="303" y="473"/>
                    <a:pt x="304" y="473"/>
                  </a:cubicBezTo>
                  <a:cubicBezTo>
                    <a:pt x="307" y="475"/>
                    <a:pt x="311" y="477"/>
                    <a:pt x="314" y="481"/>
                  </a:cubicBezTo>
                  <a:cubicBezTo>
                    <a:pt x="316" y="483"/>
                    <a:pt x="317" y="486"/>
                    <a:pt x="317" y="489"/>
                  </a:cubicBezTo>
                  <a:cubicBezTo>
                    <a:pt x="317" y="490"/>
                    <a:pt x="317" y="491"/>
                    <a:pt x="317" y="492"/>
                  </a:cubicBezTo>
                  <a:cubicBezTo>
                    <a:pt x="318" y="494"/>
                    <a:pt x="317" y="495"/>
                    <a:pt x="317" y="495"/>
                  </a:cubicBezTo>
                  <a:cubicBezTo>
                    <a:pt x="316" y="496"/>
                    <a:pt x="315" y="497"/>
                    <a:pt x="314" y="497"/>
                  </a:cubicBezTo>
                  <a:cubicBezTo>
                    <a:pt x="313" y="497"/>
                    <a:pt x="313" y="497"/>
                    <a:pt x="312" y="497"/>
                  </a:cubicBezTo>
                  <a:cubicBezTo>
                    <a:pt x="303" y="497"/>
                    <a:pt x="303" y="497"/>
                    <a:pt x="303" y="497"/>
                  </a:cubicBezTo>
                  <a:cubicBezTo>
                    <a:pt x="302" y="497"/>
                    <a:pt x="302" y="497"/>
                    <a:pt x="302" y="498"/>
                  </a:cubicBezTo>
                  <a:cubicBezTo>
                    <a:pt x="301" y="501"/>
                    <a:pt x="297" y="501"/>
                    <a:pt x="296" y="501"/>
                  </a:cubicBezTo>
                  <a:cubicBezTo>
                    <a:pt x="295" y="501"/>
                    <a:pt x="295" y="501"/>
                    <a:pt x="295" y="501"/>
                  </a:cubicBezTo>
                  <a:cubicBezTo>
                    <a:pt x="295" y="501"/>
                    <a:pt x="294" y="501"/>
                    <a:pt x="294" y="501"/>
                  </a:cubicBezTo>
                  <a:cubicBezTo>
                    <a:pt x="293" y="502"/>
                    <a:pt x="293" y="502"/>
                    <a:pt x="293" y="502"/>
                  </a:cubicBezTo>
                  <a:cubicBezTo>
                    <a:pt x="293" y="502"/>
                    <a:pt x="293" y="502"/>
                    <a:pt x="294" y="503"/>
                  </a:cubicBezTo>
                  <a:cubicBezTo>
                    <a:pt x="294" y="503"/>
                    <a:pt x="295" y="504"/>
                    <a:pt x="295" y="504"/>
                  </a:cubicBezTo>
                  <a:cubicBezTo>
                    <a:pt x="296" y="505"/>
                    <a:pt x="298" y="505"/>
                    <a:pt x="299" y="505"/>
                  </a:cubicBezTo>
                  <a:cubicBezTo>
                    <a:pt x="300" y="505"/>
                    <a:pt x="302" y="505"/>
                    <a:pt x="303" y="505"/>
                  </a:cubicBezTo>
                  <a:cubicBezTo>
                    <a:pt x="304" y="505"/>
                    <a:pt x="304" y="505"/>
                    <a:pt x="304" y="505"/>
                  </a:cubicBezTo>
                  <a:cubicBezTo>
                    <a:pt x="306" y="504"/>
                    <a:pt x="307" y="504"/>
                    <a:pt x="309" y="504"/>
                  </a:cubicBezTo>
                  <a:cubicBezTo>
                    <a:pt x="315" y="504"/>
                    <a:pt x="315" y="504"/>
                    <a:pt x="315" y="504"/>
                  </a:cubicBezTo>
                  <a:cubicBezTo>
                    <a:pt x="331" y="504"/>
                    <a:pt x="331" y="504"/>
                    <a:pt x="331" y="504"/>
                  </a:cubicBezTo>
                  <a:cubicBezTo>
                    <a:pt x="331" y="504"/>
                    <a:pt x="331" y="504"/>
                    <a:pt x="331" y="504"/>
                  </a:cubicBezTo>
                  <a:cubicBezTo>
                    <a:pt x="331" y="504"/>
                    <a:pt x="332" y="504"/>
                    <a:pt x="332" y="504"/>
                  </a:cubicBezTo>
                  <a:cubicBezTo>
                    <a:pt x="334" y="504"/>
                    <a:pt x="336" y="506"/>
                    <a:pt x="336" y="508"/>
                  </a:cubicBezTo>
                  <a:cubicBezTo>
                    <a:pt x="336" y="508"/>
                    <a:pt x="336" y="509"/>
                    <a:pt x="336" y="509"/>
                  </a:cubicBezTo>
                  <a:cubicBezTo>
                    <a:pt x="337" y="509"/>
                    <a:pt x="337" y="509"/>
                    <a:pt x="337" y="509"/>
                  </a:cubicBezTo>
                  <a:cubicBezTo>
                    <a:pt x="337" y="509"/>
                    <a:pt x="337" y="509"/>
                    <a:pt x="337" y="509"/>
                  </a:cubicBezTo>
                  <a:cubicBezTo>
                    <a:pt x="340" y="509"/>
                    <a:pt x="340" y="511"/>
                    <a:pt x="341" y="512"/>
                  </a:cubicBezTo>
                  <a:cubicBezTo>
                    <a:pt x="341" y="512"/>
                    <a:pt x="341" y="512"/>
                    <a:pt x="341" y="513"/>
                  </a:cubicBezTo>
                  <a:cubicBezTo>
                    <a:pt x="341" y="513"/>
                    <a:pt x="342" y="513"/>
                    <a:pt x="343" y="513"/>
                  </a:cubicBezTo>
                  <a:cubicBezTo>
                    <a:pt x="344" y="514"/>
                    <a:pt x="346" y="514"/>
                    <a:pt x="348" y="514"/>
                  </a:cubicBezTo>
                  <a:cubicBezTo>
                    <a:pt x="349" y="514"/>
                    <a:pt x="350" y="514"/>
                    <a:pt x="351" y="514"/>
                  </a:cubicBezTo>
                  <a:cubicBezTo>
                    <a:pt x="354" y="514"/>
                    <a:pt x="355" y="517"/>
                    <a:pt x="355" y="519"/>
                  </a:cubicBezTo>
                  <a:cubicBezTo>
                    <a:pt x="356" y="519"/>
                    <a:pt x="356" y="519"/>
                    <a:pt x="357" y="519"/>
                  </a:cubicBezTo>
                  <a:cubicBezTo>
                    <a:pt x="361" y="519"/>
                    <a:pt x="361" y="519"/>
                    <a:pt x="361" y="519"/>
                  </a:cubicBezTo>
                  <a:cubicBezTo>
                    <a:pt x="362" y="519"/>
                    <a:pt x="362" y="519"/>
                    <a:pt x="363" y="518"/>
                  </a:cubicBezTo>
                  <a:cubicBezTo>
                    <a:pt x="365" y="518"/>
                    <a:pt x="368" y="518"/>
                    <a:pt x="370" y="518"/>
                  </a:cubicBezTo>
                  <a:cubicBezTo>
                    <a:pt x="374" y="518"/>
                    <a:pt x="378" y="518"/>
                    <a:pt x="379" y="521"/>
                  </a:cubicBezTo>
                  <a:cubicBezTo>
                    <a:pt x="379" y="522"/>
                    <a:pt x="380" y="523"/>
                    <a:pt x="382" y="523"/>
                  </a:cubicBezTo>
                  <a:cubicBezTo>
                    <a:pt x="383" y="523"/>
                    <a:pt x="384" y="523"/>
                    <a:pt x="386" y="523"/>
                  </a:cubicBezTo>
                  <a:cubicBezTo>
                    <a:pt x="387" y="523"/>
                    <a:pt x="390" y="523"/>
                    <a:pt x="390" y="523"/>
                  </a:cubicBezTo>
                  <a:cubicBezTo>
                    <a:pt x="391" y="523"/>
                    <a:pt x="391" y="523"/>
                    <a:pt x="391" y="523"/>
                  </a:cubicBezTo>
                  <a:cubicBezTo>
                    <a:pt x="392" y="523"/>
                    <a:pt x="393" y="523"/>
                    <a:pt x="394" y="523"/>
                  </a:cubicBezTo>
                  <a:cubicBezTo>
                    <a:pt x="395" y="523"/>
                    <a:pt x="396" y="523"/>
                    <a:pt x="397" y="523"/>
                  </a:cubicBezTo>
                  <a:cubicBezTo>
                    <a:pt x="397" y="523"/>
                    <a:pt x="397" y="523"/>
                    <a:pt x="397" y="523"/>
                  </a:cubicBezTo>
                  <a:cubicBezTo>
                    <a:pt x="398" y="523"/>
                    <a:pt x="398" y="523"/>
                    <a:pt x="398" y="523"/>
                  </a:cubicBezTo>
                  <a:cubicBezTo>
                    <a:pt x="400" y="523"/>
                    <a:pt x="402" y="524"/>
                    <a:pt x="402" y="526"/>
                  </a:cubicBezTo>
                  <a:cubicBezTo>
                    <a:pt x="402" y="527"/>
                    <a:pt x="403" y="528"/>
                    <a:pt x="403" y="528"/>
                  </a:cubicBezTo>
                  <a:cubicBezTo>
                    <a:pt x="404" y="530"/>
                    <a:pt x="407" y="531"/>
                    <a:pt x="409" y="533"/>
                  </a:cubicBezTo>
                  <a:cubicBezTo>
                    <a:pt x="412" y="533"/>
                    <a:pt x="412" y="533"/>
                    <a:pt x="412" y="533"/>
                  </a:cubicBezTo>
                  <a:cubicBezTo>
                    <a:pt x="413" y="533"/>
                    <a:pt x="415" y="533"/>
                    <a:pt x="416" y="536"/>
                  </a:cubicBezTo>
                  <a:cubicBezTo>
                    <a:pt x="416" y="536"/>
                    <a:pt x="416" y="536"/>
                    <a:pt x="417" y="536"/>
                  </a:cubicBezTo>
                  <a:cubicBezTo>
                    <a:pt x="417" y="537"/>
                    <a:pt x="418" y="538"/>
                    <a:pt x="418" y="539"/>
                  </a:cubicBezTo>
                  <a:cubicBezTo>
                    <a:pt x="420" y="541"/>
                    <a:pt x="423" y="542"/>
                    <a:pt x="429" y="542"/>
                  </a:cubicBezTo>
                  <a:cubicBezTo>
                    <a:pt x="430" y="542"/>
                    <a:pt x="432" y="542"/>
                    <a:pt x="433" y="542"/>
                  </a:cubicBezTo>
                  <a:cubicBezTo>
                    <a:pt x="434" y="542"/>
                    <a:pt x="436" y="542"/>
                    <a:pt x="437" y="542"/>
                  </a:cubicBezTo>
                  <a:cubicBezTo>
                    <a:pt x="441" y="542"/>
                    <a:pt x="441" y="542"/>
                    <a:pt x="441" y="542"/>
                  </a:cubicBezTo>
                  <a:cubicBezTo>
                    <a:pt x="440" y="546"/>
                    <a:pt x="440" y="546"/>
                    <a:pt x="440" y="546"/>
                  </a:cubicBezTo>
                  <a:cubicBezTo>
                    <a:pt x="440" y="546"/>
                    <a:pt x="440" y="546"/>
                    <a:pt x="440" y="547"/>
                  </a:cubicBezTo>
                  <a:cubicBezTo>
                    <a:pt x="440" y="547"/>
                    <a:pt x="440" y="547"/>
                    <a:pt x="440" y="547"/>
                  </a:cubicBezTo>
                  <a:cubicBezTo>
                    <a:pt x="440" y="547"/>
                    <a:pt x="440" y="547"/>
                    <a:pt x="442" y="547"/>
                  </a:cubicBezTo>
                  <a:cubicBezTo>
                    <a:pt x="445" y="547"/>
                    <a:pt x="445" y="547"/>
                    <a:pt x="445" y="547"/>
                  </a:cubicBezTo>
                  <a:cubicBezTo>
                    <a:pt x="445" y="568"/>
                    <a:pt x="445" y="568"/>
                    <a:pt x="445" y="568"/>
                  </a:cubicBezTo>
                  <a:cubicBezTo>
                    <a:pt x="441" y="567"/>
                    <a:pt x="441" y="567"/>
                    <a:pt x="441" y="567"/>
                  </a:cubicBezTo>
                  <a:cubicBezTo>
                    <a:pt x="441" y="567"/>
                    <a:pt x="440" y="567"/>
                    <a:pt x="440" y="567"/>
                  </a:cubicBezTo>
                  <a:cubicBezTo>
                    <a:pt x="440" y="567"/>
                    <a:pt x="440" y="567"/>
                    <a:pt x="440" y="567"/>
                  </a:cubicBezTo>
                  <a:cubicBezTo>
                    <a:pt x="440" y="567"/>
                    <a:pt x="440" y="567"/>
                    <a:pt x="440" y="568"/>
                  </a:cubicBezTo>
                  <a:cubicBezTo>
                    <a:pt x="439" y="572"/>
                    <a:pt x="439" y="574"/>
                    <a:pt x="440" y="575"/>
                  </a:cubicBezTo>
                  <a:cubicBezTo>
                    <a:pt x="440" y="575"/>
                    <a:pt x="441" y="575"/>
                    <a:pt x="442" y="575"/>
                  </a:cubicBezTo>
                  <a:cubicBezTo>
                    <a:pt x="444" y="575"/>
                    <a:pt x="444" y="575"/>
                    <a:pt x="444" y="575"/>
                  </a:cubicBezTo>
                  <a:cubicBezTo>
                    <a:pt x="445" y="578"/>
                    <a:pt x="445" y="578"/>
                    <a:pt x="445" y="578"/>
                  </a:cubicBezTo>
                  <a:cubicBezTo>
                    <a:pt x="445" y="579"/>
                    <a:pt x="445" y="579"/>
                    <a:pt x="445" y="579"/>
                  </a:cubicBezTo>
                  <a:cubicBezTo>
                    <a:pt x="445" y="581"/>
                    <a:pt x="445" y="585"/>
                    <a:pt x="442" y="586"/>
                  </a:cubicBezTo>
                  <a:cubicBezTo>
                    <a:pt x="441" y="587"/>
                    <a:pt x="440" y="587"/>
                    <a:pt x="439" y="588"/>
                  </a:cubicBezTo>
                  <a:cubicBezTo>
                    <a:pt x="435" y="591"/>
                    <a:pt x="431" y="594"/>
                    <a:pt x="428" y="599"/>
                  </a:cubicBezTo>
                  <a:cubicBezTo>
                    <a:pt x="427" y="600"/>
                    <a:pt x="426" y="601"/>
                    <a:pt x="426" y="602"/>
                  </a:cubicBezTo>
                  <a:cubicBezTo>
                    <a:pt x="424" y="605"/>
                    <a:pt x="423" y="605"/>
                    <a:pt x="422" y="605"/>
                  </a:cubicBezTo>
                  <a:cubicBezTo>
                    <a:pt x="422" y="605"/>
                    <a:pt x="421" y="605"/>
                    <a:pt x="421" y="605"/>
                  </a:cubicBezTo>
                  <a:cubicBezTo>
                    <a:pt x="421" y="605"/>
                    <a:pt x="421" y="605"/>
                    <a:pt x="421" y="605"/>
                  </a:cubicBezTo>
                  <a:cubicBezTo>
                    <a:pt x="421" y="605"/>
                    <a:pt x="421" y="605"/>
                    <a:pt x="421" y="605"/>
                  </a:cubicBezTo>
                  <a:cubicBezTo>
                    <a:pt x="421" y="605"/>
                    <a:pt x="421" y="606"/>
                    <a:pt x="421" y="606"/>
                  </a:cubicBezTo>
                  <a:cubicBezTo>
                    <a:pt x="422" y="610"/>
                    <a:pt x="422" y="610"/>
                    <a:pt x="422" y="610"/>
                  </a:cubicBezTo>
                  <a:cubicBezTo>
                    <a:pt x="418" y="610"/>
                    <a:pt x="418" y="610"/>
                    <a:pt x="418" y="610"/>
                  </a:cubicBezTo>
                  <a:cubicBezTo>
                    <a:pt x="418" y="610"/>
                    <a:pt x="417" y="610"/>
                    <a:pt x="417" y="612"/>
                  </a:cubicBezTo>
                  <a:cubicBezTo>
                    <a:pt x="417" y="612"/>
                    <a:pt x="417" y="613"/>
                    <a:pt x="417" y="613"/>
                  </a:cubicBezTo>
                  <a:cubicBezTo>
                    <a:pt x="417" y="614"/>
                    <a:pt x="417" y="615"/>
                    <a:pt x="416" y="616"/>
                  </a:cubicBezTo>
                  <a:cubicBezTo>
                    <a:pt x="416" y="617"/>
                    <a:pt x="415" y="619"/>
                    <a:pt x="411" y="619"/>
                  </a:cubicBezTo>
                  <a:cubicBezTo>
                    <a:pt x="410" y="619"/>
                    <a:pt x="410" y="619"/>
                    <a:pt x="409" y="619"/>
                  </a:cubicBezTo>
                  <a:cubicBezTo>
                    <a:pt x="409" y="619"/>
                    <a:pt x="409" y="619"/>
                    <a:pt x="408" y="619"/>
                  </a:cubicBezTo>
                  <a:cubicBezTo>
                    <a:pt x="402" y="619"/>
                    <a:pt x="402" y="619"/>
                    <a:pt x="402" y="619"/>
                  </a:cubicBezTo>
                  <a:cubicBezTo>
                    <a:pt x="402" y="620"/>
                    <a:pt x="402" y="620"/>
                    <a:pt x="402" y="620"/>
                  </a:cubicBezTo>
                  <a:cubicBezTo>
                    <a:pt x="402" y="620"/>
                    <a:pt x="402" y="621"/>
                    <a:pt x="402" y="622"/>
                  </a:cubicBezTo>
                  <a:cubicBezTo>
                    <a:pt x="402" y="623"/>
                    <a:pt x="402" y="626"/>
                    <a:pt x="402" y="627"/>
                  </a:cubicBezTo>
                  <a:cubicBezTo>
                    <a:pt x="402" y="627"/>
                    <a:pt x="403" y="627"/>
                    <a:pt x="404" y="627"/>
                  </a:cubicBezTo>
                  <a:cubicBezTo>
                    <a:pt x="407" y="627"/>
                    <a:pt x="407" y="627"/>
                    <a:pt x="407" y="627"/>
                  </a:cubicBezTo>
                  <a:cubicBezTo>
                    <a:pt x="407" y="630"/>
                    <a:pt x="407" y="630"/>
                    <a:pt x="407" y="630"/>
                  </a:cubicBezTo>
                  <a:cubicBezTo>
                    <a:pt x="407" y="649"/>
                    <a:pt x="407" y="649"/>
                    <a:pt x="407" y="649"/>
                  </a:cubicBezTo>
                  <a:cubicBezTo>
                    <a:pt x="407" y="652"/>
                    <a:pt x="407" y="654"/>
                    <a:pt x="407" y="657"/>
                  </a:cubicBezTo>
                  <a:cubicBezTo>
                    <a:pt x="407" y="662"/>
                    <a:pt x="406" y="668"/>
                    <a:pt x="407" y="673"/>
                  </a:cubicBezTo>
                  <a:cubicBezTo>
                    <a:pt x="407" y="676"/>
                    <a:pt x="406" y="680"/>
                    <a:pt x="399" y="680"/>
                  </a:cubicBezTo>
                  <a:cubicBezTo>
                    <a:pt x="398" y="681"/>
                    <a:pt x="396" y="681"/>
                    <a:pt x="395" y="683"/>
                  </a:cubicBezTo>
                  <a:cubicBezTo>
                    <a:pt x="393" y="685"/>
                    <a:pt x="392" y="687"/>
                    <a:pt x="391" y="690"/>
                  </a:cubicBezTo>
                  <a:cubicBezTo>
                    <a:pt x="391" y="692"/>
                    <a:pt x="390" y="694"/>
                    <a:pt x="389" y="696"/>
                  </a:cubicBezTo>
                  <a:cubicBezTo>
                    <a:pt x="388" y="698"/>
                    <a:pt x="387" y="699"/>
                    <a:pt x="384" y="699"/>
                  </a:cubicBezTo>
                  <a:cubicBezTo>
                    <a:pt x="382" y="699"/>
                    <a:pt x="382" y="699"/>
                    <a:pt x="382" y="699"/>
                  </a:cubicBezTo>
                  <a:cubicBezTo>
                    <a:pt x="382" y="699"/>
                    <a:pt x="381" y="699"/>
                    <a:pt x="380" y="700"/>
                  </a:cubicBezTo>
                  <a:cubicBezTo>
                    <a:pt x="380" y="700"/>
                    <a:pt x="379" y="700"/>
                    <a:pt x="378" y="701"/>
                  </a:cubicBezTo>
                  <a:cubicBezTo>
                    <a:pt x="377" y="702"/>
                    <a:pt x="376" y="702"/>
                    <a:pt x="375" y="703"/>
                  </a:cubicBezTo>
                  <a:cubicBezTo>
                    <a:pt x="374" y="704"/>
                    <a:pt x="372" y="704"/>
                    <a:pt x="371" y="704"/>
                  </a:cubicBezTo>
                  <a:cubicBezTo>
                    <a:pt x="370" y="704"/>
                    <a:pt x="370" y="704"/>
                    <a:pt x="369" y="704"/>
                  </a:cubicBezTo>
                  <a:cubicBezTo>
                    <a:pt x="369" y="705"/>
                    <a:pt x="369" y="707"/>
                    <a:pt x="369" y="708"/>
                  </a:cubicBezTo>
                  <a:cubicBezTo>
                    <a:pt x="369" y="709"/>
                    <a:pt x="369" y="710"/>
                    <a:pt x="369" y="710"/>
                  </a:cubicBezTo>
                  <a:cubicBezTo>
                    <a:pt x="369" y="714"/>
                    <a:pt x="369" y="714"/>
                    <a:pt x="369" y="714"/>
                  </a:cubicBezTo>
                  <a:cubicBezTo>
                    <a:pt x="365" y="713"/>
                    <a:pt x="365" y="713"/>
                    <a:pt x="365" y="713"/>
                  </a:cubicBezTo>
                  <a:cubicBezTo>
                    <a:pt x="365" y="713"/>
                    <a:pt x="365" y="713"/>
                    <a:pt x="365" y="713"/>
                  </a:cubicBezTo>
                  <a:cubicBezTo>
                    <a:pt x="365" y="713"/>
                    <a:pt x="365" y="713"/>
                    <a:pt x="365" y="713"/>
                  </a:cubicBezTo>
                  <a:cubicBezTo>
                    <a:pt x="365" y="713"/>
                    <a:pt x="365" y="713"/>
                    <a:pt x="365" y="714"/>
                  </a:cubicBezTo>
                  <a:cubicBezTo>
                    <a:pt x="365" y="714"/>
                    <a:pt x="365" y="714"/>
                    <a:pt x="365" y="714"/>
                  </a:cubicBezTo>
                  <a:cubicBezTo>
                    <a:pt x="364" y="717"/>
                    <a:pt x="363" y="718"/>
                    <a:pt x="360" y="718"/>
                  </a:cubicBezTo>
                  <a:cubicBezTo>
                    <a:pt x="355" y="718"/>
                    <a:pt x="355" y="718"/>
                    <a:pt x="355" y="718"/>
                  </a:cubicBezTo>
                  <a:cubicBezTo>
                    <a:pt x="354" y="718"/>
                    <a:pt x="352" y="718"/>
                    <a:pt x="350" y="718"/>
                  </a:cubicBezTo>
                  <a:cubicBezTo>
                    <a:pt x="349" y="718"/>
                    <a:pt x="347" y="718"/>
                    <a:pt x="345" y="718"/>
                  </a:cubicBezTo>
                  <a:cubicBezTo>
                    <a:pt x="342" y="718"/>
                    <a:pt x="340" y="718"/>
                    <a:pt x="338" y="719"/>
                  </a:cubicBezTo>
                  <a:cubicBezTo>
                    <a:pt x="334" y="719"/>
                    <a:pt x="333" y="722"/>
                    <a:pt x="332" y="724"/>
                  </a:cubicBezTo>
                  <a:cubicBezTo>
                    <a:pt x="331" y="725"/>
                    <a:pt x="331" y="725"/>
                    <a:pt x="331" y="725"/>
                  </a:cubicBezTo>
                  <a:cubicBezTo>
                    <a:pt x="331" y="727"/>
                    <a:pt x="330" y="729"/>
                    <a:pt x="328" y="731"/>
                  </a:cubicBezTo>
                  <a:cubicBezTo>
                    <a:pt x="327" y="732"/>
                    <a:pt x="327" y="733"/>
                    <a:pt x="327" y="734"/>
                  </a:cubicBezTo>
                  <a:cubicBezTo>
                    <a:pt x="327" y="738"/>
                    <a:pt x="327" y="738"/>
                    <a:pt x="327" y="738"/>
                  </a:cubicBezTo>
                  <a:cubicBezTo>
                    <a:pt x="323" y="737"/>
                    <a:pt x="323" y="737"/>
                    <a:pt x="323" y="737"/>
                  </a:cubicBezTo>
                  <a:cubicBezTo>
                    <a:pt x="323" y="737"/>
                    <a:pt x="322" y="737"/>
                    <a:pt x="322" y="737"/>
                  </a:cubicBezTo>
                  <a:cubicBezTo>
                    <a:pt x="322" y="737"/>
                    <a:pt x="322" y="737"/>
                    <a:pt x="322" y="739"/>
                  </a:cubicBezTo>
                  <a:cubicBezTo>
                    <a:pt x="322" y="766"/>
                    <a:pt x="322" y="766"/>
                    <a:pt x="322" y="766"/>
                  </a:cubicBezTo>
                  <a:cubicBezTo>
                    <a:pt x="322" y="770"/>
                    <a:pt x="322" y="773"/>
                    <a:pt x="320" y="776"/>
                  </a:cubicBezTo>
                  <a:cubicBezTo>
                    <a:pt x="318" y="782"/>
                    <a:pt x="313" y="785"/>
                    <a:pt x="309" y="787"/>
                  </a:cubicBezTo>
                  <a:cubicBezTo>
                    <a:pt x="307" y="788"/>
                    <a:pt x="307" y="788"/>
                    <a:pt x="307" y="788"/>
                  </a:cubicBezTo>
                  <a:cubicBezTo>
                    <a:pt x="306" y="789"/>
                    <a:pt x="305" y="789"/>
                    <a:pt x="304" y="789"/>
                  </a:cubicBezTo>
                  <a:cubicBezTo>
                    <a:pt x="304" y="789"/>
                    <a:pt x="303" y="789"/>
                    <a:pt x="303" y="789"/>
                  </a:cubicBezTo>
                  <a:cubicBezTo>
                    <a:pt x="303" y="789"/>
                    <a:pt x="303" y="789"/>
                    <a:pt x="303" y="789"/>
                  </a:cubicBezTo>
                  <a:cubicBezTo>
                    <a:pt x="303" y="791"/>
                    <a:pt x="303" y="794"/>
                    <a:pt x="303" y="797"/>
                  </a:cubicBezTo>
                  <a:cubicBezTo>
                    <a:pt x="303" y="798"/>
                    <a:pt x="303" y="799"/>
                    <a:pt x="303" y="800"/>
                  </a:cubicBezTo>
                  <a:cubicBezTo>
                    <a:pt x="303" y="804"/>
                    <a:pt x="303" y="804"/>
                    <a:pt x="303" y="804"/>
                  </a:cubicBezTo>
                  <a:cubicBezTo>
                    <a:pt x="299" y="803"/>
                    <a:pt x="299" y="803"/>
                    <a:pt x="299" y="803"/>
                  </a:cubicBezTo>
                  <a:cubicBezTo>
                    <a:pt x="299" y="803"/>
                    <a:pt x="299" y="803"/>
                    <a:pt x="299" y="803"/>
                  </a:cubicBezTo>
                  <a:cubicBezTo>
                    <a:pt x="299" y="803"/>
                    <a:pt x="299" y="803"/>
                    <a:pt x="299" y="803"/>
                  </a:cubicBezTo>
                  <a:cubicBezTo>
                    <a:pt x="299" y="803"/>
                    <a:pt x="298" y="803"/>
                    <a:pt x="298" y="805"/>
                  </a:cubicBezTo>
                  <a:cubicBezTo>
                    <a:pt x="298" y="808"/>
                    <a:pt x="298" y="808"/>
                    <a:pt x="298" y="808"/>
                  </a:cubicBezTo>
                  <a:cubicBezTo>
                    <a:pt x="279" y="808"/>
                    <a:pt x="279" y="808"/>
                    <a:pt x="279" y="808"/>
                  </a:cubicBezTo>
                  <a:cubicBezTo>
                    <a:pt x="280" y="809"/>
                    <a:pt x="280" y="809"/>
                    <a:pt x="280" y="810"/>
                  </a:cubicBezTo>
                  <a:cubicBezTo>
                    <a:pt x="280" y="810"/>
                    <a:pt x="281" y="811"/>
                    <a:pt x="284" y="811"/>
                  </a:cubicBezTo>
                  <a:cubicBezTo>
                    <a:pt x="284" y="811"/>
                    <a:pt x="285" y="811"/>
                    <a:pt x="285" y="811"/>
                  </a:cubicBezTo>
                  <a:cubicBezTo>
                    <a:pt x="289" y="810"/>
                    <a:pt x="289" y="810"/>
                    <a:pt x="289" y="810"/>
                  </a:cubicBezTo>
                  <a:cubicBezTo>
                    <a:pt x="289" y="814"/>
                    <a:pt x="289" y="814"/>
                    <a:pt x="289" y="814"/>
                  </a:cubicBezTo>
                  <a:cubicBezTo>
                    <a:pt x="289" y="815"/>
                    <a:pt x="290" y="817"/>
                    <a:pt x="291" y="819"/>
                  </a:cubicBezTo>
                  <a:cubicBezTo>
                    <a:pt x="293" y="822"/>
                    <a:pt x="295" y="826"/>
                    <a:pt x="293" y="831"/>
                  </a:cubicBezTo>
                  <a:cubicBezTo>
                    <a:pt x="291" y="834"/>
                    <a:pt x="288" y="836"/>
                    <a:pt x="283" y="836"/>
                  </a:cubicBezTo>
                  <a:cubicBezTo>
                    <a:pt x="283" y="836"/>
                    <a:pt x="282" y="836"/>
                    <a:pt x="282" y="836"/>
                  </a:cubicBezTo>
                  <a:cubicBezTo>
                    <a:pt x="281" y="836"/>
                    <a:pt x="281" y="836"/>
                    <a:pt x="281" y="836"/>
                  </a:cubicBezTo>
                  <a:cubicBezTo>
                    <a:pt x="280" y="836"/>
                    <a:pt x="280" y="836"/>
                    <a:pt x="280" y="836"/>
                  </a:cubicBezTo>
                  <a:cubicBezTo>
                    <a:pt x="280" y="836"/>
                    <a:pt x="280" y="837"/>
                    <a:pt x="279" y="838"/>
                  </a:cubicBezTo>
                  <a:cubicBezTo>
                    <a:pt x="279" y="842"/>
                    <a:pt x="279" y="842"/>
                    <a:pt x="279" y="842"/>
                  </a:cubicBezTo>
                  <a:cubicBezTo>
                    <a:pt x="275" y="841"/>
                    <a:pt x="275" y="841"/>
                    <a:pt x="275" y="841"/>
                  </a:cubicBezTo>
                  <a:cubicBezTo>
                    <a:pt x="274" y="840"/>
                    <a:pt x="271" y="839"/>
                    <a:pt x="270" y="839"/>
                  </a:cubicBezTo>
                  <a:cubicBezTo>
                    <a:pt x="268" y="839"/>
                    <a:pt x="268" y="839"/>
                    <a:pt x="268" y="840"/>
                  </a:cubicBezTo>
                  <a:cubicBezTo>
                    <a:pt x="267" y="840"/>
                    <a:pt x="266" y="842"/>
                    <a:pt x="266" y="844"/>
                  </a:cubicBezTo>
                  <a:cubicBezTo>
                    <a:pt x="266" y="845"/>
                    <a:pt x="266" y="845"/>
                    <a:pt x="266" y="845"/>
                  </a:cubicBezTo>
                  <a:cubicBezTo>
                    <a:pt x="265" y="848"/>
                    <a:pt x="264" y="853"/>
                    <a:pt x="259" y="854"/>
                  </a:cubicBezTo>
                  <a:cubicBezTo>
                    <a:pt x="259" y="855"/>
                    <a:pt x="258" y="855"/>
                    <a:pt x="257" y="855"/>
                  </a:cubicBezTo>
                  <a:cubicBezTo>
                    <a:pt x="257" y="855"/>
                    <a:pt x="256" y="855"/>
                    <a:pt x="256" y="855"/>
                  </a:cubicBezTo>
                  <a:cubicBezTo>
                    <a:pt x="256" y="855"/>
                    <a:pt x="256" y="856"/>
                    <a:pt x="256" y="856"/>
                  </a:cubicBezTo>
                  <a:cubicBezTo>
                    <a:pt x="256" y="857"/>
                    <a:pt x="257" y="857"/>
                    <a:pt x="257" y="858"/>
                  </a:cubicBezTo>
                  <a:cubicBezTo>
                    <a:pt x="258" y="858"/>
                    <a:pt x="258" y="858"/>
                    <a:pt x="258" y="858"/>
                  </a:cubicBezTo>
                  <a:cubicBezTo>
                    <a:pt x="261" y="859"/>
                    <a:pt x="261" y="859"/>
                    <a:pt x="261" y="859"/>
                  </a:cubicBezTo>
                  <a:cubicBezTo>
                    <a:pt x="261" y="861"/>
                    <a:pt x="261" y="861"/>
                    <a:pt x="261" y="861"/>
                  </a:cubicBezTo>
                  <a:cubicBezTo>
                    <a:pt x="261" y="862"/>
                    <a:pt x="261" y="862"/>
                    <a:pt x="261" y="863"/>
                  </a:cubicBezTo>
                  <a:cubicBezTo>
                    <a:pt x="261" y="863"/>
                    <a:pt x="262" y="864"/>
                    <a:pt x="262" y="865"/>
                  </a:cubicBezTo>
                  <a:cubicBezTo>
                    <a:pt x="264" y="867"/>
                    <a:pt x="265" y="869"/>
                    <a:pt x="265" y="872"/>
                  </a:cubicBezTo>
                  <a:cubicBezTo>
                    <a:pt x="265" y="873"/>
                    <a:pt x="265" y="874"/>
                    <a:pt x="265" y="876"/>
                  </a:cubicBezTo>
                  <a:cubicBezTo>
                    <a:pt x="265" y="879"/>
                    <a:pt x="265" y="883"/>
                    <a:pt x="265" y="886"/>
                  </a:cubicBezTo>
                  <a:cubicBezTo>
                    <a:pt x="266" y="886"/>
                    <a:pt x="266" y="886"/>
                    <a:pt x="267" y="886"/>
                  </a:cubicBezTo>
                  <a:cubicBezTo>
                    <a:pt x="268" y="887"/>
                    <a:pt x="269" y="887"/>
                    <a:pt x="269" y="888"/>
                  </a:cubicBezTo>
                  <a:cubicBezTo>
                    <a:pt x="270" y="889"/>
                    <a:pt x="270" y="891"/>
                    <a:pt x="270" y="891"/>
                  </a:cubicBezTo>
                  <a:cubicBezTo>
                    <a:pt x="270" y="892"/>
                    <a:pt x="270" y="892"/>
                    <a:pt x="270" y="892"/>
                  </a:cubicBezTo>
                  <a:cubicBezTo>
                    <a:pt x="270" y="899"/>
                    <a:pt x="270" y="899"/>
                    <a:pt x="270" y="899"/>
                  </a:cubicBezTo>
                  <a:cubicBezTo>
                    <a:pt x="270" y="900"/>
                    <a:pt x="270" y="900"/>
                    <a:pt x="270" y="900"/>
                  </a:cubicBezTo>
                  <a:cubicBezTo>
                    <a:pt x="270" y="900"/>
                    <a:pt x="270" y="900"/>
                    <a:pt x="270" y="900"/>
                  </a:cubicBezTo>
                  <a:cubicBezTo>
                    <a:pt x="270" y="901"/>
                    <a:pt x="271" y="901"/>
                    <a:pt x="272" y="901"/>
                  </a:cubicBezTo>
                  <a:cubicBezTo>
                    <a:pt x="273" y="901"/>
                    <a:pt x="276" y="902"/>
                    <a:pt x="278" y="904"/>
                  </a:cubicBezTo>
                  <a:cubicBezTo>
                    <a:pt x="279" y="906"/>
                    <a:pt x="280" y="908"/>
                    <a:pt x="280" y="910"/>
                  </a:cubicBezTo>
                  <a:cubicBezTo>
                    <a:pt x="280" y="911"/>
                    <a:pt x="280" y="912"/>
                    <a:pt x="279" y="914"/>
                  </a:cubicBezTo>
                  <a:cubicBezTo>
                    <a:pt x="279" y="916"/>
                    <a:pt x="279" y="916"/>
                    <a:pt x="279" y="916"/>
                  </a:cubicBezTo>
                  <a:cubicBezTo>
                    <a:pt x="276" y="916"/>
                    <a:pt x="276" y="916"/>
                    <a:pt x="276" y="916"/>
                  </a:cubicBezTo>
                  <a:cubicBezTo>
                    <a:pt x="276" y="916"/>
                    <a:pt x="275" y="916"/>
                    <a:pt x="275" y="916"/>
                  </a:cubicBezTo>
                  <a:cubicBezTo>
                    <a:pt x="275" y="916"/>
                    <a:pt x="274" y="916"/>
                    <a:pt x="274" y="916"/>
                  </a:cubicBezTo>
                  <a:cubicBezTo>
                    <a:pt x="274" y="917"/>
                    <a:pt x="274" y="917"/>
                    <a:pt x="274" y="917"/>
                  </a:cubicBezTo>
                  <a:cubicBezTo>
                    <a:pt x="275" y="917"/>
                    <a:pt x="275" y="918"/>
                    <a:pt x="276" y="919"/>
                  </a:cubicBezTo>
                  <a:cubicBezTo>
                    <a:pt x="277" y="921"/>
                    <a:pt x="278" y="922"/>
                    <a:pt x="279" y="924"/>
                  </a:cubicBezTo>
                  <a:cubicBezTo>
                    <a:pt x="280" y="926"/>
                    <a:pt x="279" y="927"/>
                    <a:pt x="279" y="928"/>
                  </a:cubicBezTo>
                  <a:cubicBezTo>
                    <a:pt x="277" y="930"/>
                    <a:pt x="274" y="931"/>
                    <a:pt x="272" y="931"/>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汉仪雅酷黑简" panose="00020600040101010101" charset="-122"/>
              </a:endParaRPr>
            </a:p>
          </p:txBody>
        </p:sp>
        <p:sp>
          <p:nvSpPr>
            <p:cNvPr id="23" name="Freeform 13"/>
            <p:cNvSpPr/>
            <p:nvPr/>
          </p:nvSpPr>
          <p:spPr bwMode="auto">
            <a:xfrm>
              <a:off x="7318378" y="4158815"/>
              <a:ext cx="123597" cy="216294"/>
            </a:xfrm>
            <a:custGeom>
              <a:avLst/>
              <a:gdLst>
                <a:gd name="T0" fmla="*/ 8 w 42"/>
                <a:gd name="T1" fmla="*/ 74 h 74"/>
                <a:gd name="T2" fmla="*/ 4 w 42"/>
                <a:gd name="T3" fmla="*/ 74 h 74"/>
                <a:gd name="T4" fmla="*/ 1 w 42"/>
                <a:gd name="T5" fmla="*/ 73 h 74"/>
                <a:gd name="T6" fmla="*/ 2 w 42"/>
                <a:gd name="T7" fmla="*/ 70 h 74"/>
                <a:gd name="T8" fmla="*/ 1 w 42"/>
                <a:gd name="T9" fmla="*/ 63 h 74"/>
                <a:gd name="T10" fmla="*/ 3 w 42"/>
                <a:gd name="T11" fmla="*/ 47 h 74"/>
                <a:gd name="T12" fmla="*/ 6 w 42"/>
                <a:gd name="T13" fmla="*/ 45 h 74"/>
                <a:gd name="T14" fmla="*/ 6 w 42"/>
                <a:gd name="T15" fmla="*/ 44 h 74"/>
                <a:gd name="T16" fmla="*/ 9 w 42"/>
                <a:gd name="T17" fmla="*/ 32 h 74"/>
                <a:gd name="T18" fmla="*/ 11 w 42"/>
                <a:gd name="T19" fmla="*/ 30 h 74"/>
                <a:gd name="T20" fmla="*/ 11 w 42"/>
                <a:gd name="T21" fmla="*/ 30 h 74"/>
                <a:gd name="T22" fmla="*/ 13 w 42"/>
                <a:gd name="T23" fmla="*/ 22 h 74"/>
                <a:gd name="T24" fmla="*/ 16 w 42"/>
                <a:gd name="T25" fmla="*/ 21 h 74"/>
                <a:gd name="T26" fmla="*/ 16 w 42"/>
                <a:gd name="T27" fmla="*/ 20 h 74"/>
                <a:gd name="T28" fmla="*/ 19 w 42"/>
                <a:gd name="T29" fmla="*/ 12 h 74"/>
                <a:gd name="T30" fmla="*/ 24 w 42"/>
                <a:gd name="T31" fmla="*/ 7 h 74"/>
                <a:gd name="T32" fmla="*/ 30 w 42"/>
                <a:gd name="T33" fmla="*/ 0 h 74"/>
                <a:gd name="T34" fmla="*/ 36 w 42"/>
                <a:gd name="T35" fmla="*/ 1 h 74"/>
                <a:gd name="T36" fmla="*/ 36 w 42"/>
                <a:gd name="T37" fmla="*/ 3 h 74"/>
                <a:gd name="T38" fmla="*/ 39 w 42"/>
                <a:gd name="T39" fmla="*/ 1 h 74"/>
                <a:gd name="T40" fmla="*/ 40 w 42"/>
                <a:gd name="T41" fmla="*/ 5 h 74"/>
                <a:gd name="T42" fmla="*/ 29 w 42"/>
                <a:gd name="T43" fmla="*/ 29 h 74"/>
                <a:gd name="T44" fmla="*/ 27 w 42"/>
                <a:gd name="T45" fmla="*/ 30 h 74"/>
                <a:gd name="T46" fmla="*/ 27 w 42"/>
                <a:gd name="T47" fmla="*/ 30 h 74"/>
                <a:gd name="T48" fmla="*/ 27 w 42"/>
                <a:gd name="T49" fmla="*/ 32 h 74"/>
                <a:gd name="T50" fmla="*/ 27 w 42"/>
                <a:gd name="T51" fmla="*/ 34 h 74"/>
                <a:gd name="T52" fmla="*/ 23 w 42"/>
                <a:gd name="T53" fmla="*/ 40 h 74"/>
                <a:gd name="T54" fmla="*/ 22 w 42"/>
                <a:gd name="T55" fmla="*/ 41 h 74"/>
                <a:gd name="T56" fmla="*/ 22 w 42"/>
                <a:gd name="T57" fmla="*/ 43 h 74"/>
                <a:gd name="T58" fmla="*/ 22 w 42"/>
                <a:gd name="T59" fmla="*/ 45 h 74"/>
                <a:gd name="T60" fmla="*/ 22 w 42"/>
                <a:gd name="T61" fmla="*/ 47 h 74"/>
                <a:gd name="T62" fmla="*/ 22 w 42"/>
                <a:gd name="T63" fmla="*/ 52 h 74"/>
                <a:gd name="T64" fmla="*/ 21 w 42"/>
                <a:gd name="T65" fmla="*/ 58 h 74"/>
                <a:gd name="T66" fmla="*/ 20 w 42"/>
                <a:gd name="T67" fmla="*/ 60 h 74"/>
                <a:gd name="T68" fmla="*/ 19 w 42"/>
                <a:gd name="T69" fmla="*/ 63 h 74"/>
                <a:gd name="T70" fmla="*/ 8 w 42"/>
                <a:gd name="T71"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 h="74">
                  <a:moveTo>
                    <a:pt x="8" y="74"/>
                  </a:moveTo>
                  <a:cubicBezTo>
                    <a:pt x="6" y="74"/>
                    <a:pt x="5" y="74"/>
                    <a:pt x="4" y="74"/>
                  </a:cubicBezTo>
                  <a:cubicBezTo>
                    <a:pt x="1" y="73"/>
                    <a:pt x="1" y="73"/>
                    <a:pt x="1" y="73"/>
                  </a:cubicBezTo>
                  <a:cubicBezTo>
                    <a:pt x="2" y="70"/>
                    <a:pt x="2" y="70"/>
                    <a:pt x="2" y="70"/>
                  </a:cubicBezTo>
                  <a:cubicBezTo>
                    <a:pt x="2" y="69"/>
                    <a:pt x="2" y="65"/>
                    <a:pt x="1" y="63"/>
                  </a:cubicBezTo>
                  <a:cubicBezTo>
                    <a:pt x="1" y="57"/>
                    <a:pt x="0" y="50"/>
                    <a:pt x="3" y="47"/>
                  </a:cubicBezTo>
                  <a:cubicBezTo>
                    <a:pt x="4" y="46"/>
                    <a:pt x="5" y="45"/>
                    <a:pt x="6" y="45"/>
                  </a:cubicBezTo>
                  <a:cubicBezTo>
                    <a:pt x="6" y="45"/>
                    <a:pt x="6" y="44"/>
                    <a:pt x="6" y="44"/>
                  </a:cubicBezTo>
                  <a:cubicBezTo>
                    <a:pt x="6" y="40"/>
                    <a:pt x="5" y="35"/>
                    <a:pt x="9" y="32"/>
                  </a:cubicBezTo>
                  <a:cubicBezTo>
                    <a:pt x="10" y="31"/>
                    <a:pt x="11" y="31"/>
                    <a:pt x="11" y="30"/>
                  </a:cubicBezTo>
                  <a:cubicBezTo>
                    <a:pt x="11" y="30"/>
                    <a:pt x="11" y="30"/>
                    <a:pt x="11" y="30"/>
                  </a:cubicBezTo>
                  <a:cubicBezTo>
                    <a:pt x="11" y="28"/>
                    <a:pt x="10" y="24"/>
                    <a:pt x="13" y="22"/>
                  </a:cubicBezTo>
                  <a:cubicBezTo>
                    <a:pt x="14" y="22"/>
                    <a:pt x="15" y="21"/>
                    <a:pt x="16" y="21"/>
                  </a:cubicBezTo>
                  <a:cubicBezTo>
                    <a:pt x="16" y="21"/>
                    <a:pt x="16" y="20"/>
                    <a:pt x="16" y="20"/>
                  </a:cubicBezTo>
                  <a:cubicBezTo>
                    <a:pt x="16" y="17"/>
                    <a:pt x="17" y="14"/>
                    <a:pt x="19" y="12"/>
                  </a:cubicBezTo>
                  <a:cubicBezTo>
                    <a:pt x="21" y="10"/>
                    <a:pt x="23" y="8"/>
                    <a:pt x="24" y="7"/>
                  </a:cubicBezTo>
                  <a:cubicBezTo>
                    <a:pt x="28" y="4"/>
                    <a:pt x="30" y="3"/>
                    <a:pt x="30" y="0"/>
                  </a:cubicBezTo>
                  <a:cubicBezTo>
                    <a:pt x="36" y="1"/>
                    <a:pt x="36" y="1"/>
                    <a:pt x="36" y="1"/>
                  </a:cubicBezTo>
                  <a:cubicBezTo>
                    <a:pt x="36" y="1"/>
                    <a:pt x="36" y="2"/>
                    <a:pt x="36" y="3"/>
                  </a:cubicBezTo>
                  <a:cubicBezTo>
                    <a:pt x="39" y="1"/>
                    <a:pt x="39" y="1"/>
                    <a:pt x="39" y="1"/>
                  </a:cubicBezTo>
                  <a:cubicBezTo>
                    <a:pt x="40" y="5"/>
                    <a:pt x="40" y="5"/>
                    <a:pt x="40" y="5"/>
                  </a:cubicBezTo>
                  <a:cubicBezTo>
                    <a:pt x="42" y="14"/>
                    <a:pt x="36" y="25"/>
                    <a:pt x="29" y="29"/>
                  </a:cubicBezTo>
                  <a:cubicBezTo>
                    <a:pt x="28" y="30"/>
                    <a:pt x="28" y="30"/>
                    <a:pt x="27" y="30"/>
                  </a:cubicBezTo>
                  <a:cubicBezTo>
                    <a:pt x="27" y="30"/>
                    <a:pt x="27" y="30"/>
                    <a:pt x="27" y="30"/>
                  </a:cubicBezTo>
                  <a:cubicBezTo>
                    <a:pt x="27" y="31"/>
                    <a:pt x="27" y="31"/>
                    <a:pt x="27" y="32"/>
                  </a:cubicBezTo>
                  <a:cubicBezTo>
                    <a:pt x="27" y="33"/>
                    <a:pt x="27" y="33"/>
                    <a:pt x="27" y="34"/>
                  </a:cubicBezTo>
                  <a:cubicBezTo>
                    <a:pt x="27" y="37"/>
                    <a:pt x="25" y="40"/>
                    <a:pt x="23" y="40"/>
                  </a:cubicBezTo>
                  <a:cubicBezTo>
                    <a:pt x="22" y="40"/>
                    <a:pt x="22" y="41"/>
                    <a:pt x="22" y="41"/>
                  </a:cubicBezTo>
                  <a:cubicBezTo>
                    <a:pt x="22" y="41"/>
                    <a:pt x="22" y="43"/>
                    <a:pt x="22" y="43"/>
                  </a:cubicBezTo>
                  <a:cubicBezTo>
                    <a:pt x="22" y="44"/>
                    <a:pt x="22" y="45"/>
                    <a:pt x="22" y="45"/>
                  </a:cubicBezTo>
                  <a:cubicBezTo>
                    <a:pt x="22" y="47"/>
                    <a:pt x="22" y="47"/>
                    <a:pt x="22" y="47"/>
                  </a:cubicBezTo>
                  <a:cubicBezTo>
                    <a:pt x="22" y="48"/>
                    <a:pt x="22" y="50"/>
                    <a:pt x="22" y="52"/>
                  </a:cubicBezTo>
                  <a:cubicBezTo>
                    <a:pt x="22" y="54"/>
                    <a:pt x="22" y="56"/>
                    <a:pt x="21" y="58"/>
                  </a:cubicBezTo>
                  <a:cubicBezTo>
                    <a:pt x="21" y="59"/>
                    <a:pt x="21" y="59"/>
                    <a:pt x="20" y="60"/>
                  </a:cubicBezTo>
                  <a:cubicBezTo>
                    <a:pt x="20" y="61"/>
                    <a:pt x="19" y="62"/>
                    <a:pt x="19" y="63"/>
                  </a:cubicBezTo>
                  <a:cubicBezTo>
                    <a:pt x="18" y="67"/>
                    <a:pt x="15" y="74"/>
                    <a:pt x="8" y="74"/>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汉仪雅酷黑简" panose="00020600040101010101" charset="-122"/>
              </a:endParaRPr>
            </a:p>
          </p:txBody>
        </p:sp>
        <p:sp>
          <p:nvSpPr>
            <p:cNvPr id="28" name="Freeform 14"/>
            <p:cNvSpPr/>
            <p:nvPr/>
          </p:nvSpPr>
          <p:spPr bwMode="auto">
            <a:xfrm>
              <a:off x="7412312" y="4150164"/>
              <a:ext cx="25955" cy="40787"/>
            </a:xfrm>
            <a:custGeom>
              <a:avLst/>
              <a:gdLst>
                <a:gd name="T0" fmla="*/ 2 w 9"/>
                <a:gd name="T1" fmla="*/ 9 h 14"/>
                <a:gd name="T2" fmla="*/ 0 w 9"/>
                <a:gd name="T3" fmla="*/ 6 h 14"/>
                <a:gd name="T4" fmla="*/ 2 w 9"/>
                <a:gd name="T5" fmla="*/ 0 h 14"/>
                <a:gd name="T6" fmla="*/ 9 w 9"/>
                <a:gd name="T7" fmla="*/ 8 h 14"/>
                <a:gd name="T8" fmla="*/ 7 w 9"/>
                <a:gd name="T9" fmla="*/ 11 h 14"/>
                <a:gd name="T10" fmla="*/ 3 w 9"/>
                <a:gd name="T11" fmla="*/ 14 h 14"/>
                <a:gd name="T12" fmla="*/ 2 w 9"/>
                <a:gd name="T13" fmla="*/ 9 h 14"/>
              </a:gdLst>
              <a:ahLst/>
              <a:cxnLst>
                <a:cxn ang="0">
                  <a:pos x="T0" y="T1"/>
                </a:cxn>
                <a:cxn ang="0">
                  <a:pos x="T2" y="T3"/>
                </a:cxn>
                <a:cxn ang="0">
                  <a:pos x="T4" y="T5"/>
                </a:cxn>
                <a:cxn ang="0">
                  <a:pos x="T6" y="T7"/>
                </a:cxn>
                <a:cxn ang="0">
                  <a:pos x="T8" y="T9"/>
                </a:cxn>
                <a:cxn ang="0">
                  <a:pos x="T10" y="T11"/>
                </a:cxn>
                <a:cxn ang="0">
                  <a:pos x="T12" y="T13"/>
                </a:cxn>
              </a:cxnLst>
              <a:rect l="0" t="0" r="r" b="b"/>
              <a:pathLst>
                <a:path w="9" h="14">
                  <a:moveTo>
                    <a:pt x="2" y="9"/>
                  </a:moveTo>
                  <a:cubicBezTo>
                    <a:pt x="2" y="8"/>
                    <a:pt x="1" y="7"/>
                    <a:pt x="0" y="6"/>
                  </a:cubicBezTo>
                  <a:cubicBezTo>
                    <a:pt x="2" y="0"/>
                    <a:pt x="2" y="0"/>
                    <a:pt x="2" y="0"/>
                  </a:cubicBezTo>
                  <a:cubicBezTo>
                    <a:pt x="7" y="3"/>
                    <a:pt x="9" y="5"/>
                    <a:pt x="9" y="8"/>
                  </a:cubicBezTo>
                  <a:cubicBezTo>
                    <a:pt x="9" y="9"/>
                    <a:pt x="8" y="11"/>
                    <a:pt x="7" y="11"/>
                  </a:cubicBezTo>
                  <a:cubicBezTo>
                    <a:pt x="3" y="14"/>
                    <a:pt x="3" y="14"/>
                    <a:pt x="3" y="14"/>
                  </a:cubicBezTo>
                  <a:lnTo>
                    <a:pt x="2" y="9"/>
                  </a:ln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汉仪雅酷黑简" panose="00020600040101010101" charset="-122"/>
              </a:endParaRPr>
            </a:p>
          </p:txBody>
        </p:sp>
        <p:sp>
          <p:nvSpPr>
            <p:cNvPr id="29" name="Freeform 15"/>
            <p:cNvSpPr/>
            <p:nvPr/>
          </p:nvSpPr>
          <p:spPr bwMode="auto">
            <a:xfrm>
              <a:off x="6374098" y="2283851"/>
              <a:ext cx="40787" cy="29663"/>
            </a:xfrm>
            <a:custGeom>
              <a:avLst/>
              <a:gdLst>
                <a:gd name="T0" fmla="*/ 14 w 14"/>
                <a:gd name="T1" fmla="*/ 10 h 10"/>
                <a:gd name="T2" fmla="*/ 11 w 14"/>
                <a:gd name="T3" fmla="*/ 4 h 10"/>
                <a:gd name="T4" fmla="*/ 10 w 14"/>
                <a:gd name="T5" fmla="*/ 0 h 10"/>
                <a:gd name="T6" fmla="*/ 3 w 14"/>
                <a:gd name="T7" fmla="*/ 0 h 10"/>
                <a:gd name="T8" fmla="*/ 0 w 14"/>
                <a:gd name="T9" fmla="*/ 0 h 10"/>
                <a:gd name="T10" fmla="*/ 0 w 14"/>
                <a:gd name="T11" fmla="*/ 4 h 10"/>
                <a:gd name="T12" fmla="*/ 0 w 14"/>
                <a:gd name="T13" fmla="*/ 7 h 10"/>
                <a:gd name="T14" fmla="*/ 1 w 14"/>
                <a:gd name="T15" fmla="*/ 10 h 10"/>
                <a:gd name="T16" fmla="*/ 14 w 14"/>
                <a:gd name="T17" fmla="*/ 10 h 10"/>
                <a:gd name="T18" fmla="*/ 14 w 14"/>
                <a:gd name="T1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10">
                  <a:moveTo>
                    <a:pt x="14" y="10"/>
                  </a:moveTo>
                  <a:cubicBezTo>
                    <a:pt x="14" y="7"/>
                    <a:pt x="12" y="6"/>
                    <a:pt x="11" y="4"/>
                  </a:cubicBezTo>
                  <a:cubicBezTo>
                    <a:pt x="10" y="3"/>
                    <a:pt x="10" y="2"/>
                    <a:pt x="10" y="0"/>
                  </a:cubicBezTo>
                  <a:cubicBezTo>
                    <a:pt x="7" y="0"/>
                    <a:pt x="5" y="0"/>
                    <a:pt x="3" y="0"/>
                  </a:cubicBezTo>
                  <a:cubicBezTo>
                    <a:pt x="2" y="0"/>
                    <a:pt x="1" y="0"/>
                    <a:pt x="0" y="0"/>
                  </a:cubicBezTo>
                  <a:cubicBezTo>
                    <a:pt x="0" y="1"/>
                    <a:pt x="0" y="3"/>
                    <a:pt x="0" y="4"/>
                  </a:cubicBezTo>
                  <a:cubicBezTo>
                    <a:pt x="0" y="5"/>
                    <a:pt x="0" y="6"/>
                    <a:pt x="0" y="7"/>
                  </a:cubicBezTo>
                  <a:cubicBezTo>
                    <a:pt x="0" y="9"/>
                    <a:pt x="0" y="10"/>
                    <a:pt x="1" y="10"/>
                  </a:cubicBezTo>
                  <a:cubicBezTo>
                    <a:pt x="6" y="10"/>
                    <a:pt x="10" y="10"/>
                    <a:pt x="14" y="10"/>
                  </a:cubicBezTo>
                  <a:cubicBezTo>
                    <a:pt x="14" y="6"/>
                    <a:pt x="11" y="10"/>
                    <a:pt x="14" y="10"/>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汉仪雅酷黑简" panose="00020600040101010101" charset="-122"/>
              </a:endParaRPr>
            </a:p>
          </p:txBody>
        </p:sp>
        <p:sp>
          <p:nvSpPr>
            <p:cNvPr id="30" name="Freeform 16"/>
            <p:cNvSpPr/>
            <p:nvPr/>
          </p:nvSpPr>
          <p:spPr bwMode="auto">
            <a:xfrm>
              <a:off x="6374098" y="2311043"/>
              <a:ext cx="111237" cy="113709"/>
            </a:xfrm>
            <a:custGeom>
              <a:avLst/>
              <a:gdLst>
                <a:gd name="T0" fmla="*/ 5 w 38"/>
                <a:gd name="T1" fmla="*/ 29 h 39"/>
                <a:gd name="T2" fmla="*/ 10 w 38"/>
                <a:gd name="T3" fmla="*/ 34 h 39"/>
                <a:gd name="T4" fmla="*/ 14 w 38"/>
                <a:gd name="T5" fmla="*/ 38 h 39"/>
                <a:gd name="T6" fmla="*/ 26 w 38"/>
                <a:gd name="T7" fmla="*/ 37 h 39"/>
                <a:gd name="T8" fmla="*/ 30 w 38"/>
                <a:gd name="T9" fmla="*/ 35 h 39"/>
                <a:gd name="T10" fmla="*/ 34 w 38"/>
                <a:gd name="T11" fmla="*/ 33 h 39"/>
                <a:gd name="T12" fmla="*/ 37 w 38"/>
                <a:gd name="T13" fmla="*/ 23 h 39"/>
                <a:gd name="T14" fmla="*/ 34 w 38"/>
                <a:gd name="T15" fmla="*/ 13 h 39"/>
                <a:gd name="T16" fmla="*/ 35 w 38"/>
                <a:gd name="T17" fmla="*/ 11 h 39"/>
                <a:gd name="T18" fmla="*/ 38 w 38"/>
                <a:gd name="T19" fmla="*/ 9 h 39"/>
                <a:gd name="T20" fmla="*/ 38 w 38"/>
                <a:gd name="T21" fmla="*/ 5 h 39"/>
                <a:gd name="T22" fmla="*/ 36 w 38"/>
                <a:gd name="T23" fmla="*/ 5 h 39"/>
                <a:gd name="T24" fmla="*/ 32 w 38"/>
                <a:gd name="T25" fmla="*/ 3 h 39"/>
                <a:gd name="T26" fmla="*/ 22 w 38"/>
                <a:gd name="T27" fmla="*/ 1 h 39"/>
                <a:gd name="T28" fmla="*/ 19 w 38"/>
                <a:gd name="T29" fmla="*/ 1 h 39"/>
                <a:gd name="T30" fmla="*/ 19 w 38"/>
                <a:gd name="T31" fmla="*/ 3 h 39"/>
                <a:gd name="T32" fmla="*/ 18 w 38"/>
                <a:gd name="T33" fmla="*/ 7 h 39"/>
                <a:gd name="T34" fmla="*/ 10 w 38"/>
                <a:gd name="T35" fmla="*/ 10 h 39"/>
                <a:gd name="T36" fmla="*/ 5 w 38"/>
                <a:gd name="T37" fmla="*/ 15 h 39"/>
                <a:gd name="T38" fmla="*/ 1 w 38"/>
                <a:gd name="T39" fmla="*/ 15 h 39"/>
                <a:gd name="T40" fmla="*/ 0 w 38"/>
                <a:gd name="T41" fmla="*/ 17 h 39"/>
                <a:gd name="T42" fmla="*/ 0 w 38"/>
                <a:gd name="T43" fmla="*/ 24 h 39"/>
                <a:gd name="T44" fmla="*/ 5 w 38"/>
                <a:gd name="T45" fmla="*/ 29 h 39"/>
                <a:gd name="T46" fmla="*/ 5 w 38"/>
                <a:gd name="T47" fmla="*/ 2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8" h="39">
                  <a:moveTo>
                    <a:pt x="5" y="29"/>
                  </a:moveTo>
                  <a:cubicBezTo>
                    <a:pt x="8" y="29"/>
                    <a:pt x="11" y="30"/>
                    <a:pt x="10" y="34"/>
                  </a:cubicBezTo>
                  <a:cubicBezTo>
                    <a:pt x="9" y="37"/>
                    <a:pt x="11" y="38"/>
                    <a:pt x="14" y="38"/>
                  </a:cubicBezTo>
                  <a:cubicBezTo>
                    <a:pt x="18" y="38"/>
                    <a:pt x="23" y="39"/>
                    <a:pt x="26" y="37"/>
                  </a:cubicBezTo>
                  <a:cubicBezTo>
                    <a:pt x="28" y="36"/>
                    <a:pt x="28" y="35"/>
                    <a:pt x="30" y="35"/>
                  </a:cubicBezTo>
                  <a:cubicBezTo>
                    <a:pt x="31" y="34"/>
                    <a:pt x="33" y="34"/>
                    <a:pt x="34" y="33"/>
                  </a:cubicBezTo>
                  <a:cubicBezTo>
                    <a:pt x="38" y="31"/>
                    <a:pt x="38" y="27"/>
                    <a:pt x="37" y="23"/>
                  </a:cubicBezTo>
                  <a:cubicBezTo>
                    <a:pt x="36" y="20"/>
                    <a:pt x="33" y="16"/>
                    <a:pt x="34" y="13"/>
                  </a:cubicBezTo>
                  <a:cubicBezTo>
                    <a:pt x="34" y="12"/>
                    <a:pt x="35" y="12"/>
                    <a:pt x="35" y="11"/>
                  </a:cubicBezTo>
                  <a:cubicBezTo>
                    <a:pt x="37" y="10"/>
                    <a:pt x="38" y="11"/>
                    <a:pt x="38" y="9"/>
                  </a:cubicBezTo>
                  <a:cubicBezTo>
                    <a:pt x="38" y="8"/>
                    <a:pt x="38" y="7"/>
                    <a:pt x="38" y="5"/>
                  </a:cubicBezTo>
                  <a:cubicBezTo>
                    <a:pt x="37" y="5"/>
                    <a:pt x="36" y="5"/>
                    <a:pt x="36" y="5"/>
                  </a:cubicBezTo>
                  <a:cubicBezTo>
                    <a:pt x="34" y="5"/>
                    <a:pt x="33" y="4"/>
                    <a:pt x="32" y="3"/>
                  </a:cubicBezTo>
                  <a:cubicBezTo>
                    <a:pt x="29" y="0"/>
                    <a:pt x="25" y="1"/>
                    <a:pt x="22" y="1"/>
                  </a:cubicBezTo>
                  <a:cubicBezTo>
                    <a:pt x="21" y="1"/>
                    <a:pt x="19" y="0"/>
                    <a:pt x="19" y="1"/>
                  </a:cubicBezTo>
                  <a:cubicBezTo>
                    <a:pt x="19" y="2"/>
                    <a:pt x="19" y="3"/>
                    <a:pt x="19" y="3"/>
                  </a:cubicBezTo>
                  <a:cubicBezTo>
                    <a:pt x="19" y="5"/>
                    <a:pt x="18" y="6"/>
                    <a:pt x="18" y="7"/>
                  </a:cubicBezTo>
                  <a:cubicBezTo>
                    <a:pt x="17" y="11"/>
                    <a:pt x="13" y="10"/>
                    <a:pt x="10" y="10"/>
                  </a:cubicBezTo>
                  <a:cubicBezTo>
                    <a:pt x="9" y="13"/>
                    <a:pt x="9" y="16"/>
                    <a:pt x="5" y="15"/>
                  </a:cubicBezTo>
                  <a:cubicBezTo>
                    <a:pt x="4" y="15"/>
                    <a:pt x="3" y="15"/>
                    <a:pt x="1" y="15"/>
                  </a:cubicBezTo>
                  <a:cubicBezTo>
                    <a:pt x="0" y="15"/>
                    <a:pt x="0" y="16"/>
                    <a:pt x="0" y="17"/>
                  </a:cubicBezTo>
                  <a:cubicBezTo>
                    <a:pt x="0" y="20"/>
                    <a:pt x="0" y="22"/>
                    <a:pt x="0" y="24"/>
                  </a:cubicBezTo>
                  <a:cubicBezTo>
                    <a:pt x="3" y="25"/>
                    <a:pt x="6" y="25"/>
                    <a:pt x="5" y="29"/>
                  </a:cubicBezTo>
                  <a:cubicBezTo>
                    <a:pt x="8" y="29"/>
                    <a:pt x="6" y="25"/>
                    <a:pt x="5" y="29"/>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汉仪雅酷黑简" panose="00020600040101010101" charset="-122"/>
              </a:endParaRPr>
            </a:p>
          </p:txBody>
        </p:sp>
        <p:sp>
          <p:nvSpPr>
            <p:cNvPr id="31" name="Freeform 17"/>
            <p:cNvSpPr/>
            <p:nvPr/>
          </p:nvSpPr>
          <p:spPr bwMode="auto">
            <a:xfrm>
              <a:off x="6496459" y="2333290"/>
              <a:ext cx="72922" cy="61798"/>
            </a:xfrm>
            <a:custGeom>
              <a:avLst/>
              <a:gdLst>
                <a:gd name="T0" fmla="*/ 10 w 25"/>
                <a:gd name="T1" fmla="*/ 16 h 21"/>
                <a:gd name="T2" fmla="*/ 15 w 25"/>
                <a:gd name="T3" fmla="*/ 21 h 21"/>
                <a:gd name="T4" fmla="*/ 24 w 25"/>
                <a:gd name="T5" fmla="*/ 18 h 21"/>
                <a:gd name="T6" fmla="*/ 24 w 25"/>
                <a:gd name="T7" fmla="*/ 7 h 21"/>
                <a:gd name="T8" fmla="*/ 20 w 25"/>
                <a:gd name="T9" fmla="*/ 2 h 21"/>
                <a:gd name="T10" fmla="*/ 2 w 25"/>
                <a:gd name="T11" fmla="*/ 4 h 21"/>
                <a:gd name="T12" fmla="*/ 2 w 25"/>
                <a:gd name="T13" fmla="*/ 7 h 21"/>
                <a:gd name="T14" fmla="*/ 5 w 25"/>
                <a:gd name="T15" fmla="*/ 9 h 21"/>
                <a:gd name="T16" fmla="*/ 10 w 25"/>
                <a:gd name="T17" fmla="*/ 16 h 21"/>
                <a:gd name="T18" fmla="*/ 10 w 25"/>
                <a:gd name="T19" fmla="*/ 16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1">
                  <a:moveTo>
                    <a:pt x="10" y="16"/>
                  </a:moveTo>
                  <a:cubicBezTo>
                    <a:pt x="14" y="16"/>
                    <a:pt x="15" y="18"/>
                    <a:pt x="15" y="21"/>
                  </a:cubicBezTo>
                  <a:cubicBezTo>
                    <a:pt x="18" y="21"/>
                    <a:pt x="22" y="21"/>
                    <a:pt x="24" y="18"/>
                  </a:cubicBezTo>
                  <a:cubicBezTo>
                    <a:pt x="25" y="15"/>
                    <a:pt x="24" y="10"/>
                    <a:pt x="24" y="7"/>
                  </a:cubicBezTo>
                  <a:cubicBezTo>
                    <a:pt x="21" y="7"/>
                    <a:pt x="19" y="6"/>
                    <a:pt x="20" y="2"/>
                  </a:cubicBezTo>
                  <a:cubicBezTo>
                    <a:pt x="15" y="2"/>
                    <a:pt x="5" y="0"/>
                    <a:pt x="2" y="4"/>
                  </a:cubicBezTo>
                  <a:cubicBezTo>
                    <a:pt x="1" y="5"/>
                    <a:pt x="0" y="7"/>
                    <a:pt x="2" y="7"/>
                  </a:cubicBezTo>
                  <a:cubicBezTo>
                    <a:pt x="3" y="8"/>
                    <a:pt x="4" y="8"/>
                    <a:pt x="5" y="9"/>
                  </a:cubicBezTo>
                  <a:cubicBezTo>
                    <a:pt x="8" y="11"/>
                    <a:pt x="10" y="13"/>
                    <a:pt x="10" y="16"/>
                  </a:cubicBezTo>
                  <a:cubicBezTo>
                    <a:pt x="14" y="15"/>
                    <a:pt x="9" y="11"/>
                    <a:pt x="10" y="16"/>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汉仪雅酷黑简" panose="00020600040101010101" charset="-122"/>
              </a:endParaRPr>
            </a:p>
          </p:txBody>
        </p:sp>
        <p:sp>
          <p:nvSpPr>
            <p:cNvPr id="32" name="Freeform 18"/>
            <p:cNvSpPr/>
            <p:nvPr/>
          </p:nvSpPr>
          <p:spPr bwMode="auto">
            <a:xfrm>
              <a:off x="6496459" y="2409920"/>
              <a:ext cx="72922" cy="40787"/>
            </a:xfrm>
            <a:custGeom>
              <a:avLst/>
              <a:gdLst>
                <a:gd name="T0" fmla="*/ 10 w 25"/>
                <a:gd name="T1" fmla="*/ 14 h 14"/>
                <a:gd name="T2" fmla="*/ 21 w 25"/>
                <a:gd name="T3" fmla="*/ 14 h 14"/>
                <a:gd name="T4" fmla="*/ 23 w 25"/>
                <a:gd name="T5" fmla="*/ 14 h 14"/>
                <a:gd name="T6" fmla="*/ 24 w 25"/>
                <a:gd name="T7" fmla="*/ 13 h 14"/>
                <a:gd name="T8" fmla="*/ 24 w 25"/>
                <a:gd name="T9" fmla="*/ 8 h 14"/>
                <a:gd name="T10" fmla="*/ 21 w 25"/>
                <a:gd name="T11" fmla="*/ 4 h 14"/>
                <a:gd name="T12" fmla="*/ 15 w 25"/>
                <a:gd name="T13" fmla="*/ 2 h 14"/>
                <a:gd name="T14" fmla="*/ 15 w 25"/>
                <a:gd name="T15" fmla="*/ 0 h 14"/>
                <a:gd name="T16" fmla="*/ 9 w 25"/>
                <a:gd name="T17" fmla="*/ 0 h 14"/>
                <a:gd name="T18" fmla="*/ 4 w 25"/>
                <a:gd name="T19" fmla="*/ 0 h 14"/>
                <a:gd name="T20" fmla="*/ 2 w 25"/>
                <a:gd name="T21" fmla="*/ 0 h 14"/>
                <a:gd name="T22" fmla="*/ 1 w 25"/>
                <a:gd name="T23" fmla="*/ 2 h 14"/>
                <a:gd name="T24" fmla="*/ 1 w 25"/>
                <a:gd name="T25" fmla="*/ 7 h 14"/>
                <a:gd name="T26" fmla="*/ 1 w 25"/>
                <a:gd name="T27" fmla="*/ 9 h 14"/>
                <a:gd name="T28" fmla="*/ 4 w 25"/>
                <a:gd name="T29" fmla="*/ 9 h 14"/>
                <a:gd name="T30" fmla="*/ 9 w 25"/>
                <a:gd name="T31" fmla="*/ 9 h 14"/>
                <a:gd name="T32" fmla="*/ 10 w 25"/>
                <a:gd name="T33" fmla="*/ 10 h 14"/>
                <a:gd name="T34" fmla="*/ 10 w 25"/>
                <a:gd name="T35" fmla="*/ 14 h 14"/>
                <a:gd name="T36" fmla="*/ 10 w 25"/>
                <a:gd name="T37"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14">
                  <a:moveTo>
                    <a:pt x="10" y="14"/>
                  </a:moveTo>
                  <a:cubicBezTo>
                    <a:pt x="14" y="14"/>
                    <a:pt x="17" y="14"/>
                    <a:pt x="21" y="14"/>
                  </a:cubicBezTo>
                  <a:cubicBezTo>
                    <a:pt x="22" y="14"/>
                    <a:pt x="22" y="14"/>
                    <a:pt x="23" y="14"/>
                  </a:cubicBezTo>
                  <a:cubicBezTo>
                    <a:pt x="24" y="14"/>
                    <a:pt x="25" y="14"/>
                    <a:pt x="24" y="13"/>
                  </a:cubicBezTo>
                  <a:cubicBezTo>
                    <a:pt x="24" y="11"/>
                    <a:pt x="24" y="9"/>
                    <a:pt x="24" y="8"/>
                  </a:cubicBezTo>
                  <a:cubicBezTo>
                    <a:pt x="24" y="6"/>
                    <a:pt x="23" y="4"/>
                    <a:pt x="21" y="4"/>
                  </a:cubicBezTo>
                  <a:cubicBezTo>
                    <a:pt x="18" y="4"/>
                    <a:pt x="16" y="5"/>
                    <a:pt x="15" y="2"/>
                  </a:cubicBezTo>
                  <a:cubicBezTo>
                    <a:pt x="15" y="2"/>
                    <a:pt x="15" y="1"/>
                    <a:pt x="15" y="0"/>
                  </a:cubicBezTo>
                  <a:cubicBezTo>
                    <a:pt x="13" y="0"/>
                    <a:pt x="11" y="0"/>
                    <a:pt x="9" y="0"/>
                  </a:cubicBezTo>
                  <a:cubicBezTo>
                    <a:pt x="7" y="0"/>
                    <a:pt x="6" y="0"/>
                    <a:pt x="4" y="0"/>
                  </a:cubicBezTo>
                  <a:cubicBezTo>
                    <a:pt x="4" y="0"/>
                    <a:pt x="3" y="0"/>
                    <a:pt x="2" y="0"/>
                  </a:cubicBezTo>
                  <a:cubicBezTo>
                    <a:pt x="0" y="0"/>
                    <a:pt x="1" y="0"/>
                    <a:pt x="1" y="2"/>
                  </a:cubicBezTo>
                  <a:cubicBezTo>
                    <a:pt x="1" y="4"/>
                    <a:pt x="1" y="5"/>
                    <a:pt x="1" y="7"/>
                  </a:cubicBezTo>
                  <a:cubicBezTo>
                    <a:pt x="1" y="8"/>
                    <a:pt x="1" y="8"/>
                    <a:pt x="1" y="9"/>
                  </a:cubicBezTo>
                  <a:cubicBezTo>
                    <a:pt x="2" y="9"/>
                    <a:pt x="3" y="9"/>
                    <a:pt x="4" y="9"/>
                  </a:cubicBezTo>
                  <a:cubicBezTo>
                    <a:pt x="6" y="9"/>
                    <a:pt x="7" y="9"/>
                    <a:pt x="9" y="9"/>
                  </a:cubicBezTo>
                  <a:cubicBezTo>
                    <a:pt x="10" y="9"/>
                    <a:pt x="11" y="9"/>
                    <a:pt x="10" y="10"/>
                  </a:cubicBezTo>
                  <a:cubicBezTo>
                    <a:pt x="10" y="11"/>
                    <a:pt x="10" y="13"/>
                    <a:pt x="10" y="14"/>
                  </a:cubicBezTo>
                  <a:cubicBezTo>
                    <a:pt x="13" y="14"/>
                    <a:pt x="10" y="12"/>
                    <a:pt x="10" y="14"/>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汉仪雅酷黑简" panose="00020600040101010101" charset="-122"/>
              </a:endParaRPr>
            </a:p>
          </p:txBody>
        </p:sp>
        <p:sp>
          <p:nvSpPr>
            <p:cNvPr id="33" name="Freeform 19"/>
            <p:cNvSpPr/>
            <p:nvPr/>
          </p:nvSpPr>
          <p:spPr bwMode="auto">
            <a:xfrm>
              <a:off x="5712855" y="2184974"/>
              <a:ext cx="304048" cy="212587"/>
            </a:xfrm>
            <a:custGeom>
              <a:avLst/>
              <a:gdLst>
                <a:gd name="T0" fmla="*/ 5 w 104"/>
                <a:gd name="T1" fmla="*/ 6 h 73"/>
                <a:gd name="T2" fmla="*/ 5 w 104"/>
                <a:gd name="T3" fmla="*/ 10 h 73"/>
                <a:gd name="T4" fmla="*/ 6 w 104"/>
                <a:gd name="T5" fmla="*/ 11 h 73"/>
                <a:gd name="T6" fmla="*/ 10 w 104"/>
                <a:gd name="T7" fmla="*/ 14 h 73"/>
                <a:gd name="T8" fmla="*/ 14 w 104"/>
                <a:gd name="T9" fmla="*/ 25 h 73"/>
                <a:gd name="T10" fmla="*/ 14 w 104"/>
                <a:gd name="T11" fmla="*/ 37 h 73"/>
                <a:gd name="T12" fmla="*/ 11 w 104"/>
                <a:gd name="T13" fmla="*/ 39 h 73"/>
                <a:gd name="T14" fmla="*/ 9 w 104"/>
                <a:gd name="T15" fmla="*/ 40 h 73"/>
                <a:gd name="T16" fmla="*/ 7 w 104"/>
                <a:gd name="T17" fmla="*/ 43 h 73"/>
                <a:gd name="T18" fmla="*/ 0 w 104"/>
                <a:gd name="T19" fmla="*/ 48 h 73"/>
                <a:gd name="T20" fmla="*/ 0 w 104"/>
                <a:gd name="T21" fmla="*/ 55 h 73"/>
                <a:gd name="T22" fmla="*/ 1 w 104"/>
                <a:gd name="T23" fmla="*/ 59 h 73"/>
                <a:gd name="T24" fmla="*/ 4 w 104"/>
                <a:gd name="T25" fmla="*/ 62 h 73"/>
                <a:gd name="T26" fmla="*/ 14 w 104"/>
                <a:gd name="T27" fmla="*/ 72 h 73"/>
                <a:gd name="T28" fmla="*/ 29 w 104"/>
                <a:gd name="T29" fmla="*/ 72 h 73"/>
                <a:gd name="T30" fmla="*/ 37 w 104"/>
                <a:gd name="T31" fmla="*/ 69 h 73"/>
                <a:gd name="T32" fmla="*/ 39 w 104"/>
                <a:gd name="T33" fmla="*/ 61 h 73"/>
                <a:gd name="T34" fmla="*/ 41 w 104"/>
                <a:gd name="T35" fmla="*/ 58 h 73"/>
                <a:gd name="T36" fmla="*/ 42 w 104"/>
                <a:gd name="T37" fmla="*/ 57 h 73"/>
                <a:gd name="T38" fmla="*/ 43 w 104"/>
                <a:gd name="T39" fmla="*/ 55 h 73"/>
                <a:gd name="T40" fmla="*/ 53 w 104"/>
                <a:gd name="T41" fmla="*/ 53 h 73"/>
                <a:gd name="T42" fmla="*/ 60 w 104"/>
                <a:gd name="T43" fmla="*/ 53 h 73"/>
                <a:gd name="T44" fmla="*/ 62 w 104"/>
                <a:gd name="T45" fmla="*/ 50 h 73"/>
                <a:gd name="T46" fmla="*/ 65 w 104"/>
                <a:gd name="T47" fmla="*/ 48 h 73"/>
                <a:gd name="T48" fmla="*/ 68 w 104"/>
                <a:gd name="T49" fmla="*/ 48 h 73"/>
                <a:gd name="T50" fmla="*/ 71 w 104"/>
                <a:gd name="T51" fmla="*/ 47 h 73"/>
                <a:gd name="T52" fmla="*/ 78 w 104"/>
                <a:gd name="T53" fmla="*/ 40 h 73"/>
                <a:gd name="T54" fmla="*/ 84 w 104"/>
                <a:gd name="T55" fmla="*/ 39 h 73"/>
                <a:gd name="T56" fmla="*/ 87 w 104"/>
                <a:gd name="T57" fmla="*/ 39 h 73"/>
                <a:gd name="T58" fmla="*/ 90 w 104"/>
                <a:gd name="T59" fmla="*/ 38 h 73"/>
                <a:gd name="T60" fmla="*/ 93 w 104"/>
                <a:gd name="T61" fmla="*/ 34 h 73"/>
                <a:gd name="T62" fmla="*/ 97 w 104"/>
                <a:gd name="T63" fmla="*/ 31 h 73"/>
                <a:gd name="T64" fmla="*/ 95 w 104"/>
                <a:gd name="T65" fmla="*/ 27 h 73"/>
                <a:gd name="T66" fmla="*/ 95 w 104"/>
                <a:gd name="T67" fmla="*/ 19 h 73"/>
                <a:gd name="T68" fmla="*/ 99 w 104"/>
                <a:gd name="T69" fmla="*/ 13 h 73"/>
                <a:gd name="T70" fmla="*/ 103 w 104"/>
                <a:gd name="T71" fmla="*/ 11 h 73"/>
                <a:gd name="T72" fmla="*/ 104 w 104"/>
                <a:gd name="T73" fmla="*/ 6 h 73"/>
                <a:gd name="T74" fmla="*/ 104 w 104"/>
                <a:gd name="T75" fmla="*/ 4 h 73"/>
                <a:gd name="T76" fmla="*/ 103 w 104"/>
                <a:gd name="T77" fmla="*/ 1 h 73"/>
                <a:gd name="T78" fmla="*/ 97 w 104"/>
                <a:gd name="T79" fmla="*/ 1 h 73"/>
                <a:gd name="T80" fmla="*/ 85 w 104"/>
                <a:gd name="T81" fmla="*/ 0 h 73"/>
                <a:gd name="T82" fmla="*/ 5 w 104"/>
                <a:gd name="T83" fmla="*/ 6 h 73"/>
                <a:gd name="T84" fmla="*/ 5 w 104"/>
                <a:gd name="T85" fmla="*/ 6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4" h="73">
                  <a:moveTo>
                    <a:pt x="5" y="6"/>
                  </a:moveTo>
                  <a:cubicBezTo>
                    <a:pt x="5" y="7"/>
                    <a:pt x="5" y="8"/>
                    <a:pt x="5" y="10"/>
                  </a:cubicBezTo>
                  <a:cubicBezTo>
                    <a:pt x="5" y="11"/>
                    <a:pt x="5" y="11"/>
                    <a:pt x="6" y="11"/>
                  </a:cubicBezTo>
                  <a:cubicBezTo>
                    <a:pt x="8" y="12"/>
                    <a:pt x="9" y="13"/>
                    <a:pt x="10" y="14"/>
                  </a:cubicBezTo>
                  <a:cubicBezTo>
                    <a:pt x="14" y="17"/>
                    <a:pt x="14" y="20"/>
                    <a:pt x="14" y="25"/>
                  </a:cubicBezTo>
                  <a:cubicBezTo>
                    <a:pt x="14" y="29"/>
                    <a:pt x="15" y="33"/>
                    <a:pt x="14" y="37"/>
                  </a:cubicBezTo>
                  <a:cubicBezTo>
                    <a:pt x="13" y="38"/>
                    <a:pt x="12" y="39"/>
                    <a:pt x="11" y="39"/>
                  </a:cubicBezTo>
                  <a:cubicBezTo>
                    <a:pt x="10" y="39"/>
                    <a:pt x="10" y="39"/>
                    <a:pt x="9" y="40"/>
                  </a:cubicBezTo>
                  <a:cubicBezTo>
                    <a:pt x="9" y="41"/>
                    <a:pt x="8" y="42"/>
                    <a:pt x="7" y="43"/>
                  </a:cubicBezTo>
                  <a:cubicBezTo>
                    <a:pt x="6" y="45"/>
                    <a:pt x="3" y="48"/>
                    <a:pt x="0" y="48"/>
                  </a:cubicBezTo>
                  <a:cubicBezTo>
                    <a:pt x="0" y="51"/>
                    <a:pt x="0" y="53"/>
                    <a:pt x="0" y="55"/>
                  </a:cubicBezTo>
                  <a:cubicBezTo>
                    <a:pt x="0" y="57"/>
                    <a:pt x="0" y="58"/>
                    <a:pt x="1" y="59"/>
                  </a:cubicBezTo>
                  <a:cubicBezTo>
                    <a:pt x="2" y="60"/>
                    <a:pt x="3" y="61"/>
                    <a:pt x="4" y="62"/>
                  </a:cubicBezTo>
                  <a:cubicBezTo>
                    <a:pt x="8" y="65"/>
                    <a:pt x="11" y="69"/>
                    <a:pt x="14" y="72"/>
                  </a:cubicBezTo>
                  <a:cubicBezTo>
                    <a:pt x="19" y="72"/>
                    <a:pt x="24" y="72"/>
                    <a:pt x="29" y="72"/>
                  </a:cubicBezTo>
                  <a:cubicBezTo>
                    <a:pt x="32" y="72"/>
                    <a:pt x="37" y="73"/>
                    <a:pt x="37" y="69"/>
                  </a:cubicBezTo>
                  <a:cubicBezTo>
                    <a:pt x="38" y="66"/>
                    <a:pt x="38" y="63"/>
                    <a:pt x="39" y="61"/>
                  </a:cubicBezTo>
                  <a:cubicBezTo>
                    <a:pt x="39" y="60"/>
                    <a:pt x="40" y="58"/>
                    <a:pt x="41" y="58"/>
                  </a:cubicBezTo>
                  <a:cubicBezTo>
                    <a:pt x="42" y="58"/>
                    <a:pt x="42" y="58"/>
                    <a:pt x="42" y="57"/>
                  </a:cubicBezTo>
                  <a:cubicBezTo>
                    <a:pt x="43" y="56"/>
                    <a:pt x="43" y="56"/>
                    <a:pt x="43" y="55"/>
                  </a:cubicBezTo>
                  <a:cubicBezTo>
                    <a:pt x="44" y="52"/>
                    <a:pt x="50" y="53"/>
                    <a:pt x="53" y="53"/>
                  </a:cubicBezTo>
                  <a:cubicBezTo>
                    <a:pt x="55" y="53"/>
                    <a:pt x="58" y="53"/>
                    <a:pt x="60" y="53"/>
                  </a:cubicBezTo>
                  <a:cubicBezTo>
                    <a:pt x="62" y="53"/>
                    <a:pt x="61" y="51"/>
                    <a:pt x="62" y="50"/>
                  </a:cubicBezTo>
                  <a:cubicBezTo>
                    <a:pt x="63" y="49"/>
                    <a:pt x="64" y="48"/>
                    <a:pt x="65" y="48"/>
                  </a:cubicBezTo>
                  <a:cubicBezTo>
                    <a:pt x="66" y="48"/>
                    <a:pt x="67" y="48"/>
                    <a:pt x="68" y="48"/>
                  </a:cubicBezTo>
                  <a:cubicBezTo>
                    <a:pt x="70" y="48"/>
                    <a:pt x="71" y="49"/>
                    <a:pt x="71" y="47"/>
                  </a:cubicBezTo>
                  <a:cubicBezTo>
                    <a:pt x="73" y="44"/>
                    <a:pt x="75" y="41"/>
                    <a:pt x="78" y="40"/>
                  </a:cubicBezTo>
                  <a:cubicBezTo>
                    <a:pt x="80" y="39"/>
                    <a:pt x="82" y="39"/>
                    <a:pt x="84" y="39"/>
                  </a:cubicBezTo>
                  <a:cubicBezTo>
                    <a:pt x="85" y="39"/>
                    <a:pt x="86" y="39"/>
                    <a:pt x="87" y="39"/>
                  </a:cubicBezTo>
                  <a:cubicBezTo>
                    <a:pt x="89" y="39"/>
                    <a:pt x="89" y="39"/>
                    <a:pt x="90" y="38"/>
                  </a:cubicBezTo>
                  <a:cubicBezTo>
                    <a:pt x="90" y="36"/>
                    <a:pt x="91" y="34"/>
                    <a:pt x="93" y="34"/>
                  </a:cubicBezTo>
                  <a:cubicBezTo>
                    <a:pt x="95" y="34"/>
                    <a:pt x="98" y="34"/>
                    <a:pt x="97" y="31"/>
                  </a:cubicBezTo>
                  <a:cubicBezTo>
                    <a:pt x="96" y="30"/>
                    <a:pt x="95" y="29"/>
                    <a:pt x="95" y="27"/>
                  </a:cubicBezTo>
                  <a:cubicBezTo>
                    <a:pt x="94" y="25"/>
                    <a:pt x="94" y="21"/>
                    <a:pt x="95" y="19"/>
                  </a:cubicBezTo>
                  <a:cubicBezTo>
                    <a:pt x="96" y="17"/>
                    <a:pt x="97" y="14"/>
                    <a:pt x="99" y="13"/>
                  </a:cubicBezTo>
                  <a:cubicBezTo>
                    <a:pt x="100" y="12"/>
                    <a:pt x="101" y="11"/>
                    <a:pt x="103" y="11"/>
                  </a:cubicBezTo>
                  <a:cubicBezTo>
                    <a:pt x="104" y="10"/>
                    <a:pt x="104" y="8"/>
                    <a:pt x="104" y="6"/>
                  </a:cubicBezTo>
                  <a:cubicBezTo>
                    <a:pt x="104" y="5"/>
                    <a:pt x="104" y="4"/>
                    <a:pt x="104" y="4"/>
                  </a:cubicBezTo>
                  <a:cubicBezTo>
                    <a:pt x="104" y="2"/>
                    <a:pt x="104" y="1"/>
                    <a:pt x="103" y="1"/>
                  </a:cubicBezTo>
                  <a:cubicBezTo>
                    <a:pt x="101" y="1"/>
                    <a:pt x="99" y="1"/>
                    <a:pt x="97" y="1"/>
                  </a:cubicBezTo>
                  <a:cubicBezTo>
                    <a:pt x="93" y="1"/>
                    <a:pt x="89" y="0"/>
                    <a:pt x="85" y="0"/>
                  </a:cubicBezTo>
                  <a:cubicBezTo>
                    <a:pt x="58" y="0"/>
                    <a:pt x="32" y="6"/>
                    <a:pt x="5" y="6"/>
                  </a:cubicBezTo>
                  <a:cubicBezTo>
                    <a:pt x="5" y="8"/>
                    <a:pt x="39" y="5"/>
                    <a:pt x="5" y="6"/>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汉仪雅酷黑简" panose="00020600040101010101" charset="-122"/>
              </a:endParaRPr>
            </a:p>
          </p:txBody>
        </p:sp>
        <p:sp>
          <p:nvSpPr>
            <p:cNvPr id="34" name="Freeform 20"/>
            <p:cNvSpPr/>
            <p:nvPr/>
          </p:nvSpPr>
          <p:spPr bwMode="auto">
            <a:xfrm>
              <a:off x="6265333" y="2313515"/>
              <a:ext cx="1202597" cy="2333508"/>
            </a:xfrm>
            <a:custGeom>
              <a:avLst/>
              <a:gdLst>
                <a:gd name="T0" fmla="*/ 382 w 411"/>
                <a:gd name="T1" fmla="*/ 360 h 798"/>
                <a:gd name="T2" fmla="*/ 358 w 411"/>
                <a:gd name="T3" fmla="*/ 312 h 798"/>
                <a:gd name="T4" fmla="*/ 321 w 411"/>
                <a:gd name="T5" fmla="*/ 256 h 798"/>
                <a:gd name="T6" fmla="*/ 325 w 411"/>
                <a:gd name="T7" fmla="*/ 240 h 798"/>
                <a:gd name="T8" fmla="*/ 352 w 411"/>
                <a:gd name="T9" fmla="*/ 276 h 798"/>
                <a:gd name="T10" fmla="*/ 368 w 411"/>
                <a:gd name="T11" fmla="*/ 308 h 798"/>
                <a:gd name="T12" fmla="*/ 386 w 411"/>
                <a:gd name="T13" fmla="*/ 343 h 798"/>
                <a:gd name="T14" fmla="*/ 384 w 411"/>
                <a:gd name="T15" fmla="*/ 273 h 798"/>
                <a:gd name="T16" fmla="*/ 367 w 411"/>
                <a:gd name="T17" fmla="*/ 240 h 798"/>
                <a:gd name="T18" fmla="*/ 353 w 411"/>
                <a:gd name="T19" fmla="*/ 215 h 798"/>
                <a:gd name="T20" fmla="*/ 335 w 411"/>
                <a:gd name="T21" fmla="*/ 184 h 798"/>
                <a:gd name="T22" fmla="*/ 305 w 411"/>
                <a:gd name="T23" fmla="*/ 147 h 798"/>
                <a:gd name="T24" fmla="*/ 229 w 411"/>
                <a:gd name="T25" fmla="*/ 76 h 798"/>
                <a:gd name="T26" fmla="*/ 189 w 411"/>
                <a:gd name="T27" fmla="*/ 44 h 798"/>
                <a:gd name="T28" fmla="*/ 114 w 411"/>
                <a:gd name="T29" fmla="*/ 5 h 798"/>
                <a:gd name="T30" fmla="*/ 118 w 411"/>
                <a:gd name="T31" fmla="*/ 38 h 798"/>
                <a:gd name="T32" fmla="*/ 112 w 411"/>
                <a:gd name="T33" fmla="*/ 56 h 798"/>
                <a:gd name="T34" fmla="*/ 76 w 411"/>
                <a:gd name="T35" fmla="*/ 74 h 798"/>
                <a:gd name="T36" fmla="*/ 125 w 411"/>
                <a:gd name="T37" fmla="*/ 127 h 798"/>
                <a:gd name="T38" fmla="*/ 154 w 411"/>
                <a:gd name="T39" fmla="*/ 135 h 798"/>
                <a:gd name="T40" fmla="*/ 189 w 411"/>
                <a:gd name="T41" fmla="*/ 166 h 798"/>
                <a:gd name="T42" fmla="*/ 146 w 411"/>
                <a:gd name="T43" fmla="*/ 109 h 798"/>
                <a:gd name="T44" fmla="*/ 179 w 411"/>
                <a:gd name="T45" fmla="*/ 122 h 798"/>
                <a:gd name="T46" fmla="*/ 215 w 411"/>
                <a:gd name="T47" fmla="*/ 152 h 798"/>
                <a:gd name="T48" fmla="*/ 212 w 411"/>
                <a:gd name="T49" fmla="*/ 113 h 798"/>
                <a:gd name="T50" fmla="*/ 246 w 411"/>
                <a:gd name="T51" fmla="*/ 118 h 798"/>
                <a:gd name="T52" fmla="*/ 252 w 411"/>
                <a:gd name="T53" fmla="*/ 136 h 798"/>
                <a:gd name="T54" fmla="*/ 259 w 411"/>
                <a:gd name="T55" fmla="*/ 169 h 798"/>
                <a:gd name="T56" fmla="*/ 289 w 411"/>
                <a:gd name="T57" fmla="*/ 188 h 798"/>
                <a:gd name="T58" fmla="*/ 266 w 411"/>
                <a:gd name="T59" fmla="*/ 212 h 798"/>
                <a:gd name="T60" fmla="*/ 202 w 411"/>
                <a:gd name="T61" fmla="*/ 198 h 798"/>
                <a:gd name="T62" fmla="*/ 174 w 411"/>
                <a:gd name="T63" fmla="*/ 171 h 798"/>
                <a:gd name="T64" fmla="*/ 85 w 411"/>
                <a:gd name="T65" fmla="*/ 179 h 798"/>
                <a:gd name="T66" fmla="*/ 56 w 411"/>
                <a:gd name="T67" fmla="*/ 208 h 798"/>
                <a:gd name="T68" fmla="*/ 26 w 411"/>
                <a:gd name="T69" fmla="*/ 238 h 798"/>
                <a:gd name="T70" fmla="*/ 3 w 411"/>
                <a:gd name="T71" fmla="*/ 290 h 798"/>
                <a:gd name="T72" fmla="*/ 12 w 411"/>
                <a:gd name="T73" fmla="*/ 321 h 798"/>
                <a:gd name="T74" fmla="*/ 12 w 411"/>
                <a:gd name="T75" fmla="*/ 366 h 798"/>
                <a:gd name="T76" fmla="*/ 61 w 411"/>
                <a:gd name="T77" fmla="*/ 423 h 798"/>
                <a:gd name="T78" fmla="*/ 90 w 411"/>
                <a:gd name="T79" fmla="*/ 448 h 798"/>
                <a:gd name="T80" fmla="*/ 119 w 411"/>
                <a:gd name="T81" fmla="*/ 443 h 798"/>
                <a:gd name="T82" fmla="*/ 152 w 411"/>
                <a:gd name="T83" fmla="*/ 435 h 798"/>
                <a:gd name="T84" fmla="*/ 212 w 411"/>
                <a:gd name="T85" fmla="*/ 448 h 798"/>
                <a:gd name="T86" fmla="*/ 226 w 411"/>
                <a:gd name="T87" fmla="*/ 497 h 798"/>
                <a:gd name="T88" fmla="*/ 250 w 411"/>
                <a:gd name="T89" fmla="*/ 540 h 798"/>
                <a:gd name="T90" fmla="*/ 255 w 411"/>
                <a:gd name="T91" fmla="*/ 587 h 798"/>
                <a:gd name="T92" fmla="*/ 235 w 411"/>
                <a:gd name="T93" fmla="*/ 632 h 798"/>
                <a:gd name="T94" fmla="*/ 231 w 411"/>
                <a:gd name="T95" fmla="*/ 689 h 798"/>
                <a:gd name="T96" fmla="*/ 239 w 411"/>
                <a:gd name="T97" fmla="*/ 761 h 798"/>
                <a:gd name="T98" fmla="*/ 247 w 411"/>
                <a:gd name="T99" fmla="*/ 791 h 798"/>
                <a:gd name="T100" fmla="*/ 317 w 411"/>
                <a:gd name="T101" fmla="*/ 754 h 798"/>
                <a:gd name="T102" fmla="*/ 321 w 411"/>
                <a:gd name="T103" fmla="*/ 719 h 798"/>
                <a:gd name="T104" fmla="*/ 350 w 411"/>
                <a:gd name="T105" fmla="*/ 666 h 798"/>
                <a:gd name="T106" fmla="*/ 382 w 411"/>
                <a:gd name="T107" fmla="*/ 617 h 798"/>
                <a:gd name="T108" fmla="*/ 396 w 411"/>
                <a:gd name="T109" fmla="*/ 514 h 798"/>
                <a:gd name="T110" fmla="*/ 403 w 411"/>
                <a:gd name="T111" fmla="*/ 458 h 798"/>
                <a:gd name="T112" fmla="*/ 396 w 411"/>
                <a:gd name="T113" fmla="*/ 391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11" h="798">
                  <a:moveTo>
                    <a:pt x="396" y="391"/>
                  </a:moveTo>
                  <a:cubicBezTo>
                    <a:pt x="396" y="388"/>
                    <a:pt x="396" y="385"/>
                    <a:pt x="396" y="382"/>
                  </a:cubicBezTo>
                  <a:cubicBezTo>
                    <a:pt x="396" y="380"/>
                    <a:pt x="396" y="379"/>
                    <a:pt x="396" y="377"/>
                  </a:cubicBezTo>
                  <a:cubicBezTo>
                    <a:pt x="395" y="377"/>
                    <a:pt x="394" y="377"/>
                    <a:pt x="393" y="376"/>
                  </a:cubicBezTo>
                  <a:cubicBezTo>
                    <a:pt x="391" y="376"/>
                    <a:pt x="391" y="374"/>
                    <a:pt x="391" y="372"/>
                  </a:cubicBezTo>
                  <a:cubicBezTo>
                    <a:pt x="391" y="370"/>
                    <a:pt x="390" y="368"/>
                    <a:pt x="389" y="367"/>
                  </a:cubicBezTo>
                  <a:cubicBezTo>
                    <a:pt x="388" y="366"/>
                    <a:pt x="387" y="363"/>
                    <a:pt x="386" y="363"/>
                  </a:cubicBezTo>
                  <a:cubicBezTo>
                    <a:pt x="384" y="363"/>
                    <a:pt x="382" y="362"/>
                    <a:pt x="382" y="360"/>
                  </a:cubicBezTo>
                  <a:cubicBezTo>
                    <a:pt x="381" y="359"/>
                    <a:pt x="383" y="353"/>
                    <a:pt x="381" y="353"/>
                  </a:cubicBezTo>
                  <a:cubicBezTo>
                    <a:pt x="379" y="353"/>
                    <a:pt x="377" y="353"/>
                    <a:pt x="377" y="351"/>
                  </a:cubicBezTo>
                  <a:cubicBezTo>
                    <a:pt x="377" y="350"/>
                    <a:pt x="377" y="349"/>
                    <a:pt x="377" y="348"/>
                  </a:cubicBezTo>
                  <a:cubicBezTo>
                    <a:pt x="376" y="347"/>
                    <a:pt x="376" y="347"/>
                    <a:pt x="376" y="346"/>
                  </a:cubicBezTo>
                  <a:cubicBezTo>
                    <a:pt x="375" y="345"/>
                    <a:pt x="374" y="344"/>
                    <a:pt x="373" y="343"/>
                  </a:cubicBezTo>
                  <a:cubicBezTo>
                    <a:pt x="371" y="340"/>
                    <a:pt x="369" y="338"/>
                    <a:pt x="367" y="336"/>
                  </a:cubicBezTo>
                  <a:cubicBezTo>
                    <a:pt x="362" y="330"/>
                    <a:pt x="361" y="323"/>
                    <a:pt x="363" y="316"/>
                  </a:cubicBezTo>
                  <a:cubicBezTo>
                    <a:pt x="360" y="315"/>
                    <a:pt x="358" y="315"/>
                    <a:pt x="358" y="312"/>
                  </a:cubicBezTo>
                  <a:cubicBezTo>
                    <a:pt x="358" y="309"/>
                    <a:pt x="356" y="306"/>
                    <a:pt x="354" y="304"/>
                  </a:cubicBezTo>
                  <a:cubicBezTo>
                    <a:pt x="352" y="302"/>
                    <a:pt x="350" y="300"/>
                    <a:pt x="349" y="298"/>
                  </a:cubicBezTo>
                  <a:cubicBezTo>
                    <a:pt x="348" y="295"/>
                    <a:pt x="343" y="297"/>
                    <a:pt x="344" y="293"/>
                  </a:cubicBezTo>
                  <a:cubicBezTo>
                    <a:pt x="344" y="291"/>
                    <a:pt x="344" y="289"/>
                    <a:pt x="344" y="287"/>
                  </a:cubicBezTo>
                  <a:cubicBezTo>
                    <a:pt x="343" y="287"/>
                    <a:pt x="341" y="287"/>
                    <a:pt x="340" y="286"/>
                  </a:cubicBezTo>
                  <a:cubicBezTo>
                    <a:pt x="339" y="286"/>
                    <a:pt x="339" y="284"/>
                    <a:pt x="339" y="283"/>
                  </a:cubicBezTo>
                  <a:cubicBezTo>
                    <a:pt x="338" y="281"/>
                    <a:pt x="336" y="279"/>
                    <a:pt x="335" y="278"/>
                  </a:cubicBezTo>
                  <a:cubicBezTo>
                    <a:pt x="330" y="271"/>
                    <a:pt x="325" y="263"/>
                    <a:pt x="321" y="256"/>
                  </a:cubicBezTo>
                  <a:cubicBezTo>
                    <a:pt x="316" y="249"/>
                    <a:pt x="312" y="243"/>
                    <a:pt x="306" y="236"/>
                  </a:cubicBezTo>
                  <a:cubicBezTo>
                    <a:pt x="305" y="234"/>
                    <a:pt x="299" y="230"/>
                    <a:pt x="303" y="228"/>
                  </a:cubicBezTo>
                  <a:cubicBezTo>
                    <a:pt x="305" y="226"/>
                    <a:pt x="307" y="229"/>
                    <a:pt x="308" y="231"/>
                  </a:cubicBezTo>
                  <a:cubicBezTo>
                    <a:pt x="309" y="232"/>
                    <a:pt x="310" y="233"/>
                    <a:pt x="310" y="234"/>
                  </a:cubicBezTo>
                  <a:cubicBezTo>
                    <a:pt x="311" y="235"/>
                    <a:pt x="310" y="235"/>
                    <a:pt x="312" y="235"/>
                  </a:cubicBezTo>
                  <a:cubicBezTo>
                    <a:pt x="313" y="235"/>
                    <a:pt x="314" y="235"/>
                    <a:pt x="316" y="235"/>
                  </a:cubicBezTo>
                  <a:cubicBezTo>
                    <a:pt x="316" y="233"/>
                    <a:pt x="318" y="231"/>
                    <a:pt x="320" y="233"/>
                  </a:cubicBezTo>
                  <a:cubicBezTo>
                    <a:pt x="322" y="235"/>
                    <a:pt x="324" y="238"/>
                    <a:pt x="325" y="240"/>
                  </a:cubicBezTo>
                  <a:cubicBezTo>
                    <a:pt x="328" y="240"/>
                    <a:pt x="330" y="241"/>
                    <a:pt x="330" y="245"/>
                  </a:cubicBezTo>
                  <a:cubicBezTo>
                    <a:pt x="332" y="245"/>
                    <a:pt x="335" y="246"/>
                    <a:pt x="335" y="249"/>
                  </a:cubicBezTo>
                  <a:cubicBezTo>
                    <a:pt x="334" y="251"/>
                    <a:pt x="334" y="253"/>
                    <a:pt x="334" y="256"/>
                  </a:cubicBezTo>
                  <a:cubicBezTo>
                    <a:pt x="334" y="257"/>
                    <a:pt x="334" y="258"/>
                    <a:pt x="334" y="259"/>
                  </a:cubicBezTo>
                  <a:cubicBezTo>
                    <a:pt x="335" y="259"/>
                    <a:pt x="336" y="259"/>
                    <a:pt x="336" y="259"/>
                  </a:cubicBezTo>
                  <a:cubicBezTo>
                    <a:pt x="340" y="260"/>
                    <a:pt x="339" y="263"/>
                    <a:pt x="339" y="266"/>
                  </a:cubicBezTo>
                  <a:cubicBezTo>
                    <a:pt x="340" y="270"/>
                    <a:pt x="344" y="268"/>
                    <a:pt x="346" y="269"/>
                  </a:cubicBezTo>
                  <a:cubicBezTo>
                    <a:pt x="349" y="271"/>
                    <a:pt x="351" y="273"/>
                    <a:pt x="352" y="276"/>
                  </a:cubicBezTo>
                  <a:cubicBezTo>
                    <a:pt x="353" y="278"/>
                    <a:pt x="353" y="279"/>
                    <a:pt x="353" y="281"/>
                  </a:cubicBezTo>
                  <a:cubicBezTo>
                    <a:pt x="353" y="283"/>
                    <a:pt x="355" y="283"/>
                    <a:pt x="357" y="283"/>
                  </a:cubicBezTo>
                  <a:cubicBezTo>
                    <a:pt x="360" y="285"/>
                    <a:pt x="357" y="292"/>
                    <a:pt x="359" y="292"/>
                  </a:cubicBezTo>
                  <a:cubicBezTo>
                    <a:pt x="363" y="293"/>
                    <a:pt x="363" y="294"/>
                    <a:pt x="363" y="298"/>
                  </a:cubicBezTo>
                  <a:cubicBezTo>
                    <a:pt x="363" y="299"/>
                    <a:pt x="363" y="300"/>
                    <a:pt x="363" y="300"/>
                  </a:cubicBezTo>
                  <a:cubicBezTo>
                    <a:pt x="363" y="302"/>
                    <a:pt x="363" y="301"/>
                    <a:pt x="364" y="302"/>
                  </a:cubicBezTo>
                  <a:cubicBezTo>
                    <a:pt x="365" y="302"/>
                    <a:pt x="367" y="302"/>
                    <a:pt x="367" y="303"/>
                  </a:cubicBezTo>
                  <a:cubicBezTo>
                    <a:pt x="368" y="305"/>
                    <a:pt x="367" y="306"/>
                    <a:pt x="368" y="308"/>
                  </a:cubicBezTo>
                  <a:cubicBezTo>
                    <a:pt x="368" y="309"/>
                    <a:pt x="369" y="310"/>
                    <a:pt x="370" y="312"/>
                  </a:cubicBezTo>
                  <a:cubicBezTo>
                    <a:pt x="371" y="313"/>
                    <a:pt x="371" y="314"/>
                    <a:pt x="372" y="315"/>
                  </a:cubicBezTo>
                  <a:cubicBezTo>
                    <a:pt x="372" y="316"/>
                    <a:pt x="374" y="316"/>
                    <a:pt x="375" y="316"/>
                  </a:cubicBezTo>
                  <a:cubicBezTo>
                    <a:pt x="378" y="318"/>
                    <a:pt x="375" y="325"/>
                    <a:pt x="378" y="325"/>
                  </a:cubicBezTo>
                  <a:cubicBezTo>
                    <a:pt x="382" y="326"/>
                    <a:pt x="382" y="327"/>
                    <a:pt x="382" y="331"/>
                  </a:cubicBezTo>
                  <a:cubicBezTo>
                    <a:pt x="382" y="333"/>
                    <a:pt x="382" y="336"/>
                    <a:pt x="382" y="338"/>
                  </a:cubicBezTo>
                  <a:cubicBezTo>
                    <a:pt x="382" y="340"/>
                    <a:pt x="383" y="339"/>
                    <a:pt x="385" y="340"/>
                  </a:cubicBezTo>
                  <a:cubicBezTo>
                    <a:pt x="386" y="340"/>
                    <a:pt x="387" y="342"/>
                    <a:pt x="386" y="343"/>
                  </a:cubicBezTo>
                  <a:cubicBezTo>
                    <a:pt x="386" y="345"/>
                    <a:pt x="387" y="346"/>
                    <a:pt x="388" y="348"/>
                  </a:cubicBezTo>
                  <a:cubicBezTo>
                    <a:pt x="390" y="350"/>
                    <a:pt x="393" y="352"/>
                    <a:pt x="396" y="353"/>
                  </a:cubicBezTo>
                  <a:cubicBezTo>
                    <a:pt x="392" y="340"/>
                    <a:pt x="388" y="327"/>
                    <a:pt x="386" y="314"/>
                  </a:cubicBezTo>
                  <a:cubicBezTo>
                    <a:pt x="385" y="307"/>
                    <a:pt x="384" y="300"/>
                    <a:pt x="384" y="293"/>
                  </a:cubicBezTo>
                  <a:cubicBezTo>
                    <a:pt x="384" y="290"/>
                    <a:pt x="384" y="287"/>
                    <a:pt x="384" y="284"/>
                  </a:cubicBezTo>
                  <a:cubicBezTo>
                    <a:pt x="385" y="281"/>
                    <a:pt x="386" y="279"/>
                    <a:pt x="386" y="276"/>
                  </a:cubicBezTo>
                  <a:cubicBezTo>
                    <a:pt x="386" y="274"/>
                    <a:pt x="387" y="273"/>
                    <a:pt x="386" y="273"/>
                  </a:cubicBezTo>
                  <a:cubicBezTo>
                    <a:pt x="385" y="273"/>
                    <a:pt x="384" y="273"/>
                    <a:pt x="384" y="273"/>
                  </a:cubicBezTo>
                  <a:cubicBezTo>
                    <a:pt x="382" y="272"/>
                    <a:pt x="382" y="272"/>
                    <a:pt x="381" y="270"/>
                  </a:cubicBezTo>
                  <a:cubicBezTo>
                    <a:pt x="381" y="268"/>
                    <a:pt x="382" y="266"/>
                    <a:pt x="382" y="264"/>
                  </a:cubicBezTo>
                  <a:cubicBezTo>
                    <a:pt x="380" y="264"/>
                    <a:pt x="378" y="264"/>
                    <a:pt x="377" y="262"/>
                  </a:cubicBezTo>
                  <a:cubicBezTo>
                    <a:pt x="376" y="261"/>
                    <a:pt x="377" y="259"/>
                    <a:pt x="377" y="258"/>
                  </a:cubicBezTo>
                  <a:cubicBezTo>
                    <a:pt x="377" y="257"/>
                    <a:pt x="377" y="256"/>
                    <a:pt x="377" y="254"/>
                  </a:cubicBezTo>
                  <a:cubicBezTo>
                    <a:pt x="376" y="254"/>
                    <a:pt x="375" y="254"/>
                    <a:pt x="375" y="254"/>
                  </a:cubicBezTo>
                  <a:cubicBezTo>
                    <a:pt x="371" y="253"/>
                    <a:pt x="372" y="248"/>
                    <a:pt x="372" y="245"/>
                  </a:cubicBezTo>
                  <a:cubicBezTo>
                    <a:pt x="369" y="245"/>
                    <a:pt x="367" y="244"/>
                    <a:pt x="367" y="240"/>
                  </a:cubicBezTo>
                  <a:cubicBezTo>
                    <a:pt x="367" y="239"/>
                    <a:pt x="367" y="238"/>
                    <a:pt x="367" y="237"/>
                  </a:cubicBezTo>
                  <a:cubicBezTo>
                    <a:pt x="367" y="235"/>
                    <a:pt x="367" y="236"/>
                    <a:pt x="366" y="235"/>
                  </a:cubicBezTo>
                  <a:cubicBezTo>
                    <a:pt x="365" y="235"/>
                    <a:pt x="363" y="235"/>
                    <a:pt x="363" y="233"/>
                  </a:cubicBezTo>
                  <a:cubicBezTo>
                    <a:pt x="362" y="232"/>
                    <a:pt x="363" y="230"/>
                    <a:pt x="362" y="228"/>
                  </a:cubicBezTo>
                  <a:cubicBezTo>
                    <a:pt x="362" y="227"/>
                    <a:pt x="361" y="226"/>
                    <a:pt x="360" y="225"/>
                  </a:cubicBezTo>
                  <a:cubicBezTo>
                    <a:pt x="359" y="224"/>
                    <a:pt x="358" y="223"/>
                    <a:pt x="358" y="221"/>
                  </a:cubicBezTo>
                  <a:cubicBezTo>
                    <a:pt x="357" y="221"/>
                    <a:pt x="355" y="221"/>
                    <a:pt x="354" y="220"/>
                  </a:cubicBezTo>
                  <a:cubicBezTo>
                    <a:pt x="353" y="219"/>
                    <a:pt x="353" y="217"/>
                    <a:pt x="353" y="215"/>
                  </a:cubicBezTo>
                  <a:cubicBezTo>
                    <a:pt x="353" y="214"/>
                    <a:pt x="353" y="213"/>
                    <a:pt x="353" y="212"/>
                  </a:cubicBezTo>
                  <a:cubicBezTo>
                    <a:pt x="353" y="212"/>
                    <a:pt x="352" y="212"/>
                    <a:pt x="351" y="212"/>
                  </a:cubicBezTo>
                  <a:cubicBezTo>
                    <a:pt x="347" y="211"/>
                    <a:pt x="349" y="207"/>
                    <a:pt x="348" y="204"/>
                  </a:cubicBezTo>
                  <a:cubicBezTo>
                    <a:pt x="347" y="203"/>
                    <a:pt x="346" y="202"/>
                    <a:pt x="345" y="201"/>
                  </a:cubicBezTo>
                  <a:cubicBezTo>
                    <a:pt x="345" y="200"/>
                    <a:pt x="344" y="198"/>
                    <a:pt x="343" y="198"/>
                  </a:cubicBezTo>
                  <a:cubicBezTo>
                    <a:pt x="342" y="198"/>
                    <a:pt x="341" y="197"/>
                    <a:pt x="340" y="196"/>
                  </a:cubicBezTo>
                  <a:cubicBezTo>
                    <a:pt x="338" y="195"/>
                    <a:pt x="339" y="193"/>
                    <a:pt x="339" y="191"/>
                  </a:cubicBezTo>
                  <a:cubicBezTo>
                    <a:pt x="338" y="189"/>
                    <a:pt x="336" y="187"/>
                    <a:pt x="335" y="184"/>
                  </a:cubicBezTo>
                  <a:cubicBezTo>
                    <a:pt x="334" y="183"/>
                    <a:pt x="332" y="182"/>
                    <a:pt x="331" y="182"/>
                  </a:cubicBezTo>
                  <a:cubicBezTo>
                    <a:pt x="329" y="181"/>
                    <a:pt x="328" y="180"/>
                    <a:pt x="327" y="178"/>
                  </a:cubicBezTo>
                  <a:cubicBezTo>
                    <a:pt x="325" y="175"/>
                    <a:pt x="325" y="172"/>
                    <a:pt x="323" y="169"/>
                  </a:cubicBezTo>
                  <a:cubicBezTo>
                    <a:pt x="322" y="168"/>
                    <a:pt x="321" y="167"/>
                    <a:pt x="321" y="166"/>
                  </a:cubicBezTo>
                  <a:cubicBezTo>
                    <a:pt x="320" y="165"/>
                    <a:pt x="321" y="165"/>
                    <a:pt x="319" y="164"/>
                  </a:cubicBezTo>
                  <a:cubicBezTo>
                    <a:pt x="318" y="164"/>
                    <a:pt x="317" y="163"/>
                    <a:pt x="316" y="163"/>
                  </a:cubicBezTo>
                  <a:cubicBezTo>
                    <a:pt x="313" y="161"/>
                    <a:pt x="311" y="159"/>
                    <a:pt x="309" y="156"/>
                  </a:cubicBezTo>
                  <a:cubicBezTo>
                    <a:pt x="307" y="153"/>
                    <a:pt x="306" y="150"/>
                    <a:pt x="305" y="147"/>
                  </a:cubicBezTo>
                  <a:cubicBezTo>
                    <a:pt x="302" y="142"/>
                    <a:pt x="296" y="140"/>
                    <a:pt x="293" y="135"/>
                  </a:cubicBezTo>
                  <a:cubicBezTo>
                    <a:pt x="292" y="134"/>
                    <a:pt x="292" y="132"/>
                    <a:pt x="291" y="131"/>
                  </a:cubicBezTo>
                  <a:cubicBezTo>
                    <a:pt x="289" y="130"/>
                    <a:pt x="288" y="129"/>
                    <a:pt x="286" y="127"/>
                  </a:cubicBezTo>
                  <a:cubicBezTo>
                    <a:pt x="282" y="125"/>
                    <a:pt x="279" y="122"/>
                    <a:pt x="276" y="119"/>
                  </a:cubicBezTo>
                  <a:cubicBezTo>
                    <a:pt x="270" y="113"/>
                    <a:pt x="264" y="106"/>
                    <a:pt x="259" y="99"/>
                  </a:cubicBezTo>
                  <a:cubicBezTo>
                    <a:pt x="253" y="97"/>
                    <a:pt x="249" y="91"/>
                    <a:pt x="245" y="87"/>
                  </a:cubicBezTo>
                  <a:cubicBezTo>
                    <a:pt x="243" y="84"/>
                    <a:pt x="241" y="82"/>
                    <a:pt x="238" y="81"/>
                  </a:cubicBezTo>
                  <a:cubicBezTo>
                    <a:pt x="235" y="79"/>
                    <a:pt x="232" y="78"/>
                    <a:pt x="229" y="76"/>
                  </a:cubicBezTo>
                  <a:cubicBezTo>
                    <a:pt x="226" y="74"/>
                    <a:pt x="224" y="71"/>
                    <a:pt x="222" y="68"/>
                  </a:cubicBezTo>
                  <a:cubicBezTo>
                    <a:pt x="222" y="67"/>
                    <a:pt x="222" y="67"/>
                    <a:pt x="221" y="66"/>
                  </a:cubicBezTo>
                  <a:cubicBezTo>
                    <a:pt x="220" y="66"/>
                    <a:pt x="219" y="66"/>
                    <a:pt x="218" y="66"/>
                  </a:cubicBezTo>
                  <a:cubicBezTo>
                    <a:pt x="216" y="66"/>
                    <a:pt x="214" y="64"/>
                    <a:pt x="212" y="63"/>
                  </a:cubicBezTo>
                  <a:cubicBezTo>
                    <a:pt x="209" y="62"/>
                    <a:pt x="207" y="59"/>
                    <a:pt x="205" y="56"/>
                  </a:cubicBezTo>
                  <a:cubicBezTo>
                    <a:pt x="204" y="55"/>
                    <a:pt x="203" y="53"/>
                    <a:pt x="202" y="52"/>
                  </a:cubicBezTo>
                  <a:cubicBezTo>
                    <a:pt x="200" y="52"/>
                    <a:pt x="198" y="52"/>
                    <a:pt x="195" y="50"/>
                  </a:cubicBezTo>
                  <a:cubicBezTo>
                    <a:pt x="193" y="49"/>
                    <a:pt x="190" y="47"/>
                    <a:pt x="189" y="44"/>
                  </a:cubicBezTo>
                  <a:cubicBezTo>
                    <a:pt x="188" y="42"/>
                    <a:pt x="189" y="42"/>
                    <a:pt x="187" y="42"/>
                  </a:cubicBezTo>
                  <a:cubicBezTo>
                    <a:pt x="186" y="42"/>
                    <a:pt x="185" y="42"/>
                    <a:pt x="184" y="42"/>
                  </a:cubicBezTo>
                  <a:cubicBezTo>
                    <a:pt x="182" y="40"/>
                    <a:pt x="180" y="39"/>
                    <a:pt x="179" y="37"/>
                  </a:cubicBezTo>
                  <a:cubicBezTo>
                    <a:pt x="173" y="32"/>
                    <a:pt x="166" y="27"/>
                    <a:pt x="159" y="23"/>
                  </a:cubicBezTo>
                  <a:cubicBezTo>
                    <a:pt x="144" y="15"/>
                    <a:pt x="128" y="8"/>
                    <a:pt x="114" y="0"/>
                  </a:cubicBezTo>
                  <a:cubicBezTo>
                    <a:pt x="113" y="0"/>
                    <a:pt x="113" y="0"/>
                    <a:pt x="113" y="0"/>
                  </a:cubicBezTo>
                  <a:cubicBezTo>
                    <a:pt x="113" y="1"/>
                    <a:pt x="113" y="2"/>
                    <a:pt x="113" y="3"/>
                  </a:cubicBezTo>
                  <a:cubicBezTo>
                    <a:pt x="113" y="5"/>
                    <a:pt x="113" y="4"/>
                    <a:pt x="114" y="5"/>
                  </a:cubicBezTo>
                  <a:cubicBezTo>
                    <a:pt x="115" y="5"/>
                    <a:pt x="117" y="5"/>
                    <a:pt x="117" y="6"/>
                  </a:cubicBezTo>
                  <a:cubicBezTo>
                    <a:pt x="118" y="8"/>
                    <a:pt x="117" y="10"/>
                    <a:pt x="117" y="11"/>
                  </a:cubicBezTo>
                  <a:cubicBezTo>
                    <a:pt x="117" y="13"/>
                    <a:pt x="117" y="14"/>
                    <a:pt x="118" y="14"/>
                  </a:cubicBezTo>
                  <a:cubicBezTo>
                    <a:pt x="119" y="14"/>
                    <a:pt x="120" y="14"/>
                    <a:pt x="120" y="14"/>
                  </a:cubicBezTo>
                  <a:cubicBezTo>
                    <a:pt x="124" y="15"/>
                    <a:pt x="122" y="21"/>
                    <a:pt x="122" y="23"/>
                  </a:cubicBezTo>
                  <a:cubicBezTo>
                    <a:pt x="122" y="26"/>
                    <a:pt x="121" y="29"/>
                    <a:pt x="117" y="28"/>
                  </a:cubicBezTo>
                  <a:cubicBezTo>
                    <a:pt x="117" y="30"/>
                    <a:pt x="117" y="31"/>
                    <a:pt x="117" y="33"/>
                  </a:cubicBezTo>
                  <a:cubicBezTo>
                    <a:pt x="117" y="34"/>
                    <a:pt x="117" y="37"/>
                    <a:pt x="118" y="38"/>
                  </a:cubicBezTo>
                  <a:cubicBezTo>
                    <a:pt x="121" y="38"/>
                    <a:pt x="123" y="40"/>
                    <a:pt x="124" y="42"/>
                  </a:cubicBezTo>
                  <a:cubicBezTo>
                    <a:pt x="126" y="44"/>
                    <a:pt x="126" y="46"/>
                    <a:pt x="128" y="47"/>
                  </a:cubicBezTo>
                  <a:cubicBezTo>
                    <a:pt x="130" y="48"/>
                    <a:pt x="131" y="50"/>
                    <a:pt x="132" y="52"/>
                  </a:cubicBezTo>
                  <a:cubicBezTo>
                    <a:pt x="132" y="53"/>
                    <a:pt x="132" y="54"/>
                    <a:pt x="132" y="55"/>
                  </a:cubicBezTo>
                  <a:cubicBezTo>
                    <a:pt x="132" y="57"/>
                    <a:pt x="130" y="56"/>
                    <a:pt x="129" y="57"/>
                  </a:cubicBezTo>
                  <a:cubicBezTo>
                    <a:pt x="128" y="57"/>
                    <a:pt x="126" y="58"/>
                    <a:pt x="125" y="59"/>
                  </a:cubicBezTo>
                  <a:cubicBezTo>
                    <a:pt x="123" y="60"/>
                    <a:pt x="123" y="57"/>
                    <a:pt x="122" y="56"/>
                  </a:cubicBezTo>
                  <a:cubicBezTo>
                    <a:pt x="119" y="56"/>
                    <a:pt x="115" y="56"/>
                    <a:pt x="112" y="56"/>
                  </a:cubicBezTo>
                  <a:cubicBezTo>
                    <a:pt x="110" y="56"/>
                    <a:pt x="108" y="56"/>
                    <a:pt x="108" y="57"/>
                  </a:cubicBezTo>
                  <a:cubicBezTo>
                    <a:pt x="108" y="58"/>
                    <a:pt x="108" y="59"/>
                    <a:pt x="107" y="60"/>
                  </a:cubicBezTo>
                  <a:cubicBezTo>
                    <a:pt x="106" y="62"/>
                    <a:pt x="102" y="61"/>
                    <a:pt x="100" y="61"/>
                  </a:cubicBezTo>
                  <a:cubicBezTo>
                    <a:pt x="98" y="61"/>
                    <a:pt x="97" y="61"/>
                    <a:pt x="95" y="61"/>
                  </a:cubicBezTo>
                  <a:cubicBezTo>
                    <a:pt x="93" y="61"/>
                    <a:pt x="94" y="62"/>
                    <a:pt x="93" y="63"/>
                  </a:cubicBezTo>
                  <a:cubicBezTo>
                    <a:pt x="91" y="65"/>
                    <a:pt x="89" y="66"/>
                    <a:pt x="87" y="66"/>
                  </a:cubicBezTo>
                  <a:cubicBezTo>
                    <a:pt x="84" y="66"/>
                    <a:pt x="82" y="66"/>
                    <a:pt x="80" y="68"/>
                  </a:cubicBezTo>
                  <a:cubicBezTo>
                    <a:pt x="78" y="69"/>
                    <a:pt x="77" y="72"/>
                    <a:pt x="76" y="74"/>
                  </a:cubicBezTo>
                  <a:cubicBezTo>
                    <a:pt x="75" y="76"/>
                    <a:pt x="74" y="78"/>
                    <a:pt x="72" y="80"/>
                  </a:cubicBezTo>
                  <a:cubicBezTo>
                    <a:pt x="71" y="82"/>
                    <a:pt x="68" y="83"/>
                    <a:pt x="66" y="85"/>
                  </a:cubicBezTo>
                  <a:cubicBezTo>
                    <a:pt x="71" y="94"/>
                    <a:pt x="80" y="102"/>
                    <a:pt x="88" y="110"/>
                  </a:cubicBezTo>
                  <a:cubicBezTo>
                    <a:pt x="96" y="119"/>
                    <a:pt x="102" y="129"/>
                    <a:pt x="103" y="141"/>
                  </a:cubicBezTo>
                  <a:cubicBezTo>
                    <a:pt x="107" y="140"/>
                    <a:pt x="108" y="137"/>
                    <a:pt x="108" y="134"/>
                  </a:cubicBezTo>
                  <a:cubicBezTo>
                    <a:pt x="108" y="130"/>
                    <a:pt x="108" y="126"/>
                    <a:pt x="113" y="127"/>
                  </a:cubicBezTo>
                  <a:cubicBezTo>
                    <a:pt x="116" y="127"/>
                    <a:pt x="118" y="127"/>
                    <a:pt x="121" y="127"/>
                  </a:cubicBezTo>
                  <a:cubicBezTo>
                    <a:pt x="122" y="127"/>
                    <a:pt x="123" y="127"/>
                    <a:pt x="125" y="127"/>
                  </a:cubicBezTo>
                  <a:cubicBezTo>
                    <a:pt x="126" y="127"/>
                    <a:pt x="127" y="127"/>
                    <a:pt x="127" y="126"/>
                  </a:cubicBezTo>
                  <a:cubicBezTo>
                    <a:pt x="128" y="124"/>
                    <a:pt x="130" y="123"/>
                    <a:pt x="133" y="122"/>
                  </a:cubicBezTo>
                  <a:cubicBezTo>
                    <a:pt x="135" y="122"/>
                    <a:pt x="138" y="123"/>
                    <a:pt x="140" y="125"/>
                  </a:cubicBezTo>
                  <a:cubicBezTo>
                    <a:pt x="140" y="125"/>
                    <a:pt x="141" y="126"/>
                    <a:pt x="141" y="126"/>
                  </a:cubicBezTo>
                  <a:cubicBezTo>
                    <a:pt x="141" y="127"/>
                    <a:pt x="142" y="127"/>
                    <a:pt x="143" y="127"/>
                  </a:cubicBezTo>
                  <a:cubicBezTo>
                    <a:pt x="146" y="127"/>
                    <a:pt x="148" y="127"/>
                    <a:pt x="150" y="129"/>
                  </a:cubicBezTo>
                  <a:cubicBezTo>
                    <a:pt x="151" y="130"/>
                    <a:pt x="152" y="131"/>
                    <a:pt x="153" y="133"/>
                  </a:cubicBezTo>
                  <a:cubicBezTo>
                    <a:pt x="154" y="134"/>
                    <a:pt x="154" y="134"/>
                    <a:pt x="154" y="135"/>
                  </a:cubicBezTo>
                  <a:cubicBezTo>
                    <a:pt x="155" y="137"/>
                    <a:pt x="156" y="136"/>
                    <a:pt x="158" y="136"/>
                  </a:cubicBezTo>
                  <a:cubicBezTo>
                    <a:pt x="161" y="136"/>
                    <a:pt x="166" y="136"/>
                    <a:pt x="165" y="141"/>
                  </a:cubicBezTo>
                  <a:cubicBezTo>
                    <a:pt x="168" y="141"/>
                    <a:pt x="172" y="141"/>
                    <a:pt x="174" y="144"/>
                  </a:cubicBezTo>
                  <a:cubicBezTo>
                    <a:pt x="176" y="146"/>
                    <a:pt x="179" y="149"/>
                    <a:pt x="179" y="152"/>
                  </a:cubicBezTo>
                  <a:cubicBezTo>
                    <a:pt x="179" y="156"/>
                    <a:pt x="179" y="160"/>
                    <a:pt x="179" y="165"/>
                  </a:cubicBezTo>
                  <a:cubicBezTo>
                    <a:pt x="182" y="165"/>
                    <a:pt x="184" y="166"/>
                    <a:pt x="184" y="169"/>
                  </a:cubicBezTo>
                  <a:cubicBezTo>
                    <a:pt x="185" y="169"/>
                    <a:pt x="187" y="169"/>
                    <a:pt x="188" y="169"/>
                  </a:cubicBezTo>
                  <a:cubicBezTo>
                    <a:pt x="188" y="168"/>
                    <a:pt x="189" y="167"/>
                    <a:pt x="189" y="166"/>
                  </a:cubicBezTo>
                  <a:cubicBezTo>
                    <a:pt x="190" y="164"/>
                    <a:pt x="192" y="162"/>
                    <a:pt x="193" y="160"/>
                  </a:cubicBezTo>
                  <a:cubicBezTo>
                    <a:pt x="193" y="156"/>
                    <a:pt x="193" y="152"/>
                    <a:pt x="193" y="148"/>
                  </a:cubicBezTo>
                  <a:cubicBezTo>
                    <a:pt x="193" y="146"/>
                    <a:pt x="193" y="144"/>
                    <a:pt x="193" y="142"/>
                  </a:cubicBezTo>
                  <a:cubicBezTo>
                    <a:pt x="193" y="141"/>
                    <a:pt x="191" y="140"/>
                    <a:pt x="190" y="140"/>
                  </a:cubicBezTo>
                  <a:cubicBezTo>
                    <a:pt x="185" y="137"/>
                    <a:pt x="181" y="132"/>
                    <a:pt x="179" y="127"/>
                  </a:cubicBezTo>
                  <a:cubicBezTo>
                    <a:pt x="175" y="127"/>
                    <a:pt x="163" y="129"/>
                    <a:pt x="165" y="122"/>
                  </a:cubicBezTo>
                  <a:cubicBezTo>
                    <a:pt x="161" y="122"/>
                    <a:pt x="154" y="123"/>
                    <a:pt x="155" y="118"/>
                  </a:cubicBezTo>
                  <a:cubicBezTo>
                    <a:pt x="151" y="117"/>
                    <a:pt x="148" y="113"/>
                    <a:pt x="146" y="109"/>
                  </a:cubicBezTo>
                  <a:cubicBezTo>
                    <a:pt x="146" y="108"/>
                    <a:pt x="144" y="108"/>
                    <a:pt x="143" y="107"/>
                  </a:cubicBezTo>
                  <a:cubicBezTo>
                    <a:pt x="142" y="105"/>
                    <a:pt x="144" y="104"/>
                    <a:pt x="145" y="104"/>
                  </a:cubicBezTo>
                  <a:cubicBezTo>
                    <a:pt x="148" y="103"/>
                    <a:pt x="156" y="103"/>
                    <a:pt x="155" y="108"/>
                  </a:cubicBezTo>
                  <a:cubicBezTo>
                    <a:pt x="158" y="108"/>
                    <a:pt x="160" y="110"/>
                    <a:pt x="163" y="112"/>
                  </a:cubicBezTo>
                  <a:cubicBezTo>
                    <a:pt x="166" y="114"/>
                    <a:pt x="168" y="114"/>
                    <a:pt x="171" y="117"/>
                  </a:cubicBezTo>
                  <a:cubicBezTo>
                    <a:pt x="172" y="118"/>
                    <a:pt x="173" y="119"/>
                    <a:pt x="173" y="121"/>
                  </a:cubicBezTo>
                  <a:cubicBezTo>
                    <a:pt x="174" y="122"/>
                    <a:pt x="174" y="122"/>
                    <a:pt x="175" y="122"/>
                  </a:cubicBezTo>
                  <a:cubicBezTo>
                    <a:pt x="176" y="122"/>
                    <a:pt x="178" y="122"/>
                    <a:pt x="179" y="122"/>
                  </a:cubicBezTo>
                  <a:cubicBezTo>
                    <a:pt x="182" y="123"/>
                    <a:pt x="184" y="123"/>
                    <a:pt x="184" y="127"/>
                  </a:cubicBezTo>
                  <a:cubicBezTo>
                    <a:pt x="187" y="127"/>
                    <a:pt x="194" y="126"/>
                    <a:pt x="193" y="132"/>
                  </a:cubicBezTo>
                  <a:cubicBezTo>
                    <a:pt x="195" y="132"/>
                    <a:pt x="201" y="131"/>
                    <a:pt x="202" y="134"/>
                  </a:cubicBezTo>
                  <a:cubicBezTo>
                    <a:pt x="203" y="135"/>
                    <a:pt x="202" y="137"/>
                    <a:pt x="203" y="138"/>
                  </a:cubicBezTo>
                  <a:cubicBezTo>
                    <a:pt x="203" y="140"/>
                    <a:pt x="204" y="141"/>
                    <a:pt x="205" y="142"/>
                  </a:cubicBezTo>
                  <a:cubicBezTo>
                    <a:pt x="206" y="143"/>
                    <a:pt x="207" y="144"/>
                    <a:pt x="207" y="146"/>
                  </a:cubicBezTo>
                  <a:cubicBezTo>
                    <a:pt x="209" y="146"/>
                    <a:pt x="210" y="147"/>
                    <a:pt x="212" y="148"/>
                  </a:cubicBezTo>
                  <a:cubicBezTo>
                    <a:pt x="213" y="149"/>
                    <a:pt x="214" y="150"/>
                    <a:pt x="215" y="152"/>
                  </a:cubicBezTo>
                  <a:cubicBezTo>
                    <a:pt x="215" y="152"/>
                    <a:pt x="215" y="153"/>
                    <a:pt x="216" y="154"/>
                  </a:cubicBezTo>
                  <a:cubicBezTo>
                    <a:pt x="216" y="155"/>
                    <a:pt x="216" y="155"/>
                    <a:pt x="218" y="155"/>
                  </a:cubicBezTo>
                  <a:cubicBezTo>
                    <a:pt x="219" y="155"/>
                    <a:pt x="220" y="155"/>
                    <a:pt x="221" y="154"/>
                  </a:cubicBezTo>
                  <a:cubicBezTo>
                    <a:pt x="221" y="153"/>
                    <a:pt x="221" y="152"/>
                    <a:pt x="221" y="152"/>
                  </a:cubicBezTo>
                  <a:cubicBezTo>
                    <a:pt x="221" y="150"/>
                    <a:pt x="222" y="150"/>
                    <a:pt x="223" y="149"/>
                  </a:cubicBezTo>
                  <a:cubicBezTo>
                    <a:pt x="225" y="146"/>
                    <a:pt x="226" y="143"/>
                    <a:pt x="226" y="139"/>
                  </a:cubicBezTo>
                  <a:cubicBezTo>
                    <a:pt x="225" y="132"/>
                    <a:pt x="221" y="126"/>
                    <a:pt x="217" y="120"/>
                  </a:cubicBezTo>
                  <a:cubicBezTo>
                    <a:pt x="215" y="118"/>
                    <a:pt x="213" y="115"/>
                    <a:pt x="212" y="113"/>
                  </a:cubicBezTo>
                  <a:cubicBezTo>
                    <a:pt x="212" y="111"/>
                    <a:pt x="211" y="109"/>
                    <a:pt x="213" y="107"/>
                  </a:cubicBezTo>
                  <a:cubicBezTo>
                    <a:pt x="213" y="105"/>
                    <a:pt x="214" y="104"/>
                    <a:pt x="216" y="104"/>
                  </a:cubicBezTo>
                  <a:cubicBezTo>
                    <a:pt x="220" y="101"/>
                    <a:pt x="226" y="104"/>
                    <a:pt x="230" y="106"/>
                  </a:cubicBezTo>
                  <a:cubicBezTo>
                    <a:pt x="233" y="107"/>
                    <a:pt x="235" y="109"/>
                    <a:pt x="237" y="110"/>
                  </a:cubicBezTo>
                  <a:cubicBezTo>
                    <a:pt x="238" y="111"/>
                    <a:pt x="238" y="112"/>
                    <a:pt x="239" y="112"/>
                  </a:cubicBezTo>
                  <a:cubicBezTo>
                    <a:pt x="240" y="113"/>
                    <a:pt x="241" y="113"/>
                    <a:pt x="243" y="113"/>
                  </a:cubicBezTo>
                  <a:cubicBezTo>
                    <a:pt x="244" y="114"/>
                    <a:pt x="245" y="115"/>
                    <a:pt x="245" y="116"/>
                  </a:cubicBezTo>
                  <a:cubicBezTo>
                    <a:pt x="245" y="117"/>
                    <a:pt x="244" y="117"/>
                    <a:pt x="246" y="118"/>
                  </a:cubicBezTo>
                  <a:cubicBezTo>
                    <a:pt x="246" y="118"/>
                    <a:pt x="247" y="119"/>
                    <a:pt x="248" y="119"/>
                  </a:cubicBezTo>
                  <a:cubicBezTo>
                    <a:pt x="251" y="121"/>
                    <a:pt x="254" y="123"/>
                    <a:pt x="256" y="126"/>
                  </a:cubicBezTo>
                  <a:cubicBezTo>
                    <a:pt x="257" y="127"/>
                    <a:pt x="258" y="132"/>
                    <a:pt x="259" y="132"/>
                  </a:cubicBezTo>
                  <a:cubicBezTo>
                    <a:pt x="261" y="132"/>
                    <a:pt x="262" y="132"/>
                    <a:pt x="263" y="134"/>
                  </a:cubicBezTo>
                  <a:cubicBezTo>
                    <a:pt x="263" y="135"/>
                    <a:pt x="264" y="139"/>
                    <a:pt x="262" y="139"/>
                  </a:cubicBezTo>
                  <a:cubicBezTo>
                    <a:pt x="261" y="140"/>
                    <a:pt x="260" y="139"/>
                    <a:pt x="260" y="138"/>
                  </a:cubicBezTo>
                  <a:cubicBezTo>
                    <a:pt x="259" y="137"/>
                    <a:pt x="259" y="136"/>
                    <a:pt x="258" y="136"/>
                  </a:cubicBezTo>
                  <a:cubicBezTo>
                    <a:pt x="256" y="136"/>
                    <a:pt x="254" y="136"/>
                    <a:pt x="252" y="136"/>
                  </a:cubicBezTo>
                  <a:cubicBezTo>
                    <a:pt x="250" y="136"/>
                    <a:pt x="249" y="136"/>
                    <a:pt x="247" y="136"/>
                  </a:cubicBezTo>
                  <a:cubicBezTo>
                    <a:pt x="245" y="136"/>
                    <a:pt x="245" y="136"/>
                    <a:pt x="245" y="139"/>
                  </a:cubicBezTo>
                  <a:cubicBezTo>
                    <a:pt x="244" y="141"/>
                    <a:pt x="242" y="142"/>
                    <a:pt x="240" y="141"/>
                  </a:cubicBezTo>
                  <a:cubicBezTo>
                    <a:pt x="240" y="145"/>
                    <a:pt x="241" y="149"/>
                    <a:pt x="243" y="153"/>
                  </a:cubicBezTo>
                  <a:cubicBezTo>
                    <a:pt x="244" y="154"/>
                    <a:pt x="244" y="155"/>
                    <a:pt x="246" y="155"/>
                  </a:cubicBezTo>
                  <a:cubicBezTo>
                    <a:pt x="248" y="156"/>
                    <a:pt x="249" y="156"/>
                    <a:pt x="250" y="158"/>
                  </a:cubicBezTo>
                  <a:cubicBezTo>
                    <a:pt x="250" y="160"/>
                    <a:pt x="249" y="165"/>
                    <a:pt x="253" y="165"/>
                  </a:cubicBezTo>
                  <a:cubicBezTo>
                    <a:pt x="256" y="165"/>
                    <a:pt x="260" y="165"/>
                    <a:pt x="259" y="169"/>
                  </a:cubicBezTo>
                  <a:cubicBezTo>
                    <a:pt x="262" y="170"/>
                    <a:pt x="263" y="171"/>
                    <a:pt x="265" y="172"/>
                  </a:cubicBezTo>
                  <a:cubicBezTo>
                    <a:pt x="268" y="174"/>
                    <a:pt x="270" y="175"/>
                    <a:pt x="273" y="174"/>
                  </a:cubicBezTo>
                  <a:cubicBezTo>
                    <a:pt x="273" y="171"/>
                    <a:pt x="274" y="169"/>
                    <a:pt x="278" y="169"/>
                  </a:cubicBezTo>
                  <a:cubicBezTo>
                    <a:pt x="281" y="170"/>
                    <a:pt x="283" y="171"/>
                    <a:pt x="283" y="174"/>
                  </a:cubicBezTo>
                  <a:cubicBezTo>
                    <a:pt x="284" y="174"/>
                    <a:pt x="287" y="175"/>
                    <a:pt x="287" y="176"/>
                  </a:cubicBezTo>
                  <a:cubicBezTo>
                    <a:pt x="288" y="178"/>
                    <a:pt x="287" y="179"/>
                    <a:pt x="287" y="180"/>
                  </a:cubicBezTo>
                  <a:cubicBezTo>
                    <a:pt x="287" y="182"/>
                    <a:pt x="287" y="184"/>
                    <a:pt x="287" y="186"/>
                  </a:cubicBezTo>
                  <a:cubicBezTo>
                    <a:pt x="287" y="188"/>
                    <a:pt x="287" y="188"/>
                    <a:pt x="289" y="188"/>
                  </a:cubicBezTo>
                  <a:cubicBezTo>
                    <a:pt x="290" y="189"/>
                    <a:pt x="291" y="189"/>
                    <a:pt x="291" y="190"/>
                  </a:cubicBezTo>
                  <a:cubicBezTo>
                    <a:pt x="293" y="191"/>
                    <a:pt x="292" y="196"/>
                    <a:pt x="292" y="198"/>
                  </a:cubicBezTo>
                  <a:cubicBezTo>
                    <a:pt x="294" y="198"/>
                    <a:pt x="296" y="198"/>
                    <a:pt x="297" y="200"/>
                  </a:cubicBezTo>
                  <a:cubicBezTo>
                    <a:pt x="297" y="202"/>
                    <a:pt x="297" y="205"/>
                    <a:pt x="296" y="207"/>
                  </a:cubicBezTo>
                  <a:cubicBezTo>
                    <a:pt x="295" y="211"/>
                    <a:pt x="292" y="213"/>
                    <a:pt x="287" y="212"/>
                  </a:cubicBezTo>
                  <a:cubicBezTo>
                    <a:pt x="287" y="217"/>
                    <a:pt x="279" y="217"/>
                    <a:pt x="275" y="215"/>
                  </a:cubicBezTo>
                  <a:cubicBezTo>
                    <a:pt x="274" y="214"/>
                    <a:pt x="274" y="214"/>
                    <a:pt x="273" y="212"/>
                  </a:cubicBezTo>
                  <a:cubicBezTo>
                    <a:pt x="273" y="211"/>
                    <a:pt x="267" y="212"/>
                    <a:pt x="266" y="212"/>
                  </a:cubicBezTo>
                  <a:cubicBezTo>
                    <a:pt x="263" y="212"/>
                    <a:pt x="258" y="212"/>
                    <a:pt x="259" y="207"/>
                  </a:cubicBezTo>
                  <a:cubicBezTo>
                    <a:pt x="255" y="207"/>
                    <a:pt x="253" y="203"/>
                    <a:pt x="250" y="202"/>
                  </a:cubicBezTo>
                  <a:cubicBezTo>
                    <a:pt x="250" y="206"/>
                    <a:pt x="250" y="211"/>
                    <a:pt x="248" y="214"/>
                  </a:cubicBezTo>
                  <a:cubicBezTo>
                    <a:pt x="246" y="218"/>
                    <a:pt x="242" y="217"/>
                    <a:pt x="238" y="216"/>
                  </a:cubicBezTo>
                  <a:cubicBezTo>
                    <a:pt x="235" y="216"/>
                    <a:pt x="231" y="216"/>
                    <a:pt x="231" y="212"/>
                  </a:cubicBezTo>
                  <a:cubicBezTo>
                    <a:pt x="227" y="212"/>
                    <a:pt x="220" y="213"/>
                    <a:pt x="221" y="207"/>
                  </a:cubicBezTo>
                  <a:cubicBezTo>
                    <a:pt x="218" y="207"/>
                    <a:pt x="216" y="206"/>
                    <a:pt x="217" y="202"/>
                  </a:cubicBezTo>
                  <a:cubicBezTo>
                    <a:pt x="213" y="202"/>
                    <a:pt x="201" y="205"/>
                    <a:pt x="202" y="198"/>
                  </a:cubicBezTo>
                  <a:cubicBezTo>
                    <a:pt x="198" y="197"/>
                    <a:pt x="193" y="198"/>
                    <a:pt x="188" y="198"/>
                  </a:cubicBezTo>
                  <a:cubicBezTo>
                    <a:pt x="183" y="197"/>
                    <a:pt x="182" y="193"/>
                    <a:pt x="184" y="188"/>
                  </a:cubicBezTo>
                  <a:cubicBezTo>
                    <a:pt x="182" y="188"/>
                    <a:pt x="181" y="188"/>
                    <a:pt x="180" y="187"/>
                  </a:cubicBezTo>
                  <a:cubicBezTo>
                    <a:pt x="178" y="186"/>
                    <a:pt x="179" y="184"/>
                    <a:pt x="179" y="182"/>
                  </a:cubicBezTo>
                  <a:cubicBezTo>
                    <a:pt x="179" y="181"/>
                    <a:pt x="179" y="180"/>
                    <a:pt x="179" y="179"/>
                  </a:cubicBezTo>
                  <a:cubicBezTo>
                    <a:pt x="178" y="179"/>
                    <a:pt x="177" y="179"/>
                    <a:pt x="177" y="179"/>
                  </a:cubicBezTo>
                  <a:cubicBezTo>
                    <a:pt x="175" y="178"/>
                    <a:pt x="174" y="177"/>
                    <a:pt x="174" y="176"/>
                  </a:cubicBezTo>
                  <a:cubicBezTo>
                    <a:pt x="174" y="174"/>
                    <a:pt x="175" y="173"/>
                    <a:pt x="174" y="171"/>
                  </a:cubicBezTo>
                  <a:cubicBezTo>
                    <a:pt x="173" y="170"/>
                    <a:pt x="171" y="170"/>
                    <a:pt x="170" y="170"/>
                  </a:cubicBezTo>
                  <a:cubicBezTo>
                    <a:pt x="167" y="169"/>
                    <a:pt x="164" y="169"/>
                    <a:pt x="165" y="165"/>
                  </a:cubicBezTo>
                  <a:cubicBezTo>
                    <a:pt x="158" y="165"/>
                    <a:pt x="157" y="174"/>
                    <a:pt x="151" y="175"/>
                  </a:cubicBezTo>
                  <a:cubicBezTo>
                    <a:pt x="146" y="175"/>
                    <a:pt x="142" y="171"/>
                    <a:pt x="138" y="170"/>
                  </a:cubicBezTo>
                  <a:cubicBezTo>
                    <a:pt x="131" y="169"/>
                    <a:pt x="124" y="169"/>
                    <a:pt x="117" y="169"/>
                  </a:cubicBezTo>
                  <a:cubicBezTo>
                    <a:pt x="119" y="175"/>
                    <a:pt x="112" y="174"/>
                    <a:pt x="108" y="174"/>
                  </a:cubicBezTo>
                  <a:cubicBezTo>
                    <a:pt x="109" y="182"/>
                    <a:pt x="99" y="179"/>
                    <a:pt x="94" y="179"/>
                  </a:cubicBezTo>
                  <a:cubicBezTo>
                    <a:pt x="91" y="178"/>
                    <a:pt x="88" y="178"/>
                    <a:pt x="85" y="179"/>
                  </a:cubicBezTo>
                  <a:cubicBezTo>
                    <a:pt x="83" y="179"/>
                    <a:pt x="81" y="178"/>
                    <a:pt x="80" y="180"/>
                  </a:cubicBezTo>
                  <a:cubicBezTo>
                    <a:pt x="80" y="181"/>
                    <a:pt x="80" y="182"/>
                    <a:pt x="80" y="183"/>
                  </a:cubicBezTo>
                  <a:cubicBezTo>
                    <a:pt x="80" y="184"/>
                    <a:pt x="79" y="185"/>
                    <a:pt x="78" y="187"/>
                  </a:cubicBezTo>
                  <a:cubicBezTo>
                    <a:pt x="76" y="191"/>
                    <a:pt x="72" y="193"/>
                    <a:pt x="67" y="193"/>
                  </a:cubicBezTo>
                  <a:cubicBezTo>
                    <a:pt x="65" y="193"/>
                    <a:pt x="66" y="194"/>
                    <a:pt x="65" y="195"/>
                  </a:cubicBezTo>
                  <a:cubicBezTo>
                    <a:pt x="65" y="196"/>
                    <a:pt x="65" y="197"/>
                    <a:pt x="64" y="197"/>
                  </a:cubicBezTo>
                  <a:cubicBezTo>
                    <a:pt x="63" y="199"/>
                    <a:pt x="60" y="197"/>
                    <a:pt x="59" y="198"/>
                  </a:cubicBezTo>
                  <a:cubicBezTo>
                    <a:pt x="55" y="199"/>
                    <a:pt x="56" y="205"/>
                    <a:pt x="56" y="208"/>
                  </a:cubicBezTo>
                  <a:cubicBezTo>
                    <a:pt x="56" y="211"/>
                    <a:pt x="56" y="216"/>
                    <a:pt x="51" y="217"/>
                  </a:cubicBezTo>
                  <a:cubicBezTo>
                    <a:pt x="52" y="221"/>
                    <a:pt x="53" y="228"/>
                    <a:pt x="48" y="230"/>
                  </a:cubicBezTo>
                  <a:cubicBezTo>
                    <a:pt x="46" y="232"/>
                    <a:pt x="44" y="232"/>
                    <a:pt x="41" y="231"/>
                  </a:cubicBezTo>
                  <a:cubicBezTo>
                    <a:pt x="40" y="231"/>
                    <a:pt x="38" y="230"/>
                    <a:pt x="37" y="231"/>
                  </a:cubicBezTo>
                  <a:cubicBezTo>
                    <a:pt x="37" y="233"/>
                    <a:pt x="36" y="234"/>
                    <a:pt x="34" y="235"/>
                  </a:cubicBezTo>
                  <a:cubicBezTo>
                    <a:pt x="33" y="235"/>
                    <a:pt x="31" y="236"/>
                    <a:pt x="30" y="236"/>
                  </a:cubicBezTo>
                  <a:cubicBezTo>
                    <a:pt x="29" y="236"/>
                    <a:pt x="28" y="235"/>
                    <a:pt x="27" y="236"/>
                  </a:cubicBezTo>
                  <a:cubicBezTo>
                    <a:pt x="27" y="237"/>
                    <a:pt x="27" y="237"/>
                    <a:pt x="26" y="238"/>
                  </a:cubicBezTo>
                  <a:cubicBezTo>
                    <a:pt x="24" y="242"/>
                    <a:pt x="23" y="246"/>
                    <a:pt x="23" y="250"/>
                  </a:cubicBezTo>
                  <a:cubicBezTo>
                    <a:pt x="22" y="252"/>
                    <a:pt x="23" y="255"/>
                    <a:pt x="21" y="257"/>
                  </a:cubicBezTo>
                  <a:cubicBezTo>
                    <a:pt x="21" y="258"/>
                    <a:pt x="20" y="259"/>
                    <a:pt x="18" y="259"/>
                  </a:cubicBezTo>
                  <a:cubicBezTo>
                    <a:pt x="18" y="262"/>
                    <a:pt x="18" y="265"/>
                    <a:pt x="18" y="267"/>
                  </a:cubicBezTo>
                  <a:cubicBezTo>
                    <a:pt x="18" y="270"/>
                    <a:pt x="16" y="274"/>
                    <a:pt x="14" y="276"/>
                  </a:cubicBezTo>
                  <a:cubicBezTo>
                    <a:pt x="12" y="277"/>
                    <a:pt x="11" y="278"/>
                    <a:pt x="9" y="278"/>
                  </a:cubicBezTo>
                  <a:cubicBezTo>
                    <a:pt x="9" y="280"/>
                    <a:pt x="9" y="282"/>
                    <a:pt x="8" y="284"/>
                  </a:cubicBezTo>
                  <a:cubicBezTo>
                    <a:pt x="7" y="286"/>
                    <a:pt x="6" y="289"/>
                    <a:pt x="3" y="290"/>
                  </a:cubicBezTo>
                  <a:cubicBezTo>
                    <a:pt x="2" y="291"/>
                    <a:pt x="1" y="292"/>
                    <a:pt x="0" y="292"/>
                  </a:cubicBezTo>
                  <a:cubicBezTo>
                    <a:pt x="0" y="295"/>
                    <a:pt x="0" y="298"/>
                    <a:pt x="0" y="300"/>
                  </a:cubicBezTo>
                  <a:cubicBezTo>
                    <a:pt x="0" y="304"/>
                    <a:pt x="2" y="305"/>
                    <a:pt x="4" y="308"/>
                  </a:cubicBezTo>
                  <a:cubicBezTo>
                    <a:pt x="4" y="309"/>
                    <a:pt x="4" y="309"/>
                    <a:pt x="4" y="310"/>
                  </a:cubicBezTo>
                  <a:cubicBezTo>
                    <a:pt x="4" y="311"/>
                    <a:pt x="5" y="311"/>
                    <a:pt x="6" y="311"/>
                  </a:cubicBezTo>
                  <a:cubicBezTo>
                    <a:pt x="7" y="311"/>
                    <a:pt x="9" y="312"/>
                    <a:pt x="9" y="313"/>
                  </a:cubicBezTo>
                  <a:cubicBezTo>
                    <a:pt x="10" y="315"/>
                    <a:pt x="9" y="317"/>
                    <a:pt x="9" y="319"/>
                  </a:cubicBezTo>
                  <a:cubicBezTo>
                    <a:pt x="9" y="321"/>
                    <a:pt x="11" y="320"/>
                    <a:pt x="12" y="321"/>
                  </a:cubicBezTo>
                  <a:cubicBezTo>
                    <a:pt x="14" y="322"/>
                    <a:pt x="14" y="323"/>
                    <a:pt x="14" y="324"/>
                  </a:cubicBezTo>
                  <a:cubicBezTo>
                    <a:pt x="14" y="326"/>
                    <a:pt x="14" y="329"/>
                    <a:pt x="15" y="331"/>
                  </a:cubicBezTo>
                  <a:cubicBezTo>
                    <a:pt x="15" y="335"/>
                    <a:pt x="14" y="340"/>
                    <a:pt x="11" y="343"/>
                  </a:cubicBezTo>
                  <a:cubicBezTo>
                    <a:pt x="9" y="347"/>
                    <a:pt x="6" y="350"/>
                    <a:pt x="4" y="353"/>
                  </a:cubicBezTo>
                  <a:cubicBezTo>
                    <a:pt x="6" y="353"/>
                    <a:pt x="7" y="354"/>
                    <a:pt x="8" y="355"/>
                  </a:cubicBezTo>
                  <a:cubicBezTo>
                    <a:pt x="10" y="356"/>
                    <a:pt x="9" y="359"/>
                    <a:pt x="9" y="360"/>
                  </a:cubicBezTo>
                  <a:cubicBezTo>
                    <a:pt x="9" y="362"/>
                    <a:pt x="9" y="362"/>
                    <a:pt x="10" y="363"/>
                  </a:cubicBezTo>
                  <a:cubicBezTo>
                    <a:pt x="11" y="364"/>
                    <a:pt x="12" y="365"/>
                    <a:pt x="12" y="366"/>
                  </a:cubicBezTo>
                  <a:cubicBezTo>
                    <a:pt x="14" y="368"/>
                    <a:pt x="15" y="370"/>
                    <a:pt x="16" y="372"/>
                  </a:cubicBezTo>
                  <a:cubicBezTo>
                    <a:pt x="17" y="373"/>
                    <a:pt x="18" y="376"/>
                    <a:pt x="19" y="377"/>
                  </a:cubicBezTo>
                  <a:cubicBezTo>
                    <a:pt x="20" y="378"/>
                    <a:pt x="21" y="379"/>
                    <a:pt x="23" y="380"/>
                  </a:cubicBezTo>
                  <a:cubicBezTo>
                    <a:pt x="25" y="382"/>
                    <a:pt x="28" y="383"/>
                    <a:pt x="31" y="386"/>
                  </a:cubicBezTo>
                  <a:cubicBezTo>
                    <a:pt x="36" y="391"/>
                    <a:pt x="38" y="397"/>
                    <a:pt x="37" y="404"/>
                  </a:cubicBezTo>
                  <a:cubicBezTo>
                    <a:pt x="37" y="407"/>
                    <a:pt x="36" y="413"/>
                    <a:pt x="40" y="414"/>
                  </a:cubicBezTo>
                  <a:cubicBezTo>
                    <a:pt x="43" y="415"/>
                    <a:pt x="48" y="415"/>
                    <a:pt x="47" y="419"/>
                  </a:cubicBezTo>
                  <a:cubicBezTo>
                    <a:pt x="50" y="419"/>
                    <a:pt x="60" y="419"/>
                    <a:pt x="61" y="423"/>
                  </a:cubicBezTo>
                  <a:cubicBezTo>
                    <a:pt x="61" y="425"/>
                    <a:pt x="64" y="424"/>
                    <a:pt x="66" y="424"/>
                  </a:cubicBezTo>
                  <a:cubicBezTo>
                    <a:pt x="67" y="424"/>
                    <a:pt x="68" y="424"/>
                    <a:pt x="69" y="425"/>
                  </a:cubicBezTo>
                  <a:cubicBezTo>
                    <a:pt x="70" y="426"/>
                    <a:pt x="71" y="427"/>
                    <a:pt x="70" y="428"/>
                  </a:cubicBezTo>
                  <a:cubicBezTo>
                    <a:pt x="70" y="430"/>
                    <a:pt x="71" y="431"/>
                    <a:pt x="72" y="432"/>
                  </a:cubicBezTo>
                  <a:cubicBezTo>
                    <a:pt x="74" y="435"/>
                    <a:pt x="76" y="437"/>
                    <a:pt x="79" y="438"/>
                  </a:cubicBezTo>
                  <a:cubicBezTo>
                    <a:pt x="82" y="439"/>
                    <a:pt x="85" y="441"/>
                    <a:pt x="87" y="443"/>
                  </a:cubicBezTo>
                  <a:cubicBezTo>
                    <a:pt x="87" y="444"/>
                    <a:pt x="88" y="445"/>
                    <a:pt x="89" y="446"/>
                  </a:cubicBezTo>
                  <a:cubicBezTo>
                    <a:pt x="89" y="447"/>
                    <a:pt x="89" y="448"/>
                    <a:pt x="90" y="448"/>
                  </a:cubicBezTo>
                  <a:cubicBezTo>
                    <a:pt x="92" y="448"/>
                    <a:pt x="93" y="448"/>
                    <a:pt x="94" y="448"/>
                  </a:cubicBezTo>
                  <a:cubicBezTo>
                    <a:pt x="94" y="445"/>
                    <a:pt x="95" y="443"/>
                    <a:pt x="98" y="443"/>
                  </a:cubicBezTo>
                  <a:cubicBezTo>
                    <a:pt x="100" y="443"/>
                    <a:pt x="101" y="443"/>
                    <a:pt x="103" y="443"/>
                  </a:cubicBezTo>
                  <a:cubicBezTo>
                    <a:pt x="103" y="442"/>
                    <a:pt x="104" y="441"/>
                    <a:pt x="104" y="440"/>
                  </a:cubicBezTo>
                  <a:cubicBezTo>
                    <a:pt x="106" y="439"/>
                    <a:pt x="108" y="438"/>
                    <a:pt x="110" y="438"/>
                  </a:cubicBezTo>
                  <a:cubicBezTo>
                    <a:pt x="112" y="438"/>
                    <a:pt x="114" y="439"/>
                    <a:pt x="116" y="440"/>
                  </a:cubicBezTo>
                  <a:cubicBezTo>
                    <a:pt x="116" y="441"/>
                    <a:pt x="117" y="441"/>
                    <a:pt x="117" y="442"/>
                  </a:cubicBezTo>
                  <a:cubicBezTo>
                    <a:pt x="118" y="443"/>
                    <a:pt x="117" y="443"/>
                    <a:pt x="119" y="443"/>
                  </a:cubicBezTo>
                  <a:cubicBezTo>
                    <a:pt x="120" y="443"/>
                    <a:pt x="121" y="443"/>
                    <a:pt x="122" y="443"/>
                  </a:cubicBezTo>
                  <a:cubicBezTo>
                    <a:pt x="123" y="443"/>
                    <a:pt x="127" y="442"/>
                    <a:pt x="127" y="444"/>
                  </a:cubicBezTo>
                  <a:cubicBezTo>
                    <a:pt x="127" y="445"/>
                    <a:pt x="128" y="446"/>
                    <a:pt x="129" y="446"/>
                  </a:cubicBezTo>
                  <a:cubicBezTo>
                    <a:pt x="131" y="447"/>
                    <a:pt x="134" y="447"/>
                    <a:pt x="137" y="447"/>
                  </a:cubicBezTo>
                  <a:cubicBezTo>
                    <a:pt x="138" y="447"/>
                    <a:pt x="139" y="447"/>
                    <a:pt x="140" y="448"/>
                  </a:cubicBezTo>
                  <a:cubicBezTo>
                    <a:pt x="142" y="448"/>
                    <a:pt x="146" y="448"/>
                    <a:pt x="146" y="447"/>
                  </a:cubicBezTo>
                  <a:cubicBezTo>
                    <a:pt x="146" y="444"/>
                    <a:pt x="147" y="442"/>
                    <a:pt x="150" y="443"/>
                  </a:cubicBezTo>
                  <a:cubicBezTo>
                    <a:pt x="150" y="440"/>
                    <a:pt x="151" y="438"/>
                    <a:pt x="152" y="435"/>
                  </a:cubicBezTo>
                  <a:cubicBezTo>
                    <a:pt x="153" y="433"/>
                    <a:pt x="155" y="431"/>
                    <a:pt x="157" y="430"/>
                  </a:cubicBezTo>
                  <a:cubicBezTo>
                    <a:pt x="159" y="428"/>
                    <a:pt x="163" y="429"/>
                    <a:pt x="166" y="429"/>
                  </a:cubicBezTo>
                  <a:cubicBezTo>
                    <a:pt x="169" y="429"/>
                    <a:pt x="173" y="429"/>
                    <a:pt x="176" y="429"/>
                  </a:cubicBezTo>
                  <a:cubicBezTo>
                    <a:pt x="181" y="429"/>
                    <a:pt x="186" y="432"/>
                    <a:pt x="188" y="436"/>
                  </a:cubicBezTo>
                  <a:cubicBezTo>
                    <a:pt x="188" y="438"/>
                    <a:pt x="188" y="438"/>
                    <a:pt x="191" y="438"/>
                  </a:cubicBezTo>
                  <a:cubicBezTo>
                    <a:pt x="192" y="438"/>
                    <a:pt x="194" y="438"/>
                    <a:pt x="195" y="439"/>
                  </a:cubicBezTo>
                  <a:cubicBezTo>
                    <a:pt x="197" y="439"/>
                    <a:pt x="198" y="441"/>
                    <a:pt x="198" y="443"/>
                  </a:cubicBezTo>
                  <a:cubicBezTo>
                    <a:pt x="201" y="443"/>
                    <a:pt x="213" y="441"/>
                    <a:pt x="212" y="448"/>
                  </a:cubicBezTo>
                  <a:cubicBezTo>
                    <a:pt x="215" y="448"/>
                    <a:pt x="217" y="448"/>
                    <a:pt x="220" y="449"/>
                  </a:cubicBezTo>
                  <a:cubicBezTo>
                    <a:pt x="222" y="450"/>
                    <a:pt x="224" y="452"/>
                    <a:pt x="225" y="453"/>
                  </a:cubicBezTo>
                  <a:cubicBezTo>
                    <a:pt x="229" y="457"/>
                    <a:pt x="231" y="461"/>
                    <a:pt x="231" y="467"/>
                  </a:cubicBezTo>
                  <a:cubicBezTo>
                    <a:pt x="231" y="471"/>
                    <a:pt x="229" y="474"/>
                    <a:pt x="227" y="477"/>
                  </a:cubicBezTo>
                  <a:cubicBezTo>
                    <a:pt x="226" y="481"/>
                    <a:pt x="226" y="487"/>
                    <a:pt x="221" y="485"/>
                  </a:cubicBezTo>
                  <a:cubicBezTo>
                    <a:pt x="221" y="487"/>
                    <a:pt x="221" y="489"/>
                    <a:pt x="221" y="490"/>
                  </a:cubicBezTo>
                  <a:cubicBezTo>
                    <a:pt x="222" y="490"/>
                    <a:pt x="223" y="490"/>
                    <a:pt x="224" y="491"/>
                  </a:cubicBezTo>
                  <a:cubicBezTo>
                    <a:pt x="227" y="492"/>
                    <a:pt x="226" y="495"/>
                    <a:pt x="226" y="497"/>
                  </a:cubicBezTo>
                  <a:cubicBezTo>
                    <a:pt x="226" y="499"/>
                    <a:pt x="226" y="499"/>
                    <a:pt x="227" y="500"/>
                  </a:cubicBezTo>
                  <a:cubicBezTo>
                    <a:pt x="229" y="500"/>
                    <a:pt x="230" y="501"/>
                    <a:pt x="231" y="501"/>
                  </a:cubicBezTo>
                  <a:cubicBezTo>
                    <a:pt x="232" y="503"/>
                    <a:pt x="234" y="505"/>
                    <a:pt x="235" y="506"/>
                  </a:cubicBezTo>
                  <a:cubicBezTo>
                    <a:pt x="236" y="510"/>
                    <a:pt x="237" y="514"/>
                    <a:pt x="240" y="518"/>
                  </a:cubicBezTo>
                  <a:cubicBezTo>
                    <a:pt x="241" y="520"/>
                    <a:pt x="240" y="523"/>
                    <a:pt x="240" y="525"/>
                  </a:cubicBezTo>
                  <a:cubicBezTo>
                    <a:pt x="241" y="527"/>
                    <a:pt x="242" y="528"/>
                    <a:pt x="243" y="529"/>
                  </a:cubicBezTo>
                  <a:cubicBezTo>
                    <a:pt x="245" y="531"/>
                    <a:pt x="248" y="532"/>
                    <a:pt x="249" y="535"/>
                  </a:cubicBezTo>
                  <a:cubicBezTo>
                    <a:pt x="250" y="536"/>
                    <a:pt x="250" y="538"/>
                    <a:pt x="250" y="540"/>
                  </a:cubicBezTo>
                  <a:cubicBezTo>
                    <a:pt x="250" y="541"/>
                    <a:pt x="250" y="543"/>
                    <a:pt x="250" y="544"/>
                  </a:cubicBezTo>
                  <a:cubicBezTo>
                    <a:pt x="250" y="545"/>
                    <a:pt x="250" y="546"/>
                    <a:pt x="250" y="547"/>
                  </a:cubicBezTo>
                  <a:cubicBezTo>
                    <a:pt x="250" y="547"/>
                    <a:pt x="251" y="547"/>
                    <a:pt x="252" y="547"/>
                  </a:cubicBezTo>
                  <a:cubicBezTo>
                    <a:pt x="254" y="548"/>
                    <a:pt x="255" y="549"/>
                    <a:pt x="254" y="551"/>
                  </a:cubicBezTo>
                  <a:cubicBezTo>
                    <a:pt x="254" y="555"/>
                    <a:pt x="254" y="558"/>
                    <a:pt x="254" y="562"/>
                  </a:cubicBezTo>
                  <a:cubicBezTo>
                    <a:pt x="254" y="566"/>
                    <a:pt x="256" y="576"/>
                    <a:pt x="250" y="575"/>
                  </a:cubicBezTo>
                  <a:cubicBezTo>
                    <a:pt x="250" y="578"/>
                    <a:pt x="250" y="581"/>
                    <a:pt x="250" y="584"/>
                  </a:cubicBezTo>
                  <a:cubicBezTo>
                    <a:pt x="251" y="585"/>
                    <a:pt x="253" y="586"/>
                    <a:pt x="255" y="587"/>
                  </a:cubicBezTo>
                  <a:cubicBezTo>
                    <a:pt x="256" y="588"/>
                    <a:pt x="257" y="590"/>
                    <a:pt x="257" y="591"/>
                  </a:cubicBezTo>
                  <a:cubicBezTo>
                    <a:pt x="257" y="592"/>
                    <a:pt x="257" y="593"/>
                    <a:pt x="256" y="593"/>
                  </a:cubicBezTo>
                  <a:cubicBezTo>
                    <a:pt x="256" y="593"/>
                    <a:pt x="255" y="593"/>
                    <a:pt x="255" y="594"/>
                  </a:cubicBezTo>
                  <a:cubicBezTo>
                    <a:pt x="254" y="594"/>
                    <a:pt x="254" y="594"/>
                    <a:pt x="254" y="595"/>
                  </a:cubicBezTo>
                  <a:cubicBezTo>
                    <a:pt x="252" y="599"/>
                    <a:pt x="249" y="601"/>
                    <a:pt x="246" y="605"/>
                  </a:cubicBezTo>
                  <a:cubicBezTo>
                    <a:pt x="244" y="608"/>
                    <a:pt x="245" y="614"/>
                    <a:pt x="240" y="613"/>
                  </a:cubicBezTo>
                  <a:cubicBezTo>
                    <a:pt x="240" y="617"/>
                    <a:pt x="240" y="622"/>
                    <a:pt x="240" y="627"/>
                  </a:cubicBezTo>
                  <a:cubicBezTo>
                    <a:pt x="240" y="630"/>
                    <a:pt x="239" y="632"/>
                    <a:pt x="235" y="632"/>
                  </a:cubicBezTo>
                  <a:cubicBezTo>
                    <a:pt x="235" y="635"/>
                    <a:pt x="233" y="637"/>
                    <a:pt x="231" y="640"/>
                  </a:cubicBezTo>
                  <a:cubicBezTo>
                    <a:pt x="230" y="643"/>
                    <a:pt x="231" y="647"/>
                    <a:pt x="226" y="646"/>
                  </a:cubicBezTo>
                  <a:cubicBezTo>
                    <a:pt x="226" y="653"/>
                    <a:pt x="226" y="661"/>
                    <a:pt x="226" y="669"/>
                  </a:cubicBezTo>
                  <a:cubicBezTo>
                    <a:pt x="226" y="673"/>
                    <a:pt x="226" y="677"/>
                    <a:pt x="226" y="681"/>
                  </a:cubicBezTo>
                  <a:cubicBezTo>
                    <a:pt x="226" y="682"/>
                    <a:pt x="226" y="683"/>
                    <a:pt x="226" y="683"/>
                  </a:cubicBezTo>
                  <a:cubicBezTo>
                    <a:pt x="227" y="684"/>
                    <a:pt x="227" y="684"/>
                    <a:pt x="228" y="684"/>
                  </a:cubicBezTo>
                  <a:cubicBezTo>
                    <a:pt x="229" y="684"/>
                    <a:pt x="230" y="684"/>
                    <a:pt x="230" y="685"/>
                  </a:cubicBezTo>
                  <a:cubicBezTo>
                    <a:pt x="231" y="686"/>
                    <a:pt x="231" y="688"/>
                    <a:pt x="231" y="689"/>
                  </a:cubicBezTo>
                  <a:cubicBezTo>
                    <a:pt x="231" y="690"/>
                    <a:pt x="231" y="691"/>
                    <a:pt x="231" y="692"/>
                  </a:cubicBezTo>
                  <a:cubicBezTo>
                    <a:pt x="231" y="693"/>
                    <a:pt x="231" y="693"/>
                    <a:pt x="232" y="693"/>
                  </a:cubicBezTo>
                  <a:cubicBezTo>
                    <a:pt x="235" y="693"/>
                    <a:pt x="236" y="695"/>
                    <a:pt x="235" y="698"/>
                  </a:cubicBezTo>
                  <a:cubicBezTo>
                    <a:pt x="235" y="701"/>
                    <a:pt x="237" y="713"/>
                    <a:pt x="231" y="712"/>
                  </a:cubicBezTo>
                  <a:cubicBezTo>
                    <a:pt x="231" y="722"/>
                    <a:pt x="231" y="732"/>
                    <a:pt x="231" y="742"/>
                  </a:cubicBezTo>
                  <a:cubicBezTo>
                    <a:pt x="231" y="745"/>
                    <a:pt x="231" y="747"/>
                    <a:pt x="231" y="749"/>
                  </a:cubicBezTo>
                  <a:cubicBezTo>
                    <a:pt x="232" y="750"/>
                    <a:pt x="233" y="751"/>
                    <a:pt x="234" y="752"/>
                  </a:cubicBezTo>
                  <a:cubicBezTo>
                    <a:pt x="237" y="755"/>
                    <a:pt x="238" y="758"/>
                    <a:pt x="239" y="761"/>
                  </a:cubicBezTo>
                  <a:cubicBezTo>
                    <a:pt x="240" y="764"/>
                    <a:pt x="241" y="768"/>
                    <a:pt x="239" y="771"/>
                  </a:cubicBezTo>
                  <a:cubicBezTo>
                    <a:pt x="238" y="774"/>
                    <a:pt x="236" y="776"/>
                    <a:pt x="233" y="777"/>
                  </a:cubicBezTo>
                  <a:cubicBezTo>
                    <a:pt x="231" y="778"/>
                    <a:pt x="228" y="779"/>
                    <a:pt x="225" y="780"/>
                  </a:cubicBezTo>
                  <a:cubicBezTo>
                    <a:pt x="224" y="781"/>
                    <a:pt x="223" y="781"/>
                    <a:pt x="222" y="782"/>
                  </a:cubicBezTo>
                  <a:cubicBezTo>
                    <a:pt x="220" y="783"/>
                    <a:pt x="221" y="787"/>
                    <a:pt x="222" y="788"/>
                  </a:cubicBezTo>
                  <a:cubicBezTo>
                    <a:pt x="222" y="791"/>
                    <a:pt x="222" y="794"/>
                    <a:pt x="224" y="796"/>
                  </a:cubicBezTo>
                  <a:cubicBezTo>
                    <a:pt x="226" y="798"/>
                    <a:pt x="228" y="794"/>
                    <a:pt x="230" y="793"/>
                  </a:cubicBezTo>
                  <a:cubicBezTo>
                    <a:pt x="235" y="791"/>
                    <a:pt x="242" y="791"/>
                    <a:pt x="247" y="791"/>
                  </a:cubicBezTo>
                  <a:cubicBezTo>
                    <a:pt x="253" y="791"/>
                    <a:pt x="259" y="791"/>
                    <a:pt x="264" y="787"/>
                  </a:cubicBezTo>
                  <a:cubicBezTo>
                    <a:pt x="266" y="787"/>
                    <a:pt x="268" y="787"/>
                    <a:pt x="271" y="787"/>
                  </a:cubicBezTo>
                  <a:cubicBezTo>
                    <a:pt x="272" y="787"/>
                    <a:pt x="273" y="788"/>
                    <a:pt x="273" y="786"/>
                  </a:cubicBezTo>
                  <a:cubicBezTo>
                    <a:pt x="274" y="785"/>
                    <a:pt x="274" y="785"/>
                    <a:pt x="274" y="784"/>
                  </a:cubicBezTo>
                  <a:cubicBezTo>
                    <a:pt x="276" y="781"/>
                    <a:pt x="279" y="779"/>
                    <a:pt x="283" y="778"/>
                  </a:cubicBezTo>
                  <a:cubicBezTo>
                    <a:pt x="283" y="769"/>
                    <a:pt x="283" y="761"/>
                    <a:pt x="291" y="757"/>
                  </a:cubicBezTo>
                  <a:cubicBezTo>
                    <a:pt x="295" y="755"/>
                    <a:pt x="299" y="754"/>
                    <a:pt x="303" y="754"/>
                  </a:cubicBezTo>
                  <a:cubicBezTo>
                    <a:pt x="307" y="754"/>
                    <a:pt x="312" y="755"/>
                    <a:pt x="317" y="754"/>
                  </a:cubicBezTo>
                  <a:cubicBezTo>
                    <a:pt x="319" y="754"/>
                    <a:pt x="320" y="753"/>
                    <a:pt x="320" y="751"/>
                  </a:cubicBezTo>
                  <a:cubicBezTo>
                    <a:pt x="321" y="748"/>
                    <a:pt x="320" y="744"/>
                    <a:pt x="320" y="741"/>
                  </a:cubicBezTo>
                  <a:cubicBezTo>
                    <a:pt x="320" y="740"/>
                    <a:pt x="320" y="738"/>
                    <a:pt x="320" y="737"/>
                  </a:cubicBezTo>
                  <a:cubicBezTo>
                    <a:pt x="320" y="735"/>
                    <a:pt x="320" y="736"/>
                    <a:pt x="319" y="735"/>
                  </a:cubicBezTo>
                  <a:cubicBezTo>
                    <a:pt x="317" y="734"/>
                    <a:pt x="317" y="733"/>
                    <a:pt x="316" y="732"/>
                  </a:cubicBezTo>
                  <a:cubicBezTo>
                    <a:pt x="315" y="729"/>
                    <a:pt x="316" y="725"/>
                    <a:pt x="318" y="723"/>
                  </a:cubicBezTo>
                  <a:cubicBezTo>
                    <a:pt x="318" y="722"/>
                    <a:pt x="319" y="722"/>
                    <a:pt x="319" y="721"/>
                  </a:cubicBezTo>
                  <a:cubicBezTo>
                    <a:pt x="321" y="721"/>
                    <a:pt x="320" y="720"/>
                    <a:pt x="321" y="719"/>
                  </a:cubicBezTo>
                  <a:cubicBezTo>
                    <a:pt x="321" y="717"/>
                    <a:pt x="323" y="716"/>
                    <a:pt x="325" y="716"/>
                  </a:cubicBezTo>
                  <a:cubicBezTo>
                    <a:pt x="325" y="715"/>
                    <a:pt x="325" y="713"/>
                    <a:pt x="327" y="712"/>
                  </a:cubicBezTo>
                  <a:cubicBezTo>
                    <a:pt x="328" y="711"/>
                    <a:pt x="331" y="712"/>
                    <a:pt x="333" y="711"/>
                  </a:cubicBezTo>
                  <a:cubicBezTo>
                    <a:pt x="337" y="710"/>
                    <a:pt x="338" y="706"/>
                    <a:pt x="339" y="702"/>
                  </a:cubicBezTo>
                  <a:cubicBezTo>
                    <a:pt x="340" y="698"/>
                    <a:pt x="339" y="693"/>
                    <a:pt x="339" y="688"/>
                  </a:cubicBezTo>
                  <a:cubicBezTo>
                    <a:pt x="339" y="685"/>
                    <a:pt x="338" y="678"/>
                    <a:pt x="344" y="679"/>
                  </a:cubicBezTo>
                  <a:cubicBezTo>
                    <a:pt x="344" y="676"/>
                    <a:pt x="344" y="673"/>
                    <a:pt x="345" y="671"/>
                  </a:cubicBezTo>
                  <a:cubicBezTo>
                    <a:pt x="346" y="669"/>
                    <a:pt x="348" y="667"/>
                    <a:pt x="350" y="666"/>
                  </a:cubicBezTo>
                  <a:cubicBezTo>
                    <a:pt x="352" y="665"/>
                    <a:pt x="355" y="665"/>
                    <a:pt x="356" y="663"/>
                  </a:cubicBezTo>
                  <a:cubicBezTo>
                    <a:pt x="358" y="661"/>
                    <a:pt x="358" y="659"/>
                    <a:pt x="358" y="657"/>
                  </a:cubicBezTo>
                  <a:cubicBezTo>
                    <a:pt x="358" y="655"/>
                    <a:pt x="357" y="651"/>
                    <a:pt x="359" y="650"/>
                  </a:cubicBezTo>
                  <a:cubicBezTo>
                    <a:pt x="360" y="647"/>
                    <a:pt x="362" y="645"/>
                    <a:pt x="364" y="642"/>
                  </a:cubicBezTo>
                  <a:cubicBezTo>
                    <a:pt x="367" y="638"/>
                    <a:pt x="372" y="634"/>
                    <a:pt x="377" y="630"/>
                  </a:cubicBezTo>
                  <a:cubicBezTo>
                    <a:pt x="378" y="629"/>
                    <a:pt x="379" y="629"/>
                    <a:pt x="380" y="628"/>
                  </a:cubicBezTo>
                  <a:cubicBezTo>
                    <a:pt x="381" y="627"/>
                    <a:pt x="382" y="627"/>
                    <a:pt x="382" y="625"/>
                  </a:cubicBezTo>
                  <a:cubicBezTo>
                    <a:pt x="382" y="622"/>
                    <a:pt x="382" y="620"/>
                    <a:pt x="382" y="617"/>
                  </a:cubicBezTo>
                  <a:cubicBezTo>
                    <a:pt x="382" y="611"/>
                    <a:pt x="381" y="606"/>
                    <a:pt x="381" y="600"/>
                  </a:cubicBezTo>
                  <a:cubicBezTo>
                    <a:pt x="382" y="596"/>
                    <a:pt x="382" y="591"/>
                    <a:pt x="384" y="588"/>
                  </a:cubicBezTo>
                  <a:cubicBezTo>
                    <a:pt x="384" y="587"/>
                    <a:pt x="385" y="586"/>
                    <a:pt x="385" y="585"/>
                  </a:cubicBezTo>
                  <a:cubicBezTo>
                    <a:pt x="386" y="584"/>
                    <a:pt x="386" y="584"/>
                    <a:pt x="387" y="582"/>
                  </a:cubicBezTo>
                  <a:cubicBezTo>
                    <a:pt x="387" y="580"/>
                    <a:pt x="389" y="579"/>
                    <a:pt x="391" y="580"/>
                  </a:cubicBezTo>
                  <a:cubicBezTo>
                    <a:pt x="392" y="566"/>
                    <a:pt x="390" y="552"/>
                    <a:pt x="391" y="539"/>
                  </a:cubicBezTo>
                  <a:cubicBezTo>
                    <a:pt x="391" y="533"/>
                    <a:pt x="391" y="527"/>
                    <a:pt x="393" y="521"/>
                  </a:cubicBezTo>
                  <a:cubicBezTo>
                    <a:pt x="393" y="518"/>
                    <a:pt x="394" y="516"/>
                    <a:pt x="396" y="514"/>
                  </a:cubicBezTo>
                  <a:cubicBezTo>
                    <a:pt x="396" y="511"/>
                    <a:pt x="397" y="508"/>
                    <a:pt x="400" y="509"/>
                  </a:cubicBezTo>
                  <a:cubicBezTo>
                    <a:pt x="400" y="505"/>
                    <a:pt x="399" y="498"/>
                    <a:pt x="405" y="500"/>
                  </a:cubicBezTo>
                  <a:cubicBezTo>
                    <a:pt x="405" y="497"/>
                    <a:pt x="405" y="494"/>
                    <a:pt x="405" y="491"/>
                  </a:cubicBezTo>
                  <a:cubicBezTo>
                    <a:pt x="405" y="490"/>
                    <a:pt x="405" y="488"/>
                    <a:pt x="405" y="487"/>
                  </a:cubicBezTo>
                  <a:cubicBezTo>
                    <a:pt x="405" y="485"/>
                    <a:pt x="405" y="485"/>
                    <a:pt x="403" y="485"/>
                  </a:cubicBezTo>
                  <a:cubicBezTo>
                    <a:pt x="399" y="482"/>
                    <a:pt x="400" y="476"/>
                    <a:pt x="400" y="472"/>
                  </a:cubicBezTo>
                  <a:cubicBezTo>
                    <a:pt x="400" y="468"/>
                    <a:pt x="400" y="463"/>
                    <a:pt x="402" y="459"/>
                  </a:cubicBezTo>
                  <a:cubicBezTo>
                    <a:pt x="402" y="459"/>
                    <a:pt x="403" y="458"/>
                    <a:pt x="403" y="458"/>
                  </a:cubicBezTo>
                  <a:cubicBezTo>
                    <a:pt x="405" y="457"/>
                    <a:pt x="405" y="458"/>
                    <a:pt x="405" y="456"/>
                  </a:cubicBezTo>
                  <a:cubicBezTo>
                    <a:pt x="405" y="453"/>
                    <a:pt x="405" y="450"/>
                    <a:pt x="405" y="447"/>
                  </a:cubicBezTo>
                  <a:cubicBezTo>
                    <a:pt x="406" y="444"/>
                    <a:pt x="405" y="440"/>
                    <a:pt x="406" y="436"/>
                  </a:cubicBezTo>
                  <a:cubicBezTo>
                    <a:pt x="407" y="435"/>
                    <a:pt x="408" y="434"/>
                    <a:pt x="410" y="434"/>
                  </a:cubicBezTo>
                  <a:cubicBezTo>
                    <a:pt x="410" y="430"/>
                    <a:pt x="410" y="427"/>
                    <a:pt x="410" y="424"/>
                  </a:cubicBezTo>
                  <a:cubicBezTo>
                    <a:pt x="410" y="420"/>
                    <a:pt x="410" y="417"/>
                    <a:pt x="410" y="414"/>
                  </a:cubicBezTo>
                  <a:cubicBezTo>
                    <a:pt x="410" y="411"/>
                    <a:pt x="411" y="406"/>
                    <a:pt x="409" y="404"/>
                  </a:cubicBezTo>
                  <a:cubicBezTo>
                    <a:pt x="404" y="400"/>
                    <a:pt x="400" y="396"/>
                    <a:pt x="396" y="391"/>
                  </a:cubicBezTo>
                  <a:cubicBezTo>
                    <a:pt x="396" y="386"/>
                    <a:pt x="400" y="396"/>
                    <a:pt x="396" y="391"/>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汉仪雅酷黑简" panose="00020600040101010101" charset="-122"/>
              </a:endParaRPr>
            </a:p>
          </p:txBody>
        </p:sp>
        <p:sp>
          <p:nvSpPr>
            <p:cNvPr id="35" name="Freeform 21"/>
            <p:cNvSpPr/>
            <p:nvPr/>
          </p:nvSpPr>
          <p:spPr bwMode="auto">
            <a:xfrm>
              <a:off x="4553517" y="2298683"/>
              <a:ext cx="1284171" cy="2708007"/>
            </a:xfrm>
            <a:custGeom>
              <a:avLst/>
              <a:gdLst>
                <a:gd name="T0" fmla="*/ 394 w 439"/>
                <a:gd name="T1" fmla="*/ 523 h 926"/>
                <a:gd name="T2" fmla="*/ 349 w 439"/>
                <a:gd name="T3" fmla="*/ 520 h 926"/>
                <a:gd name="T4" fmla="*/ 328 w 439"/>
                <a:gd name="T5" fmla="*/ 505 h 926"/>
                <a:gd name="T6" fmla="*/ 310 w 439"/>
                <a:gd name="T7" fmla="*/ 490 h 926"/>
                <a:gd name="T8" fmla="*/ 283 w 439"/>
                <a:gd name="T9" fmla="*/ 457 h 926"/>
                <a:gd name="T10" fmla="*/ 230 w 439"/>
                <a:gd name="T11" fmla="*/ 424 h 926"/>
                <a:gd name="T12" fmla="*/ 198 w 439"/>
                <a:gd name="T13" fmla="*/ 402 h 926"/>
                <a:gd name="T14" fmla="*/ 141 w 439"/>
                <a:gd name="T15" fmla="*/ 387 h 926"/>
                <a:gd name="T16" fmla="*/ 117 w 439"/>
                <a:gd name="T17" fmla="*/ 393 h 926"/>
                <a:gd name="T18" fmla="*/ 94 w 439"/>
                <a:gd name="T19" fmla="*/ 415 h 926"/>
                <a:gd name="T20" fmla="*/ 68 w 439"/>
                <a:gd name="T21" fmla="*/ 405 h 926"/>
                <a:gd name="T22" fmla="*/ 70 w 439"/>
                <a:gd name="T23" fmla="*/ 375 h 926"/>
                <a:gd name="T24" fmla="*/ 52 w 439"/>
                <a:gd name="T25" fmla="*/ 324 h 926"/>
                <a:gd name="T26" fmla="*/ 38 w 439"/>
                <a:gd name="T27" fmla="*/ 320 h 926"/>
                <a:gd name="T28" fmla="*/ 28 w 439"/>
                <a:gd name="T29" fmla="*/ 297 h 926"/>
                <a:gd name="T30" fmla="*/ 61 w 439"/>
                <a:gd name="T31" fmla="*/ 237 h 926"/>
                <a:gd name="T32" fmla="*/ 107 w 439"/>
                <a:gd name="T33" fmla="*/ 251 h 926"/>
                <a:gd name="T34" fmla="*/ 127 w 439"/>
                <a:gd name="T35" fmla="*/ 222 h 926"/>
                <a:gd name="T36" fmla="*/ 139 w 439"/>
                <a:gd name="T37" fmla="*/ 203 h 926"/>
                <a:gd name="T38" fmla="*/ 176 w 439"/>
                <a:gd name="T39" fmla="*/ 180 h 926"/>
                <a:gd name="T40" fmla="*/ 209 w 439"/>
                <a:gd name="T41" fmla="*/ 146 h 926"/>
                <a:gd name="T42" fmla="*/ 240 w 439"/>
                <a:gd name="T43" fmla="*/ 118 h 926"/>
                <a:gd name="T44" fmla="*/ 269 w 439"/>
                <a:gd name="T45" fmla="*/ 99 h 926"/>
                <a:gd name="T46" fmla="*/ 259 w 439"/>
                <a:gd name="T47" fmla="*/ 90 h 926"/>
                <a:gd name="T48" fmla="*/ 310 w 439"/>
                <a:gd name="T49" fmla="*/ 76 h 926"/>
                <a:gd name="T50" fmla="*/ 330 w 439"/>
                <a:gd name="T51" fmla="*/ 38 h 926"/>
                <a:gd name="T52" fmla="*/ 298 w 439"/>
                <a:gd name="T53" fmla="*/ 28 h 926"/>
                <a:gd name="T54" fmla="*/ 264 w 439"/>
                <a:gd name="T55" fmla="*/ 54 h 926"/>
                <a:gd name="T56" fmla="*/ 234 w 439"/>
                <a:gd name="T57" fmla="*/ 67 h 926"/>
                <a:gd name="T58" fmla="*/ 245 w 439"/>
                <a:gd name="T59" fmla="*/ 28 h 926"/>
                <a:gd name="T60" fmla="*/ 279 w 439"/>
                <a:gd name="T61" fmla="*/ 15 h 926"/>
                <a:gd name="T62" fmla="*/ 45 w 439"/>
                <a:gd name="T63" fmla="*/ 186 h 926"/>
                <a:gd name="T64" fmla="*/ 0 w 439"/>
                <a:gd name="T65" fmla="*/ 320 h 926"/>
                <a:gd name="T66" fmla="*/ 20 w 439"/>
                <a:gd name="T67" fmla="*/ 359 h 926"/>
                <a:gd name="T68" fmla="*/ 56 w 439"/>
                <a:gd name="T69" fmla="*/ 408 h 926"/>
                <a:gd name="T70" fmla="*/ 80 w 439"/>
                <a:gd name="T71" fmla="*/ 420 h 926"/>
                <a:gd name="T72" fmla="*/ 71 w 439"/>
                <a:gd name="T73" fmla="*/ 495 h 926"/>
                <a:gd name="T74" fmla="*/ 66 w 439"/>
                <a:gd name="T75" fmla="*/ 541 h 926"/>
                <a:gd name="T76" fmla="*/ 94 w 439"/>
                <a:gd name="T77" fmla="*/ 587 h 926"/>
                <a:gd name="T78" fmla="*/ 112 w 439"/>
                <a:gd name="T79" fmla="*/ 634 h 926"/>
                <a:gd name="T80" fmla="*/ 137 w 439"/>
                <a:gd name="T81" fmla="*/ 664 h 926"/>
                <a:gd name="T82" fmla="*/ 160 w 439"/>
                <a:gd name="T83" fmla="*/ 690 h 926"/>
                <a:gd name="T84" fmla="*/ 173 w 439"/>
                <a:gd name="T85" fmla="*/ 719 h 926"/>
                <a:gd name="T86" fmla="*/ 181 w 439"/>
                <a:gd name="T87" fmla="*/ 784 h 926"/>
                <a:gd name="T88" fmla="*/ 207 w 439"/>
                <a:gd name="T89" fmla="*/ 858 h 926"/>
                <a:gd name="T90" fmla="*/ 232 w 439"/>
                <a:gd name="T91" fmla="*/ 896 h 926"/>
                <a:gd name="T92" fmla="*/ 255 w 439"/>
                <a:gd name="T93" fmla="*/ 920 h 926"/>
                <a:gd name="T94" fmla="*/ 265 w 439"/>
                <a:gd name="T95" fmla="*/ 900 h 926"/>
                <a:gd name="T96" fmla="*/ 255 w 439"/>
                <a:gd name="T97" fmla="*/ 858 h 926"/>
                <a:gd name="T98" fmla="*/ 279 w 439"/>
                <a:gd name="T99" fmla="*/ 830 h 926"/>
                <a:gd name="T100" fmla="*/ 297 w 439"/>
                <a:gd name="T101" fmla="*/ 797 h 926"/>
                <a:gd name="T102" fmla="*/ 323 w 439"/>
                <a:gd name="T103" fmla="*/ 726 h 926"/>
                <a:gd name="T104" fmla="*/ 371 w 439"/>
                <a:gd name="T105" fmla="*/ 697 h 926"/>
                <a:gd name="T106" fmla="*/ 401 w 439"/>
                <a:gd name="T107" fmla="*/ 633 h 926"/>
                <a:gd name="T108" fmla="*/ 411 w 439"/>
                <a:gd name="T109" fmla="*/ 608 h 926"/>
                <a:gd name="T110" fmla="*/ 434 w 439"/>
                <a:gd name="T111" fmla="*/ 573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39" h="926">
                  <a:moveTo>
                    <a:pt x="434" y="542"/>
                  </a:moveTo>
                  <a:cubicBezTo>
                    <a:pt x="427" y="542"/>
                    <a:pt x="418" y="544"/>
                    <a:pt x="413" y="538"/>
                  </a:cubicBezTo>
                  <a:cubicBezTo>
                    <a:pt x="412" y="537"/>
                    <a:pt x="411" y="535"/>
                    <a:pt x="411" y="534"/>
                  </a:cubicBezTo>
                  <a:cubicBezTo>
                    <a:pt x="410" y="533"/>
                    <a:pt x="411" y="533"/>
                    <a:pt x="409" y="533"/>
                  </a:cubicBezTo>
                  <a:cubicBezTo>
                    <a:pt x="408" y="533"/>
                    <a:pt x="407" y="533"/>
                    <a:pt x="405" y="533"/>
                  </a:cubicBezTo>
                  <a:cubicBezTo>
                    <a:pt x="402" y="531"/>
                    <a:pt x="399" y="530"/>
                    <a:pt x="397" y="527"/>
                  </a:cubicBezTo>
                  <a:cubicBezTo>
                    <a:pt x="397" y="526"/>
                    <a:pt x="396" y="525"/>
                    <a:pt x="396" y="524"/>
                  </a:cubicBezTo>
                  <a:cubicBezTo>
                    <a:pt x="396" y="523"/>
                    <a:pt x="395" y="523"/>
                    <a:pt x="394" y="523"/>
                  </a:cubicBezTo>
                  <a:cubicBezTo>
                    <a:pt x="392" y="523"/>
                    <a:pt x="390" y="523"/>
                    <a:pt x="388" y="523"/>
                  </a:cubicBezTo>
                  <a:cubicBezTo>
                    <a:pt x="385" y="523"/>
                    <a:pt x="382" y="523"/>
                    <a:pt x="378" y="523"/>
                  </a:cubicBezTo>
                  <a:cubicBezTo>
                    <a:pt x="376" y="523"/>
                    <a:pt x="373" y="522"/>
                    <a:pt x="373" y="519"/>
                  </a:cubicBezTo>
                  <a:cubicBezTo>
                    <a:pt x="372" y="518"/>
                    <a:pt x="360" y="519"/>
                    <a:pt x="358" y="519"/>
                  </a:cubicBezTo>
                  <a:cubicBezTo>
                    <a:pt x="357" y="519"/>
                    <a:pt x="356" y="519"/>
                    <a:pt x="355" y="519"/>
                  </a:cubicBezTo>
                  <a:cubicBezTo>
                    <a:pt x="353" y="519"/>
                    <a:pt x="354" y="519"/>
                    <a:pt x="353" y="520"/>
                  </a:cubicBezTo>
                  <a:cubicBezTo>
                    <a:pt x="353" y="521"/>
                    <a:pt x="352" y="521"/>
                    <a:pt x="352" y="522"/>
                  </a:cubicBezTo>
                  <a:cubicBezTo>
                    <a:pt x="350" y="522"/>
                    <a:pt x="350" y="521"/>
                    <a:pt x="349" y="520"/>
                  </a:cubicBezTo>
                  <a:cubicBezTo>
                    <a:pt x="349" y="519"/>
                    <a:pt x="349" y="514"/>
                    <a:pt x="348" y="514"/>
                  </a:cubicBezTo>
                  <a:cubicBezTo>
                    <a:pt x="345" y="514"/>
                    <a:pt x="342" y="514"/>
                    <a:pt x="339" y="513"/>
                  </a:cubicBezTo>
                  <a:cubicBezTo>
                    <a:pt x="338" y="513"/>
                    <a:pt x="337" y="513"/>
                    <a:pt x="336" y="512"/>
                  </a:cubicBezTo>
                  <a:cubicBezTo>
                    <a:pt x="336" y="511"/>
                    <a:pt x="335" y="511"/>
                    <a:pt x="335" y="510"/>
                  </a:cubicBezTo>
                  <a:cubicBezTo>
                    <a:pt x="334" y="509"/>
                    <a:pt x="335" y="510"/>
                    <a:pt x="333" y="509"/>
                  </a:cubicBezTo>
                  <a:cubicBezTo>
                    <a:pt x="332" y="509"/>
                    <a:pt x="331" y="508"/>
                    <a:pt x="330" y="507"/>
                  </a:cubicBezTo>
                  <a:cubicBezTo>
                    <a:pt x="330" y="507"/>
                    <a:pt x="330" y="506"/>
                    <a:pt x="330" y="505"/>
                  </a:cubicBezTo>
                  <a:cubicBezTo>
                    <a:pt x="330" y="504"/>
                    <a:pt x="329" y="505"/>
                    <a:pt x="328" y="505"/>
                  </a:cubicBezTo>
                  <a:cubicBezTo>
                    <a:pt x="322" y="505"/>
                    <a:pt x="317" y="505"/>
                    <a:pt x="312" y="505"/>
                  </a:cubicBezTo>
                  <a:cubicBezTo>
                    <a:pt x="309" y="505"/>
                    <a:pt x="305" y="504"/>
                    <a:pt x="301" y="505"/>
                  </a:cubicBezTo>
                  <a:cubicBezTo>
                    <a:pt x="298" y="505"/>
                    <a:pt x="295" y="505"/>
                    <a:pt x="292" y="504"/>
                  </a:cubicBezTo>
                  <a:cubicBezTo>
                    <a:pt x="288" y="503"/>
                    <a:pt x="285" y="497"/>
                    <a:pt x="290" y="495"/>
                  </a:cubicBezTo>
                  <a:cubicBezTo>
                    <a:pt x="292" y="495"/>
                    <a:pt x="295" y="496"/>
                    <a:pt x="296" y="494"/>
                  </a:cubicBezTo>
                  <a:cubicBezTo>
                    <a:pt x="297" y="493"/>
                    <a:pt x="297" y="491"/>
                    <a:pt x="297" y="490"/>
                  </a:cubicBezTo>
                  <a:cubicBezTo>
                    <a:pt x="299" y="490"/>
                    <a:pt x="302" y="490"/>
                    <a:pt x="304" y="490"/>
                  </a:cubicBezTo>
                  <a:cubicBezTo>
                    <a:pt x="306" y="490"/>
                    <a:pt x="308" y="490"/>
                    <a:pt x="310" y="490"/>
                  </a:cubicBezTo>
                  <a:cubicBezTo>
                    <a:pt x="311" y="491"/>
                    <a:pt x="311" y="490"/>
                    <a:pt x="311" y="489"/>
                  </a:cubicBezTo>
                  <a:cubicBezTo>
                    <a:pt x="311" y="488"/>
                    <a:pt x="311" y="488"/>
                    <a:pt x="311" y="487"/>
                  </a:cubicBezTo>
                  <a:cubicBezTo>
                    <a:pt x="311" y="484"/>
                    <a:pt x="310" y="482"/>
                    <a:pt x="308" y="480"/>
                  </a:cubicBezTo>
                  <a:cubicBezTo>
                    <a:pt x="306" y="476"/>
                    <a:pt x="301" y="474"/>
                    <a:pt x="297" y="472"/>
                  </a:cubicBezTo>
                  <a:cubicBezTo>
                    <a:pt x="295" y="472"/>
                    <a:pt x="293" y="472"/>
                    <a:pt x="292" y="471"/>
                  </a:cubicBezTo>
                  <a:cubicBezTo>
                    <a:pt x="291" y="470"/>
                    <a:pt x="291" y="468"/>
                    <a:pt x="290" y="467"/>
                  </a:cubicBezTo>
                  <a:cubicBezTo>
                    <a:pt x="288" y="465"/>
                    <a:pt x="286" y="463"/>
                    <a:pt x="284" y="462"/>
                  </a:cubicBezTo>
                  <a:cubicBezTo>
                    <a:pt x="282" y="462"/>
                    <a:pt x="283" y="459"/>
                    <a:pt x="283" y="457"/>
                  </a:cubicBezTo>
                  <a:cubicBezTo>
                    <a:pt x="282" y="456"/>
                    <a:pt x="282" y="455"/>
                    <a:pt x="281" y="454"/>
                  </a:cubicBezTo>
                  <a:cubicBezTo>
                    <a:pt x="279" y="452"/>
                    <a:pt x="277" y="450"/>
                    <a:pt x="275" y="448"/>
                  </a:cubicBezTo>
                  <a:cubicBezTo>
                    <a:pt x="273" y="447"/>
                    <a:pt x="271" y="446"/>
                    <a:pt x="269" y="444"/>
                  </a:cubicBezTo>
                  <a:cubicBezTo>
                    <a:pt x="267" y="443"/>
                    <a:pt x="265" y="439"/>
                    <a:pt x="263" y="439"/>
                  </a:cubicBezTo>
                  <a:cubicBezTo>
                    <a:pt x="259" y="439"/>
                    <a:pt x="250" y="439"/>
                    <a:pt x="250" y="434"/>
                  </a:cubicBezTo>
                  <a:cubicBezTo>
                    <a:pt x="245" y="434"/>
                    <a:pt x="241" y="435"/>
                    <a:pt x="236" y="433"/>
                  </a:cubicBezTo>
                  <a:cubicBezTo>
                    <a:pt x="235" y="432"/>
                    <a:pt x="234" y="431"/>
                    <a:pt x="233" y="429"/>
                  </a:cubicBezTo>
                  <a:cubicBezTo>
                    <a:pt x="232" y="428"/>
                    <a:pt x="231" y="424"/>
                    <a:pt x="230" y="424"/>
                  </a:cubicBezTo>
                  <a:cubicBezTo>
                    <a:pt x="229" y="424"/>
                    <a:pt x="227" y="424"/>
                    <a:pt x="226" y="422"/>
                  </a:cubicBezTo>
                  <a:cubicBezTo>
                    <a:pt x="226" y="421"/>
                    <a:pt x="226" y="419"/>
                    <a:pt x="226" y="418"/>
                  </a:cubicBezTo>
                  <a:cubicBezTo>
                    <a:pt x="224" y="416"/>
                    <a:pt x="222" y="415"/>
                    <a:pt x="220" y="415"/>
                  </a:cubicBezTo>
                  <a:cubicBezTo>
                    <a:pt x="215" y="414"/>
                    <a:pt x="211" y="415"/>
                    <a:pt x="206" y="414"/>
                  </a:cubicBezTo>
                  <a:cubicBezTo>
                    <a:pt x="200" y="413"/>
                    <a:pt x="205" y="408"/>
                    <a:pt x="207" y="406"/>
                  </a:cubicBezTo>
                  <a:cubicBezTo>
                    <a:pt x="204" y="405"/>
                    <a:pt x="202" y="404"/>
                    <a:pt x="203" y="401"/>
                  </a:cubicBezTo>
                  <a:cubicBezTo>
                    <a:pt x="201" y="401"/>
                    <a:pt x="200" y="401"/>
                    <a:pt x="199" y="401"/>
                  </a:cubicBezTo>
                  <a:cubicBezTo>
                    <a:pt x="197" y="401"/>
                    <a:pt x="198" y="401"/>
                    <a:pt x="198" y="402"/>
                  </a:cubicBezTo>
                  <a:cubicBezTo>
                    <a:pt x="198" y="403"/>
                    <a:pt x="197" y="404"/>
                    <a:pt x="197" y="405"/>
                  </a:cubicBezTo>
                  <a:cubicBezTo>
                    <a:pt x="195" y="406"/>
                    <a:pt x="193" y="406"/>
                    <a:pt x="191" y="405"/>
                  </a:cubicBezTo>
                  <a:cubicBezTo>
                    <a:pt x="188" y="404"/>
                    <a:pt x="183" y="400"/>
                    <a:pt x="184" y="396"/>
                  </a:cubicBezTo>
                  <a:cubicBezTo>
                    <a:pt x="178" y="398"/>
                    <a:pt x="172" y="398"/>
                    <a:pt x="166" y="396"/>
                  </a:cubicBezTo>
                  <a:cubicBezTo>
                    <a:pt x="162" y="394"/>
                    <a:pt x="158" y="391"/>
                    <a:pt x="154" y="389"/>
                  </a:cubicBezTo>
                  <a:cubicBezTo>
                    <a:pt x="152" y="388"/>
                    <a:pt x="150" y="387"/>
                    <a:pt x="147" y="387"/>
                  </a:cubicBezTo>
                  <a:cubicBezTo>
                    <a:pt x="146" y="386"/>
                    <a:pt x="144" y="386"/>
                    <a:pt x="143" y="387"/>
                  </a:cubicBezTo>
                  <a:cubicBezTo>
                    <a:pt x="142" y="387"/>
                    <a:pt x="141" y="386"/>
                    <a:pt x="141" y="387"/>
                  </a:cubicBezTo>
                  <a:cubicBezTo>
                    <a:pt x="141" y="388"/>
                    <a:pt x="141" y="389"/>
                    <a:pt x="141" y="390"/>
                  </a:cubicBezTo>
                  <a:cubicBezTo>
                    <a:pt x="141" y="395"/>
                    <a:pt x="143" y="405"/>
                    <a:pt x="137" y="406"/>
                  </a:cubicBezTo>
                  <a:cubicBezTo>
                    <a:pt x="136" y="401"/>
                    <a:pt x="137" y="397"/>
                    <a:pt x="137" y="393"/>
                  </a:cubicBezTo>
                  <a:cubicBezTo>
                    <a:pt x="136" y="387"/>
                    <a:pt x="132" y="387"/>
                    <a:pt x="127" y="387"/>
                  </a:cubicBezTo>
                  <a:cubicBezTo>
                    <a:pt x="128" y="389"/>
                    <a:pt x="127" y="391"/>
                    <a:pt x="125" y="391"/>
                  </a:cubicBezTo>
                  <a:cubicBezTo>
                    <a:pt x="123" y="391"/>
                    <a:pt x="122" y="391"/>
                    <a:pt x="121" y="391"/>
                  </a:cubicBezTo>
                  <a:cubicBezTo>
                    <a:pt x="121" y="391"/>
                    <a:pt x="120" y="391"/>
                    <a:pt x="119" y="391"/>
                  </a:cubicBezTo>
                  <a:cubicBezTo>
                    <a:pt x="117" y="391"/>
                    <a:pt x="118" y="391"/>
                    <a:pt x="117" y="393"/>
                  </a:cubicBezTo>
                  <a:cubicBezTo>
                    <a:pt x="115" y="398"/>
                    <a:pt x="108" y="396"/>
                    <a:pt x="104" y="396"/>
                  </a:cubicBezTo>
                  <a:cubicBezTo>
                    <a:pt x="104" y="399"/>
                    <a:pt x="107" y="400"/>
                    <a:pt x="108" y="403"/>
                  </a:cubicBezTo>
                  <a:cubicBezTo>
                    <a:pt x="108" y="404"/>
                    <a:pt x="108" y="405"/>
                    <a:pt x="108" y="406"/>
                  </a:cubicBezTo>
                  <a:cubicBezTo>
                    <a:pt x="109" y="406"/>
                    <a:pt x="110" y="406"/>
                    <a:pt x="110" y="406"/>
                  </a:cubicBezTo>
                  <a:cubicBezTo>
                    <a:pt x="111" y="407"/>
                    <a:pt x="111" y="409"/>
                    <a:pt x="111" y="410"/>
                  </a:cubicBezTo>
                  <a:cubicBezTo>
                    <a:pt x="110" y="412"/>
                    <a:pt x="107" y="414"/>
                    <a:pt x="104" y="415"/>
                  </a:cubicBezTo>
                  <a:cubicBezTo>
                    <a:pt x="102" y="415"/>
                    <a:pt x="100" y="415"/>
                    <a:pt x="98" y="415"/>
                  </a:cubicBezTo>
                  <a:cubicBezTo>
                    <a:pt x="97" y="415"/>
                    <a:pt x="95" y="415"/>
                    <a:pt x="94" y="415"/>
                  </a:cubicBezTo>
                  <a:cubicBezTo>
                    <a:pt x="94" y="414"/>
                    <a:pt x="94" y="413"/>
                    <a:pt x="94" y="412"/>
                  </a:cubicBezTo>
                  <a:cubicBezTo>
                    <a:pt x="93" y="411"/>
                    <a:pt x="92" y="410"/>
                    <a:pt x="91" y="409"/>
                  </a:cubicBezTo>
                  <a:cubicBezTo>
                    <a:pt x="90" y="407"/>
                    <a:pt x="90" y="406"/>
                    <a:pt x="89" y="405"/>
                  </a:cubicBezTo>
                  <a:cubicBezTo>
                    <a:pt x="88" y="402"/>
                    <a:pt x="85" y="401"/>
                    <a:pt x="82" y="403"/>
                  </a:cubicBezTo>
                  <a:cubicBezTo>
                    <a:pt x="81" y="403"/>
                    <a:pt x="75" y="405"/>
                    <a:pt x="75" y="406"/>
                  </a:cubicBezTo>
                  <a:cubicBezTo>
                    <a:pt x="75" y="408"/>
                    <a:pt x="72" y="410"/>
                    <a:pt x="71" y="407"/>
                  </a:cubicBezTo>
                  <a:cubicBezTo>
                    <a:pt x="71" y="406"/>
                    <a:pt x="71" y="406"/>
                    <a:pt x="70" y="406"/>
                  </a:cubicBezTo>
                  <a:cubicBezTo>
                    <a:pt x="69" y="406"/>
                    <a:pt x="68" y="406"/>
                    <a:pt x="68" y="405"/>
                  </a:cubicBezTo>
                  <a:cubicBezTo>
                    <a:pt x="67" y="405"/>
                    <a:pt x="66" y="403"/>
                    <a:pt x="66" y="402"/>
                  </a:cubicBezTo>
                  <a:cubicBezTo>
                    <a:pt x="66" y="400"/>
                    <a:pt x="65" y="401"/>
                    <a:pt x="63" y="400"/>
                  </a:cubicBezTo>
                  <a:cubicBezTo>
                    <a:pt x="62" y="400"/>
                    <a:pt x="61" y="399"/>
                    <a:pt x="61" y="397"/>
                  </a:cubicBezTo>
                  <a:cubicBezTo>
                    <a:pt x="61" y="395"/>
                    <a:pt x="60" y="394"/>
                    <a:pt x="59" y="393"/>
                  </a:cubicBezTo>
                  <a:cubicBezTo>
                    <a:pt x="58" y="391"/>
                    <a:pt x="58" y="390"/>
                    <a:pt x="57" y="388"/>
                  </a:cubicBezTo>
                  <a:cubicBezTo>
                    <a:pt x="57" y="386"/>
                    <a:pt x="56" y="384"/>
                    <a:pt x="56" y="382"/>
                  </a:cubicBezTo>
                  <a:cubicBezTo>
                    <a:pt x="57" y="381"/>
                    <a:pt x="58" y="381"/>
                    <a:pt x="59" y="380"/>
                  </a:cubicBezTo>
                  <a:cubicBezTo>
                    <a:pt x="63" y="379"/>
                    <a:pt x="68" y="379"/>
                    <a:pt x="70" y="375"/>
                  </a:cubicBezTo>
                  <a:cubicBezTo>
                    <a:pt x="72" y="373"/>
                    <a:pt x="71" y="370"/>
                    <a:pt x="71" y="368"/>
                  </a:cubicBezTo>
                  <a:cubicBezTo>
                    <a:pt x="68" y="367"/>
                    <a:pt x="67" y="364"/>
                    <a:pt x="66" y="362"/>
                  </a:cubicBezTo>
                  <a:cubicBezTo>
                    <a:pt x="66" y="358"/>
                    <a:pt x="66" y="354"/>
                    <a:pt x="66" y="350"/>
                  </a:cubicBezTo>
                  <a:cubicBezTo>
                    <a:pt x="66" y="348"/>
                    <a:pt x="62" y="349"/>
                    <a:pt x="61" y="349"/>
                  </a:cubicBezTo>
                  <a:cubicBezTo>
                    <a:pt x="58" y="349"/>
                    <a:pt x="56" y="349"/>
                    <a:pt x="54" y="349"/>
                  </a:cubicBezTo>
                  <a:cubicBezTo>
                    <a:pt x="51" y="349"/>
                    <a:pt x="47" y="348"/>
                    <a:pt x="47" y="344"/>
                  </a:cubicBezTo>
                  <a:cubicBezTo>
                    <a:pt x="47" y="341"/>
                    <a:pt x="46" y="334"/>
                    <a:pt x="52" y="335"/>
                  </a:cubicBezTo>
                  <a:cubicBezTo>
                    <a:pt x="52" y="331"/>
                    <a:pt x="51" y="327"/>
                    <a:pt x="52" y="324"/>
                  </a:cubicBezTo>
                  <a:cubicBezTo>
                    <a:pt x="52" y="321"/>
                    <a:pt x="54" y="320"/>
                    <a:pt x="57" y="321"/>
                  </a:cubicBezTo>
                  <a:cubicBezTo>
                    <a:pt x="63" y="322"/>
                    <a:pt x="65" y="318"/>
                    <a:pt x="66" y="313"/>
                  </a:cubicBezTo>
                  <a:cubicBezTo>
                    <a:pt x="66" y="309"/>
                    <a:pt x="66" y="305"/>
                    <a:pt x="66" y="302"/>
                  </a:cubicBezTo>
                  <a:cubicBezTo>
                    <a:pt x="63" y="302"/>
                    <a:pt x="59" y="301"/>
                    <a:pt x="56" y="302"/>
                  </a:cubicBezTo>
                  <a:cubicBezTo>
                    <a:pt x="53" y="303"/>
                    <a:pt x="52" y="304"/>
                    <a:pt x="52" y="307"/>
                  </a:cubicBezTo>
                  <a:cubicBezTo>
                    <a:pt x="51" y="310"/>
                    <a:pt x="50" y="312"/>
                    <a:pt x="47" y="311"/>
                  </a:cubicBezTo>
                  <a:cubicBezTo>
                    <a:pt x="47" y="314"/>
                    <a:pt x="46" y="317"/>
                    <a:pt x="42" y="316"/>
                  </a:cubicBezTo>
                  <a:cubicBezTo>
                    <a:pt x="41" y="317"/>
                    <a:pt x="39" y="319"/>
                    <a:pt x="38" y="320"/>
                  </a:cubicBezTo>
                  <a:cubicBezTo>
                    <a:pt x="35" y="323"/>
                    <a:pt x="31" y="327"/>
                    <a:pt x="27" y="328"/>
                  </a:cubicBezTo>
                  <a:cubicBezTo>
                    <a:pt x="25" y="329"/>
                    <a:pt x="24" y="328"/>
                    <a:pt x="24" y="326"/>
                  </a:cubicBezTo>
                  <a:cubicBezTo>
                    <a:pt x="23" y="325"/>
                    <a:pt x="23" y="322"/>
                    <a:pt x="23" y="321"/>
                  </a:cubicBezTo>
                  <a:cubicBezTo>
                    <a:pt x="23" y="319"/>
                    <a:pt x="23" y="318"/>
                    <a:pt x="23" y="317"/>
                  </a:cubicBezTo>
                  <a:cubicBezTo>
                    <a:pt x="23" y="315"/>
                    <a:pt x="23" y="316"/>
                    <a:pt x="21" y="316"/>
                  </a:cubicBezTo>
                  <a:cubicBezTo>
                    <a:pt x="17" y="315"/>
                    <a:pt x="19" y="311"/>
                    <a:pt x="19" y="308"/>
                  </a:cubicBezTo>
                  <a:cubicBezTo>
                    <a:pt x="19" y="304"/>
                    <a:pt x="19" y="301"/>
                    <a:pt x="23" y="302"/>
                  </a:cubicBezTo>
                  <a:cubicBezTo>
                    <a:pt x="24" y="299"/>
                    <a:pt x="25" y="296"/>
                    <a:pt x="28" y="297"/>
                  </a:cubicBezTo>
                  <a:cubicBezTo>
                    <a:pt x="28" y="294"/>
                    <a:pt x="27" y="286"/>
                    <a:pt x="33" y="288"/>
                  </a:cubicBezTo>
                  <a:cubicBezTo>
                    <a:pt x="33" y="284"/>
                    <a:pt x="31" y="272"/>
                    <a:pt x="38" y="273"/>
                  </a:cubicBezTo>
                  <a:cubicBezTo>
                    <a:pt x="38" y="270"/>
                    <a:pt x="37" y="263"/>
                    <a:pt x="42" y="264"/>
                  </a:cubicBezTo>
                  <a:cubicBezTo>
                    <a:pt x="42" y="262"/>
                    <a:pt x="41" y="256"/>
                    <a:pt x="44" y="255"/>
                  </a:cubicBezTo>
                  <a:cubicBezTo>
                    <a:pt x="45" y="254"/>
                    <a:pt x="45" y="254"/>
                    <a:pt x="46" y="254"/>
                  </a:cubicBezTo>
                  <a:cubicBezTo>
                    <a:pt x="48" y="255"/>
                    <a:pt x="47" y="254"/>
                    <a:pt x="47" y="253"/>
                  </a:cubicBezTo>
                  <a:cubicBezTo>
                    <a:pt x="48" y="252"/>
                    <a:pt x="49" y="250"/>
                    <a:pt x="50" y="249"/>
                  </a:cubicBezTo>
                  <a:cubicBezTo>
                    <a:pt x="53" y="245"/>
                    <a:pt x="59" y="243"/>
                    <a:pt x="61" y="237"/>
                  </a:cubicBezTo>
                  <a:cubicBezTo>
                    <a:pt x="61" y="235"/>
                    <a:pt x="61" y="231"/>
                    <a:pt x="64" y="231"/>
                  </a:cubicBezTo>
                  <a:cubicBezTo>
                    <a:pt x="66" y="231"/>
                    <a:pt x="68" y="232"/>
                    <a:pt x="70" y="233"/>
                  </a:cubicBezTo>
                  <a:cubicBezTo>
                    <a:pt x="71" y="234"/>
                    <a:pt x="73" y="234"/>
                    <a:pt x="75" y="234"/>
                  </a:cubicBezTo>
                  <a:cubicBezTo>
                    <a:pt x="80" y="235"/>
                    <a:pt x="83" y="232"/>
                    <a:pt x="86" y="230"/>
                  </a:cubicBezTo>
                  <a:cubicBezTo>
                    <a:pt x="89" y="228"/>
                    <a:pt x="92" y="226"/>
                    <a:pt x="95" y="226"/>
                  </a:cubicBezTo>
                  <a:cubicBezTo>
                    <a:pt x="98" y="226"/>
                    <a:pt x="101" y="226"/>
                    <a:pt x="103" y="227"/>
                  </a:cubicBezTo>
                  <a:cubicBezTo>
                    <a:pt x="107" y="229"/>
                    <a:pt x="108" y="234"/>
                    <a:pt x="109" y="238"/>
                  </a:cubicBezTo>
                  <a:cubicBezTo>
                    <a:pt x="110" y="242"/>
                    <a:pt x="110" y="248"/>
                    <a:pt x="107" y="251"/>
                  </a:cubicBezTo>
                  <a:cubicBezTo>
                    <a:pt x="107" y="253"/>
                    <a:pt x="105" y="254"/>
                    <a:pt x="104" y="255"/>
                  </a:cubicBezTo>
                  <a:cubicBezTo>
                    <a:pt x="104" y="256"/>
                    <a:pt x="104" y="257"/>
                    <a:pt x="104" y="258"/>
                  </a:cubicBezTo>
                  <a:cubicBezTo>
                    <a:pt x="104" y="260"/>
                    <a:pt x="104" y="259"/>
                    <a:pt x="105" y="260"/>
                  </a:cubicBezTo>
                  <a:cubicBezTo>
                    <a:pt x="106" y="260"/>
                    <a:pt x="108" y="260"/>
                    <a:pt x="108" y="262"/>
                  </a:cubicBezTo>
                  <a:cubicBezTo>
                    <a:pt x="109" y="262"/>
                    <a:pt x="108" y="263"/>
                    <a:pt x="108" y="264"/>
                  </a:cubicBezTo>
                  <a:cubicBezTo>
                    <a:pt x="117" y="263"/>
                    <a:pt x="108" y="243"/>
                    <a:pt x="118" y="245"/>
                  </a:cubicBezTo>
                  <a:cubicBezTo>
                    <a:pt x="118" y="242"/>
                    <a:pt x="117" y="235"/>
                    <a:pt x="122" y="236"/>
                  </a:cubicBezTo>
                  <a:cubicBezTo>
                    <a:pt x="122" y="232"/>
                    <a:pt x="120" y="220"/>
                    <a:pt x="127" y="222"/>
                  </a:cubicBezTo>
                  <a:cubicBezTo>
                    <a:pt x="129" y="222"/>
                    <a:pt x="132" y="222"/>
                    <a:pt x="132" y="221"/>
                  </a:cubicBezTo>
                  <a:cubicBezTo>
                    <a:pt x="132" y="220"/>
                    <a:pt x="133" y="219"/>
                    <a:pt x="134" y="218"/>
                  </a:cubicBezTo>
                  <a:cubicBezTo>
                    <a:pt x="136" y="217"/>
                    <a:pt x="139" y="217"/>
                    <a:pt x="141" y="217"/>
                  </a:cubicBezTo>
                  <a:cubicBezTo>
                    <a:pt x="141" y="216"/>
                    <a:pt x="142" y="212"/>
                    <a:pt x="141" y="212"/>
                  </a:cubicBezTo>
                  <a:cubicBezTo>
                    <a:pt x="139" y="212"/>
                    <a:pt x="138" y="211"/>
                    <a:pt x="138" y="210"/>
                  </a:cubicBezTo>
                  <a:cubicBezTo>
                    <a:pt x="137" y="209"/>
                    <a:pt x="137" y="208"/>
                    <a:pt x="137" y="206"/>
                  </a:cubicBezTo>
                  <a:cubicBezTo>
                    <a:pt x="136" y="206"/>
                    <a:pt x="136" y="205"/>
                    <a:pt x="137" y="204"/>
                  </a:cubicBezTo>
                  <a:cubicBezTo>
                    <a:pt x="137" y="202"/>
                    <a:pt x="138" y="203"/>
                    <a:pt x="139" y="203"/>
                  </a:cubicBezTo>
                  <a:cubicBezTo>
                    <a:pt x="141" y="203"/>
                    <a:pt x="143" y="203"/>
                    <a:pt x="145" y="203"/>
                  </a:cubicBezTo>
                  <a:cubicBezTo>
                    <a:pt x="147" y="203"/>
                    <a:pt x="150" y="203"/>
                    <a:pt x="151" y="202"/>
                  </a:cubicBezTo>
                  <a:cubicBezTo>
                    <a:pt x="152" y="199"/>
                    <a:pt x="154" y="196"/>
                    <a:pt x="157" y="194"/>
                  </a:cubicBezTo>
                  <a:cubicBezTo>
                    <a:pt x="159" y="191"/>
                    <a:pt x="162" y="190"/>
                    <a:pt x="165" y="189"/>
                  </a:cubicBezTo>
                  <a:cubicBezTo>
                    <a:pt x="166" y="189"/>
                    <a:pt x="167" y="189"/>
                    <a:pt x="168" y="189"/>
                  </a:cubicBezTo>
                  <a:cubicBezTo>
                    <a:pt x="170" y="189"/>
                    <a:pt x="170" y="188"/>
                    <a:pt x="170" y="187"/>
                  </a:cubicBezTo>
                  <a:cubicBezTo>
                    <a:pt x="171" y="186"/>
                    <a:pt x="172" y="184"/>
                    <a:pt x="173" y="183"/>
                  </a:cubicBezTo>
                  <a:cubicBezTo>
                    <a:pt x="174" y="182"/>
                    <a:pt x="175" y="181"/>
                    <a:pt x="176" y="180"/>
                  </a:cubicBezTo>
                  <a:cubicBezTo>
                    <a:pt x="177" y="180"/>
                    <a:pt x="177" y="180"/>
                    <a:pt x="178" y="179"/>
                  </a:cubicBezTo>
                  <a:cubicBezTo>
                    <a:pt x="180" y="179"/>
                    <a:pt x="179" y="178"/>
                    <a:pt x="179" y="177"/>
                  </a:cubicBezTo>
                  <a:cubicBezTo>
                    <a:pt x="179" y="174"/>
                    <a:pt x="179" y="172"/>
                    <a:pt x="179" y="170"/>
                  </a:cubicBezTo>
                  <a:cubicBezTo>
                    <a:pt x="180" y="168"/>
                    <a:pt x="181" y="166"/>
                    <a:pt x="182" y="165"/>
                  </a:cubicBezTo>
                  <a:cubicBezTo>
                    <a:pt x="186" y="159"/>
                    <a:pt x="192" y="154"/>
                    <a:pt x="198" y="151"/>
                  </a:cubicBezTo>
                  <a:cubicBezTo>
                    <a:pt x="199" y="151"/>
                    <a:pt x="203" y="151"/>
                    <a:pt x="203" y="150"/>
                  </a:cubicBezTo>
                  <a:cubicBezTo>
                    <a:pt x="203" y="149"/>
                    <a:pt x="203" y="148"/>
                    <a:pt x="204" y="147"/>
                  </a:cubicBezTo>
                  <a:cubicBezTo>
                    <a:pt x="205" y="146"/>
                    <a:pt x="207" y="146"/>
                    <a:pt x="209" y="146"/>
                  </a:cubicBezTo>
                  <a:cubicBezTo>
                    <a:pt x="211" y="146"/>
                    <a:pt x="213" y="146"/>
                    <a:pt x="216" y="146"/>
                  </a:cubicBezTo>
                  <a:cubicBezTo>
                    <a:pt x="217" y="146"/>
                    <a:pt x="217" y="145"/>
                    <a:pt x="218" y="144"/>
                  </a:cubicBezTo>
                  <a:cubicBezTo>
                    <a:pt x="219" y="143"/>
                    <a:pt x="220" y="142"/>
                    <a:pt x="220" y="140"/>
                  </a:cubicBezTo>
                  <a:cubicBezTo>
                    <a:pt x="222" y="138"/>
                    <a:pt x="222" y="135"/>
                    <a:pt x="222" y="132"/>
                  </a:cubicBezTo>
                  <a:cubicBezTo>
                    <a:pt x="223" y="130"/>
                    <a:pt x="224" y="127"/>
                    <a:pt x="226" y="127"/>
                  </a:cubicBezTo>
                  <a:cubicBezTo>
                    <a:pt x="226" y="124"/>
                    <a:pt x="227" y="122"/>
                    <a:pt x="231" y="123"/>
                  </a:cubicBezTo>
                  <a:cubicBezTo>
                    <a:pt x="231" y="121"/>
                    <a:pt x="231" y="119"/>
                    <a:pt x="233" y="118"/>
                  </a:cubicBezTo>
                  <a:cubicBezTo>
                    <a:pt x="235" y="117"/>
                    <a:pt x="238" y="118"/>
                    <a:pt x="240" y="118"/>
                  </a:cubicBezTo>
                  <a:cubicBezTo>
                    <a:pt x="241" y="116"/>
                    <a:pt x="241" y="114"/>
                    <a:pt x="242" y="113"/>
                  </a:cubicBezTo>
                  <a:cubicBezTo>
                    <a:pt x="244" y="112"/>
                    <a:pt x="250" y="114"/>
                    <a:pt x="250" y="112"/>
                  </a:cubicBezTo>
                  <a:cubicBezTo>
                    <a:pt x="250" y="111"/>
                    <a:pt x="250" y="109"/>
                    <a:pt x="252" y="108"/>
                  </a:cubicBezTo>
                  <a:cubicBezTo>
                    <a:pt x="253" y="108"/>
                    <a:pt x="255" y="108"/>
                    <a:pt x="256" y="108"/>
                  </a:cubicBezTo>
                  <a:cubicBezTo>
                    <a:pt x="258" y="108"/>
                    <a:pt x="260" y="108"/>
                    <a:pt x="262" y="108"/>
                  </a:cubicBezTo>
                  <a:cubicBezTo>
                    <a:pt x="264" y="108"/>
                    <a:pt x="264" y="109"/>
                    <a:pt x="264" y="107"/>
                  </a:cubicBezTo>
                  <a:cubicBezTo>
                    <a:pt x="265" y="106"/>
                    <a:pt x="265" y="106"/>
                    <a:pt x="266" y="105"/>
                  </a:cubicBezTo>
                  <a:cubicBezTo>
                    <a:pt x="267" y="103"/>
                    <a:pt x="269" y="101"/>
                    <a:pt x="269" y="99"/>
                  </a:cubicBezTo>
                  <a:cubicBezTo>
                    <a:pt x="266" y="99"/>
                    <a:pt x="263" y="99"/>
                    <a:pt x="260" y="99"/>
                  </a:cubicBezTo>
                  <a:cubicBezTo>
                    <a:pt x="259" y="99"/>
                    <a:pt x="259" y="99"/>
                    <a:pt x="259" y="100"/>
                  </a:cubicBezTo>
                  <a:cubicBezTo>
                    <a:pt x="259" y="101"/>
                    <a:pt x="258" y="102"/>
                    <a:pt x="258" y="102"/>
                  </a:cubicBezTo>
                  <a:cubicBezTo>
                    <a:pt x="256" y="104"/>
                    <a:pt x="252" y="104"/>
                    <a:pt x="249" y="103"/>
                  </a:cubicBezTo>
                  <a:cubicBezTo>
                    <a:pt x="247" y="102"/>
                    <a:pt x="244" y="99"/>
                    <a:pt x="245" y="96"/>
                  </a:cubicBezTo>
                  <a:cubicBezTo>
                    <a:pt x="246" y="95"/>
                    <a:pt x="248" y="94"/>
                    <a:pt x="250" y="94"/>
                  </a:cubicBezTo>
                  <a:cubicBezTo>
                    <a:pt x="250" y="93"/>
                    <a:pt x="250" y="91"/>
                    <a:pt x="252" y="90"/>
                  </a:cubicBezTo>
                  <a:cubicBezTo>
                    <a:pt x="253" y="89"/>
                    <a:pt x="257" y="90"/>
                    <a:pt x="259" y="90"/>
                  </a:cubicBezTo>
                  <a:cubicBezTo>
                    <a:pt x="259" y="88"/>
                    <a:pt x="259" y="86"/>
                    <a:pt x="261" y="85"/>
                  </a:cubicBezTo>
                  <a:cubicBezTo>
                    <a:pt x="263" y="84"/>
                    <a:pt x="267" y="85"/>
                    <a:pt x="269" y="85"/>
                  </a:cubicBezTo>
                  <a:cubicBezTo>
                    <a:pt x="272" y="85"/>
                    <a:pt x="275" y="85"/>
                    <a:pt x="278" y="85"/>
                  </a:cubicBezTo>
                  <a:cubicBezTo>
                    <a:pt x="284" y="85"/>
                    <a:pt x="291" y="85"/>
                    <a:pt x="297" y="85"/>
                  </a:cubicBezTo>
                  <a:cubicBezTo>
                    <a:pt x="299" y="85"/>
                    <a:pt x="300" y="85"/>
                    <a:pt x="302" y="85"/>
                  </a:cubicBezTo>
                  <a:cubicBezTo>
                    <a:pt x="302" y="84"/>
                    <a:pt x="302" y="83"/>
                    <a:pt x="302" y="82"/>
                  </a:cubicBezTo>
                  <a:cubicBezTo>
                    <a:pt x="303" y="80"/>
                    <a:pt x="304" y="80"/>
                    <a:pt x="306" y="80"/>
                  </a:cubicBezTo>
                  <a:cubicBezTo>
                    <a:pt x="306" y="77"/>
                    <a:pt x="307" y="76"/>
                    <a:pt x="310" y="76"/>
                  </a:cubicBezTo>
                  <a:cubicBezTo>
                    <a:pt x="311" y="75"/>
                    <a:pt x="311" y="75"/>
                    <a:pt x="312" y="74"/>
                  </a:cubicBezTo>
                  <a:cubicBezTo>
                    <a:pt x="312" y="73"/>
                    <a:pt x="313" y="72"/>
                    <a:pt x="314" y="71"/>
                  </a:cubicBezTo>
                  <a:cubicBezTo>
                    <a:pt x="319" y="69"/>
                    <a:pt x="325" y="71"/>
                    <a:pt x="330" y="71"/>
                  </a:cubicBezTo>
                  <a:cubicBezTo>
                    <a:pt x="332" y="71"/>
                    <a:pt x="335" y="71"/>
                    <a:pt x="335" y="70"/>
                  </a:cubicBezTo>
                  <a:cubicBezTo>
                    <a:pt x="335" y="68"/>
                    <a:pt x="335" y="67"/>
                    <a:pt x="335" y="65"/>
                  </a:cubicBezTo>
                  <a:cubicBezTo>
                    <a:pt x="335" y="63"/>
                    <a:pt x="334" y="60"/>
                    <a:pt x="333" y="58"/>
                  </a:cubicBezTo>
                  <a:cubicBezTo>
                    <a:pt x="331" y="56"/>
                    <a:pt x="330" y="53"/>
                    <a:pt x="330" y="51"/>
                  </a:cubicBezTo>
                  <a:cubicBezTo>
                    <a:pt x="330" y="46"/>
                    <a:pt x="330" y="42"/>
                    <a:pt x="330" y="38"/>
                  </a:cubicBezTo>
                  <a:cubicBezTo>
                    <a:pt x="327" y="38"/>
                    <a:pt x="326" y="41"/>
                    <a:pt x="324" y="42"/>
                  </a:cubicBezTo>
                  <a:cubicBezTo>
                    <a:pt x="321" y="43"/>
                    <a:pt x="318" y="42"/>
                    <a:pt x="316" y="42"/>
                  </a:cubicBezTo>
                  <a:cubicBezTo>
                    <a:pt x="313" y="41"/>
                    <a:pt x="311" y="40"/>
                    <a:pt x="311" y="38"/>
                  </a:cubicBezTo>
                  <a:cubicBezTo>
                    <a:pt x="311" y="35"/>
                    <a:pt x="312" y="32"/>
                    <a:pt x="316" y="33"/>
                  </a:cubicBezTo>
                  <a:cubicBezTo>
                    <a:pt x="316" y="32"/>
                    <a:pt x="316" y="31"/>
                    <a:pt x="316" y="29"/>
                  </a:cubicBezTo>
                  <a:cubicBezTo>
                    <a:pt x="316" y="28"/>
                    <a:pt x="315" y="28"/>
                    <a:pt x="313" y="28"/>
                  </a:cubicBezTo>
                  <a:cubicBezTo>
                    <a:pt x="311" y="28"/>
                    <a:pt x="308" y="28"/>
                    <a:pt x="305" y="28"/>
                  </a:cubicBezTo>
                  <a:cubicBezTo>
                    <a:pt x="303" y="28"/>
                    <a:pt x="300" y="28"/>
                    <a:pt x="298" y="28"/>
                  </a:cubicBezTo>
                  <a:cubicBezTo>
                    <a:pt x="297" y="28"/>
                    <a:pt x="296" y="28"/>
                    <a:pt x="295" y="28"/>
                  </a:cubicBezTo>
                  <a:cubicBezTo>
                    <a:pt x="293" y="28"/>
                    <a:pt x="292" y="28"/>
                    <a:pt x="291" y="30"/>
                  </a:cubicBezTo>
                  <a:cubicBezTo>
                    <a:pt x="290" y="33"/>
                    <a:pt x="288" y="36"/>
                    <a:pt x="285" y="37"/>
                  </a:cubicBezTo>
                  <a:cubicBezTo>
                    <a:pt x="282" y="38"/>
                    <a:pt x="279" y="38"/>
                    <a:pt x="277" y="38"/>
                  </a:cubicBezTo>
                  <a:cubicBezTo>
                    <a:pt x="274" y="38"/>
                    <a:pt x="271" y="38"/>
                    <a:pt x="269" y="38"/>
                  </a:cubicBezTo>
                  <a:cubicBezTo>
                    <a:pt x="269" y="41"/>
                    <a:pt x="270" y="47"/>
                    <a:pt x="267" y="50"/>
                  </a:cubicBezTo>
                  <a:cubicBezTo>
                    <a:pt x="267" y="51"/>
                    <a:pt x="266" y="51"/>
                    <a:pt x="265" y="51"/>
                  </a:cubicBezTo>
                  <a:cubicBezTo>
                    <a:pt x="264" y="52"/>
                    <a:pt x="264" y="52"/>
                    <a:pt x="264" y="54"/>
                  </a:cubicBezTo>
                  <a:cubicBezTo>
                    <a:pt x="264" y="56"/>
                    <a:pt x="264" y="58"/>
                    <a:pt x="262" y="60"/>
                  </a:cubicBezTo>
                  <a:cubicBezTo>
                    <a:pt x="260" y="61"/>
                    <a:pt x="258" y="61"/>
                    <a:pt x="256" y="61"/>
                  </a:cubicBezTo>
                  <a:cubicBezTo>
                    <a:pt x="254" y="61"/>
                    <a:pt x="252" y="62"/>
                    <a:pt x="250" y="63"/>
                  </a:cubicBezTo>
                  <a:cubicBezTo>
                    <a:pt x="247" y="66"/>
                    <a:pt x="245" y="70"/>
                    <a:pt x="241" y="71"/>
                  </a:cubicBezTo>
                  <a:cubicBezTo>
                    <a:pt x="240" y="71"/>
                    <a:pt x="241" y="73"/>
                    <a:pt x="239" y="74"/>
                  </a:cubicBezTo>
                  <a:cubicBezTo>
                    <a:pt x="238" y="75"/>
                    <a:pt x="236" y="76"/>
                    <a:pt x="234" y="75"/>
                  </a:cubicBezTo>
                  <a:cubicBezTo>
                    <a:pt x="233" y="75"/>
                    <a:pt x="231" y="74"/>
                    <a:pt x="231" y="72"/>
                  </a:cubicBezTo>
                  <a:cubicBezTo>
                    <a:pt x="231" y="70"/>
                    <a:pt x="233" y="69"/>
                    <a:pt x="234" y="67"/>
                  </a:cubicBezTo>
                  <a:cubicBezTo>
                    <a:pt x="235" y="63"/>
                    <a:pt x="232" y="60"/>
                    <a:pt x="231" y="57"/>
                  </a:cubicBezTo>
                  <a:cubicBezTo>
                    <a:pt x="231" y="53"/>
                    <a:pt x="230" y="46"/>
                    <a:pt x="236" y="47"/>
                  </a:cubicBezTo>
                  <a:cubicBezTo>
                    <a:pt x="236" y="46"/>
                    <a:pt x="236" y="45"/>
                    <a:pt x="236" y="44"/>
                  </a:cubicBezTo>
                  <a:cubicBezTo>
                    <a:pt x="235" y="42"/>
                    <a:pt x="236" y="42"/>
                    <a:pt x="237" y="42"/>
                  </a:cubicBezTo>
                  <a:cubicBezTo>
                    <a:pt x="238" y="42"/>
                    <a:pt x="238" y="42"/>
                    <a:pt x="239" y="42"/>
                  </a:cubicBezTo>
                  <a:cubicBezTo>
                    <a:pt x="241" y="42"/>
                    <a:pt x="240" y="42"/>
                    <a:pt x="240" y="40"/>
                  </a:cubicBezTo>
                  <a:cubicBezTo>
                    <a:pt x="240" y="38"/>
                    <a:pt x="240" y="37"/>
                    <a:pt x="240" y="35"/>
                  </a:cubicBezTo>
                  <a:cubicBezTo>
                    <a:pt x="240" y="32"/>
                    <a:pt x="240" y="27"/>
                    <a:pt x="245" y="28"/>
                  </a:cubicBezTo>
                  <a:cubicBezTo>
                    <a:pt x="245" y="25"/>
                    <a:pt x="246" y="23"/>
                    <a:pt x="250" y="24"/>
                  </a:cubicBezTo>
                  <a:cubicBezTo>
                    <a:pt x="252" y="24"/>
                    <a:pt x="255" y="24"/>
                    <a:pt x="257" y="24"/>
                  </a:cubicBezTo>
                  <a:cubicBezTo>
                    <a:pt x="258" y="24"/>
                    <a:pt x="259" y="24"/>
                    <a:pt x="260" y="24"/>
                  </a:cubicBezTo>
                  <a:cubicBezTo>
                    <a:pt x="262" y="24"/>
                    <a:pt x="264" y="24"/>
                    <a:pt x="264" y="23"/>
                  </a:cubicBezTo>
                  <a:cubicBezTo>
                    <a:pt x="264" y="19"/>
                    <a:pt x="266" y="19"/>
                    <a:pt x="270" y="19"/>
                  </a:cubicBezTo>
                  <a:cubicBezTo>
                    <a:pt x="272" y="19"/>
                    <a:pt x="275" y="19"/>
                    <a:pt x="277" y="19"/>
                  </a:cubicBezTo>
                  <a:cubicBezTo>
                    <a:pt x="279" y="19"/>
                    <a:pt x="278" y="19"/>
                    <a:pt x="278" y="17"/>
                  </a:cubicBezTo>
                  <a:cubicBezTo>
                    <a:pt x="278" y="17"/>
                    <a:pt x="279" y="16"/>
                    <a:pt x="279" y="15"/>
                  </a:cubicBezTo>
                  <a:cubicBezTo>
                    <a:pt x="280" y="14"/>
                    <a:pt x="281" y="14"/>
                    <a:pt x="283" y="14"/>
                  </a:cubicBezTo>
                  <a:cubicBezTo>
                    <a:pt x="284" y="13"/>
                    <a:pt x="284" y="12"/>
                    <a:pt x="285" y="11"/>
                  </a:cubicBezTo>
                  <a:cubicBezTo>
                    <a:pt x="286" y="9"/>
                    <a:pt x="287" y="6"/>
                    <a:pt x="287" y="4"/>
                  </a:cubicBezTo>
                  <a:cubicBezTo>
                    <a:pt x="286" y="0"/>
                    <a:pt x="283" y="0"/>
                    <a:pt x="280" y="0"/>
                  </a:cubicBezTo>
                  <a:cubicBezTo>
                    <a:pt x="278" y="0"/>
                    <a:pt x="276" y="0"/>
                    <a:pt x="273" y="0"/>
                  </a:cubicBezTo>
                  <a:cubicBezTo>
                    <a:pt x="270" y="0"/>
                    <a:pt x="269" y="0"/>
                    <a:pt x="266" y="1"/>
                  </a:cubicBezTo>
                  <a:cubicBezTo>
                    <a:pt x="237" y="17"/>
                    <a:pt x="209" y="34"/>
                    <a:pt x="182" y="53"/>
                  </a:cubicBezTo>
                  <a:cubicBezTo>
                    <a:pt x="130" y="90"/>
                    <a:pt x="83" y="135"/>
                    <a:pt x="45" y="186"/>
                  </a:cubicBezTo>
                  <a:cubicBezTo>
                    <a:pt x="30" y="207"/>
                    <a:pt x="17" y="228"/>
                    <a:pt x="5" y="250"/>
                  </a:cubicBezTo>
                  <a:cubicBezTo>
                    <a:pt x="7" y="250"/>
                    <a:pt x="11" y="249"/>
                    <a:pt x="13" y="252"/>
                  </a:cubicBezTo>
                  <a:cubicBezTo>
                    <a:pt x="14" y="254"/>
                    <a:pt x="14" y="256"/>
                    <a:pt x="12" y="258"/>
                  </a:cubicBezTo>
                  <a:cubicBezTo>
                    <a:pt x="11" y="259"/>
                    <a:pt x="9" y="259"/>
                    <a:pt x="9" y="261"/>
                  </a:cubicBezTo>
                  <a:cubicBezTo>
                    <a:pt x="9" y="263"/>
                    <a:pt x="9" y="265"/>
                    <a:pt x="9" y="268"/>
                  </a:cubicBezTo>
                  <a:cubicBezTo>
                    <a:pt x="9" y="271"/>
                    <a:pt x="9" y="274"/>
                    <a:pt x="5" y="273"/>
                  </a:cubicBezTo>
                  <a:cubicBezTo>
                    <a:pt x="5" y="277"/>
                    <a:pt x="6" y="284"/>
                    <a:pt x="0" y="283"/>
                  </a:cubicBezTo>
                  <a:cubicBezTo>
                    <a:pt x="0" y="295"/>
                    <a:pt x="0" y="307"/>
                    <a:pt x="0" y="320"/>
                  </a:cubicBezTo>
                  <a:cubicBezTo>
                    <a:pt x="0" y="326"/>
                    <a:pt x="0" y="332"/>
                    <a:pt x="0" y="338"/>
                  </a:cubicBezTo>
                  <a:cubicBezTo>
                    <a:pt x="0" y="340"/>
                    <a:pt x="0" y="341"/>
                    <a:pt x="0" y="343"/>
                  </a:cubicBezTo>
                  <a:cubicBezTo>
                    <a:pt x="0" y="345"/>
                    <a:pt x="1" y="344"/>
                    <a:pt x="2" y="345"/>
                  </a:cubicBezTo>
                  <a:cubicBezTo>
                    <a:pt x="4" y="345"/>
                    <a:pt x="5" y="347"/>
                    <a:pt x="7" y="348"/>
                  </a:cubicBezTo>
                  <a:cubicBezTo>
                    <a:pt x="10" y="350"/>
                    <a:pt x="13" y="349"/>
                    <a:pt x="16" y="351"/>
                  </a:cubicBezTo>
                  <a:cubicBezTo>
                    <a:pt x="18" y="351"/>
                    <a:pt x="18" y="352"/>
                    <a:pt x="19" y="354"/>
                  </a:cubicBezTo>
                  <a:cubicBezTo>
                    <a:pt x="19" y="355"/>
                    <a:pt x="19" y="356"/>
                    <a:pt x="19" y="356"/>
                  </a:cubicBezTo>
                  <a:cubicBezTo>
                    <a:pt x="19" y="359"/>
                    <a:pt x="19" y="358"/>
                    <a:pt x="20" y="359"/>
                  </a:cubicBezTo>
                  <a:cubicBezTo>
                    <a:pt x="24" y="360"/>
                    <a:pt x="26" y="364"/>
                    <a:pt x="28" y="368"/>
                  </a:cubicBezTo>
                  <a:cubicBezTo>
                    <a:pt x="32" y="368"/>
                    <a:pt x="39" y="367"/>
                    <a:pt x="38" y="373"/>
                  </a:cubicBezTo>
                  <a:cubicBezTo>
                    <a:pt x="41" y="373"/>
                    <a:pt x="43" y="374"/>
                    <a:pt x="42" y="377"/>
                  </a:cubicBezTo>
                  <a:cubicBezTo>
                    <a:pt x="44" y="377"/>
                    <a:pt x="46" y="378"/>
                    <a:pt x="47" y="380"/>
                  </a:cubicBezTo>
                  <a:cubicBezTo>
                    <a:pt x="48" y="382"/>
                    <a:pt x="47" y="384"/>
                    <a:pt x="48" y="386"/>
                  </a:cubicBezTo>
                  <a:cubicBezTo>
                    <a:pt x="50" y="388"/>
                    <a:pt x="51" y="389"/>
                    <a:pt x="52" y="391"/>
                  </a:cubicBezTo>
                  <a:cubicBezTo>
                    <a:pt x="54" y="392"/>
                    <a:pt x="55" y="393"/>
                    <a:pt x="56" y="395"/>
                  </a:cubicBezTo>
                  <a:cubicBezTo>
                    <a:pt x="57" y="399"/>
                    <a:pt x="56" y="404"/>
                    <a:pt x="56" y="408"/>
                  </a:cubicBezTo>
                  <a:cubicBezTo>
                    <a:pt x="56" y="409"/>
                    <a:pt x="56" y="410"/>
                    <a:pt x="56" y="411"/>
                  </a:cubicBezTo>
                  <a:cubicBezTo>
                    <a:pt x="56" y="412"/>
                    <a:pt x="56" y="413"/>
                    <a:pt x="56" y="414"/>
                  </a:cubicBezTo>
                  <a:cubicBezTo>
                    <a:pt x="56" y="415"/>
                    <a:pt x="57" y="415"/>
                    <a:pt x="58" y="415"/>
                  </a:cubicBezTo>
                  <a:cubicBezTo>
                    <a:pt x="60" y="416"/>
                    <a:pt x="62" y="417"/>
                    <a:pt x="61" y="420"/>
                  </a:cubicBezTo>
                  <a:cubicBezTo>
                    <a:pt x="64" y="420"/>
                    <a:pt x="67" y="420"/>
                    <a:pt x="69" y="420"/>
                  </a:cubicBezTo>
                  <a:cubicBezTo>
                    <a:pt x="71" y="420"/>
                    <a:pt x="72" y="420"/>
                    <a:pt x="73" y="420"/>
                  </a:cubicBezTo>
                  <a:cubicBezTo>
                    <a:pt x="75" y="420"/>
                    <a:pt x="75" y="420"/>
                    <a:pt x="75" y="419"/>
                  </a:cubicBezTo>
                  <a:cubicBezTo>
                    <a:pt x="77" y="415"/>
                    <a:pt x="80" y="417"/>
                    <a:pt x="80" y="420"/>
                  </a:cubicBezTo>
                  <a:cubicBezTo>
                    <a:pt x="80" y="422"/>
                    <a:pt x="80" y="425"/>
                    <a:pt x="80" y="428"/>
                  </a:cubicBezTo>
                  <a:cubicBezTo>
                    <a:pt x="80" y="430"/>
                    <a:pt x="82" y="430"/>
                    <a:pt x="83" y="431"/>
                  </a:cubicBezTo>
                  <a:cubicBezTo>
                    <a:pt x="86" y="434"/>
                    <a:pt x="85" y="440"/>
                    <a:pt x="85" y="443"/>
                  </a:cubicBezTo>
                  <a:cubicBezTo>
                    <a:pt x="93" y="440"/>
                    <a:pt x="93" y="466"/>
                    <a:pt x="85" y="462"/>
                  </a:cubicBezTo>
                  <a:cubicBezTo>
                    <a:pt x="85" y="467"/>
                    <a:pt x="85" y="472"/>
                    <a:pt x="85" y="476"/>
                  </a:cubicBezTo>
                  <a:cubicBezTo>
                    <a:pt x="84" y="479"/>
                    <a:pt x="84" y="482"/>
                    <a:pt x="80" y="481"/>
                  </a:cubicBezTo>
                  <a:cubicBezTo>
                    <a:pt x="80" y="485"/>
                    <a:pt x="77" y="486"/>
                    <a:pt x="76" y="489"/>
                  </a:cubicBezTo>
                  <a:cubicBezTo>
                    <a:pt x="74" y="492"/>
                    <a:pt x="75" y="496"/>
                    <a:pt x="71" y="495"/>
                  </a:cubicBezTo>
                  <a:cubicBezTo>
                    <a:pt x="71" y="497"/>
                    <a:pt x="71" y="500"/>
                    <a:pt x="71" y="502"/>
                  </a:cubicBezTo>
                  <a:cubicBezTo>
                    <a:pt x="71" y="504"/>
                    <a:pt x="70" y="509"/>
                    <a:pt x="71" y="509"/>
                  </a:cubicBezTo>
                  <a:cubicBezTo>
                    <a:pt x="74" y="510"/>
                    <a:pt x="75" y="512"/>
                    <a:pt x="75" y="514"/>
                  </a:cubicBezTo>
                  <a:cubicBezTo>
                    <a:pt x="75" y="515"/>
                    <a:pt x="74" y="516"/>
                    <a:pt x="73" y="517"/>
                  </a:cubicBezTo>
                  <a:cubicBezTo>
                    <a:pt x="73" y="518"/>
                    <a:pt x="72" y="518"/>
                    <a:pt x="72" y="518"/>
                  </a:cubicBezTo>
                  <a:cubicBezTo>
                    <a:pt x="70" y="519"/>
                    <a:pt x="71" y="519"/>
                    <a:pt x="71" y="521"/>
                  </a:cubicBezTo>
                  <a:cubicBezTo>
                    <a:pt x="71" y="524"/>
                    <a:pt x="71" y="529"/>
                    <a:pt x="66" y="528"/>
                  </a:cubicBezTo>
                  <a:cubicBezTo>
                    <a:pt x="66" y="532"/>
                    <a:pt x="66" y="537"/>
                    <a:pt x="66" y="541"/>
                  </a:cubicBezTo>
                  <a:cubicBezTo>
                    <a:pt x="66" y="543"/>
                    <a:pt x="65" y="547"/>
                    <a:pt x="67" y="547"/>
                  </a:cubicBezTo>
                  <a:cubicBezTo>
                    <a:pt x="68" y="548"/>
                    <a:pt x="70" y="549"/>
                    <a:pt x="71" y="550"/>
                  </a:cubicBezTo>
                  <a:cubicBezTo>
                    <a:pt x="78" y="554"/>
                    <a:pt x="79" y="560"/>
                    <a:pt x="83" y="567"/>
                  </a:cubicBezTo>
                  <a:cubicBezTo>
                    <a:pt x="84" y="570"/>
                    <a:pt x="86" y="573"/>
                    <a:pt x="88" y="576"/>
                  </a:cubicBezTo>
                  <a:cubicBezTo>
                    <a:pt x="88" y="577"/>
                    <a:pt x="89" y="578"/>
                    <a:pt x="89" y="579"/>
                  </a:cubicBezTo>
                  <a:cubicBezTo>
                    <a:pt x="90" y="580"/>
                    <a:pt x="90" y="580"/>
                    <a:pt x="91" y="580"/>
                  </a:cubicBezTo>
                  <a:cubicBezTo>
                    <a:pt x="92" y="580"/>
                    <a:pt x="93" y="581"/>
                    <a:pt x="94" y="582"/>
                  </a:cubicBezTo>
                  <a:cubicBezTo>
                    <a:pt x="95" y="583"/>
                    <a:pt x="94" y="586"/>
                    <a:pt x="94" y="587"/>
                  </a:cubicBezTo>
                  <a:cubicBezTo>
                    <a:pt x="94" y="588"/>
                    <a:pt x="94" y="589"/>
                    <a:pt x="95" y="589"/>
                  </a:cubicBezTo>
                  <a:cubicBezTo>
                    <a:pt x="96" y="590"/>
                    <a:pt x="96" y="590"/>
                    <a:pt x="97" y="590"/>
                  </a:cubicBezTo>
                  <a:cubicBezTo>
                    <a:pt x="100" y="591"/>
                    <a:pt x="99" y="596"/>
                    <a:pt x="99" y="599"/>
                  </a:cubicBezTo>
                  <a:cubicBezTo>
                    <a:pt x="108" y="598"/>
                    <a:pt x="103" y="616"/>
                    <a:pt x="103" y="621"/>
                  </a:cubicBezTo>
                  <a:cubicBezTo>
                    <a:pt x="103" y="622"/>
                    <a:pt x="104" y="623"/>
                    <a:pt x="104" y="624"/>
                  </a:cubicBezTo>
                  <a:cubicBezTo>
                    <a:pt x="104" y="625"/>
                    <a:pt x="104" y="626"/>
                    <a:pt x="104" y="627"/>
                  </a:cubicBezTo>
                  <a:cubicBezTo>
                    <a:pt x="104" y="627"/>
                    <a:pt x="105" y="628"/>
                    <a:pt x="106" y="628"/>
                  </a:cubicBezTo>
                  <a:cubicBezTo>
                    <a:pt x="109" y="629"/>
                    <a:pt x="111" y="632"/>
                    <a:pt x="112" y="634"/>
                  </a:cubicBezTo>
                  <a:cubicBezTo>
                    <a:pt x="113" y="636"/>
                    <a:pt x="113" y="637"/>
                    <a:pt x="113" y="639"/>
                  </a:cubicBezTo>
                  <a:cubicBezTo>
                    <a:pt x="113" y="640"/>
                    <a:pt x="113" y="641"/>
                    <a:pt x="114" y="642"/>
                  </a:cubicBezTo>
                  <a:cubicBezTo>
                    <a:pt x="114" y="642"/>
                    <a:pt x="115" y="642"/>
                    <a:pt x="115" y="642"/>
                  </a:cubicBezTo>
                  <a:cubicBezTo>
                    <a:pt x="118" y="644"/>
                    <a:pt x="118" y="648"/>
                    <a:pt x="118" y="651"/>
                  </a:cubicBezTo>
                  <a:cubicBezTo>
                    <a:pt x="122" y="651"/>
                    <a:pt x="127" y="651"/>
                    <a:pt x="132" y="651"/>
                  </a:cubicBezTo>
                  <a:cubicBezTo>
                    <a:pt x="133" y="651"/>
                    <a:pt x="135" y="651"/>
                    <a:pt x="136" y="652"/>
                  </a:cubicBezTo>
                  <a:cubicBezTo>
                    <a:pt x="137" y="653"/>
                    <a:pt x="137" y="655"/>
                    <a:pt x="137" y="657"/>
                  </a:cubicBezTo>
                  <a:cubicBezTo>
                    <a:pt x="137" y="659"/>
                    <a:pt x="137" y="661"/>
                    <a:pt x="137" y="664"/>
                  </a:cubicBezTo>
                  <a:cubicBezTo>
                    <a:pt x="137" y="666"/>
                    <a:pt x="137" y="665"/>
                    <a:pt x="139" y="665"/>
                  </a:cubicBezTo>
                  <a:cubicBezTo>
                    <a:pt x="140" y="665"/>
                    <a:pt x="141" y="665"/>
                    <a:pt x="142" y="665"/>
                  </a:cubicBezTo>
                  <a:cubicBezTo>
                    <a:pt x="144" y="666"/>
                    <a:pt x="148" y="665"/>
                    <a:pt x="150" y="667"/>
                  </a:cubicBezTo>
                  <a:cubicBezTo>
                    <a:pt x="150" y="668"/>
                    <a:pt x="151" y="668"/>
                    <a:pt x="151" y="669"/>
                  </a:cubicBezTo>
                  <a:cubicBezTo>
                    <a:pt x="151" y="670"/>
                    <a:pt x="152" y="670"/>
                    <a:pt x="153" y="670"/>
                  </a:cubicBezTo>
                  <a:cubicBezTo>
                    <a:pt x="155" y="670"/>
                    <a:pt x="156" y="669"/>
                    <a:pt x="158" y="670"/>
                  </a:cubicBezTo>
                  <a:cubicBezTo>
                    <a:pt x="160" y="670"/>
                    <a:pt x="160" y="672"/>
                    <a:pt x="161" y="674"/>
                  </a:cubicBezTo>
                  <a:cubicBezTo>
                    <a:pt x="161" y="679"/>
                    <a:pt x="160" y="684"/>
                    <a:pt x="160" y="690"/>
                  </a:cubicBezTo>
                  <a:cubicBezTo>
                    <a:pt x="160" y="691"/>
                    <a:pt x="160" y="692"/>
                    <a:pt x="160" y="693"/>
                  </a:cubicBezTo>
                  <a:cubicBezTo>
                    <a:pt x="160" y="694"/>
                    <a:pt x="159" y="698"/>
                    <a:pt x="161" y="698"/>
                  </a:cubicBezTo>
                  <a:cubicBezTo>
                    <a:pt x="166" y="698"/>
                    <a:pt x="165" y="701"/>
                    <a:pt x="165" y="705"/>
                  </a:cubicBezTo>
                  <a:cubicBezTo>
                    <a:pt x="165" y="706"/>
                    <a:pt x="164" y="707"/>
                    <a:pt x="166" y="707"/>
                  </a:cubicBezTo>
                  <a:cubicBezTo>
                    <a:pt x="166" y="707"/>
                    <a:pt x="167" y="708"/>
                    <a:pt x="168" y="708"/>
                  </a:cubicBezTo>
                  <a:cubicBezTo>
                    <a:pt x="169" y="708"/>
                    <a:pt x="170" y="709"/>
                    <a:pt x="170" y="710"/>
                  </a:cubicBezTo>
                  <a:cubicBezTo>
                    <a:pt x="170" y="712"/>
                    <a:pt x="170" y="715"/>
                    <a:pt x="170" y="717"/>
                  </a:cubicBezTo>
                  <a:cubicBezTo>
                    <a:pt x="171" y="717"/>
                    <a:pt x="172" y="718"/>
                    <a:pt x="173" y="719"/>
                  </a:cubicBezTo>
                  <a:cubicBezTo>
                    <a:pt x="175" y="721"/>
                    <a:pt x="175" y="724"/>
                    <a:pt x="175" y="726"/>
                  </a:cubicBezTo>
                  <a:cubicBezTo>
                    <a:pt x="174" y="730"/>
                    <a:pt x="174" y="733"/>
                    <a:pt x="174" y="737"/>
                  </a:cubicBezTo>
                  <a:cubicBezTo>
                    <a:pt x="174" y="747"/>
                    <a:pt x="174" y="756"/>
                    <a:pt x="174" y="766"/>
                  </a:cubicBezTo>
                  <a:cubicBezTo>
                    <a:pt x="174" y="769"/>
                    <a:pt x="174" y="771"/>
                    <a:pt x="174" y="773"/>
                  </a:cubicBezTo>
                  <a:cubicBezTo>
                    <a:pt x="176" y="773"/>
                    <a:pt x="177" y="774"/>
                    <a:pt x="178" y="774"/>
                  </a:cubicBezTo>
                  <a:cubicBezTo>
                    <a:pt x="179" y="775"/>
                    <a:pt x="179" y="777"/>
                    <a:pt x="179" y="778"/>
                  </a:cubicBezTo>
                  <a:cubicBezTo>
                    <a:pt x="179" y="779"/>
                    <a:pt x="179" y="780"/>
                    <a:pt x="179" y="782"/>
                  </a:cubicBezTo>
                  <a:cubicBezTo>
                    <a:pt x="179" y="783"/>
                    <a:pt x="180" y="783"/>
                    <a:pt x="181" y="784"/>
                  </a:cubicBezTo>
                  <a:cubicBezTo>
                    <a:pt x="184" y="785"/>
                    <a:pt x="184" y="788"/>
                    <a:pt x="184" y="791"/>
                  </a:cubicBezTo>
                  <a:cubicBezTo>
                    <a:pt x="183" y="796"/>
                    <a:pt x="184" y="801"/>
                    <a:pt x="184" y="806"/>
                  </a:cubicBezTo>
                  <a:cubicBezTo>
                    <a:pt x="189" y="806"/>
                    <a:pt x="189" y="812"/>
                    <a:pt x="189" y="816"/>
                  </a:cubicBezTo>
                  <a:cubicBezTo>
                    <a:pt x="189" y="818"/>
                    <a:pt x="188" y="821"/>
                    <a:pt x="188" y="823"/>
                  </a:cubicBezTo>
                  <a:cubicBezTo>
                    <a:pt x="188" y="826"/>
                    <a:pt x="189" y="828"/>
                    <a:pt x="188" y="831"/>
                  </a:cubicBezTo>
                  <a:cubicBezTo>
                    <a:pt x="188" y="836"/>
                    <a:pt x="190" y="840"/>
                    <a:pt x="194" y="843"/>
                  </a:cubicBezTo>
                  <a:cubicBezTo>
                    <a:pt x="198" y="846"/>
                    <a:pt x="202" y="849"/>
                    <a:pt x="203" y="853"/>
                  </a:cubicBezTo>
                  <a:cubicBezTo>
                    <a:pt x="206" y="854"/>
                    <a:pt x="208" y="855"/>
                    <a:pt x="207" y="858"/>
                  </a:cubicBezTo>
                  <a:cubicBezTo>
                    <a:pt x="208" y="861"/>
                    <a:pt x="211" y="863"/>
                    <a:pt x="212" y="866"/>
                  </a:cubicBezTo>
                  <a:cubicBezTo>
                    <a:pt x="212" y="867"/>
                    <a:pt x="212" y="868"/>
                    <a:pt x="213" y="868"/>
                  </a:cubicBezTo>
                  <a:cubicBezTo>
                    <a:pt x="213" y="868"/>
                    <a:pt x="214" y="868"/>
                    <a:pt x="215" y="868"/>
                  </a:cubicBezTo>
                  <a:cubicBezTo>
                    <a:pt x="216" y="868"/>
                    <a:pt x="217" y="869"/>
                    <a:pt x="217" y="871"/>
                  </a:cubicBezTo>
                  <a:cubicBezTo>
                    <a:pt x="217" y="874"/>
                    <a:pt x="218" y="876"/>
                    <a:pt x="220" y="879"/>
                  </a:cubicBezTo>
                  <a:cubicBezTo>
                    <a:pt x="224" y="883"/>
                    <a:pt x="230" y="885"/>
                    <a:pt x="231" y="891"/>
                  </a:cubicBezTo>
                  <a:cubicBezTo>
                    <a:pt x="233" y="891"/>
                    <a:pt x="235" y="893"/>
                    <a:pt x="234" y="895"/>
                  </a:cubicBezTo>
                  <a:cubicBezTo>
                    <a:pt x="233" y="895"/>
                    <a:pt x="232" y="896"/>
                    <a:pt x="232" y="896"/>
                  </a:cubicBezTo>
                  <a:cubicBezTo>
                    <a:pt x="230" y="896"/>
                    <a:pt x="231" y="897"/>
                    <a:pt x="231" y="898"/>
                  </a:cubicBezTo>
                  <a:cubicBezTo>
                    <a:pt x="231" y="900"/>
                    <a:pt x="230" y="900"/>
                    <a:pt x="232" y="901"/>
                  </a:cubicBezTo>
                  <a:cubicBezTo>
                    <a:pt x="233" y="902"/>
                    <a:pt x="234" y="902"/>
                    <a:pt x="235" y="903"/>
                  </a:cubicBezTo>
                  <a:cubicBezTo>
                    <a:pt x="237" y="904"/>
                    <a:pt x="238" y="905"/>
                    <a:pt x="240" y="908"/>
                  </a:cubicBezTo>
                  <a:cubicBezTo>
                    <a:pt x="240" y="909"/>
                    <a:pt x="240" y="910"/>
                    <a:pt x="242" y="911"/>
                  </a:cubicBezTo>
                  <a:cubicBezTo>
                    <a:pt x="243" y="911"/>
                    <a:pt x="244" y="912"/>
                    <a:pt x="244" y="913"/>
                  </a:cubicBezTo>
                  <a:cubicBezTo>
                    <a:pt x="247" y="914"/>
                    <a:pt x="249" y="915"/>
                    <a:pt x="251" y="915"/>
                  </a:cubicBezTo>
                  <a:cubicBezTo>
                    <a:pt x="254" y="915"/>
                    <a:pt x="255" y="917"/>
                    <a:pt x="255" y="920"/>
                  </a:cubicBezTo>
                  <a:cubicBezTo>
                    <a:pt x="258" y="920"/>
                    <a:pt x="265" y="919"/>
                    <a:pt x="264" y="924"/>
                  </a:cubicBezTo>
                  <a:cubicBezTo>
                    <a:pt x="265" y="924"/>
                    <a:pt x="274" y="926"/>
                    <a:pt x="273" y="922"/>
                  </a:cubicBezTo>
                  <a:cubicBezTo>
                    <a:pt x="272" y="920"/>
                    <a:pt x="270" y="918"/>
                    <a:pt x="268" y="915"/>
                  </a:cubicBezTo>
                  <a:cubicBezTo>
                    <a:pt x="267" y="912"/>
                    <a:pt x="268" y="911"/>
                    <a:pt x="272" y="910"/>
                  </a:cubicBezTo>
                  <a:cubicBezTo>
                    <a:pt x="272" y="910"/>
                    <a:pt x="273" y="910"/>
                    <a:pt x="273" y="910"/>
                  </a:cubicBezTo>
                  <a:cubicBezTo>
                    <a:pt x="273" y="909"/>
                    <a:pt x="274" y="908"/>
                    <a:pt x="274" y="907"/>
                  </a:cubicBezTo>
                  <a:cubicBezTo>
                    <a:pt x="273" y="906"/>
                    <a:pt x="273" y="904"/>
                    <a:pt x="272" y="903"/>
                  </a:cubicBezTo>
                  <a:cubicBezTo>
                    <a:pt x="270" y="900"/>
                    <a:pt x="267" y="901"/>
                    <a:pt x="265" y="900"/>
                  </a:cubicBezTo>
                  <a:cubicBezTo>
                    <a:pt x="264" y="899"/>
                    <a:pt x="264" y="897"/>
                    <a:pt x="264" y="896"/>
                  </a:cubicBezTo>
                  <a:cubicBezTo>
                    <a:pt x="264" y="894"/>
                    <a:pt x="264" y="891"/>
                    <a:pt x="264" y="889"/>
                  </a:cubicBezTo>
                  <a:cubicBezTo>
                    <a:pt x="264" y="888"/>
                    <a:pt x="265" y="887"/>
                    <a:pt x="263" y="886"/>
                  </a:cubicBezTo>
                  <a:cubicBezTo>
                    <a:pt x="263" y="886"/>
                    <a:pt x="262" y="886"/>
                    <a:pt x="261" y="886"/>
                  </a:cubicBezTo>
                  <a:cubicBezTo>
                    <a:pt x="260" y="886"/>
                    <a:pt x="259" y="884"/>
                    <a:pt x="259" y="883"/>
                  </a:cubicBezTo>
                  <a:cubicBezTo>
                    <a:pt x="259" y="878"/>
                    <a:pt x="259" y="873"/>
                    <a:pt x="259" y="869"/>
                  </a:cubicBezTo>
                  <a:cubicBezTo>
                    <a:pt x="259" y="865"/>
                    <a:pt x="256" y="864"/>
                    <a:pt x="255" y="861"/>
                  </a:cubicBezTo>
                  <a:cubicBezTo>
                    <a:pt x="255" y="860"/>
                    <a:pt x="255" y="859"/>
                    <a:pt x="255" y="858"/>
                  </a:cubicBezTo>
                  <a:cubicBezTo>
                    <a:pt x="254" y="858"/>
                    <a:pt x="253" y="858"/>
                    <a:pt x="253" y="857"/>
                  </a:cubicBezTo>
                  <a:cubicBezTo>
                    <a:pt x="252" y="857"/>
                    <a:pt x="251" y="856"/>
                    <a:pt x="250" y="855"/>
                  </a:cubicBezTo>
                  <a:cubicBezTo>
                    <a:pt x="250" y="853"/>
                    <a:pt x="250" y="851"/>
                    <a:pt x="250" y="850"/>
                  </a:cubicBezTo>
                  <a:cubicBezTo>
                    <a:pt x="250" y="848"/>
                    <a:pt x="254" y="849"/>
                    <a:pt x="255" y="849"/>
                  </a:cubicBezTo>
                  <a:cubicBezTo>
                    <a:pt x="258" y="847"/>
                    <a:pt x="259" y="844"/>
                    <a:pt x="260" y="841"/>
                  </a:cubicBezTo>
                  <a:cubicBezTo>
                    <a:pt x="260" y="838"/>
                    <a:pt x="261" y="836"/>
                    <a:pt x="263" y="834"/>
                  </a:cubicBezTo>
                  <a:cubicBezTo>
                    <a:pt x="266" y="832"/>
                    <a:pt x="270" y="833"/>
                    <a:pt x="273" y="835"/>
                  </a:cubicBezTo>
                  <a:cubicBezTo>
                    <a:pt x="274" y="830"/>
                    <a:pt x="275" y="830"/>
                    <a:pt x="279" y="830"/>
                  </a:cubicBezTo>
                  <a:cubicBezTo>
                    <a:pt x="282" y="830"/>
                    <a:pt x="286" y="830"/>
                    <a:pt x="287" y="826"/>
                  </a:cubicBezTo>
                  <a:cubicBezTo>
                    <a:pt x="290" y="820"/>
                    <a:pt x="283" y="817"/>
                    <a:pt x="283" y="811"/>
                  </a:cubicBezTo>
                  <a:cubicBezTo>
                    <a:pt x="280" y="811"/>
                    <a:pt x="276" y="811"/>
                    <a:pt x="275" y="809"/>
                  </a:cubicBezTo>
                  <a:cubicBezTo>
                    <a:pt x="273" y="807"/>
                    <a:pt x="273" y="806"/>
                    <a:pt x="273" y="804"/>
                  </a:cubicBezTo>
                  <a:cubicBezTo>
                    <a:pt x="273" y="802"/>
                    <a:pt x="273" y="802"/>
                    <a:pt x="275" y="802"/>
                  </a:cubicBezTo>
                  <a:cubicBezTo>
                    <a:pt x="276" y="802"/>
                    <a:pt x="277" y="802"/>
                    <a:pt x="278" y="802"/>
                  </a:cubicBezTo>
                  <a:cubicBezTo>
                    <a:pt x="283" y="802"/>
                    <a:pt x="288" y="802"/>
                    <a:pt x="292" y="802"/>
                  </a:cubicBezTo>
                  <a:cubicBezTo>
                    <a:pt x="293" y="799"/>
                    <a:pt x="293" y="796"/>
                    <a:pt x="297" y="797"/>
                  </a:cubicBezTo>
                  <a:cubicBezTo>
                    <a:pt x="297" y="793"/>
                    <a:pt x="296" y="789"/>
                    <a:pt x="297" y="785"/>
                  </a:cubicBezTo>
                  <a:cubicBezTo>
                    <a:pt x="298" y="782"/>
                    <a:pt x="301" y="783"/>
                    <a:pt x="303" y="782"/>
                  </a:cubicBezTo>
                  <a:cubicBezTo>
                    <a:pt x="307" y="780"/>
                    <a:pt x="312" y="777"/>
                    <a:pt x="315" y="772"/>
                  </a:cubicBezTo>
                  <a:cubicBezTo>
                    <a:pt x="316" y="769"/>
                    <a:pt x="316" y="766"/>
                    <a:pt x="316" y="763"/>
                  </a:cubicBezTo>
                  <a:cubicBezTo>
                    <a:pt x="316" y="758"/>
                    <a:pt x="316" y="753"/>
                    <a:pt x="316" y="749"/>
                  </a:cubicBezTo>
                  <a:cubicBezTo>
                    <a:pt x="316" y="744"/>
                    <a:pt x="316" y="740"/>
                    <a:pt x="316" y="736"/>
                  </a:cubicBezTo>
                  <a:cubicBezTo>
                    <a:pt x="316" y="733"/>
                    <a:pt x="317" y="730"/>
                    <a:pt x="321" y="731"/>
                  </a:cubicBezTo>
                  <a:cubicBezTo>
                    <a:pt x="321" y="729"/>
                    <a:pt x="321" y="727"/>
                    <a:pt x="323" y="726"/>
                  </a:cubicBezTo>
                  <a:cubicBezTo>
                    <a:pt x="324" y="724"/>
                    <a:pt x="325" y="722"/>
                    <a:pt x="326" y="720"/>
                  </a:cubicBezTo>
                  <a:cubicBezTo>
                    <a:pt x="327" y="716"/>
                    <a:pt x="330" y="714"/>
                    <a:pt x="334" y="713"/>
                  </a:cubicBezTo>
                  <a:cubicBezTo>
                    <a:pt x="340" y="711"/>
                    <a:pt x="347" y="712"/>
                    <a:pt x="352" y="712"/>
                  </a:cubicBezTo>
                  <a:cubicBezTo>
                    <a:pt x="354" y="712"/>
                    <a:pt x="355" y="712"/>
                    <a:pt x="357" y="712"/>
                  </a:cubicBezTo>
                  <a:cubicBezTo>
                    <a:pt x="359" y="712"/>
                    <a:pt x="358" y="711"/>
                    <a:pt x="359" y="710"/>
                  </a:cubicBezTo>
                  <a:cubicBezTo>
                    <a:pt x="359" y="708"/>
                    <a:pt x="361" y="707"/>
                    <a:pt x="363" y="707"/>
                  </a:cubicBezTo>
                  <a:cubicBezTo>
                    <a:pt x="363" y="705"/>
                    <a:pt x="362" y="701"/>
                    <a:pt x="364" y="699"/>
                  </a:cubicBezTo>
                  <a:cubicBezTo>
                    <a:pt x="365" y="697"/>
                    <a:pt x="369" y="698"/>
                    <a:pt x="371" y="697"/>
                  </a:cubicBezTo>
                  <a:cubicBezTo>
                    <a:pt x="373" y="696"/>
                    <a:pt x="374" y="695"/>
                    <a:pt x="376" y="694"/>
                  </a:cubicBezTo>
                  <a:cubicBezTo>
                    <a:pt x="377" y="693"/>
                    <a:pt x="378" y="693"/>
                    <a:pt x="379" y="693"/>
                  </a:cubicBezTo>
                  <a:cubicBezTo>
                    <a:pt x="381" y="693"/>
                    <a:pt x="382" y="693"/>
                    <a:pt x="383" y="692"/>
                  </a:cubicBezTo>
                  <a:cubicBezTo>
                    <a:pt x="385" y="687"/>
                    <a:pt x="386" y="682"/>
                    <a:pt x="389" y="678"/>
                  </a:cubicBezTo>
                  <a:cubicBezTo>
                    <a:pt x="391" y="676"/>
                    <a:pt x="393" y="675"/>
                    <a:pt x="396" y="674"/>
                  </a:cubicBezTo>
                  <a:cubicBezTo>
                    <a:pt x="398" y="674"/>
                    <a:pt x="401" y="674"/>
                    <a:pt x="401" y="671"/>
                  </a:cubicBezTo>
                  <a:cubicBezTo>
                    <a:pt x="400" y="662"/>
                    <a:pt x="401" y="654"/>
                    <a:pt x="401" y="646"/>
                  </a:cubicBezTo>
                  <a:cubicBezTo>
                    <a:pt x="401" y="642"/>
                    <a:pt x="401" y="637"/>
                    <a:pt x="401" y="633"/>
                  </a:cubicBezTo>
                  <a:cubicBezTo>
                    <a:pt x="401" y="631"/>
                    <a:pt x="401" y="629"/>
                    <a:pt x="401" y="627"/>
                  </a:cubicBezTo>
                  <a:cubicBezTo>
                    <a:pt x="399" y="627"/>
                    <a:pt x="398" y="627"/>
                    <a:pt x="397" y="626"/>
                  </a:cubicBezTo>
                  <a:cubicBezTo>
                    <a:pt x="395" y="625"/>
                    <a:pt x="396" y="619"/>
                    <a:pt x="396" y="617"/>
                  </a:cubicBezTo>
                  <a:cubicBezTo>
                    <a:pt x="396" y="616"/>
                    <a:pt x="396" y="615"/>
                    <a:pt x="396" y="614"/>
                  </a:cubicBezTo>
                  <a:cubicBezTo>
                    <a:pt x="396" y="612"/>
                    <a:pt x="397" y="613"/>
                    <a:pt x="398" y="613"/>
                  </a:cubicBezTo>
                  <a:cubicBezTo>
                    <a:pt x="401" y="613"/>
                    <a:pt x="403" y="613"/>
                    <a:pt x="405" y="613"/>
                  </a:cubicBezTo>
                  <a:cubicBezTo>
                    <a:pt x="407" y="613"/>
                    <a:pt x="410" y="614"/>
                    <a:pt x="410" y="612"/>
                  </a:cubicBezTo>
                  <a:cubicBezTo>
                    <a:pt x="411" y="611"/>
                    <a:pt x="411" y="610"/>
                    <a:pt x="411" y="608"/>
                  </a:cubicBezTo>
                  <a:cubicBezTo>
                    <a:pt x="411" y="606"/>
                    <a:pt x="412" y="604"/>
                    <a:pt x="415" y="604"/>
                  </a:cubicBezTo>
                  <a:cubicBezTo>
                    <a:pt x="414" y="601"/>
                    <a:pt x="415" y="600"/>
                    <a:pt x="417" y="599"/>
                  </a:cubicBezTo>
                  <a:cubicBezTo>
                    <a:pt x="419" y="599"/>
                    <a:pt x="419" y="599"/>
                    <a:pt x="420" y="598"/>
                  </a:cubicBezTo>
                  <a:cubicBezTo>
                    <a:pt x="421" y="597"/>
                    <a:pt x="422" y="595"/>
                    <a:pt x="422" y="594"/>
                  </a:cubicBezTo>
                  <a:cubicBezTo>
                    <a:pt x="426" y="589"/>
                    <a:pt x="430" y="585"/>
                    <a:pt x="434" y="582"/>
                  </a:cubicBezTo>
                  <a:cubicBezTo>
                    <a:pt x="435" y="582"/>
                    <a:pt x="436" y="581"/>
                    <a:pt x="438" y="580"/>
                  </a:cubicBezTo>
                  <a:cubicBezTo>
                    <a:pt x="439" y="580"/>
                    <a:pt x="438" y="577"/>
                    <a:pt x="438" y="575"/>
                  </a:cubicBezTo>
                  <a:cubicBezTo>
                    <a:pt x="437" y="575"/>
                    <a:pt x="434" y="575"/>
                    <a:pt x="434" y="573"/>
                  </a:cubicBezTo>
                  <a:cubicBezTo>
                    <a:pt x="433" y="571"/>
                    <a:pt x="434" y="567"/>
                    <a:pt x="434" y="564"/>
                  </a:cubicBezTo>
                  <a:cubicBezTo>
                    <a:pt x="434" y="562"/>
                    <a:pt x="436" y="561"/>
                    <a:pt x="438" y="561"/>
                  </a:cubicBezTo>
                  <a:cubicBezTo>
                    <a:pt x="438" y="556"/>
                    <a:pt x="438" y="552"/>
                    <a:pt x="438" y="547"/>
                  </a:cubicBezTo>
                  <a:cubicBezTo>
                    <a:pt x="435" y="547"/>
                    <a:pt x="433" y="546"/>
                    <a:pt x="434" y="542"/>
                  </a:cubicBezTo>
                  <a:cubicBezTo>
                    <a:pt x="431" y="542"/>
                    <a:pt x="433" y="546"/>
                    <a:pt x="434" y="542"/>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汉仪雅酷黑简" panose="00020600040101010101" charset="-122"/>
              </a:endParaRPr>
            </a:p>
          </p:txBody>
        </p:sp>
        <p:sp>
          <p:nvSpPr>
            <p:cNvPr id="36" name="Freeform 22"/>
            <p:cNvSpPr/>
            <p:nvPr/>
          </p:nvSpPr>
          <p:spPr bwMode="auto">
            <a:xfrm>
              <a:off x="7315906" y="4158815"/>
              <a:ext cx="117417" cy="213823"/>
            </a:xfrm>
            <a:custGeom>
              <a:avLst/>
              <a:gdLst>
                <a:gd name="T0" fmla="*/ 34 w 40"/>
                <a:gd name="T1" fmla="*/ 0 h 73"/>
                <a:gd name="T2" fmla="*/ 23 w 40"/>
                <a:gd name="T3" fmla="*/ 14 h 73"/>
                <a:gd name="T4" fmla="*/ 20 w 40"/>
                <a:gd name="T5" fmla="*/ 20 h 73"/>
                <a:gd name="T6" fmla="*/ 19 w 40"/>
                <a:gd name="T7" fmla="*/ 24 h 73"/>
                <a:gd name="T8" fmla="*/ 16 w 40"/>
                <a:gd name="T9" fmla="*/ 25 h 73"/>
                <a:gd name="T10" fmla="*/ 15 w 40"/>
                <a:gd name="T11" fmla="*/ 31 h 73"/>
                <a:gd name="T12" fmla="*/ 12 w 40"/>
                <a:gd name="T13" fmla="*/ 34 h 73"/>
                <a:gd name="T14" fmla="*/ 10 w 40"/>
                <a:gd name="T15" fmla="*/ 47 h 73"/>
                <a:gd name="T16" fmla="*/ 6 w 40"/>
                <a:gd name="T17" fmla="*/ 71 h 73"/>
                <a:gd name="T18" fmla="*/ 17 w 40"/>
                <a:gd name="T19" fmla="*/ 62 h 73"/>
                <a:gd name="T20" fmla="*/ 19 w 40"/>
                <a:gd name="T21" fmla="*/ 57 h 73"/>
                <a:gd name="T22" fmla="*/ 20 w 40"/>
                <a:gd name="T23" fmla="*/ 52 h 73"/>
                <a:gd name="T24" fmla="*/ 20 w 40"/>
                <a:gd name="T25" fmla="*/ 45 h 73"/>
                <a:gd name="T26" fmla="*/ 20 w 40"/>
                <a:gd name="T27" fmla="*/ 38 h 73"/>
                <a:gd name="T28" fmla="*/ 23 w 40"/>
                <a:gd name="T29" fmla="*/ 37 h 73"/>
                <a:gd name="T30" fmla="*/ 25 w 40"/>
                <a:gd name="T31" fmla="*/ 34 h 73"/>
                <a:gd name="T32" fmla="*/ 25 w 40"/>
                <a:gd name="T33" fmla="*/ 29 h 73"/>
                <a:gd name="T34" fmla="*/ 28 w 40"/>
                <a:gd name="T35" fmla="*/ 27 h 73"/>
                <a:gd name="T36" fmla="*/ 38 w 40"/>
                <a:gd name="T37" fmla="*/ 6 h 73"/>
                <a:gd name="T38" fmla="*/ 34 w 40"/>
                <a:gd name="T39" fmla="*/ 0 h 73"/>
                <a:gd name="T40" fmla="*/ 34 w 40"/>
                <a:gd name="T41" fmla="*/ 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0" h="73">
                  <a:moveTo>
                    <a:pt x="34" y="0"/>
                  </a:moveTo>
                  <a:cubicBezTo>
                    <a:pt x="33" y="7"/>
                    <a:pt x="26" y="9"/>
                    <a:pt x="23" y="14"/>
                  </a:cubicBezTo>
                  <a:cubicBezTo>
                    <a:pt x="21" y="15"/>
                    <a:pt x="20" y="18"/>
                    <a:pt x="20" y="20"/>
                  </a:cubicBezTo>
                  <a:cubicBezTo>
                    <a:pt x="20" y="21"/>
                    <a:pt x="20" y="23"/>
                    <a:pt x="19" y="24"/>
                  </a:cubicBezTo>
                  <a:cubicBezTo>
                    <a:pt x="18" y="24"/>
                    <a:pt x="17" y="24"/>
                    <a:pt x="16" y="25"/>
                  </a:cubicBezTo>
                  <a:cubicBezTo>
                    <a:pt x="14" y="26"/>
                    <a:pt x="15" y="29"/>
                    <a:pt x="15" y="31"/>
                  </a:cubicBezTo>
                  <a:cubicBezTo>
                    <a:pt x="16" y="34"/>
                    <a:pt x="14" y="33"/>
                    <a:pt x="12" y="34"/>
                  </a:cubicBezTo>
                  <a:cubicBezTo>
                    <a:pt x="8" y="37"/>
                    <a:pt x="10" y="44"/>
                    <a:pt x="10" y="47"/>
                  </a:cubicBezTo>
                  <a:cubicBezTo>
                    <a:pt x="0" y="47"/>
                    <a:pt x="8" y="66"/>
                    <a:pt x="6" y="71"/>
                  </a:cubicBezTo>
                  <a:cubicBezTo>
                    <a:pt x="13" y="73"/>
                    <a:pt x="15" y="68"/>
                    <a:pt x="17" y="62"/>
                  </a:cubicBezTo>
                  <a:cubicBezTo>
                    <a:pt x="18" y="60"/>
                    <a:pt x="19" y="59"/>
                    <a:pt x="19" y="57"/>
                  </a:cubicBezTo>
                  <a:cubicBezTo>
                    <a:pt x="20" y="55"/>
                    <a:pt x="20" y="53"/>
                    <a:pt x="20" y="52"/>
                  </a:cubicBezTo>
                  <a:cubicBezTo>
                    <a:pt x="20" y="50"/>
                    <a:pt x="20" y="47"/>
                    <a:pt x="20" y="45"/>
                  </a:cubicBezTo>
                  <a:cubicBezTo>
                    <a:pt x="20" y="43"/>
                    <a:pt x="19" y="40"/>
                    <a:pt x="20" y="38"/>
                  </a:cubicBezTo>
                  <a:cubicBezTo>
                    <a:pt x="21" y="37"/>
                    <a:pt x="22" y="38"/>
                    <a:pt x="23" y="37"/>
                  </a:cubicBezTo>
                  <a:cubicBezTo>
                    <a:pt x="24" y="37"/>
                    <a:pt x="25" y="36"/>
                    <a:pt x="25" y="34"/>
                  </a:cubicBezTo>
                  <a:cubicBezTo>
                    <a:pt x="25" y="33"/>
                    <a:pt x="24" y="31"/>
                    <a:pt x="25" y="29"/>
                  </a:cubicBezTo>
                  <a:cubicBezTo>
                    <a:pt x="25" y="28"/>
                    <a:pt x="27" y="28"/>
                    <a:pt x="28" y="27"/>
                  </a:cubicBezTo>
                  <a:cubicBezTo>
                    <a:pt x="34" y="23"/>
                    <a:pt x="40" y="13"/>
                    <a:pt x="38" y="6"/>
                  </a:cubicBezTo>
                  <a:cubicBezTo>
                    <a:pt x="35" y="8"/>
                    <a:pt x="34" y="2"/>
                    <a:pt x="34" y="0"/>
                  </a:cubicBezTo>
                  <a:cubicBezTo>
                    <a:pt x="33" y="5"/>
                    <a:pt x="33" y="6"/>
                    <a:pt x="34" y="0"/>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汉仪雅酷黑简" panose="00020600040101010101" charset="-122"/>
              </a:endParaRPr>
            </a:p>
          </p:txBody>
        </p:sp>
        <p:sp>
          <p:nvSpPr>
            <p:cNvPr id="37" name="Freeform 23"/>
            <p:cNvSpPr/>
            <p:nvPr/>
          </p:nvSpPr>
          <p:spPr bwMode="auto">
            <a:xfrm>
              <a:off x="7414784" y="4158815"/>
              <a:ext cx="18540" cy="17304"/>
            </a:xfrm>
            <a:custGeom>
              <a:avLst/>
              <a:gdLst>
                <a:gd name="T0" fmla="*/ 0 w 6"/>
                <a:gd name="T1" fmla="*/ 0 h 6"/>
                <a:gd name="T2" fmla="*/ 4 w 6"/>
                <a:gd name="T3" fmla="*/ 6 h 6"/>
                <a:gd name="T4" fmla="*/ 0 w 6"/>
                <a:gd name="T5" fmla="*/ 0 h 6"/>
              </a:gdLst>
              <a:ahLst/>
              <a:cxnLst>
                <a:cxn ang="0">
                  <a:pos x="T0" y="T1"/>
                </a:cxn>
                <a:cxn ang="0">
                  <a:pos x="T2" y="T3"/>
                </a:cxn>
                <a:cxn ang="0">
                  <a:pos x="T4" y="T5"/>
                </a:cxn>
              </a:cxnLst>
              <a:rect l="0" t="0" r="r" b="b"/>
              <a:pathLst>
                <a:path w="6" h="6">
                  <a:moveTo>
                    <a:pt x="0" y="0"/>
                  </a:moveTo>
                  <a:cubicBezTo>
                    <a:pt x="3" y="2"/>
                    <a:pt x="4" y="4"/>
                    <a:pt x="4" y="6"/>
                  </a:cubicBezTo>
                  <a:cubicBezTo>
                    <a:pt x="6" y="5"/>
                    <a:pt x="5" y="3"/>
                    <a:pt x="0" y="0"/>
                  </a:cubicBezTo>
                  <a:close/>
                </a:path>
              </a:pathLst>
            </a:custGeom>
            <a:solidFill>
              <a:srgbClr val="FFFFFF"/>
            </a:solidFill>
            <a:ln w="2222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汉仪雅酷黑简" panose="00020600040101010101" charset="-122"/>
              </a:endParaRPr>
            </a:p>
          </p:txBody>
        </p:sp>
      </p:grpSp>
      <p:sp>
        <p:nvSpPr>
          <p:cNvPr id="159" name="矩形 158"/>
          <p:cNvSpPr/>
          <p:nvPr/>
        </p:nvSpPr>
        <p:spPr>
          <a:xfrm>
            <a:off x="589280" y="1761490"/>
            <a:ext cx="2794000" cy="4523105"/>
          </a:xfrm>
          <a:prstGeom prst="rect">
            <a:avLst/>
          </a:prstGeom>
        </p:spPr>
        <p:txBody>
          <a:bodyPr wrap="square">
            <a:spAutoFit/>
          </a:bodyPr>
          <a:lstStyle/>
          <a:p>
            <a:pPr algn="r">
              <a:lnSpc>
                <a:spcPct val="150000"/>
              </a:lnSpc>
            </a:pPr>
            <a:r>
              <a:rPr lang="en-US" altLang="zh-CN" sz="2400" dirty="0">
                <a:solidFill>
                  <a:srgbClr val="002060"/>
                </a:solidFill>
              </a:rPr>
              <a:t>算法分析技术主要是通过某种方法讨论算法的复杂度，评价算法的效率，以便在解决实际问题时根据实际情况和算法的优缺点对算法进行取舍。</a:t>
            </a:r>
            <a:endParaRPr lang="en-US" altLang="zh-CN" sz="2400" dirty="0">
              <a:solidFill>
                <a:srgbClr val="002060"/>
              </a:solidFill>
            </a:endParaRPr>
          </a:p>
        </p:txBody>
      </p:sp>
      <p:sp>
        <p:nvSpPr>
          <p:cNvPr id="186" name="Freeform 24"/>
          <p:cNvSpPr/>
          <p:nvPr/>
        </p:nvSpPr>
        <p:spPr bwMode="auto">
          <a:xfrm>
            <a:off x="3968905" y="2495203"/>
            <a:ext cx="385623" cy="2488004"/>
          </a:xfrm>
          <a:custGeom>
            <a:avLst/>
            <a:gdLst>
              <a:gd name="T0" fmla="*/ 116 w 132"/>
              <a:gd name="T1" fmla="*/ 755 h 851"/>
              <a:gd name="T2" fmla="*/ 106 w 132"/>
              <a:gd name="T3" fmla="*/ 742 h 851"/>
              <a:gd name="T4" fmla="*/ 106 w 132"/>
              <a:gd name="T5" fmla="*/ 742 h 851"/>
              <a:gd name="T6" fmla="*/ 106 w 132"/>
              <a:gd name="T7" fmla="*/ 108 h 851"/>
              <a:gd name="T8" fmla="*/ 106 w 132"/>
              <a:gd name="T9" fmla="*/ 108 h 851"/>
              <a:gd name="T10" fmla="*/ 115 w 132"/>
              <a:gd name="T11" fmla="*/ 96 h 851"/>
              <a:gd name="T12" fmla="*/ 94 w 132"/>
              <a:gd name="T13" fmla="*/ 16 h 851"/>
              <a:gd name="T14" fmla="*/ 14 w 132"/>
              <a:gd name="T15" fmla="*/ 38 h 851"/>
              <a:gd name="T16" fmla="*/ 23 w 132"/>
              <a:gd name="T17" fmla="*/ 108 h 851"/>
              <a:gd name="T18" fmla="*/ 23 w 132"/>
              <a:gd name="T19" fmla="*/ 108 h 851"/>
              <a:gd name="T20" fmla="*/ 24 w 132"/>
              <a:gd name="T21" fmla="*/ 743 h 851"/>
              <a:gd name="T22" fmla="*/ 24 w 132"/>
              <a:gd name="T23" fmla="*/ 743 h 851"/>
              <a:gd name="T24" fmla="*/ 14 w 132"/>
              <a:gd name="T25" fmla="*/ 813 h 851"/>
              <a:gd name="T26" fmla="*/ 94 w 132"/>
              <a:gd name="T27" fmla="*/ 834 h 851"/>
              <a:gd name="T28" fmla="*/ 116 w 132"/>
              <a:gd name="T29" fmla="*/ 755 h 8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2" h="851">
                <a:moveTo>
                  <a:pt x="116" y="755"/>
                </a:moveTo>
                <a:cubicBezTo>
                  <a:pt x="113" y="750"/>
                  <a:pt x="110" y="746"/>
                  <a:pt x="106" y="742"/>
                </a:cubicBezTo>
                <a:cubicBezTo>
                  <a:pt x="106" y="742"/>
                  <a:pt x="106" y="742"/>
                  <a:pt x="106" y="742"/>
                </a:cubicBezTo>
                <a:cubicBezTo>
                  <a:pt x="65" y="701"/>
                  <a:pt x="64" y="150"/>
                  <a:pt x="106" y="108"/>
                </a:cubicBezTo>
                <a:cubicBezTo>
                  <a:pt x="106" y="108"/>
                  <a:pt x="106" y="108"/>
                  <a:pt x="106" y="108"/>
                </a:cubicBezTo>
                <a:cubicBezTo>
                  <a:pt x="109" y="105"/>
                  <a:pt x="112" y="101"/>
                  <a:pt x="115" y="96"/>
                </a:cubicBezTo>
                <a:cubicBezTo>
                  <a:pt x="131" y="68"/>
                  <a:pt x="121" y="33"/>
                  <a:pt x="94" y="16"/>
                </a:cubicBezTo>
                <a:cubicBezTo>
                  <a:pt x="66" y="0"/>
                  <a:pt x="30" y="10"/>
                  <a:pt x="14" y="38"/>
                </a:cubicBezTo>
                <a:cubicBezTo>
                  <a:pt x="0" y="61"/>
                  <a:pt x="5" y="90"/>
                  <a:pt x="23" y="108"/>
                </a:cubicBezTo>
                <a:cubicBezTo>
                  <a:pt x="23" y="108"/>
                  <a:pt x="23" y="108"/>
                  <a:pt x="23" y="108"/>
                </a:cubicBezTo>
                <a:cubicBezTo>
                  <a:pt x="64" y="150"/>
                  <a:pt x="65" y="701"/>
                  <a:pt x="24" y="743"/>
                </a:cubicBezTo>
                <a:cubicBezTo>
                  <a:pt x="24" y="743"/>
                  <a:pt x="24" y="743"/>
                  <a:pt x="24" y="743"/>
                </a:cubicBezTo>
                <a:cubicBezTo>
                  <a:pt x="6" y="761"/>
                  <a:pt x="1" y="790"/>
                  <a:pt x="14" y="813"/>
                </a:cubicBezTo>
                <a:cubicBezTo>
                  <a:pt x="31" y="841"/>
                  <a:pt x="66" y="851"/>
                  <a:pt x="94" y="834"/>
                </a:cubicBezTo>
                <a:cubicBezTo>
                  <a:pt x="122" y="818"/>
                  <a:pt x="132" y="783"/>
                  <a:pt x="116" y="755"/>
                </a:cubicBezTo>
                <a:close/>
              </a:path>
            </a:pathLst>
          </a:custGeom>
          <a:gradFill>
            <a:gsLst>
              <a:gs pos="0">
                <a:srgbClr val="2C344B"/>
              </a:gs>
              <a:gs pos="100000">
                <a:srgbClr val="21273E"/>
              </a:gs>
            </a:gsLst>
          </a:gradFill>
          <a:ln w="22225">
            <a:noFill/>
            <a:round/>
          </a:ln>
          <a:effectLst/>
        </p:spPr>
        <p:txBody>
          <a:bodyPr vert="horz" wrap="square" lIns="91440" tIns="45720" rIns="91440" bIns="45720" numCol="1" anchor="t" anchorCtr="0" compatLnSpc="1"/>
          <a:lstStyle/>
          <a:p>
            <a:endParaRPr lang="zh-CN" altLang="en-US" sz="2400" dirty="0">
              <a:solidFill>
                <a:prstClr val="black"/>
              </a:solidFill>
              <a:ea typeface="汉仪雅酷黑简" panose="00020600040101010101" charset="-122"/>
            </a:endParaRPr>
          </a:p>
        </p:txBody>
      </p:sp>
      <p:sp>
        <p:nvSpPr>
          <p:cNvPr id="187" name="Freeform 25"/>
          <p:cNvSpPr/>
          <p:nvPr/>
        </p:nvSpPr>
        <p:spPr bwMode="auto">
          <a:xfrm>
            <a:off x="3962724" y="4591404"/>
            <a:ext cx="2185192" cy="1412712"/>
          </a:xfrm>
          <a:custGeom>
            <a:avLst/>
            <a:gdLst>
              <a:gd name="T0" fmla="*/ 688 w 747"/>
              <a:gd name="T1" fmla="*/ 366 h 483"/>
              <a:gd name="T2" fmla="*/ 673 w 747"/>
              <a:gd name="T3" fmla="*/ 368 h 483"/>
              <a:gd name="T4" fmla="*/ 673 w 747"/>
              <a:gd name="T5" fmla="*/ 368 h 483"/>
              <a:gd name="T6" fmla="*/ 124 w 747"/>
              <a:gd name="T7" fmla="*/ 52 h 483"/>
              <a:gd name="T8" fmla="*/ 123 w 747"/>
              <a:gd name="T9" fmla="*/ 52 h 483"/>
              <a:gd name="T10" fmla="*/ 118 w 747"/>
              <a:gd name="T11" fmla="*/ 38 h 483"/>
              <a:gd name="T12" fmla="*/ 38 w 747"/>
              <a:gd name="T13" fmla="*/ 16 h 483"/>
              <a:gd name="T14" fmla="*/ 16 w 747"/>
              <a:gd name="T15" fmla="*/ 96 h 483"/>
              <a:gd name="T16" fmla="*/ 82 w 747"/>
              <a:gd name="T17" fmla="*/ 123 h 483"/>
              <a:gd name="T18" fmla="*/ 82 w 747"/>
              <a:gd name="T19" fmla="*/ 123 h 483"/>
              <a:gd name="T20" fmla="*/ 632 w 747"/>
              <a:gd name="T21" fmla="*/ 440 h 483"/>
              <a:gd name="T22" fmla="*/ 632 w 747"/>
              <a:gd name="T23" fmla="*/ 440 h 483"/>
              <a:gd name="T24" fmla="*/ 688 w 747"/>
              <a:gd name="T25" fmla="*/ 483 h 483"/>
              <a:gd name="T26" fmla="*/ 747 w 747"/>
              <a:gd name="T27" fmla="*/ 425 h 483"/>
              <a:gd name="T28" fmla="*/ 688 w 747"/>
              <a:gd name="T29" fmla="*/ 366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47" h="483">
                <a:moveTo>
                  <a:pt x="688" y="366"/>
                </a:moveTo>
                <a:cubicBezTo>
                  <a:pt x="683" y="366"/>
                  <a:pt x="678" y="367"/>
                  <a:pt x="673" y="368"/>
                </a:cubicBezTo>
                <a:cubicBezTo>
                  <a:pt x="673" y="368"/>
                  <a:pt x="673" y="368"/>
                  <a:pt x="673" y="368"/>
                </a:cubicBezTo>
                <a:cubicBezTo>
                  <a:pt x="617" y="383"/>
                  <a:pt x="139" y="108"/>
                  <a:pt x="124" y="52"/>
                </a:cubicBezTo>
                <a:cubicBezTo>
                  <a:pt x="123" y="52"/>
                  <a:pt x="123" y="52"/>
                  <a:pt x="123" y="52"/>
                </a:cubicBezTo>
                <a:cubicBezTo>
                  <a:pt x="122" y="47"/>
                  <a:pt x="120" y="42"/>
                  <a:pt x="118" y="38"/>
                </a:cubicBezTo>
                <a:cubicBezTo>
                  <a:pt x="102" y="10"/>
                  <a:pt x="66" y="0"/>
                  <a:pt x="38" y="16"/>
                </a:cubicBezTo>
                <a:cubicBezTo>
                  <a:pt x="10" y="32"/>
                  <a:pt x="0" y="68"/>
                  <a:pt x="16" y="96"/>
                </a:cubicBezTo>
                <a:cubicBezTo>
                  <a:pt x="30" y="120"/>
                  <a:pt x="57" y="130"/>
                  <a:pt x="82" y="123"/>
                </a:cubicBezTo>
                <a:cubicBezTo>
                  <a:pt x="82" y="123"/>
                  <a:pt x="82" y="123"/>
                  <a:pt x="82" y="123"/>
                </a:cubicBezTo>
                <a:cubicBezTo>
                  <a:pt x="139" y="108"/>
                  <a:pt x="617" y="383"/>
                  <a:pt x="632" y="440"/>
                </a:cubicBezTo>
                <a:cubicBezTo>
                  <a:pt x="632" y="440"/>
                  <a:pt x="632" y="440"/>
                  <a:pt x="632" y="440"/>
                </a:cubicBezTo>
                <a:cubicBezTo>
                  <a:pt x="638" y="465"/>
                  <a:pt x="661" y="483"/>
                  <a:pt x="688" y="483"/>
                </a:cubicBezTo>
                <a:cubicBezTo>
                  <a:pt x="720" y="483"/>
                  <a:pt x="747" y="457"/>
                  <a:pt x="747" y="425"/>
                </a:cubicBezTo>
                <a:cubicBezTo>
                  <a:pt x="747" y="392"/>
                  <a:pt x="720" y="366"/>
                  <a:pt x="688" y="366"/>
                </a:cubicBezTo>
                <a:close/>
              </a:path>
            </a:pathLst>
          </a:custGeom>
          <a:gradFill>
            <a:gsLst>
              <a:gs pos="0">
                <a:srgbClr val="2C344B"/>
              </a:gs>
              <a:gs pos="100000">
                <a:srgbClr val="21273E"/>
              </a:gs>
            </a:gsLst>
          </a:gradFill>
          <a:ln w="22225">
            <a:noFill/>
            <a:round/>
          </a:ln>
        </p:spPr>
        <p:txBody>
          <a:bodyPr vert="horz" wrap="square" lIns="91440" tIns="45720" rIns="91440" bIns="45720" numCol="1" anchor="t" anchorCtr="0" compatLnSpc="1"/>
          <a:lstStyle/>
          <a:p>
            <a:endParaRPr lang="zh-CN" altLang="en-US" sz="2400" dirty="0">
              <a:solidFill>
                <a:prstClr val="black"/>
              </a:solidFill>
              <a:ea typeface="汉仪雅酷黑简" panose="00020600040101010101" charset="-122"/>
            </a:endParaRPr>
          </a:p>
        </p:txBody>
      </p:sp>
      <p:sp>
        <p:nvSpPr>
          <p:cNvPr id="188" name="Freeform 26"/>
          <p:cNvSpPr/>
          <p:nvPr/>
        </p:nvSpPr>
        <p:spPr bwMode="auto">
          <a:xfrm>
            <a:off x="5805553" y="4588932"/>
            <a:ext cx="2180248" cy="1415184"/>
          </a:xfrm>
          <a:custGeom>
            <a:avLst/>
            <a:gdLst>
              <a:gd name="T0" fmla="*/ 708 w 745"/>
              <a:gd name="T1" fmla="*/ 16 h 484"/>
              <a:gd name="T2" fmla="*/ 628 w 745"/>
              <a:gd name="T3" fmla="*/ 37 h 484"/>
              <a:gd name="T4" fmla="*/ 622 w 745"/>
              <a:gd name="T5" fmla="*/ 51 h 484"/>
              <a:gd name="T6" fmla="*/ 622 w 745"/>
              <a:gd name="T7" fmla="*/ 51 h 484"/>
              <a:gd name="T8" fmla="*/ 73 w 745"/>
              <a:gd name="T9" fmla="*/ 369 h 484"/>
              <a:gd name="T10" fmla="*/ 73 w 745"/>
              <a:gd name="T11" fmla="*/ 369 h 484"/>
              <a:gd name="T12" fmla="*/ 58 w 745"/>
              <a:gd name="T13" fmla="*/ 367 h 484"/>
              <a:gd name="T14" fmla="*/ 0 w 745"/>
              <a:gd name="T15" fmla="*/ 426 h 484"/>
              <a:gd name="T16" fmla="*/ 58 w 745"/>
              <a:gd name="T17" fmla="*/ 484 h 484"/>
              <a:gd name="T18" fmla="*/ 115 w 745"/>
              <a:gd name="T19" fmla="*/ 441 h 484"/>
              <a:gd name="T20" fmla="*/ 115 w 745"/>
              <a:gd name="T21" fmla="*/ 441 h 484"/>
              <a:gd name="T22" fmla="*/ 663 w 745"/>
              <a:gd name="T23" fmla="*/ 123 h 484"/>
              <a:gd name="T24" fmla="*/ 663 w 745"/>
              <a:gd name="T25" fmla="*/ 123 h 484"/>
              <a:gd name="T26" fmla="*/ 729 w 745"/>
              <a:gd name="T27" fmla="*/ 96 h 484"/>
              <a:gd name="T28" fmla="*/ 708 w 745"/>
              <a:gd name="T29" fmla="*/ 16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45" h="484">
                <a:moveTo>
                  <a:pt x="708" y="16"/>
                </a:moveTo>
                <a:cubicBezTo>
                  <a:pt x="680" y="0"/>
                  <a:pt x="644" y="9"/>
                  <a:pt x="628" y="37"/>
                </a:cubicBezTo>
                <a:cubicBezTo>
                  <a:pt x="625" y="42"/>
                  <a:pt x="623" y="47"/>
                  <a:pt x="622" y="51"/>
                </a:cubicBezTo>
                <a:cubicBezTo>
                  <a:pt x="622" y="51"/>
                  <a:pt x="622" y="51"/>
                  <a:pt x="622" y="51"/>
                </a:cubicBezTo>
                <a:cubicBezTo>
                  <a:pt x="607" y="108"/>
                  <a:pt x="130" y="384"/>
                  <a:pt x="73" y="369"/>
                </a:cubicBezTo>
                <a:cubicBezTo>
                  <a:pt x="73" y="369"/>
                  <a:pt x="73" y="369"/>
                  <a:pt x="73" y="369"/>
                </a:cubicBezTo>
                <a:cubicBezTo>
                  <a:pt x="68" y="368"/>
                  <a:pt x="63" y="367"/>
                  <a:pt x="58" y="367"/>
                </a:cubicBezTo>
                <a:cubicBezTo>
                  <a:pt x="26" y="367"/>
                  <a:pt x="0" y="393"/>
                  <a:pt x="0" y="426"/>
                </a:cubicBezTo>
                <a:cubicBezTo>
                  <a:pt x="0" y="458"/>
                  <a:pt x="26" y="484"/>
                  <a:pt x="58" y="484"/>
                </a:cubicBezTo>
                <a:cubicBezTo>
                  <a:pt x="85" y="484"/>
                  <a:pt x="108" y="466"/>
                  <a:pt x="115" y="441"/>
                </a:cubicBezTo>
                <a:cubicBezTo>
                  <a:pt x="115" y="441"/>
                  <a:pt x="115" y="441"/>
                  <a:pt x="115" y="441"/>
                </a:cubicBezTo>
                <a:cubicBezTo>
                  <a:pt x="130" y="384"/>
                  <a:pt x="607" y="108"/>
                  <a:pt x="663" y="123"/>
                </a:cubicBezTo>
                <a:cubicBezTo>
                  <a:pt x="663" y="123"/>
                  <a:pt x="663" y="123"/>
                  <a:pt x="663" y="123"/>
                </a:cubicBezTo>
                <a:cubicBezTo>
                  <a:pt x="688" y="130"/>
                  <a:pt x="716" y="119"/>
                  <a:pt x="729" y="96"/>
                </a:cubicBezTo>
                <a:cubicBezTo>
                  <a:pt x="745" y="68"/>
                  <a:pt x="736" y="32"/>
                  <a:pt x="708" y="16"/>
                </a:cubicBezTo>
                <a:close/>
              </a:path>
            </a:pathLst>
          </a:custGeom>
          <a:gradFill>
            <a:gsLst>
              <a:gs pos="0">
                <a:srgbClr val="2C344B"/>
              </a:gs>
              <a:gs pos="100000">
                <a:srgbClr val="21273E"/>
              </a:gs>
            </a:gsLst>
          </a:gradFill>
          <a:ln w="22225">
            <a:noFill/>
            <a:round/>
          </a:ln>
        </p:spPr>
        <p:txBody>
          <a:bodyPr vert="horz" wrap="square" lIns="91440" tIns="45720" rIns="91440" bIns="45720" numCol="1" anchor="t" anchorCtr="0" compatLnSpc="1"/>
          <a:lstStyle/>
          <a:p>
            <a:endParaRPr lang="zh-CN" altLang="en-US" sz="2400" dirty="0">
              <a:solidFill>
                <a:prstClr val="black"/>
              </a:solidFill>
              <a:ea typeface="汉仪雅酷黑简" panose="00020600040101010101" charset="-122"/>
            </a:endParaRPr>
          </a:p>
        </p:txBody>
      </p:sp>
      <p:sp>
        <p:nvSpPr>
          <p:cNvPr id="190" name="Freeform 28"/>
          <p:cNvSpPr/>
          <p:nvPr/>
        </p:nvSpPr>
        <p:spPr bwMode="auto">
          <a:xfrm>
            <a:off x="3962725" y="1442158"/>
            <a:ext cx="2206204" cy="1444847"/>
          </a:xfrm>
          <a:custGeom>
            <a:avLst/>
            <a:gdLst>
              <a:gd name="T0" fmla="*/ 716 w 754"/>
              <a:gd name="T1" fmla="*/ 16 h 494"/>
              <a:gd name="T2" fmla="*/ 636 w 754"/>
              <a:gd name="T3" fmla="*/ 37 h 494"/>
              <a:gd name="T4" fmla="*/ 630 w 754"/>
              <a:gd name="T5" fmla="*/ 53 h 494"/>
              <a:gd name="T6" fmla="*/ 630 w 754"/>
              <a:gd name="T7" fmla="*/ 53 h 494"/>
              <a:gd name="T8" fmla="*/ 81 w 754"/>
              <a:gd name="T9" fmla="*/ 371 h 494"/>
              <a:gd name="T10" fmla="*/ 81 w 754"/>
              <a:gd name="T11" fmla="*/ 371 h 494"/>
              <a:gd name="T12" fmla="*/ 16 w 754"/>
              <a:gd name="T13" fmla="*/ 398 h 494"/>
              <a:gd name="T14" fmla="*/ 37 w 754"/>
              <a:gd name="T15" fmla="*/ 478 h 494"/>
              <a:gd name="T16" fmla="*/ 117 w 754"/>
              <a:gd name="T17" fmla="*/ 456 h 494"/>
              <a:gd name="T18" fmla="*/ 123 w 754"/>
              <a:gd name="T19" fmla="*/ 442 h 494"/>
              <a:gd name="T20" fmla="*/ 123 w 754"/>
              <a:gd name="T21" fmla="*/ 442 h 494"/>
              <a:gd name="T22" fmla="*/ 672 w 754"/>
              <a:gd name="T23" fmla="*/ 125 h 494"/>
              <a:gd name="T24" fmla="*/ 670 w 754"/>
              <a:gd name="T25" fmla="*/ 123 h 494"/>
              <a:gd name="T26" fmla="*/ 738 w 754"/>
              <a:gd name="T27" fmla="*/ 96 h 494"/>
              <a:gd name="T28" fmla="*/ 716 w 754"/>
              <a:gd name="T29" fmla="*/ 16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4" h="494">
                <a:moveTo>
                  <a:pt x="716" y="16"/>
                </a:moveTo>
                <a:cubicBezTo>
                  <a:pt x="688" y="0"/>
                  <a:pt x="652" y="9"/>
                  <a:pt x="636" y="37"/>
                </a:cubicBezTo>
                <a:cubicBezTo>
                  <a:pt x="633" y="42"/>
                  <a:pt x="631" y="48"/>
                  <a:pt x="630" y="53"/>
                </a:cubicBezTo>
                <a:cubicBezTo>
                  <a:pt x="630" y="53"/>
                  <a:pt x="630" y="53"/>
                  <a:pt x="630" y="53"/>
                </a:cubicBezTo>
                <a:cubicBezTo>
                  <a:pt x="615" y="109"/>
                  <a:pt x="138" y="386"/>
                  <a:pt x="81" y="371"/>
                </a:cubicBezTo>
                <a:cubicBezTo>
                  <a:pt x="81" y="371"/>
                  <a:pt x="81" y="371"/>
                  <a:pt x="81" y="371"/>
                </a:cubicBezTo>
                <a:cubicBezTo>
                  <a:pt x="56" y="364"/>
                  <a:pt x="29" y="375"/>
                  <a:pt x="16" y="398"/>
                </a:cubicBezTo>
                <a:cubicBezTo>
                  <a:pt x="0" y="426"/>
                  <a:pt x="9" y="462"/>
                  <a:pt x="37" y="478"/>
                </a:cubicBezTo>
                <a:cubicBezTo>
                  <a:pt x="65" y="494"/>
                  <a:pt x="101" y="484"/>
                  <a:pt x="117" y="456"/>
                </a:cubicBezTo>
                <a:cubicBezTo>
                  <a:pt x="120" y="452"/>
                  <a:pt x="121" y="447"/>
                  <a:pt x="123" y="442"/>
                </a:cubicBezTo>
                <a:cubicBezTo>
                  <a:pt x="123" y="442"/>
                  <a:pt x="123" y="442"/>
                  <a:pt x="123" y="442"/>
                </a:cubicBezTo>
                <a:cubicBezTo>
                  <a:pt x="138" y="386"/>
                  <a:pt x="615" y="109"/>
                  <a:pt x="672" y="125"/>
                </a:cubicBezTo>
                <a:cubicBezTo>
                  <a:pt x="670" y="123"/>
                  <a:pt x="670" y="123"/>
                  <a:pt x="670" y="123"/>
                </a:cubicBezTo>
                <a:cubicBezTo>
                  <a:pt x="696" y="130"/>
                  <a:pt x="724" y="120"/>
                  <a:pt x="738" y="96"/>
                </a:cubicBezTo>
                <a:cubicBezTo>
                  <a:pt x="754" y="68"/>
                  <a:pt x="744" y="32"/>
                  <a:pt x="716" y="16"/>
                </a:cubicBezTo>
                <a:close/>
              </a:path>
            </a:pathLst>
          </a:custGeom>
          <a:gradFill>
            <a:gsLst>
              <a:gs pos="0">
                <a:srgbClr val="2C344B"/>
              </a:gs>
              <a:gs pos="100000">
                <a:srgbClr val="21273E"/>
              </a:gs>
            </a:gsLst>
          </a:gradFill>
          <a:ln w="22225">
            <a:noFill/>
            <a:round/>
          </a:ln>
        </p:spPr>
        <p:txBody>
          <a:bodyPr vert="horz" wrap="square" lIns="91440" tIns="45720" rIns="91440" bIns="45720" numCol="1" anchor="t" anchorCtr="0" compatLnSpc="1"/>
          <a:lstStyle/>
          <a:p>
            <a:endParaRPr lang="zh-CN" altLang="en-US" sz="2400" dirty="0">
              <a:solidFill>
                <a:prstClr val="black"/>
              </a:solidFill>
              <a:ea typeface="汉仪雅酷黑简" panose="00020600040101010101" charset="-122"/>
            </a:endParaRPr>
          </a:p>
        </p:txBody>
      </p:sp>
      <p:sp>
        <p:nvSpPr>
          <p:cNvPr id="191" name="Freeform 29"/>
          <p:cNvSpPr/>
          <p:nvPr/>
        </p:nvSpPr>
        <p:spPr bwMode="auto">
          <a:xfrm>
            <a:off x="5800609" y="1470584"/>
            <a:ext cx="2182720" cy="1410240"/>
          </a:xfrm>
          <a:custGeom>
            <a:avLst/>
            <a:gdLst>
              <a:gd name="T0" fmla="*/ 730 w 746"/>
              <a:gd name="T1" fmla="*/ 387 h 482"/>
              <a:gd name="T2" fmla="*/ 664 w 746"/>
              <a:gd name="T3" fmla="*/ 359 h 482"/>
              <a:gd name="T4" fmla="*/ 665 w 746"/>
              <a:gd name="T5" fmla="*/ 359 h 482"/>
              <a:gd name="T6" fmla="*/ 115 w 746"/>
              <a:gd name="T7" fmla="*/ 43 h 482"/>
              <a:gd name="T8" fmla="*/ 115 w 746"/>
              <a:gd name="T9" fmla="*/ 43 h 482"/>
              <a:gd name="T10" fmla="*/ 59 w 746"/>
              <a:gd name="T11" fmla="*/ 0 h 482"/>
              <a:gd name="T12" fmla="*/ 0 w 746"/>
              <a:gd name="T13" fmla="*/ 58 h 482"/>
              <a:gd name="T14" fmla="*/ 59 w 746"/>
              <a:gd name="T15" fmla="*/ 117 h 482"/>
              <a:gd name="T16" fmla="*/ 74 w 746"/>
              <a:gd name="T17" fmla="*/ 114 h 482"/>
              <a:gd name="T18" fmla="*/ 74 w 746"/>
              <a:gd name="T19" fmla="*/ 115 h 482"/>
              <a:gd name="T20" fmla="*/ 623 w 746"/>
              <a:gd name="T21" fmla="*/ 431 h 482"/>
              <a:gd name="T22" fmla="*/ 623 w 746"/>
              <a:gd name="T23" fmla="*/ 431 h 482"/>
              <a:gd name="T24" fmla="*/ 629 w 746"/>
              <a:gd name="T25" fmla="*/ 445 h 482"/>
              <a:gd name="T26" fmla="*/ 709 w 746"/>
              <a:gd name="T27" fmla="*/ 466 h 482"/>
              <a:gd name="T28" fmla="*/ 730 w 746"/>
              <a:gd name="T29" fmla="*/ 387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46" h="482">
                <a:moveTo>
                  <a:pt x="730" y="387"/>
                </a:moveTo>
                <a:cubicBezTo>
                  <a:pt x="717" y="363"/>
                  <a:pt x="689" y="353"/>
                  <a:pt x="664" y="359"/>
                </a:cubicBezTo>
                <a:cubicBezTo>
                  <a:pt x="665" y="359"/>
                  <a:pt x="665" y="359"/>
                  <a:pt x="665" y="359"/>
                </a:cubicBezTo>
                <a:cubicBezTo>
                  <a:pt x="608" y="374"/>
                  <a:pt x="130" y="99"/>
                  <a:pt x="115" y="43"/>
                </a:cubicBezTo>
                <a:cubicBezTo>
                  <a:pt x="115" y="43"/>
                  <a:pt x="115" y="43"/>
                  <a:pt x="115" y="43"/>
                </a:cubicBezTo>
                <a:cubicBezTo>
                  <a:pt x="108" y="18"/>
                  <a:pt x="86" y="0"/>
                  <a:pt x="59" y="0"/>
                </a:cubicBezTo>
                <a:cubicBezTo>
                  <a:pt x="26" y="0"/>
                  <a:pt x="0" y="26"/>
                  <a:pt x="0" y="58"/>
                </a:cubicBezTo>
                <a:cubicBezTo>
                  <a:pt x="0" y="90"/>
                  <a:pt x="26" y="117"/>
                  <a:pt x="59" y="117"/>
                </a:cubicBezTo>
                <a:cubicBezTo>
                  <a:pt x="64" y="117"/>
                  <a:pt x="69" y="116"/>
                  <a:pt x="74" y="114"/>
                </a:cubicBezTo>
                <a:cubicBezTo>
                  <a:pt x="74" y="115"/>
                  <a:pt x="74" y="115"/>
                  <a:pt x="74" y="115"/>
                </a:cubicBezTo>
                <a:cubicBezTo>
                  <a:pt x="130" y="99"/>
                  <a:pt x="608" y="374"/>
                  <a:pt x="623" y="431"/>
                </a:cubicBezTo>
                <a:cubicBezTo>
                  <a:pt x="623" y="431"/>
                  <a:pt x="623" y="431"/>
                  <a:pt x="623" y="431"/>
                </a:cubicBezTo>
                <a:cubicBezTo>
                  <a:pt x="625" y="436"/>
                  <a:pt x="626" y="440"/>
                  <a:pt x="629" y="445"/>
                </a:cubicBezTo>
                <a:cubicBezTo>
                  <a:pt x="645" y="473"/>
                  <a:pt x="681" y="482"/>
                  <a:pt x="709" y="466"/>
                </a:cubicBezTo>
                <a:cubicBezTo>
                  <a:pt x="737" y="450"/>
                  <a:pt x="746" y="414"/>
                  <a:pt x="730" y="387"/>
                </a:cubicBezTo>
                <a:close/>
              </a:path>
            </a:pathLst>
          </a:custGeom>
          <a:gradFill>
            <a:gsLst>
              <a:gs pos="0">
                <a:srgbClr val="2C344B"/>
              </a:gs>
              <a:gs pos="100000">
                <a:srgbClr val="21273E"/>
              </a:gs>
            </a:gsLst>
          </a:gradFill>
          <a:ln w="22225">
            <a:noFill/>
            <a:round/>
          </a:ln>
        </p:spPr>
        <p:txBody>
          <a:bodyPr vert="horz" wrap="square" lIns="91440" tIns="45720" rIns="91440" bIns="45720" numCol="1" anchor="t" anchorCtr="0" compatLnSpc="1"/>
          <a:lstStyle/>
          <a:p>
            <a:endParaRPr lang="zh-CN" altLang="en-US" sz="2400" dirty="0">
              <a:solidFill>
                <a:prstClr val="black"/>
              </a:solidFill>
              <a:ea typeface="汉仪雅酷黑简" panose="00020600040101010101" charset="-122"/>
            </a:endParaRPr>
          </a:p>
        </p:txBody>
      </p:sp>
      <p:sp>
        <p:nvSpPr>
          <p:cNvPr id="192" name="Oval 63"/>
          <p:cNvSpPr>
            <a:spLocks noChangeArrowheads="1"/>
          </p:cNvSpPr>
          <p:nvPr/>
        </p:nvSpPr>
        <p:spPr bwMode="auto">
          <a:xfrm>
            <a:off x="3983735" y="2532282"/>
            <a:ext cx="327532" cy="327532"/>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汉仪雅酷黑简" panose="00020600040101010101" charset="-122"/>
            </a:endParaRPr>
          </a:p>
        </p:txBody>
      </p:sp>
      <p:sp>
        <p:nvSpPr>
          <p:cNvPr id="193" name="Oval 80"/>
          <p:cNvSpPr>
            <a:spLocks noChangeArrowheads="1"/>
          </p:cNvSpPr>
          <p:nvPr/>
        </p:nvSpPr>
        <p:spPr bwMode="auto">
          <a:xfrm>
            <a:off x="3983735" y="4614889"/>
            <a:ext cx="327532" cy="327532"/>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汉仪雅酷黑简" panose="00020600040101010101" charset="-122"/>
            </a:endParaRPr>
          </a:p>
        </p:txBody>
      </p:sp>
      <p:sp>
        <p:nvSpPr>
          <p:cNvPr id="194" name="Oval 97"/>
          <p:cNvSpPr>
            <a:spLocks noChangeArrowheads="1"/>
          </p:cNvSpPr>
          <p:nvPr/>
        </p:nvSpPr>
        <p:spPr bwMode="auto">
          <a:xfrm>
            <a:off x="5805554" y="5670406"/>
            <a:ext cx="327532" cy="325060"/>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汉仪雅酷黑简" panose="00020600040101010101" charset="-122"/>
            </a:endParaRPr>
          </a:p>
        </p:txBody>
      </p:sp>
      <p:sp>
        <p:nvSpPr>
          <p:cNvPr id="197" name="Oval 63"/>
          <p:cNvSpPr>
            <a:spLocks noChangeArrowheads="1"/>
          </p:cNvSpPr>
          <p:nvPr/>
        </p:nvSpPr>
        <p:spPr bwMode="auto">
          <a:xfrm>
            <a:off x="5808866" y="1434174"/>
            <a:ext cx="327532" cy="327532"/>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汉仪雅酷黑简" panose="00020600040101010101" charset="-122"/>
            </a:endParaRPr>
          </a:p>
        </p:txBody>
      </p:sp>
      <p:sp>
        <p:nvSpPr>
          <p:cNvPr id="6" name="矩形 5"/>
          <p:cNvSpPr/>
          <p:nvPr/>
        </p:nvSpPr>
        <p:spPr>
          <a:xfrm>
            <a:off x="8346440" y="1761490"/>
            <a:ext cx="3653790" cy="4523105"/>
          </a:xfrm>
          <a:prstGeom prst="rect">
            <a:avLst/>
          </a:prstGeom>
        </p:spPr>
        <p:txBody>
          <a:bodyPr wrap="square">
            <a:spAutoFit/>
          </a:bodyPr>
          <a:lstStyle/>
          <a:p>
            <a:pPr algn="l" fontAlgn="auto">
              <a:lnSpc>
                <a:spcPct val="150000"/>
              </a:lnSpc>
            </a:pPr>
            <a:r>
              <a:rPr lang="en-US" altLang="zh-CN" sz="2400" dirty="0">
                <a:solidFill>
                  <a:srgbClr val="002060"/>
                </a:solidFill>
                <a:sym typeface="+mn-ea"/>
              </a:rPr>
              <a:t> </a:t>
            </a:r>
            <a:r>
              <a:rPr altLang="zh-CN" sz="2400" dirty="0">
                <a:solidFill>
                  <a:srgbClr val="002060"/>
                </a:solidFill>
                <a:sym typeface="+mn-ea"/>
              </a:rPr>
              <a:t>算法的优劣主要通过算法复杂度进行衡量，复杂度的高低反映了所需计算机资源的多少。计算机资源主要包括时间资源和空间资源。因此算法的复杂度通常以</a:t>
            </a:r>
            <a:r>
              <a:rPr altLang="zh-CN" sz="2400" dirty="0">
                <a:solidFill>
                  <a:srgbClr val="FF0000"/>
                </a:solidFill>
                <a:sym typeface="+mn-ea"/>
              </a:rPr>
              <a:t>时间复杂度</a:t>
            </a:r>
            <a:r>
              <a:rPr altLang="zh-CN" sz="2400" dirty="0">
                <a:solidFill>
                  <a:srgbClr val="002060"/>
                </a:solidFill>
                <a:sym typeface="+mn-ea"/>
              </a:rPr>
              <a:t>和</a:t>
            </a:r>
            <a:r>
              <a:rPr altLang="zh-CN" sz="2400" dirty="0">
                <a:solidFill>
                  <a:srgbClr val="FF0000"/>
                </a:solidFill>
                <a:sym typeface="+mn-ea"/>
              </a:rPr>
              <a:t>空间复杂度</a:t>
            </a:r>
            <a:r>
              <a:rPr altLang="zh-CN" sz="2400" dirty="0">
                <a:solidFill>
                  <a:srgbClr val="002060"/>
                </a:solidFill>
                <a:sym typeface="+mn-ea"/>
              </a:rPr>
              <a:t>来体现。</a:t>
            </a:r>
            <a:endParaRPr altLang="zh-CN" sz="2400" dirty="0">
              <a:solidFill>
                <a:srgbClr val="002060"/>
              </a:solidFill>
              <a:sym typeface="+mn-ea"/>
            </a:endParaRPr>
          </a:p>
        </p:txBody>
      </p:sp>
      <p:sp>
        <p:nvSpPr>
          <p:cNvPr id="8" name="标题 1"/>
          <p:cNvSpPr>
            <a:spLocks noGrp="1"/>
          </p:cNvSpPr>
          <p:nvPr/>
        </p:nvSpPr>
        <p:spPr>
          <a:xfrm>
            <a:off x="317160" y="367648"/>
            <a:ext cx="11833200" cy="700405"/>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a:lstStyle>
          <a:p>
            <a:r>
              <a:rPr lang="zh-CN" altLang="en-US">
                <a:sym typeface="+mn-ea"/>
              </a:rPr>
              <a:t>算法分析</a:t>
            </a:r>
            <a:endParaRPr lang="zh-CN" altLang="en-US">
              <a:sym typeface="+mn-ea"/>
            </a:endParaRPr>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childTnLst>
                                    <p:set>
                                      <p:cBhvr>
                                        <p:cTn id="6" dur="1" fill="hold">
                                          <p:stCondLst>
                                            <p:cond delay="0"/>
                                          </p:stCondLst>
                                        </p:cTn>
                                        <p:tgtEl>
                                          <p:spTgt spid="192"/>
                                        </p:tgtEl>
                                        <p:attrNameLst>
                                          <p:attrName>style.visibility</p:attrName>
                                        </p:attrNameLst>
                                      </p:cBhvr>
                                      <p:to>
                                        <p:strVal val="visible"/>
                                      </p:to>
                                    </p:set>
                                    <p:animEffect transition="in" filter="fade">
                                      <p:cBhvr>
                                        <p:cTn id="7" dur="500"/>
                                        <p:tgtEl>
                                          <p:spTgt spid="192"/>
                                        </p:tgtEl>
                                      </p:cBhvr>
                                    </p:animEffect>
                                  </p:childTnLst>
                                </p:cTn>
                              </p:par>
                              <p:par>
                                <p:cTn id="8" presetID="10" presetClass="entr" presetSubtype="0" fill="hold" grpId="0" nodeType="withEffect">
                                  <p:stCondLst>
                                    <p:cond delay="2000"/>
                                  </p:stCondLst>
                                  <p:childTnLst>
                                    <p:set>
                                      <p:cBhvr>
                                        <p:cTn id="9" dur="1" fill="hold">
                                          <p:stCondLst>
                                            <p:cond delay="0"/>
                                          </p:stCondLst>
                                        </p:cTn>
                                        <p:tgtEl>
                                          <p:spTgt spid="193"/>
                                        </p:tgtEl>
                                        <p:attrNameLst>
                                          <p:attrName>style.visibility</p:attrName>
                                        </p:attrNameLst>
                                      </p:cBhvr>
                                      <p:to>
                                        <p:strVal val="visible"/>
                                      </p:to>
                                    </p:set>
                                    <p:animEffect transition="in" filter="fade">
                                      <p:cBhvr>
                                        <p:cTn id="10" dur="500"/>
                                        <p:tgtEl>
                                          <p:spTgt spid="193"/>
                                        </p:tgtEl>
                                      </p:cBhvr>
                                    </p:animEffect>
                                  </p:childTnLst>
                                </p:cTn>
                              </p:par>
                              <p:par>
                                <p:cTn id="11" presetID="10" presetClass="entr" presetSubtype="0" fill="hold" grpId="0" nodeType="withEffect">
                                  <p:stCondLst>
                                    <p:cond delay="2000"/>
                                  </p:stCondLst>
                                  <p:childTnLst>
                                    <p:set>
                                      <p:cBhvr>
                                        <p:cTn id="12" dur="1" fill="hold">
                                          <p:stCondLst>
                                            <p:cond delay="0"/>
                                          </p:stCondLst>
                                        </p:cTn>
                                        <p:tgtEl>
                                          <p:spTgt spid="194"/>
                                        </p:tgtEl>
                                        <p:attrNameLst>
                                          <p:attrName>style.visibility</p:attrName>
                                        </p:attrNameLst>
                                      </p:cBhvr>
                                      <p:to>
                                        <p:strVal val="visible"/>
                                      </p:to>
                                    </p:set>
                                    <p:animEffect transition="in" filter="fade">
                                      <p:cBhvr>
                                        <p:cTn id="13" dur="500"/>
                                        <p:tgtEl>
                                          <p:spTgt spid="194"/>
                                        </p:tgtEl>
                                      </p:cBhvr>
                                    </p:animEffect>
                                  </p:childTnLst>
                                </p:cTn>
                              </p:par>
                              <p:par>
                                <p:cTn id="14" presetID="10" presetClass="entr" presetSubtype="0" fill="hold" grpId="0" nodeType="withEffect">
                                  <p:stCondLst>
                                    <p:cond delay="2000"/>
                                  </p:stCondLst>
                                  <p:childTnLst>
                                    <p:set>
                                      <p:cBhvr>
                                        <p:cTn id="15" dur="1" fill="hold">
                                          <p:stCondLst>
                                            <p:cond delay="0"/>
                                          </p:stCondLst>
                                        </p:cTn>
                                        <p:tgtEl>
                                          <p:spTgt spid="197"/>
                                        </p:tgtEl>
                                        <p:attrNameLst>
                                          <p:attrName>style.visibility</p:attrName>
                                        </p:attrNameLst>
                                      </p:cBhvr>
                                      <p:to>
                                        <p:strVal val="visible"/>
                                      </p:to>
                                    </p:set>
                                    <p:animEffect transition="in" filter="fade">
                                      <p:cBhvr>
                                        <p:cTn id="16" dur="500"/>
                                        <p:tgtEl>
                                          <p:spTgt spid="197"/>
                                        </p:tgtEl>
                                      </p:cBhvr>
                                    </p:animEffect>
                                  </p:childTnLst>
                                </p:cTn>
                              </p:par>
                              <p:par>
                                <p:cTn id="17" presetID="22" presetClass="entr" presetSubtype="4" fill="hold" grpId="0" nodeType="withEffect">
                                  <p:stCondLst>
                                    <p:cond delay="2250"/>
                                  </p:stCondLst>
                                  <p:childTnLst>
                                    <p:set>
                                      <p:cBhvr>
                                        <p:cTn id="18" dur="1" fill="hold">
                                          <p:stCondLst>
                                            <p:cond delay="0"/>
                                          </p:stCondLst>
                                        </p:cTn>
                                        <p:tgtEl>
                                          <p:spTgt spid="186"/>
                                        </p:tgtEl>
                                        <p:attrNameLst>
                                          <p:attrName>style.visibility</p:attrName>
                                        </p:attrNameLst>
                                      </p:cBhvr>
                                      <p:to>
                                        <p:strVal val="visible"/>
                                      </p:to>
                                    </p:set>
                                    <p:animEffect transition="in" filter="wipe(down)">
                                      <p:cBhvr>
                                        <p:cTn id="19" dur="500"/>
                                        <p:tgtEl>
                                          <p:spTgt spid="186"/>
                                        </p:tgtEl>
                                      </p:cBhvr>
                                    </p:animEffect>
                                  </p:childTnLst>
                                </p:cTn>
                              </p:par>
                              <p:par>
                                <p:cTn id="20" presetID="22" presetClass="entr" presetSubtype="4" fill="hold" grpId="0" nodeType="withEffect">
                                  <p:stCondLst>
                                    <p:cond delay="2250"/>
                                  </p:stCondLst>
                                  <p:childTnLst>
                                    <p:set>
                                      <p:cBhvr>
                                        <p:cTn id="21" dur="1" fill="hold">
                                          <p:stCondLst>
                                            <p:cond delay="0"/>
                                          </p:stCondLst>
                                        </p:cTn>
                                        <p:tgtEl>
                                          <p:spTgt spid="190"/>
                                        </p:tgtEl>
                                        <p:attrNameLst>
                                          <p:attrName>style.visibility</p:attrName>
                                        </p:attrNameLst>
                                      </p:cBhvr>
                                      <p:to>
                                        <p:strVal val="visible"/>
                                      </p:to>
                                    </p:set>
                                    <p:animEffect transition="in" filter="wipe(down)">
                                      <p:cBhvr>
                                        <p:cTn id="22" dur="500"/>
                                        <p:tgtEl>
                                          <p:spTgt spid="190"/>
                                        </p:tgtEl>
                                      </p:cBhvr>
                                    </p:animEffect>
                                  </p:childTnLst>
                                </p:cTn>
                              </p:par>
                              <p:par>
                                <p:cTn id="23" presetID="22" presetClass="entr" presetSubtype="4" fill="hold" grpId="0" nodeType="withEffect">
                                  <p:stCondLst>
                                    <p:cond delay="2250"/>
                                  </p:stCondLst>
                                  <p:childTnLst>
                                    <p:set>
                                      <p:cBhvr>
                                        <p:cTn id="24" dur="1" fill="hold">
                                          <p:stCondLst>
                                            <p:cond delay="0"/>
                                          </p:stCondLst>
                                        </p:cTn>
                                        <p:tgtEl>
                                          <p:spTgt spid="191"/>
                                        </p:tgtEl>
                                        <p:attrNameLst>
                                          <p:attrName>style.visibility</p:attrName>
                                        </p:attrNameLst>
                                      </p:cBhvr>
                                      <p:to>
                                        <p:strVal val="visible"/>
                                      </p:to>
                                    </p:set>
                                    <p:animEffect transition="in" filter="wipe(down)">
                                      <p:cBhvr>
                                        <p:cTn id="25" dur="500"/>
                                        <p:tgtEl>
                                          <p:spTgt spid="191"/>
                                        </p:tgtEl>
                                      </p:cBhvr>
                                    </p:animEffect>
                                  </p:childTnLst>
                                </p:cTn>
                              </p:par>
                              <p:par>
                                <p:cTn id="26" presetID="22" presetClass="entr" presetSubtype="4" fill="hold" grpId="0" nodeType="withEffect">
                                  <p:stCondLst>
                                    <p:cond delay="2250"/>
                                  </p:stCondLst>
                                  <p:childTnLst>
                                    <p:set>
                                      <p:cBhvr>
                                        <p:cTn id="27" dur="1" fill="hold">
                                          <p:stCondLst>
                                            <p:cond delay="0"/>
                                          </p:stCondLst>
                                        </p:cTn>
                                        <p:tgtEl>
                                          <p:spTgt spid="188"/>
                                        </p:tgtEl>
                                        <p:attrNameLst>
                                          <p:attrName>style.visibility</p:attrName>
                                        </p:attrNameLst>
                                      </p:cBhvr>
                                      <p:to>
                                        <p:strVal val="visible"/>
                                      </p:to>
                                    </p:set>
                                    <p:animEffect transition="in" filter="wipe(down)">
                                      <p:cBhvr>
                                        <p:cTn id="28" dur="500"/>
                                        <p:tgtEl>
                                          <p:spTgt spid="188"/>
                                        </p:tgtEl>
                                      </p:cBhvr>
                                    </p:animEffect>
                                  </p:childTnLst>
                                </p:cTn>
                              </p:par>
                              <p:par>
                                <p:cTn id="29" presetID="22" presetClass="entr" presetSubtype="4" fill="hold" grpId="0" nodeType="withEffect">
                                  <p:stCondLst>
                                    <p:cond delay="2250"/>
                                  </p:stCondLst>
                                  <p:childTnLst>
                                    <p:set>
                                      <p:cBhvr>
                                        <p:cTn id="30" dur="1" fill="hold">
                                          <p:stCondLst>
                                            <p:cond delay="0"/>
                                          </p:stCondLst>
                                        </p:cTn>
                                        <p:tgtEl>
                                          <p:spTgt spid="187"/>
                                        </p:tgtEl>
                                        <p:attrNameLst>
                                          <p:attrName>style.visibility</p:attrName>
                                        </p:attrNameLst>
                                      </p:cBhvr>
                                      <p:to>
                                        <p:strVal val="visible"/>
                                      </p:to>
                                    </p:set>
                                    <p:animEffect transition="in" filter="wipe(down)">
                                      <p:cBhvr>
                                        <p:cTn id="31" dur="500"/>
                                        <p:tgtEl>
                                          <p:spTgt spid="187"/>
                                        </p:tgtEl>
                                      </p:cBhvr>
                                    </p:animEffect>
                                  </p:childTnLst>
                                </p:cTn>
                              </p:par>
                              <p:par>
                                <p:cTn id="32" presetID="53" presetClass="entr" presetSubtype="16" fill="hold" grpId="0" nodeType="withEffect">
                                  <p:stCondLst>
                                    <p:cond delay="2750"/>
                                  </p:stCondLst>
                                  <p:childTnLst>
                                    <p:set>
                                      <p:cBhvr>
                                        <p:cTn id="33" dur="1" fill="hold">
                                          <p:stCondLst>
                                            <p:cond delay="0"/>
                                          </p:stCondLst>
                                        </p:cTn>
                                        <p:tgtEl>
                                          <p:spTgt spid="11"/>
                                        </p:tgtEl>
                                        <p:attrNameLst>
                                          <p:attrName>style.visibility</p:attrName>
                                        </p:attrNameLst>
                                      </p:cBhvr>
                                      <p:to>
                                        <p:strVal val="visible"/>
                                      </p:to>
                                    </p:set>
                                    <p:anim calcmode="lin" valueType="num">
                                      <p:cBhvr>
                                        <p:cTn id="34" dur="500" fill="hold"/>
                                        <p:tgtEl>
                                          <p:spTgt spid="11"/>
                                        </p:tgtEl>
                                        <p:attrNameLst>
                                          <p:attrName>ppt_w</p:attrName>
                                        </p:attrNameLst>
                                      </p:cBhvr>
                                      <p:tavLst>
                                        <p:tav tm="0">
                                          <p:val>
                                            <p:fltVal val="0"/>
                                          </p:val>
                                        </p:tav>
                                        <p:tav tm="100000">
                                          <p:val>
                                            <p:strVal val="#ppt_w"/>
                                          </p:val>
                                        </p:tav>
                                      </p:tavLst>
                                    </p:anim>
                                    <p:anim calcmode="lin" valueType="num">
                                      <p:cBhvr>
                                        <p:cTn id="35" dur="500" fill="hold"/>
                                        <p:tgtEl>
                                          <p:spTgt spid="11"/>
                                        </p:tgtEl>
                                        <p:attrNameLst>
                                          <p:attrName>ppt_h</p:attrName>
                                        </p:attrNameLst>
                                      </p:cBhvr>
                                      <p:tavLst>
                                        <p:tav tm="0">
                                          <p:val>
                                            <p:fltVal val="0"/>
                                          </p:val>
                                        </p:tav>
                                        <p:tav tm="100000">
                                          <p:val>
                                            <p:strVal val="#ppt_h"/>
                                          </p:val>
                                        </p:tav>
                                      </p:tavLst>
                                    </p:anim>
                                    <p:animEffect transition="in" filter="fade">
                                      <p:cBhvr>
                                        <p:cTn id="36" dur="500"/>
                                        <p:tgtEl>
                                          <p:spTgt spid="11"/>
                                        </p:tgtEl>
                                      </p:cBhvr>
                                    </p:animEffect>
                                  </p:childTnLst>
                                </p:cTn>
                              </p:par>
                              <p:par>
                                <p:cTn id="37" presetID="22" presetClass="entr" presetSubtype="1" fill="hold" nodeType="withEffect">
                                  <p:stCondLst>
                                    <p:cond delay="3000"/>
                                  </p:stCondLst>
                                  <p:childTnLst>
                                    <p:set>
                                      <p:cBhvr>
                                        <p:cTn id="38" dur="1" fill="hold">
                                          <p:stCondLst>
                                            <p:cond delay="0"/>
                                          </p:stCondLst>
                                        </p:cTn>
                                        <p:tgtEl>
                                          <p:spTgt spid="3"/>
                                        </p:tgtEl>
                                        <p:attrNameLst>
                                          <p:attrName>style.visibility</p:attrName>
                                        </p:attrNameLst>
                                      </p:cBhvr>
                                      <p:to>
                                        <p:strVal val="visible"/>
                                      </p:to>
                                    </p:set>
                                    <p:animEffect transition="in" filter="wipe(up)">
                                      <p:cBhvr>
                                        <p:cTn id="3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86" grpId="0" bldLvl="0" animBg="1"/>
      <p:bldP spid="187" grpId="0" bldLvl="0" animBg="1"/>
      <p:bldP spid="188" grpId="0" bldLvl="0" animBg="1"/>
      <p:bldP spid="190" grpId="0" bldLvl="0" animBg="1"/>
      <p:bldP spid="191" grpId="0" bldLvl="0" animBg="1"/>
      <p:bldP spid="192" grpId="0" bldLvl="0" animBg="1"/>
      <p:bldP spid="193" grpId="0" bldLvl="0" animBg="1"/>
      <p:bldP spid="194" grpId="0" bldLvl="0" animBg="1"/>
      <p:bldP spid="197"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zh-CN" dirty="0">
                <a:solidFill>
                  <a:schemeClr val="accent2"/>
                </a:solidFill>
                <a:sym typeface="+mn-ea"/>
              </a:rPr>
              <a:t>算法分析</a:t>
            </a:r>
            <a:endParaRPr lang="zh-CN" altLang="zh-CN" dirty="0">
              <a:solidFill>
                <a:schemeClr val="accent2"/>
              </a:solidFill>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9" name="标题 1"/>
          <p:cNvSpPr>
            <a:spLocks noGrp="1"/>
          </p:cNvSpPr>
          <p:nvPr/>
        </p:nvSpPr>
        <p:spPr>
          <a:xfrm>
            <a:off x="-131338" y="1237937"/>
            <a:ext cx="7076968" cy="6109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lvl="1" algn="l" rtl="0">
              <a:lnSpc>
                <a:spcPct val="90000"/>
              </a:lnSpc>
              <a:spcBef>
                <a:spcPct val="0"/>
              </a:spcBef>
            </a:pPr>
            <a:r>
              <a:rPr lang="en-US" altLang="zh-CN" sz="3600" kern="1200" dirty="0">
                <a:solidFill>
                  <a:schemeClr val="tx1"/>
                </a:solidFill>
                <a:latin typeface="+mj-lt"/>
                <a:ea typeface="+mj-ea"/>
                <a:cs typeface="+mj-cs"/>
              </a:rPr>
              <a:t>--</a:t>
            </a:r>
            <a:r>
              <a:rPr lang="zh-CN" altLang="zh-CN" sz="3600" kern="1200" dirty="0">
                <a:solidFill>
                  <a:schemeClr val="tx1"/>
                </a:solidFill>
                <a:latin typeface="+mj-lt"/>
                <a:ea typeface="+mj-ea"/>
                <a:cs typeface="+mj-cs"/>
              </a:rPr>
              <a:t>算法的时间复杂度</a:t>
            </a:r>
            <a:endParaRPr lang="zh-CN" altLang="zh-CN" sz="3600" kern="1200" dirty="0">
              <a:solidFill>
                <a:schemeClr val="tx1"/>
              </a:solidFill>
              <a:latin typeface="+mj-lt"/>
              <a:ea typeface="+mj-ea"/>
              <a:cs typeface="+mj-cs"/>
            </a:endParaRPr>
          </a:p>
        </p:txBody>
      </p:sp>
      <p:grpSp>
        <p:nvGrpSpPr>
          <p:cNvPr id="17413" name="Group 85"/>
          <p:cNvGrpSpPr>
            <a:grpSpLocks noChangeAspect="1"/>
          </p:cNvGrpSpPr>
          <p:nvPr/>
        </p:nvGrpSpPr>
        <p:grpSpPr bwMode="auto">
          <a:xfrm>
            <a:off x="7227570" y="1580515"/>
            <a:ext cx="4794250" cy="3910330"/>
            <a:chOff x="816" y="444"/>
            <a:chExt cx="2310" cy="1884"/>
          </a:xfrm>
        </p:grpSpPr>
        <p:sp>
          <p:nvSpPr>
            <p:cNvPr id="17431" name="AutoShape 84"/>
            <p:cNvSpPr>
              <a:spLocks noChangeAspect="1" noChangeArrowheads="1" noTextEdit="1"/>
            </p:cNvSpPr>
            <p:nvPr/>
          </p:nvSpPr>
          <p:spPr bwMode="auto">
            <a:xfrm>
              <a:off x="816" y="468"/>
              <a:ext cx="2310" cy="1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mn-lt"/>
                <a:cs typeface="+mn-ea"/>
                <a:sym typeface="+mn-lt"/>
              </a:endParaRPr>
            </a:p>
          </p:txBody>
        </p:sp>
        <p:sp>
          <p:nvSpPr>
            <p:cNvPr id="17432" name="Freeform 86"/>
            <p:cNvSpPr/>
            <p:nvPr/>
          </p:nvSpPr>
          <p:spPr bwMode="auto">
            <a:xfrm>
              <a:off x="1544" y="2054"/>
              <a:ext cx="847" cy="238"/>
            </a:xfrm>
            <a:custGeom>
              <a:avLst/>
              <a:gdLst>
                <a:gd name="T0" fmla="*/ 563 w 847"/>
                <a:gd name="T1" fmla="*/ 65 h 238"/>
                <a:gd name="T2" fmla="*/ 563 w 847"/>
                <a:gd name="T3" fmla="*/ 0 h 238"/>
                <a:gd name="T4" fmla="*/ 281 w 847"/>
                <a:gd name="T5" fmla="*/ 0 h 238"/>
                <a:gd name="T6" fmla="*/ 281 w 847"/>
                <a:gd name="T7" fmla="*/ 102 h 238"/>
                <a:gd name="T8" fmla="*/ 0 w 847"/>
                <a:gd name="T9" fmla="*/ 102 h 238"/>
                <a:gd name="T10" fmla="*/ 0 w 847"/>
                <a:gd name="T11" fmla="*/ 238 h 238"/>
                <a:gd name="T12" fmla="*/ 281 w 847"/>
                <a:gd name="T13" fmla="*/ 238 h 238"/>
                <a:gd name="T14" fmla="*/ 563 w 847"/>
                <a:gd name="T15" fmla="*/ 238 h 238"/>
                <a:gd name="T16" fmla="*/ 847 w 847"/>
                <a:gd name="T17" fmla="*/ 238 h 238"/>
                <a:gd name="T18" fmla="*/ 847 w 847"/>
                <a:gd name="T19" fmla="*/ 65 h 238"/>
                <a:gd name="T20" fmla="*/ 563 w 847"/>
                <a:gd name="T21" fmla="*/ 65 h 23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47"/>
                <a:gd name="T34" fmla="*/ 0 h 238"/>
                <a:gd name="T35" fmla="*/ 847 w 847"/>
                <a:gd name="T36" fmla="*/ 238 h 23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47" h="238">
                  <a:moveTo>
                    <a:pt x="563" y="65"/>
                  </a:moveTo>
                  <a:lnTo>
                    <a:pt x="563" y="0"/>
                  </a:lnTo>
                  <a:lnTo>
                    <a:pt x="281" y="0"/>
                  </a:lnTo>
                  <a:lnTo>
                    <a:pt x="281" y="102"/>
                  </a:lnTo>
                  <a:lnTo>
                    <a:pt x="0" y="102"/>
                  </a:lnTo>
                  <a:lnTo>
                    <a:pt x="0" y="238"/>
                  </a:lnTo>
                  <a:lnTo>
                    <a:pt x="281" y="238"/>
                  </a:lnTo>
                  <a:lnTo>
                    <a:pt x="563" y="238"/>
                  </a:lnTo>
                  <a:lnTo>
                    <a:pt x="847" y="238"/>
                  </a:lnTo>
                  <a:lnTo>
                    <a:pt x="847" y="65"/>
                  </a:lnTo>
                  <a:lnTo>
                    <a:pt x="563" y="6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33" name="Rectangle 87"/>
            <p:cNvSpPr>
              <a:spLocks noChangeArrowheads="1"/>
            </p:cNvSpPr>
            <p:nvPr/>
          </p:nvSpPr>
          <p:spPr bwMode="auto">
            <a:xfrm>
              <a:off x="1312" y="2138"/>
              <a:ext cx="432" cy="187"/>
            </a:xfrm>
            <a:prstGeom prst="rect">
              <a:avLst/>
            </a:prstGeom>
            <a:solidFill>
              <a:schemeClr val="dk2">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4" name="Rectangle 88"/>
            <p:cNvSpPr>
              <a:spLocks noChangeArrowheads="1"/>
            </p:cNvSpPr>
            <p:nvPr/>
          </p:nvSpPr>
          <p:spPr bwMode="auto">
            <a:xfrm>
              <a:off x="1741" y="1992"/>
              <a:ext cx="430" cy="333"/>
            </a:xfrm>
            <a:prstGeom prst="rect">
              <a:avLst/>
            </a:prstGeom>
            <a:solidFill>
              <a:schemeClr val="dk2">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5" name="Rectangle 89"/>
            <p:cNvSpPr>
              <a:spLocks noChangeArrowheads="1"/>
            </p:cNvSpPr>
            <p:nvPr/>
          </p:nvSpPr>
          <p:spPr bwMode="auto">
            <a:xfrm>
              <a:off x="2171" y="2086"/>
              <a:ext cx="429" cy="239"/>
            </a:xfrm>
            <a:prstGeom prst="rect">
              <a:avLst/>
            </a:prstGeom>
            <a:solidFill>
              <a:schemeClr val="accent2">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6" name="Oval 90"/>
            <p:cNvSpPr>
              <a:spLocks noChangeArrowheads="1"/>
            </p:cNvSpPr>
            <p:nvPr/>
          </p:nvSpPr>
          <p:spPr bwMode="auto">
            <a:xfrm>
              <a:off x="2510" y="715"/>
              <a:ext cx="456" cy="451"/>
            </a:xfrm>
            <a:prstGeom prst="ellipse">
              <a:avLst/>
            </a:pr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7" name="Freeform 91"/>
            <p:cNvSpPr/>
            <p:nvPr/>
          </p:nvSpPr>
          <p:spPr bwMode="auto">
            <a:xfrm>
              <a:off x="2472" y="961"/>
              <a:ext cx="241" cy="242"/>
            </a:xfrm>
            <a:custGeom>
              <a:avLst/>
              <a:gdLst>
                <a:gd name="T0" fmla="*/ 331 w 171"/>
                <a:gd name="T1" fmla="*/ 99 h 189"/>
                <a:gd name="T2" fmla="*/ 314 w 171"/>
                <a:gd name="T3" fmla="*/ 90 h 189"/>
                <a:gd name="T4" fmla="*/ 297 w 171"/>
                <a:gd name="T5" fmla="*/ 67 h 189"/>
                <a:gd name="T6" fmla="*/ 262 w 171"/>
                <a:gd name="T7" fmla="*/ 35 h 189"/>
                <a:gd name="T8" fmla="*/ 238 w 171"/>
                <a:gd name="T9" fmla="*/ 24 h 189"/>
                <a:gd name="T10" fmla="*/ 227 w 171"/>
                <a:gd name="T11" fmla="*/ 6 h 189"/>
                <a:gd name="T12" fmla="*/ 207 w 171"/>
                <a:gd name="T13" fmla="*/ 12 h 189"/>
                <a:gd name="T14" fmla="*/ 4 w 171"/>
                <a:gd name="T15" fmla="*/ 284 h 189"/>
                <a:gd name="T16" fmla="*/ 4 w 171"/>
                <a:gd name="T17" fmla="*/ 302 h 189"/>
                <a:gd name="T18" fmla="*/ 6 w 171"/>
                <a:gd name="T19" fmla="*/ 302 h 189"/>
                <a:gd name="T20" fmla="*/ 6 w 171"/>
                <a:gd name="T21" fmla="*/ 306 h 189"/>
                <a:gd name="T22" fmla="*/ 28 w 171"/>
                <a:gd name="T23" fmla="*/ 306 h 189"/>
                <a:gd name="T24" fmla="*/ 328 w 171"/>
                <a:gd name="T25" fmla="*/ 118 h 189"/>
                <a:gd name="T26" fmla="*/ 331 w 171"/>
                <a:gd name="T27" fmla="*/ 99 h 18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1"/>
                <a:gd name="T43" fmla="*/ 0 h 189"/>
                <a:gd name="T44" fmla="*/ 171 w 171"/>
                <a:gd name="T45" fmla="*/ 189 h 18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1" h="189">
                  <a:moveTo>
                    <a:pt x="167" y="60"/>
                  </a:moveTo>
                  <a:cubicBezTo>
                    <a:pt x="165" y="55"/>
                    <a:pt x="161" y="53"/>
                    <a:pt x="158" y="55"/>
                  </a:cubicBezTo>
                  <a:cubicBezTo>
                    <a:pt x="156" y="49"/>
                    <a:pt x="154" y="45"/>
                    <a:pt x="150" y="41"/>
                  </a:cubicBezTo>
                  <a:cubicBezTo>
                    <a:pt x="132" y="21"/>
                    <a:pt x="132" y="21"/>
                    <a:pt x="132" y="21"/>
                  </a:cubicBezTo>
                  <a:cubicBezTo>
                    <a:pt x="129" y="16"/>
                    <a:pt x="125" y="15"/>
                    <a:pt x="120" y="15"/>
                  </a:cubicBezTo>
                  <a:cubicBezTo>
                    <a:pt x="121" y="11"/>
                    <a:pt x="120" y="7"/>
                    <a:pt x="114" y="4"/>
                  </a:cubicBezTo>
                  <a:cubicBezTo>
                    <a:pt x="112" y="0"/>
                    <a:pt x="105" y="2"/>
                    <a:pt x="104" y="7"/>
                  </a:cubicBezTo>
                  <a:cubicBezTo>
                    <a:pt x="2" y="173"/>
                    <a:pt x="2" y="173"/>
                    <a:pt x="2" y="173"/>
                  </a:cubicBezTo>
                  <a:cubicBezTo>
                    <a:pt x="0" y="177"/>
                    <a:pt x="0" y="180"/>
                    <a:pt x="2" y="184"/>
                  </a:cubicBezTo>
                  <a:cubicBezTo>
                    <a:pt x="3" y="184"/>
                    <a:pt x="3" y="184"/>
                    <a:pt x="3" y="184"/>
                  </a:cubicBezTo>
                  <a:cubicBezTo>
                    <a:pt x="3" y="187"/>
                    <a:pt x="3" y="187"/>
                    <a:pt x="3" y="187"/>
                  </a:cubicBezTo>
                  <a:cubicBezTo>
                    <a:pt x="7" y="189"/>
                    <a:pt x="11" y="189"/>
                    <a:pt x="14" y="187"/>
                  </a:cubicBezTo>
                  <a:cubicBezTo>
                    <a:pt x="165" y="72"/>
                    <a:pt x="165" y="72"/>
                    <a:pt x="165" y="72"/>
                  </a:cubicBezTo>
                  <a:cubicBezTo>
                    <a:pt x="169" y="70"/>
                    <a:pt x="171" y="63"/>
                    <a:pt x="167" y="60"/>
                  </a:cubicBezTo>
                  <a:close/>
                </a:path>
              </a:pathLst>
            </a:cu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38" name="Freeform 92"/>
            <p:cNvSpPr/>
            <p:nvPr/>
          </p:nvSpPr>
          <p:spPr bwMode="auto">
            <a:xfrm>
              <a:off x="1449" y="1662"/>
              <a:ext cx="157" cy="155"/>
            </a:xfrm>
            <a:custGeom>
              <a:avLst/>
              <a:gdLst>
                <a:gd name="T0" fmla="*/ 110 w 111"/>
                <a:gd name="T1" fmla="*/ 199 h 121"/>
                <a:gd name="T2" fmla="*/ 222 w 111"/>
                <a:gd name="T3" fmla="*/ 100 h 121"/>
                <a:gd name="T4" fmla="*/ 110 w 111"/>
                <a:gd name="T5" fmla="*/ 0 h 121"/>
                <a:gd name="T6" fmla="*/ 0 w 111"/>
                <a:gd name="T7" fmla="*/ 100 h 121"/>
                <a:gd name="T8" fmla="*/ 110 w 111"/>
                <a:gd name="T9" fmla="*/ 199 h 121"/>
                <a:gd name="T10" fmla="*/ 0 60000 65536"/>
                <a:gd name="T11" fmla="*/ 0 60000 65536"/>
                <a:gd name="T12" fmla="*/ 0 60000 65536"/>
                <a:gd name="T13" fmla="*/ 0 60000 65536"/>
                <a:gd name="T14" fmla="*/ 0 60000 65536"/>
                <a:gd name="T15" fmla="*/ 0 w 111"/>
                <a:gd name="T16" fmla="*/ 0 h 121"/>
                <a:gd name="T17" fmla="*/ 111 w 111"/>
                <a:gd name="T18" fmla="*/ 121 h 121"/>
              </a:gdLst>
              <a:ahLst/>
              <a:cxnLst>
                <a:cxn ang="T10">
                  <a:pos x="T0" y="T1"/>
                </a:cxn>
                <a:cxn ang="T11">
                  <a:pos x="T2" y="T3"/>
                </a:cxn>
                <a:cxn ang="T12">
                  <a:pos x="T4" y="T5"/>
                </a:cxn>
                <a:cxn ang="T13">
                  <a:pos x="T6" y="T7"/>
                </a:cxn>
                <a:cxn ang="T14">
                  <a:pos x="T8" y="T9"/>
                </a:cxn>
              </a:cxnLst>
              <a:rect l="T15" t="T16" r="T17" b="T18"/>
              <a:pathLst>
                <a:path w="111" h="121">
                  <a:moveTo>
                    <a:pt x="55" y="121"/>
                  </a:moveTo>
                  <a:cubicBezTo>
                    <a:pt x="87" y="121"/>
                    <a:pt x="111" y="95"/>
                    <a:pt x="111" y="61"/>
                  </a:cubicBezTo>
                  <a:cubicBezTo>
                    <a:pt x="111" y="29"/>
                    <a:pt x="87" y="0"/>
                    <a:pt x="55" y="0"/>
                  </a:cubicBezTo>
                  <a:cubicBezTo>
                    <a:pt x="25" y="0"/>
                    <a:pt x="0" y="29"/>
                    <a:pt x="0" y="61"/>
                  </a:cubicBezTo>
                  <a:cubicBezTo>
                    <a:pt x="0" y="95"/>
                    <a:pt x="25" y="121"/>
                    <a:pt x="55" y="121"/>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39" name="Freeform 93"/>
            <p:cNvSpPr/>
            <p:nvPr/>
          </p:nvSpPr>
          <p:spPr bwMode="auto">
            <a:xfrm>
              <a:off x="1582" y="2056"/>
              <a:ext cx="80" cy="208"/>
            </a:xfrm>
            <a:custGeom>
              <a:avLst/>
              <a:gdLst>
                <a:gd name="T0" fmla="*/ 62 w 57"/>
                <a:gd name="T1" fmla="*/ 30 h 162"/>
                <a:gd name="T2" fmla="*/ 29 w 57"/>
                <a:gd name="T3" fmla="*/ 0 h 162"/>
                <a:gd name="T4" fmla="*/ 0 w 57"/>
                <a:gd name="T5" fmla="*/ 42 h 162"/>
                <a:gd name="T6" fmla="*/ 0 w 57"/>
                <a:gd name="T7" fmla="*/ 222 h 162"/>
                <a:gd name="T8" fmla="*/ 51 w 57"/>
                <a:gd name="T9" fmla="*/ 267 h 162"/>
                <a:gd name="T10" fmla="*/ 65 w 57"/>
                <a:gd name="T11" fmla="*/ 267 h 162"/>
                <a:gd name="T12" fmla="*/ 112 w 57"/>
                <a:gd name="T13" fmla="*/ 222 h 162"/>
                <a:gd name="T14" fmla="*/ 112 w 57"/>
                <a:gd name="T15" fmla="*/ 42 h 162"/>
                <a:gd name="T16" fmla="*/ 112 w 57"/>
                <a:gd name="T17" fmla="*/ 30 h 162"/>
                <a:gd name="T18" fmla="*/ 62 w 57"/>
                <a:gd name="T19" fmla="*/ 30 h 1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
                <a:gd name="T31" fmla="*/ 0 h 162"/>
                <a:gd name="T32" fmla="*/ 57 w 57"/>
                <a:gd name="T33" fmla="*/ 162 h 16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 h="162">
                  <a:moveTo>
                    <a:pt x="31" y="18"/>
                  </a:moveTo>
                  <a:cubicBezTo>
                    <a:pt x="24" y="15"/>
                    <a:pt x="19" y="8"/>
                    <a:pt x="15" y="0"/>
                  </a:cubicBezTo>
                  <a:cubicBezTo>
                    <a:pt x="5" y="4"/>
                    <a:pt x="0" y="15"/>
                    <a:pt x="0" y="26"/>
                  </a:cubicBezTo>
                  <a:cubicBezTo>
                    <a:pt x="0" y="135"/>
                    <a:pt x="0" y="135"/>
                    <a:pt x="0" y="135"/>
                  </a:cubicBezTo>
                  <a:cubicBezTo>
                    <a:pt x="0" y="149"/>
                    <a:pt x="11" y="162"/>
                    <a:pt x="26" y="162"/>
                  </a:cubicBezTo>
                  <a:cubicBezTo>
                    <a:pt x="33" y="162"/>
                    <a:pt x="33" y="162"/>
                    <a:pt x="33" y="162"/>
                  </a:cubicBezTo>
                  <a:cubicBezTo>
                    <a:pt x="47" y="162"/>
                    <a:pt x="57" y="149"/>
                    <a:pt x="57" y="135"/>
                  </a:cubicBezTo>
                  <a:cubicBezTo>
                    <a:pt x="57" y="26"/>
                    <a:pt x="57" y="26"/>
                    <a:pt x="57" y="26"/>
                  </a:cubicBezTo>
                  <a:cubicBezTo>
                    <a:pt x="57" y="25"/>
                    <a:pt x="57" y="23"/>
                    <a:pt x="57" y="18"/>
                  </a:cubicBezTo>
                  <a:cubicBezTo>
                    <a:pt x="49" y="23"/>
                    <a:pt x="40" y="23"/>
                    <a:pt x="31" y="18"/>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0" name="Freeform 94"/>
            <p:cNvSpPr/>
            <p:nvPr/>
          </p:nvSpPr>
          <p:spPr bwMode="auto">
            <a:xfrm>
              <a:off x="1385" y="2061"/>
              <a:ext cx="84" cy="203"/>
            </a:xfrm>
            <a:custGeom>
              <a:avLst/>
              <a:gdLst>
                <a:gd name="T0" fmla="*/ 97 w 59"/>
                <a:gd name="T1" fmla="*/ 0 h 158"/>
                <a:gd name="T2" fmla="*/ 67 w 59"/>
                <a:gd name="T3" fmla="*/ 27 h 158"/>
                <a:gd name="T4" fmla="*/ 4 w 59"/>
                <a:gd name="T5" fmla="*/ 23 h 158"/>
                <a:gd name="T6" fmla="*/ 0 w 59"/>
                <a:gd name="T7" fmla="*/ 36 h 158"/>
                <a:gd name="T8" fmla="*/ 0 w 59"/>
                <a:gd name="T9" fmla="*/ 216 h 158"/>
                <a:gd name="T10" fmla="*/ 53 w 59"/>
                <a:gd name="T11" fmla="*/ 261 h 158"/>
                <a:gd name="T12" fmla="*/ 67 w 59"/>
                <a:gd name="T13" fmla="*/ 261 h 158"/>
                <a:gd name="T14" fmla="*/ 120 w 59"/>
                <a:gd name="T15" fmla="*/ 216 h 158"/>
                <a:gd name="T16" fmla="*/ 120 w 59"/>
                <a:gd name="T17" fmla="*/ 36 h 158"/>
                <a:gd name="T18" fmla="*/ 97 w 59"/>
                <a:gd name="T19" fmla="*/ 0 h 15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9"/>
                <a:gd name="T31" fmla="*/ 0 h 158"/>
                <a:gd name="T32" fmla="*/ 59 w 59"/>
                <a:gd name="T33" fmla="*/ 158 h 15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9" h="158">
                  <a:moveTo>
                    <a:pt x="48" y="0"/>
                  </a:moveTo>
                  <a:cubicBezTo>
                    <a:pt x="45" y="6"/>
                    <a:pt x="41" y="12"/>
                    <a:pt x="33" y="16"/>
                  </a:cubicBezTo>
                  <a:cubicBezTo>
                    <a:pt x="22" y="21"/>
                    <a:pt x="10" y="21"/>
                    <a:pt x="2" y="14"/>
                  </a:cubicBezTo>
                  <a:cubicBezTo>
                    <a:pt x="0" y="16"/>
                    <a:pt x="0" y="19"/>
                    <a:pt x="0" y="22"/>
                  </a:cubicBezTo>
                  <a:cubicBezTo>
                    <a:pt x="0" y="131"/>
                    <a:pt x="0" y="131"/>
                    <a:pt x="0" y="131"/>
                  </a:cubicBezTo>
                  <a:cubicBezTo>
                    <a:pt x="0" y="145"/>
                    <a:pt x="10" y="158"/>
                    <a:pt x="26" y="158"/>
                  </a:cubicBezTo>
                  <a:cubicBezTo>
                    <a:pt x="33" y="158"/>
                    <a:pt x="33" y="158"/>
                    <a:pt x="33" y="158"/>
                  </a:cubicBezTo>
                  <a:cubicBezTo>
                    <a:pt x="48" y="158"/>
                    <a:pt x="59" y="145"/>
                    <a:pt x="59" y="131"/>
                  </a:cubicBezTo>
                  <a:cubicBezTo>
                    <a:pt x="59" y="22"/>
                    <a:pt x="59" y="22"/>
                    <a:pt x="59" y="22"/>
                  </a:cubicBezTo>
                  <a:cubicBezTo>
                    <a:pt x="59" y="14"/>
                    <a:pt x="56" y="6"/>
                    <a:pt x="48" y="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1" name="Freeform 95"/>
            <p:cNvSpPr/>
            <p:nvPr/>
          </p:nvSpPr>
          <p:spPr bwMode="auto">
            <a:xfrm>
              <a:off x="1322" y="1740"/>
              <a:ext cx="412" cy="389"/>
            </a:xfrm>
            <a:custGeom>
              <a:avLst/>
              <a:gdLst>
                <a:gd name="T0" fmla="*/ 576 w 292"/>
                <a:gd name="T1" fmla="*/ 212 h 304"/>
                <a:gd name="T2" fmla="*/ 525 w 292"/>
                <a:gd name="T3" fmla="*/ 113 h 304"/>
                <a:gd name="T4" fmla="*/ 480 w 292"/>
                <a:gd name="T5" fmla="*/ 26 h 304"/>
                <a:gd name="T6" fmla="*/ 432 w 292"/>
                <a:gd name="T7" fmla="*/ 0 h 304"/>
                <a:gd name="T8" fmla="*/ 420 w 292"/>
                <a:gd name="T9" fmla="*/ 0 h 304"/>
                <a:gd name="T10" fmla="*/ 289 w 292"/>
                <a:gd name="T11" fmla="*/ 119 h 304"/>
                <a:gd name="T12" fmla="*/ 155 w 292"/>
                <a:gd name="T13" fmla="*/ 0 h 304"/>
                <a:gd name="T14" fmla="*/ 145 w 292"/>
                <a:gd name="T15" fmla="*/ 0 h 304"/>
                <a:gd name="T16" fmla="*/ 97 w 292"/>
                <a:gd name="T17" fmla="*/ 26 h 304"/>
                <a:gd name="T18" fmla="*/ 56 w 292"/>
                <a:gd name="T19" fmla="*/ 113 h 304"/>
                <a:gd name="T20" fmla="*/ 4 w 292"/>
                <a:gd name="T21" fmla="*/ 212 h 304"/>
                <a:gd name="T22" fmla="*/ 0 w 292"/>
                <a:gd name="T23" fmla="*/ 229 h 304"/>
                <a:gd name="T24" fmla="*/ 4 w 292"/>
                <a:gd name="T25" fmla="*/ 247 h 304"/>
                <a:gd name="T26" fmla="*/ 83 w 292"/>
                <a:gd name="T27" fmla="*/ 392 h 304"/>
                <a:gd name="T28" fmla="*/ 145 w 292"/>
                <a:gd name="T29" fmla="*/ 411 h 304"/>
                <a:gd name="T30" fmla="*/ 164 w 292"/>
                <a:gd name="T31" fmla="*/ 353 h 304"/>
                <a:gd name="T32" fmla="*/ 97 w 292"/>
                <a:gd name="T33" fmla="*/ 229 h 304"/>
                <a:gd name="T34" fmla="*/ 110 w 292"/>
                <a:gd name="T35" fmla="*/ 203 h 304"/>
                <a:gd name="T36" fmla="*/ 145 w 292"/>
                <a:gd name="T37" fmla="*/ 136 h 304"/>
                <a:gd name="T38" fmla="*/ 145 w 292"/>
                <a:gd name="T39" fmla="*/ 265 h 304"/>
                <a:gd name="T40" fmla="*/ 189 w 292"/>
                <a:gd name="T41" fmla="*/ 351 h 304"/>
                <a:gd name="T42" fmla="*/ 198 w 292"/>
                <a:gd name="T43" fmla="*/ 388 h 304"/>
                <a:gd name="T44" fmla="*/ 233 w 292"/>
                <a:gd name="T45" fmla="*/ 445 h 304"/>
                <a:gd name="T46" fmla="*/ 233 w 292"/>
                <a:gd name="T47" fmla="*/ 498 h 304"/>
                <a:gd name="T48" fmla="*/ 336 w 292"/>
                <a:gd name="T49" fmla="*/ 498 h 304"/>
                <a:gd name="T50" fmla="*/ 336 w 292"/>
                <a:gd name="T51" fmla="*/ 445 h 304"/>
                <a:gd name="T52" fmla="*/ 388 w 292"/>
                <a:gd name="T53" fmla="*/ 385 h 304"/>
                <a:gd name="T54" fmla="*/ 396 w 292"/>
                <a:gd name="T55" fmla="*/ 347 h 304"/>
                <a:gd name="T56" fmla="*/ 432 w 292"/>
                <a:gd name="T57" fmla="*/ 275 h 304"/>
                <a:gd name="T58" fmla="*/ 432 w 292"/>
                <a:gd name="T59" fmla="*/ 133 h 304"/>
                <a:gd name="T60" fmla="*/ 470 w 292"/>
                <a:gd name="T61" fmla="*/ 206 h 304"/>
                <a:gd name="T62" fmla="*/ 480 w 292"/>
                <a:gd name="T63" fmla="*/ 229 h 304"/>
                <a:gd name="T64" fmla="*/ 413 w 292"/>
                <a:gd name="T65" fmla="*/ 353 h 304"/>
                <a:gd name="T66" fmla="*/ 437 w 292"/>
                <a:gd name="T67" fmla="*/ 411 h 304"/>
                <a:gd name="T68" fmla="*/ 499 w 292"/>
                <a:gd name="T69" fmla="*/ 392 h 304"/>
                <a:gd name="T70" fmla="*/ 576 w 292"/>
                <a:gd name="T71" fmla="*/ 247 h 304"/>
                <a:gd name="T72" fmla="*/ 576 w 292"/>
                <a:gd name="T73" fmla="*/ 229 h 304"/>
                <a:gd name="T74" fmla="*/ 576 w 292"/>
                <a:gd name="T75" fmla="*/ 212 h 30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92"/>
                <a:gd name="T115" fmla="*/ 0 h 304"/>
                <a:gd name="T116" fmla="*/ 292 w 292"/>
                <a:gd name="T117" fmla="*/ 304 h 30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92" h="304">
                  <a:moveTo>
                    <a:pt x="289" y="130"/>
                  </a:moveTo>
                  <a:cubicBezTo>
                    <a:pt x="264" y="69"/>
                    <a:pt x="264" y="69"/>
                    <a:pt x="264" y="69"/>
                  </a:cubicBezTo>
                  <a:cubicBezTo>
                    <a:pt x="241" y="16"/>
                    <a:pt x="241" y="16"/>
                    <a:pt x="241" y="16"/>
                  </a:cubicBezTo>
                  <a:cubicBezTo>
                    <a:pt x="238" y="7"/>
                    <a:pt x="229" y="0"/>
                    <a:pt x="217" y="0"/>
                  </a:cubicBezTo>
                  <a:cubicBezTo>
                    <a:pt x="211" y="0"/>
                    <a:pt x="211" y="0"/>
                    <a:pt x="211" y="0"/>
                  </a:cubicBezTo>
                  <a:cubicBezTo>
                    <a:pt x="211" y="40"/>
                    <a:pt x="183" y="73"/>
                    <a:pt x="145" y="73"/>
                  </a:cubicBezTo>
                  <a:cubicBezTo>
                    <a:pt x="108" y="73"/>
                    <a:pt x="78" y="40"/>
                    <a:pt x="78" y="0"/>
                  </a:cubicBezTo>
                  <a:cubicBezTo>
                    <a:pt x="73" y="0"/>
                    <a:pt x="73" y="0"/>
                    <a:pt x="73" y="0"/>
                  </a:cubicBezTo>
                  <a:cubicBezTo>
                    <a:pt x="64" y="0"/>
                    <a:pt x="55" y="7"/>
                    <a:pt x="49" y="16"/>
                  </a:cubicBezTo>
                  <a:cubicBezTo>
                    <a:pt x="28" y="69"/>
                    <a:pt x="28" y="69"/>
                    <a:pt x="28" y="69"/>
                  </a:cubicBezTo>
                  <a:cubicBezTo>
                    <a:pt x="2" y="130"/>
                    <a:pt x="2" y="130"/>
                    <a:pt x="2" y="130"/>
                  </a:cubicBezTo>
                  <a:cubicBezTo>
                    <a:pt x="0" y="134"/>
                    <a:pt x="0" y="138"/>
                    <a:pt x="0" y="140"/>
                  </a:cubicBezTo>
                  <a:cubicBezTo>
                    <a:pt x="0" y="144"/>
                    <a:pt x="0" y="147"/>
                    <a:pt x="2" y="151"/>
                  </a:cubicBezTo>
                  <a:cubicBezTo>
                    <a:pt x="42" y="239"/>
                    <a:pt x="42" y="239"/>
                    <a:pt x="42" y="239"/>
                  </a:cubicBezTo>
                  <a:cubicBezTo>
                    <a:pt x="47" y="251"/>
                    <a:pt x="59" y="257"/>
                    <a:pt x="73" y="251"/>
                  </a:cubicBezTo>
                  <a:cubicBezTo>
                    <a:pt x="83" y="245"/>
                    <a:pt x="90" y="231"/>
                    <a:pt x="82" y="216"/>
                  </a:cubicBezTo>
                  <a:cubicBezTo>
                    <a:pt x="49" y="140"/>
                    <a:pt x="49" y="140"/>
                    <a:pt x="49" y="140"/>
                  </a:cubicBezTo>
                  <a:cubicBezTo>
                    <a:pt x="55" y="124"/>
                    <a:pt x="55" y="124"/>
                    <a:pt x="55" y="124"/>
                  </a:cubicBezTo>
                  <a:cubicBezTo>
                    <a:pt x="73" y="83"/>
                    <a:pt x="73" y="83"/>
                    <a:pt x="73" y="83"/>
                  </a:cubicBezTo>
                  <a:cubicBezTo>
                    <a:pt x="73" y="162"/>
                    <a:pt x="73" y="162"/>
                    <a:pt x="73" y="162"/>
                  </a:cubicBezTo>
                  <a:cubicBezTo>
                    <a:pt x="95" y="214"/>
                    <a:pt x="95" y="214"/>
                    <a:pt x="95" y="214"/>
                  </a:cubicBezTo>
                  <a:cubicBezTo>
                    <a:pt x="99" y="223"/>
                    <a:pt x="99" y="229"/>
                    <a:pt x="99" y="237"/>
                  </a:cubicBezTo>
                  <a:cubicBezTo>
                    <a:pt x="109" y="242"/>
                    <a:pt x="117" y="257"/>
                    <a:pt x="117" y="272"/>
                  </a:cubicBezTo>
                  <a:cubicBezTo>
                    <a:pt x="117" y="304"/>
                    <a:pt x="117" y="304"/>
                    <a:pt x="117" y="304"/>
                  </a:cubicBezTo>
                  <a:cubicBezTo>
                    <a:pt x="169" y="304"/>
                    <a:pt x="169" y="304"/>
                    <a:pt x="169" y="304"/>
                  </a:cubicBezTo>
                  <a:cubicBezTo>
                    <a:pt x="169" y="272"/>
                    <a:pt x="169" y="272"/>
                    <a:pt x="169" y="272"/>
                  </a:cubicBezTo>
                  <a:cubicBezTo>
                    <a:pt x="169" y="255"/>
                    <a:pt x="180" y="239"/>
                    <a:pt x="195" y="235"/>
                  </a:cubicBezTo>
                  <a:cubicBezTo>
                    <a:pt x="195" y="227"/>
                    <a:pt x="195" y="221"/>
                    <a:pt x="199" y="212"/>
                  </a:cubicBezTo>
                  <a:cubicBezTo>
                    <a:pt x="217" y="168"/>
                    <a:pt x="217" y="168"/>
                    <a:pt x="217" y="168"/>
                  </a:cubicBezTo>
                  <a:cubicBezTo>
                    <a:pt x="217" y="81"/>
                    <a:pt x="217" y="81"/>
                    <a:pt x="217" y="81"/>
                  </a:cubicBezTo>
                  <a:cubicBezTo>
                    <a:pt x="236" y="126"/>
                    <a:pt x="236" y="126"/>
                    <a:pt x="236" y="126"/>
                  </a:cubicBezTo>
                  <a:cubicBezTo>
                    <a:pt x="241" y="140"/>
                    <a:pt x="241" y="140"/>
                    <a:pt x="241" y="140"/>
                  </a:cubicBezTo>
                  <a:cubicBezTo>
                    <a:pt x="208" y="216"/>
                    <a:pt x="208" y="216"/>
                    <a:pt x="208" y="216"/>
                  </a:cubicBezTo>
                  <a:cubicBezTo>
                    <a:pt x="203" y="231"/>
                    <a:pt x="208" y="245"/>
                    <a:pt x="220" y="251"/>
                  </a:cubicBezTo>
                  <a:cubicBezTo>
                    <a:pt x="231" y="257"/>
                    <a:pt x="245" y="251"/>
                    <a:pt x="251" y="239"/>
                  </a:cubicBezTo>
                  <a:cubicBezTo>
                    <a:pt x="289" y="151"/>
                    <a:pt x="289" y="151"/>
                    <a:pt x="289" y="151"/>
                  </a:cubicBezTo>
                  <a:cubicBezTo>
                    <a:pt x="289" y="147"/>
                    <a:pt x="292" y="144"/>
                    <a:pt x="289" y="140"/>
                  </a:cubicBezTo>
                  <a:cubicBezTo>
                    <a:pt x="292" y="138"/>
                    <a:pt x="289" y="134"/>
                    <a:pt x="289" y="13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2" name="Freeform 96"/>
            <p:cNvSpPr/>
            <p:nvPr/>
          </p:nvSpPr>
          <p:spPr bwMode="auto">
            <a:xfrm>
              <a:off x="1750" y="1010"/>
              <a:ext cx="421" cy="973"/>
            </a:xfrm>
            <a:custGeom>
              <a:avLst/>
              <a:gdLst>
                <a:gd name="T0" fmla="*/ 551 w 298"/>
                <a:gd name="T1" fmla="*/ 0 h 760"/>
                <a:gd name="T2" fmla="*/ 504 w 298"/>
                <a:gd name="T3" fmla="*/ 41 h 760"/>
                <a:gd name="T4" fmla="*/ 504 w 298"/>
                <a:gd name="T5" fmla="*/ 187 h 760"/>
                <a:gd name="T6" fmla="*/ 386 w 298"/>
                <a:gd name="T7" fmla="*/ 335 h 760"/>
                <a:gd name="T8" fmla="*/ 212 w 298"/>
                <a:gd name="T9" fmla="*/ 335 h 760"/>
                <a:gd name="T10" fmla="*/ 96 w 298"/>
                <a:gd name="T11" fmla="*/ 192 h 760"/>
                <a:gd name="T12" fmla="*/ 96 w 298"/>
                <a:gd name="T13" fmla="*/ 41 h 760"/>
                <a:gd name="T14" fmla="*/ 48 w 298"/>
                <a:gd name="T15" fmla="*/ 0 h 760"/>
                <a:gd name="T16" fmla="*/ 0 w 298"/>
                <a:gd name="T17" fmla="*/ 41 h 760"/>
                <a:gd name="T18" fmla="*/ 0 w 298"/>
                <a:gd name="T19" fmla="*/ 200 h 760"/>
                <a:gd name="T20" fmla="*/ 0 w 298"/>
                <a:gd name="T21" fmla="*/ 204 h 760"/>
                <a:gd name="T22" fmla="*/ 4 w 298"/>
                <a:gd name="T23" fmla="*/ 216 h 760"/>
                <a:gd name="T24" fmla="*/ 4 w 298"/>
                <a:gd name="T25" fmla="*/ 221 h 760"/>
                <a:gd name="T26" fmla="*/ 10 w 298"/>
                <a:gd name="T27" fmla="*/ 228 h 760"/>
                <a:gd name="T28" fmla="*/ 144 w 298"/>
                <a:gd name="T29" fmla="*/ 398 h 760"/>
                <a:gd name="T30" fmla="*/ 154 w 298"/>
                <a:gd name="T31" fmla="*/ 407 h 760"/>
                <a:gd name="T32" fmla="*/ 154 w 298"/>
                <a:gd name="T33" fmla="*/ 824 h 760"/>
                <a:gd name="T34" fmla="*/ 154 w 298"/>
                <a:gd name="T35" fmla="*/ 837 h 760"/>
                <a:gd name="T36" fmla="*/ 154 w 298"/>
                <a:gd name="T37" fmla="*/ 1006 h 760"/>
                <a:gd name="T38" fmla="*/ 155 w 298"/>
                <a:gd name="T39" fmla="*/ 1013 h 760"/>
                <a:gd name="T40" fmla="*/ 154 w 298"/>
                <a:gd name="T41" fmla="*/ 1019 h 760"/>
                <a:gd name="T42" fmla="*/ 154 w 298"/>
                <a:gd name="T43" fmla="*/ 1200 h 760"/>
                <a:gd name="T44" fmla="*/ 203 w 298"/>
                <a:gd name="T45" fmla="*/ 1246 h 760"/>
                <a:gd name="T46" fmla="*/ 219 w 298"/>
                <a:gd name="T47" fmla="*/ 1246 h 760"/>
                <a:gd name="T48" fmla="*/ 271 w 298"/>
                <a:gd name="T49" fmla="*/ 1200 h 760"/>
                <a:gd name="T50" fmla="*/ 271 w 298"/>
                <a:gd name="T51" fmla="*/ 1019 h 760"/>
                <a:gd name="T52" fmla="*/ 271 w 298"/>
                <a:gd name="T53" fmla="*/ 1013 h 760"/>
                <a:gd name="T54" fmla="*/ 271 w 298"/>
                <a:gd name="T55" fmla="*/ 1006 h 760"/>
                <a:gd name="T56" fmla="*/ 271 w 298"/>
                <a:gd name="T57" fmla="*/ 837 h 760"/>
                <a:gd name="T58" fmla="*/ 332 w 298"/>
                <a:gd name="T59" fmla="*/ 837 h 760"/>
                <a:gd name="T60" fmla="*/ 332 w 298"/>
                <a:gd name="T61" fmla="*/ 1006 h 760"/>
                <a:gd name="T62" fmla="*/ 332 w 298"/>
                <a:gd name="T63" fmla="*/ 1013 h 760"/>
                <a:gd name="T64" fmla="*/ 332 w 298"/>
                <a:gd name="T65" fmla="*/ 1019 h 760"/>
                <a:gd name="T66" fmla="*/ 332 w 298"/>
                <a:gd name="T67" fmla="*/ 1200 h 760"/>
                <a:gd name="T68" fmla="*/ 381 w 298"/>
                <a:gd name="T69" fmla="*/ 1246 h 760"/>
                <a:gd name="T70" fmla="*/ 396 w 298"/>
                <a:gd name="T71" fmla="*/ 1246 h 760"/>
                <a:gd name="T72" fmla="*/ 446 w 298"/>
                <a:gd name="T73" fmla="*/ 1200 h 760"/>
                <a:gd name="T74" fmla="*/ 446 w 298"/>
                <a:gd name="T75" fmla="*/ 1019 h 760"/>
                <a:gd name="T76" fmla="*/ 446 w 298"/>
                <a:gd name="T77" fmla="*/ 1013 h 760"/>
                <a:gd name="T78" fmla="*/ 446 w 298"/>
                <a:gd name="T79" fmla="*/ 1006 h 760"/>
                <a:gd name="T80" fmla="*/ 446 w 298"/>
                <a:gd name="T81" fmla="*/ 837 h 760"/>
                <a:gd name="T82" fmla="*/ 446 w 298"/>
                <a:gd name="T83" fmla="*/ 824 h 760"/>
                <a:gd name="T84" fmla="*/ 446 w 298"/>
                <a:gd name="T85" fmla="*/ 398 h 760"/>
                <a:gd name="T86" fmla="*/ 455 w 298"/>
                <a:gd name="T87" fmla="*/ 398 h 760"/>
                <a:gd name="T88" fmla="*/ 589 w 298"/>
                <a:gd name="T89" fmla="*/ 228 h 760"/>
                <a:gd name="T90" fmla="*/ 593 w 298"/>
                <a:gd name="T91" fmla="*/ 216 h 760"/>
                <a:gd name="T92" fmla="*/ 595 w 298"/>
                <a:gd name="T93" fmla="*/ 204 h 760"/>
                <a:gd name="T94" fmla="*/ 595 w 298"/>
                <a:gd name="T95" fmla="*/ 200 h 760"/>
                <a:gd name="T96" fmla="*/ 595 w 298"/>
                <a:gd name="T97" fmla="*/ 41 h 760"/>
                <a:gd name="T98" fmla="*/ 551 w 298"/>
                <a:gd name="T99" fmla="*/ 0 h 76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98"/>
                <a:gd name="T151" fmla="*/ 0 h 760"/>
                <a:gd name="T152" fmla="*/ 298 w 298"/>
                <a:gd name="T153" fmla="*/ 760 h 76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98" h="760">
                  <a:moveTo>
                    <a:pt x="276" y="0"/>
                  </a:moveTo>
                  <a:cubicBezTo>
                    <a:pt x="264" y="0"/>
                    <a:pt x="253" y="11"/>
                    <a:pt x="253" y="25"/>
                  </a:cubicBezTo>
                  <a:cubicBezTo>
                    <a:pt x="253" y="114"/>
                    <a:pt x="253" y="114"/>
                    <a:pt x="253" y="114"/>
                  </a:cubicBezTo>
                  <a:cubicBezTo>
                    <a:pt x="193" y="205"/>
                    <a:pt x="193" y="205"/>
                    <a:pt x="193" y="205"/>
                  </a:cubicBezTo>
                  <a:cubicBezTo>
                    <a:pt x="106" y="205"/>
                    <a:pt x="106" y="205"/>
                    <a:pt x="106" y="205"/>
                  </a:cubicBezTo>
                  <a:cubicBezTo>
                    <a:pt x="48" y="117"/>
                    <a:pt x="48" y="117"/>
                    <a:pt x="48" y="117"/>
                  </a:cubicBezTo>
                  <a:cubicBezTo>
                    <a:pt x="48" y="25"/>
                    <a:pt x="48" y="25"/>
                    <a:pt x="48" y="25"/>
                  </a:cubicBezTo>
                  <a:cubicBezTo>
                    <a:pt x="48" y="11"/>
                    <a:pt x="37" y="0"/>
                    <a:pt x="24" y="0"/>
                  </a:cubicBezTo>
                  <a:cubicBezTo>
                    <a:pt x="11" y="0"/>
                    <a:pt x="0" y="11"/>
                    <a:pt x="0" y="25"/>
                  </a:cubicBezTo>
                  <a:cubicBezTo>
                    <a:pt x="0" y="122"/>
                    <a:pt x="0" y="122"/>
                    <a:pt x="0" y="122"/>
                  </a:cubicBezTo>
                  <a:cubicBezTo>
                    <a:pt x="0" y="124"/>
                    <a:pt x="0" y="124"/>
                    <a:pt x="0" y="124"/>
                  </a:cubicBezTo>
                  <a:cubicBezTo>
                    <a:pt x="0" y="128"/>
                    <a:pt x="2" y="130"/>
                    <a:pt x="2" y="132"/>
                  </a:cubicBezTo>
                  <a:cubicBezTo>
                    <a:pt x="2" y="132"/>
                    <a:pt x="2" y="132"/>
                    <a:pt x="2" y="135"/>
                  </a:cubicBezTo>
                  <a:cubicBezTo>
                    <a:pt x="3" y="136"/>
                    <a:pt x="3" y="136"/>
                    <a:pt x="5" y="139"/>
                  </a:cubicBezTo>
                  <a:cubicBezTo>
                    <a:pt x="72" y="243"/>
                    <a:pt x="72" y="243"/>
                    <a:pt x="72" y="243"/>
                  </a:cubicBezTo>
                  <a:cubicBezTo>
                    <a:pt x="72" y="243"/>
                    <a:pt x="74" y="246"/>
                    <a:pt x="77" y="248"/>
                  </a:cubicBezTo>
                  <a:cubicBezTo>
                    <a:pt x="77" y="503"/>
                    <a:pt x="77" y="503"/>
                    <a:pt x="77" y="503"/>
                  </a:cubicBezTo>
                  <a:cubicBezTo>
                    <a:pt x="77" y="511"/>
                    <a:pt x="77" y="511"/>
                    <a:pt x="77" y="511"/>
                  </a:cubicBezTo>
                  <a:cubicBezTo>
                    <a:pt x="77" y="614"/>
                    <a:pt x="77" y="614"/>
                    <a:pt x="77" y="614"/>
                  </a:cubicBezTo>
                  <a:cubicBezTo>
                    <a:pt x="77" y="617"/>
                    <a:pt x="78" y="617"/>
                    <a:pt x="78" y="618"/>
                  </a:cubicBezTo>
                  <a:cubicBezTo>
                    <a:pt x="77" y="622"/>
                    <a:pt x="77" y="622"/>
                    <a:pt x="77" y="622"/>
                  </a:cubicBezTo>
                  <a:cubicBezTo>
                    <a:pt x="77" y="732"/>
                    <a:pt x="77" y="732"/>
                    <a:pt x="77" y="732"/>
                  </a:cubicBezTo>
                  <a:cubicBezTo>
                    <a:pt x="77" y="749"/>
                    <a:pt x="90" y="760"/>
                    <a:pt x="102" y="760"/>
                  </a:cubicBezTo>
                  <a:cubicBezTo>
                    <a:pt x="110" y="760"/>
                    <a:pt x="110" y="760"/>
                    <a:pt x="110" y="760"/>
                  </a:cubicBezTo>
                  <a:cubicBezTo>
                    <a:pt x="124" y="760"/>
                    <a:pt x="136" y="749"/>
                    <a:pt x="136" y="732"/>
                  </a:cubicBezTo>
                  <a:cubicBezTo>
                    <a:pt x="136" y="622"/>
                    <a:pt x="136" y="622"/>
                    <a:pt x="136" y="622"/>
                  </a:cubicBezTo>
                  <a:cubicBezTo>
                    <a:pt x="136" y="618"/>
                    <a:pt x="136" y="618"/>
                    <a:pt x="136" y="618"/>
                  </a:cubicBezTo>
                  <a:cubicBezTo>
                    <a:pt x="136" y="617"/>
                    <a:pt x="136" y="617"/>
                    <a:pt x="136" y="614"/>
                  </a:cubicBezTo>
                  <a:cubicBezTo>
                    <a:pt x="136" y="511"/>
                    <a:pt x="136" y="511"/>
                    <a:pt x="136" y="511"/>
                  </a:cubicBezTo>
                  <a:cubicBezTo>
                    <a:pt x="166" y="511"/>
                    <a:pt x="166" y="511"/>
                    <a:pt x="166" y="511"/>
                  </a:cubicBezTo>
                  <a:cubicBezTo>
                    <a:pt x="166" y="614"/>
                    <a:pt x="166" y="614"/>
                    <a:pt x="166" y="614"/>
                  </a:cubicBezTo>
                  <a:cubicBezTo>
                    <a:pt x="166" y="617"/>
                    <a:pt x="166" y="617"/>
                    <a:pt x="166" y="618"/>
                  </a:cubicBezTo>
                  <a:cubicBezTo>
                    <a:pt x="166" y="622"/>
                    <a:pt x="166" y="622"/>
                    <a:pt x="166" y="622"/>
                  </a:cubicBezTo>
                  <a:cubicBezTo>
                    <a:pt x="166" y="732"/>
                    <a:pt x="166" y="732"/>
                    <a:pt x="166" y="732"/>
                  </a:cubicBezTo>
                  <a:cubicBezTo>
                    <a:pt x="166" y="749"/>
                    <a:pt x="177" y="760"/>
                    <a:pt x="191" y="760"/>
                  </a:cubicBezTo>
                  <a:cubicBezTo>
                    <a:pt x="198" y="760"/>
                    <a:pt x="198" y="760"/>
                    <a:pt x="198" y="760"/>
                  </a:cubicBezTo>
                  <a:cubicBezTo>
                    <a:pt x="214" y="760"/>
                    <a:pt x="224" y="749"/>
                    <a:pt x="224" y="732"/>
                  </a:cubicBezTo>
                  <a:cubicBezTo>
                    <a:pt x="224" y="622"/>
                    <a:pt x="224" y="622"/>
                    <a:pt x="224" y="622"/>
                  </a:cubicBezTo>
                  <a:cubicBezTo>
                    <a:pt x="224" y="618"/>
                    <a:pt x="224" y="618"/>
                    <a:pt x="224" y="618"/>
                  </a:cubicBezTo>
                  <a:cubicBezTo>
                    <a:pt x="224" y="617"/>
                    <a:pt x="224" y="617"/>
                    <a:pt x="224" y="614"/>
                  </a:cubicBezTo>
                  <a:cubicBezTo>
                    <a:pt x="224" y="511"/>
                    <a:pt x="224" y="511"/>
                    <a:pt x="224" y="511"/>
                  </a:cubicBezTo>
                  <a:cubicBezTo>
                    <a:pt x="224" y="503"/>
                    <a:pt x="224" y="503"/>
                    <a:pt x="224" y="503"/>
                  </a:cubicBezTo>
                  <a:cubicBezTo>
                    <a:pt x="224" y="243"/>
                    <a:pt x="224" y="243"/>
                    <a:pt x="224" y="243"/>
                  </a:cubicBezTo>
                  <a:cubicBezTo>
                    <a:pt x="227" y="243"/>
                    <a:pt x="227" y="243"/>
                    <a:pt x="228" y="243"/>
                  </a:cubicBezTo>
                  <a:cubicBezTo>
                    <a:pt x="295" y="139"/>
                    <a:pt x="295" y="139"/>
                    <a:pt x="295" y="139"/>
                  </a:cubicBezTo>
                  <a:cubicBezTo>
                    <a:pt x="295" y="136"/>
                    <a:pt x="297" y="135"/>
                    <a:pt x="297" y="132"/>
                  </a:cubicBezTo>
                  <a:cubicBezTo>
                    <a:pt x="298" y="128"/>
                    <a:pt x="298" y="126"/>
                    <a:pt x="298" y="124"/>
                  </a:cubicBezTo>
                  <a:cubicBezTo>
                    <a:pt x="298" y="122"/>
                    <a:pt x="298" y="122"/>
                    <a:pt x="298" y="122"/>
                  </a:cubicBezTo>
                  <a:cubicBezTo>
                    <a:pt x="298" y="25"/>
                    <a:pt x="298" y="25"/>
                    <a:pt x="298" y="25"/>
                  </a:cubicBezTo>
                  <a:cubicBezTo>
                    <a:pt x="298" y="11"/>
                    <a:pt x="290" y="0"/>
                    <a:pt x="276" y="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3" name="Oval 97"/>
            <p:cNvSpPr>
              <a:spLocks noChangeArrowheads="1"/>
            </p:cNvSpPr>
            <p:nvPr/>
          </p:nvSpPr>
          <p:spPr bwMode="auto">
            <a:xfrm>
              <a:off x="1884" y="1093"/>
              <a:ext cx="158" cy="156"/>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44" name="Freeform 98"/>
            <p:cNvSpPr/>
            <p:nvPr/>
          </p:nvSpPr>
          <p:spPr bwMode="auto">
            <a:xfrm>
              <a:off x="2133" y="1361"/>
              <a:ext cx="476" cy="708"/>
            </a:xfrm>
            <a:custGeom>
              <a:avLst/>
              <a:gdLst>
                <a:gd name="T0" fmla="*/ 664 w 337"/>
                <a:gd name="T1" fmla="*/ 188 h 553"/>
                <a:gd name="T2" fmla="*/ 661 w 337"/>
                <a:gd name="T3" fmla="*/ 183 h 553"/>
                <a:gd name="T4" fmla="*/ 483 w 337"/>
                <a:gd name="T5" fmla="*/ 4 h 553"/>
                <a:gd name="T6" fmla="*/ 192 w 337"/>
                <a:gd name="T7" fmla="*/ 0 h 553"/>
                <a:gd name="T8" fmla="*/ 145 w 337"/>
                <a:gd name="T9" fmla="*/ 18 h 553"/>
                <a:gd name="T10" fmla="*/ 8 w 337"/>
                <a:gd name="T11" fmla="*/ 187 h 553"/>
                <a:gd name="T12" fmla="*/ 4 w 337"/>
                <a:gd name="T13" fmla="*/ 193 h 553"/>
                <a:gd name="T14" fmla="*/ 0 w 337"/>
                <a:gd name="T15" fmla="*/ 210 h 553"/>
                <a:gd name="T16" fmla="*/ 4 w 337"/>
                <a:gd name="T17" fmla="*/ 227 h 553"/>
                <a:gd name="T18" fmla="*/ 16 w 337"/>
                <a:gd name="T19" fmla="*/ 245 h 553"/>
                <a:gd name="T20" fmla="*/ 23 w 337"/>
                <a:gd name="T21" fmla="*/ 246 h 553"/>
                <a:gd name="T22" fmla="*/ 237 w 337"/>
                <a:gd name="T23" fmla="*/ 315 h 553"/>
                <a:gd name="T24" fmla="*/ 116 w 337"/>
                <a:gd name="T25" fmla="*/ 201 h 553"/>
                <a:gd name="T26" fmla="*/ 192 w 337"/>
                <a:gd name="T27" fmla="*/ 210 h 553"/>
                <a:gd name="T28" fmla="*/ 261 w 337"/>
                <a:gd name="T29" fmla="*/ 329 h 553"/>
                <a:gd name="T30" fmla="*/ 192 w 337"/>
                <a:gd name="T31" fmla="*/ 358 h 553"/>
                <a:gd name="T32" fmla="*/ 192 w 337"/>
                <a:gd name="T33" fmla="*/ 499 h 553"/>
                <a:gd name="T34" fmla="*/ 192 w 337"/>
                <a:gd name="T35" fmla="*/ 673 h 553"/>
                <a:gd name="T36" fmla="*/ 192 w 337"/>
                <a:gd name="T37" fmla="*/ 860 h 553"/>
                <a:gd name="T38" fmla="*/ 253 w 337"/>
                <a:gd name="T39" fmla="*/ 906 h 553"/>
                <a:gd name="T40" fmla="*/ 309 w 337"/>
                <a:gd name="T41" fmla="*/ 682 h 553"/>
                <a:gd name="T42" fmla="*/ 309 w 337"/>
                <a:gd name="T43" fmla="*/ 668 h 553"/>
                <a:gd name="T44" fmla="*/ 364 w 337"/>
                <a:gd name="T45" fmla="*/ 499 h 553"/>
                <a:gd name="T46" fmla="*/ 364 w 337"/>
                <a:gd name="T47" fmla="*/ 673 h 553"/>
                <a:gd name="T48" fmla="*/ 364 w 337"/>
                <a:gd name="T49" fmla="*/ 860 h 553"/>
                <a:gd name="T50" fmla="*/ 431 w 337"/>
                <a:gd name="T51" fmla="*/ 906 h 553"/>
                <a:gd name="T52" fmla="*/ 483 w 337"/>
                <a:gd name="T53" fmla="*/ 682 h 553"/>
                <a:gd name="T54" fmla="*/ 483 w 337"/>
                <a:gd name="T55" fmla="*/ 668 h 553"/>
                <a:gd name="T56" fmla="*/ 483 w 337"/>
                <a:gd name="T57" fmla="*/ 485 h 553"/>
                <a:gd name="T58" fmla="*/ 468 w 337"/>
                <a:gd name="T59" fmla="*/ 358 h 553"/>
                <a:gd name="T60" fmla="*/ 431 w 337"/>
                <a:gd name="T61" fmla="*/ 236 h 553"/>
                <a:gd name="T62" fmla="*/ 483 w 337"/>
                <a:gd name="T63" fmla="*/ 113 h 553"/>
                <a:gd name="T64" fmla="*/ 446 w 337"/>
                <a:gd name="T65" fmla="*/ 256 h 553"/>
                <a:gd name="T66" fmla="*/ 493 w 337"/>
                <a:gd name="T67" fmla="*/ 329 h 553"/>
                <a:gd name="T68" fmla="*/ 648 w 337"/>
                <a:gd name="T69" fmla="*/ 245 h 553"/>
                <a:gd name="T70" fmla="*/ 664 w 337"/>
                <a:gd name="T71" fmla="*/ 233 h 553"/>
                <a:gd name="T72" fmla="*/ 668 w 337"/>
                <a:gd name="T73" fmla="*/ 216 h 553"/>
                <a:gd name="T74" fmla="*/ 668 w 337"/>
                <a:gd name="T75" fmla="*/ 204 h 55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37"/>
                <a:gd name="T115" fmla="*/ 0 h 553"/>
                <a:gd name="T116" fmla="*/ 337 w 337"/>
                <a:gd name="T117" fmla="*/ 553 h 55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37" h="553">
                  <a:moveTo>
                    <a:pt x="333" y="118"/>
                  </a:moveTo>
                  <a:cubicBezTo>
                    <a:pt x="333" y="115"/>
                    <a:pt x="333" y="115"/>
                    <a:pt x="333" y="115"/>
                  </a:cubicBezTo>
                  <a:cubicBezTo>
                    <a:pt x="333" y="115"/>
                    <a:pt x="333" y="115"/>
                    <a:pt x="331" y="114"/>
                  </a:cubicBezTo>
                  <a:cubicBezTo>
                    <a:pt x="331" y="114"/>
                    <a:pt x="331" y="114"/>
                    <a:pt x="331" y="112"/>
                  </a:cubicBezTo>
                  <a:cubicBezTo>
                    <a:pt x="262" y="11"/>
                    <a:pt x="262" y="11"/>
                    <a:pt x="262" y="11"/>
                  </a:cubicBezTo>
                  <a:cubicBezTo>
                    <a:pt x="256" y="4"/>
                    <a:pt x="249" y="0"/>
                    <a:pt x="242" y="2"/>
                  </a:cubicBezTo>
                  <a:cubicBezTo>
                    <a:pt x="242" y="0"/>
                    <a:pt x="242" y="0"/>
                    <a:pt x="242" y="0"/>
                  </a:cubicBezTo>
                  <a:cubicBezTo>
                    <a:pt x="96" y="0"/>
                    <a:pt x="96" y="0"/>
                    <a:pt x="96" y="0"/>
                  </a:cubicBezTo>
                  <a:cubicBezTo>
                    <a:pt x="96" y="2"/>
                    <a:pt x="96" y="2"/>
                    <a:pt x="96" y="2"/>
                  </a:cubicBezTo>
                  <a:cubicBezTo>
                    <a:pt x="85" y="0"/>
                    <a:pt x="78" y="4"/>
                    <a:pt x="73" y="11"/>
                  </a:cubicBezTo>
                  <a:cubicBezTo>
                    <a:pt x="4" y="112"/>
                    <a:pt x="4" y="112"/>
                    <a:pt x="4" y="112"/>
                  </a:cubicBezTo>
                  <a:cubicBezTo>
                    <a:pt x="4" y="114"/>
                    <a:pt x="4" y="114"/>
                    <a:pt x="4" y="114"/>
                  </a:cubicBezTo>
                  <a:cubicBezTo>
                    <a:pt x="2" y="114"/>
                    <a:pt x="2" y="114"/>
                    <a:pt x="2" y="114"/>
                  </a:cubicBezTo>
                  <a:cubicBezTo>
                    <a:pt x="2" y="115"/>
                    <a:pt x="2" y="115"/>
                    <a:pt x="2" y="118"/>
                  </a:cubicBezTo>
                  <a:cubicBezTo>
                    <a:pt x="2" y="120"/>
                    <a:pt x="0" y="123"/>
                    <a:pt x="0" y="124"/>
                  </a:cubicBezTo>
                  <a:cubicBezTo>
                    <a:pt x="0" y="124"/>
                    <a:pt x="0" y="125"/>
                    <a:pt x="0" y="128"/>
                  </a:cubicBezTo>
                  <a:cubicBezTo>
                    <a:pt x="0" y="129"/>
                    <a:pt x="0" y="132"/>
                    <a:pt x="0" y="132"/>
                  </a:cubicBezTo>
                  <a:cubicBezTo>
                    <a:pt x="0" y="136"/>
                    <a:pt x="2" y="136"/>
                    <a:pt x="2" y="138"/>
                  </a:cubicBezTo>
                  <a:cubicBezTo>
                    <a:pt x="2" y="139"/>
                    <a:pt x="2" y="139"/>
                    <a:pt x="2" y="142"/>
                  </a:cubicBezTo>
                  <a:cubicBezTo>
                    <a:pt x="4" y="144"/>
                    <a:pt x="5" y="146"/>
                    <a:pt x="8" y="149"/>
                  </a:cubicBezTo>
                  <a:cubicBezTo>
                    <a:pt x="10" y="149"/>
                    <a:pt x="10" y="149"/>
                    <a:pt x="10" y="149"/>
                  </a:cubicBezTo>
                  <a:cubicBezTo>
                    <a:pt x="10" y="149"/>
                    <a:pt x="10" y="150"/>
                    <a:pt x="11" y="150"/>
                  </a:cubicBezTo>
                  <a:cubicBezTo>
                    <a:pt x="87" y="201"/>
                    <a:pt x="87" y="201"/>
                    <a:pt x="87" y="201"/>
                  </a:cubicBezTo>
                  <a:cubicBezTo>
                    <a:pt x="98" y="209"/>
                    <a:pt x="113" y="204"/>
                    <a:pt x="119" y="192"/>
                  </a:cubicBezTo>
                  <a:cubicBezTo>
                    <a:pt x="127" y="180"/>
                    <a:pt x="122" y="165"/>
                    <a:pt x="112" y="156"/>
                  </a:cubicBezTo>
                  <a:cubicBezTo>
                    <a:pt x="58" y="123"/>
                    <a:pt x="58" y="123"/>
                    <a:pt x="58" y="123"/>
                  </a:cubicBezTo>
                  <a:cubicBezTo>
                    <a:pt x="96" y="68"/>
                    <a:pt x="96" y="68"/>
                    <a:pt x="96" y="68"/>
                  </a:cubicBezTo>
                  <a:cubicBezTo>
                    <a:pt x="96" y="128"/>
                    <a:pt x="96" y="128"/>
                    <a:pt x="96" y="128"/>
                  </a:cubicBezTo>
                  <a:cubicBezTo>
                    <a:pt x="119" y="144"/>
                    <a:pt x="119" y="144"/>
                    <a:pt x="119" y="144"/>
                  </a:cubicBezTo>
                  <a:cubicBezTo>
                    <a:pt x="138" y="156"/>
                    <a:pt x="143" y="180"/>
                    <a:pt x="131" y="201"/>
                  </a:cubicBezTo>
                  <a:cubicBezTo>
                    <a:pt x="124" y="214"/>
                    <a:pt x="113" y="219"/>
                    <a:pt x="100" y="219"/>
                  </a:cubicBezTo>
                  <a:cubicBezTo>
                    <a:pt x="98" y="219"/>
                    <a:pt x="97" y="219"/>
                    <a:pt x="96" y="219"/>
                  </a:cubicBezTo>
                  <a:cubicBezTo>
                    <a:pt x="96" y="296"/>
                    <a:pt x="96" y="296"/>
                    <a:pt x="96" y="296"/>
                  </a:cubicBezTo>
                  <a:cubicBezTo>
                    <a:pt x="96" y="305"/>
                    <a:pt x="96" y="305"/>
                    <a:pt x="96" y="305"/>
                  </a:cubicBezTo>
                  <a:cubicBezTo>
                    <a:pt x="96" y="408"/>
                    <a:pt x="96" y="408"/>
                    <a:pt x="96" y="408"/>
                  </a:cubicBezTo>
                  <a:cubicBezTo>
                    <a:pt x="96" y="408"/>
                    <a:pt x="96" y="409"/>
                    <a:pt x="96" y="411"/>
                  </a:cubicBezTo>
                  <a:cubicBezTo>
                    <a:pt x="96" y="411"/>
                    <a:pt x="96" y="413"/>
                    <a:pt x="96" y="416"/>
                  </a:cubicBezTo>
                  <a:cubicBezTo>
                    <a:pt x="96" y="525"/>
                    <a:pt x="96" y="525"/>
                    <a:pt x="96" y="525"/>
                  </a:cubicBezTo>
                  <a:cubicBezTo>
                    <a:pt x="96" y="541"/>
                    <a:pt x="106" y="553"/>
                    <a:pt x="119" y="553"/>
                  </a:cubicBezTo>
                  <a:cubicBezTo>
                    <a:pt x="127" y="553"/>
                    <a:pt x="127" y="553"/>
                    <a:pt x="127" y="553"/>
                  </a:cubicBezTo>
                  <a:cubicBezTo>
                    <a:pt x="142" y="553"/>
                    <a:pt x="155" y="541"/>
                    <a:pt x="155" y="525"/>
                  </a:cubicBezTo>
                  <a:cubicBezTo>
                    <a:pt x="155" y="416"/>
                    <a:pt x="155" y="416"/>
                    <a:pt x="155" y="416"/>
                  </a:cubicBezTo>
                  <a:cubicBezTo>
                    <a:pt x="155" y="413"/>
                    <a:pt x="153" y="411"/>
                    <a:pt x="153" y="411"/>
                  </a:cubicBezTo>
                  <a:cubicBezTo>
                    <a:pt x="153" y="409"/>
                    <a:pt x="155" y="408"/>
                    <a:pt x="155" y="408"/>
                  </a:cubicBezTo>
                  <a:cubicBezTo>
                    <a:pt x="155" y="305"/>
                    <a:pt x="155" y="305"/>
                    <a:pt x="155" y="305"/>
                  </a:cubicBezTo>
                  <a:cubicBezTo>
                    <a:pt x="183" y="305"/>
                    <a:pt x="183" y="305"/>
                    <a:pt x="183" y="305"/>
                  </a:cubicBezTo>
                  <a:cubicBezTo>
                    <a:pt x="183" y="408"/>
                    <a:pt x="183" y="408"/>
                    <a:pt x="183" y="408"/>
                  </a:cubicBezTo>
                  <a:cubicBezTo>
                    <a:pt x="183" y="408"/>
                    <a:pt x="183" y="409"/>
                    <a:pt x="183" y="411"/>
                  </a:cubicBezTo>
                  <a:cubicBezTo>
                    <a:pt x="183" y="411"/>
                    <a:pt x="183" y="413"/>
                    <a:pt x="183" y="416"/>
                  </a:cubicBezTo>
                  <a:cubicBezTo>
                    <a:pt x="183" y="525"/>
                    <a:pt x="183" y="525"/>
                    <a:pt x="183" y="525"/>
                  </a:cubicBezTo>
                  <a:cubicBezTo>
                    <a:pt x="183" y="541"/>
                    <a:pt x="196" y="553"/>
                    <a:pt x="208" y="553"/>
                  </a:cubicBezTo>
                  <a:cubicBezTo>
                    <a:pt x="216" y="553"/>
                    <a:pt x="216" y="553"/>
                    <a:pt x="216" y="553"/>
                  </a:cubicBezTo>
                  <a:cubicBezTo>
                    <a:pt x="230" y="553"/>
                    <a:pt x="242" y="541"/>
                    <a:pt x="242" y="525"/>
                  </a:cubicBezTo>
                  <a:cubicBezTo>
                    <a:pt x="242" y="416"/>
                    <a:pt x="242" y="416"/>
                    <a:pt x="242" y="416"/>
                  </a:cubicBezTo>
                  <a:cubicBezTo>
                    <a:pt x="242" y="413"/>
                    <a:pt x="242" y="411"/>
                    <a:pt x="242" y="411"/>
                  </a:cubicBezTo>
                  <a:cubicBezTo>
                    <a:pt x="242" y="409"/>
                    <a:pt x="242" y="408"/>
                    <a:pt x="242" y="408"/>
                  </a:cubicBezTo>
                  <a:cubicBezTo>
                    <a:pt x="242" y="305"/>
                    <a:pt x="242" y="305"/>
                    <a:pt x="242" y="305"/>
                  </a:cubicBezTo>
                  <a:cubicBezTo>
                    <a:pt x="242" y="296"/>
                    <a:pt x="242" y="296"/>
                    <a:pt x="242" y="296"/>
                  </a:cubicBezTo>
                  <a:cubicBezTo>
                    <a:pt x="242" y="219"/>
                    <a:pt x="242" y="219"/>
                    <a:pt x="242" y="219"/>
                  </a:cubicBezTo>
                  <a:cubicBezTo>
                    <a:pt x="240" y="219"/>
                    <a:pt x="238" y="219"/>
                    <a:pt x="234" y="219"/>
                  </a:cubicBezTo>
                  <a:cubicBezTo>
                    <a:pt x="221" y="219"/>
                    <a:pt x="209" y="214"/>
                    <a:pt x="203" y="201"/>
                  </a:cubicBezTo>
                  <a:cubicBezTo>
                    <a:pt x="193" y="180"/>
                    <a:pt x="199" y="156"/>
                    <a:pt x="216" y="144"/>
                  </a:cubicBezTo>
                  <a:cubicBezTo>
                    <a:pt x="242" y="125"/>
                    <a:pt x="242" y="125"/>
                    <a:pt x="242" y="125"/>
                  </a:cubicBezTo>
                  <a:cubicBezTo>
                    <a:pt x="242" y="69"/>
                    <a:pt x="242" y="69"/>
                    <a:pt x="242" y="69"/>
                  </a:cubicBezTo>
                  <a:cubicBezTo>
                    <a:pt x="277" y="123"/>
                    <a:pt x="277" y="123"/>
                    <a:pt x="277" y="123"/>
                  </a:cubicBezTo>
                  <a:cubicBezTo>
                    <a:pt x="224" y="156"/>
                    <a:pt x="224" y="156"/>
                    <a:pt x="224" y="156"/>
                  </a:cubicBezTo>
                  <a:cubicBezTo>
                    <a:pt x="212" y="165"/>
                    <a:pt x="208" y="180"/>
                    <a:pt x="216" y="192"/>
                  </a:cubicBezTo>
                  <a:cubicBezTo>
                    <a:pt x="221" y="204"/>
                    <a:pt x="236" y="209"/>
                    <a:pt x="247" y="201"/>
                  </a:cubicBezTo>
                  <a:cubicBezTo>
                    <a:pt x="323" y="150"/>
                    <a:pt x="323" y="150"/>
                    <a:pt x="323" y="150"/>
                  </a:cubicBezTo>
                  <a:cubicBezTo>
                    <a:pt x="325" y="150"/>
                    <a:pt x="325" y="149"/>
                    <a:pt x="325" y="149"/>
                  </a:cubicBezTo>
                  <a:cubicBezTo>
                    <a:pt x="327" y="149"/>
                    <a:pt x="327" y="149"/>
                    <a:pt x="327" y="149"/>
                  </a:cubicBezTo>
                  <a:cubicBezTo>
                    <a:pt x="329" y="146"/>
                    <a:pt x="331" y="144"/>
                    <a:pt x="333" y="142"/>
                  </a:cubicBezTo>
                  <a:cubicBezTo>
                    <a:pt x="333" y="139"/>
                    <a:pt x="333" y="139"/>
                    <a:pt x="333" y="139"/>
                  </a:cubicBezTo>
                  <a:cubicBezTo>
                    <a:pt x="335" y="138"/>
                    <a:pt x="335" y="136"/>
                    <a:pt x="335" y="132"/>
                  </a:cubicBezTo>
                  <a:cubicBezTo>
                    <a:pt x="337" y="132"/>
                    <a:pt x="335" y="129"/>
                    <a:pt x="335" y="128"/>
                  </a:cubicBezTo>
                  <a:cubicBezTo>
                    <a:pt x="335" y="125"/>
                    <a:pt x="337" y="125"/>
                    <a:pt x="335" y="124"/>
                  </a:cubicBezTo>
                  <a:cubicBezTo>
                    <a:pt x="335" y="123"/>
                    <a:pt x="335" y="120"/>
                    <a:pt x="333" y="118"/>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5" name="Freeform 99"/>
            <p:cNvSpPr/>
            <p:nvPr/>
          </p:nvSpPr>
          <p:spPr bwMode="auto">
            <a:xfrm>
              <a:off x="2291" y="1176"/>
              <a:ext cx="160" cy="160"/>
            </a:xfrm>
            <a:custGeom>
              <a:avLst/>
              <a:gdLst>
                <a:gd name="T0" fmla="*/ 110 w 113"/>
                <a:gd name="T1" fmla="*/ 205 h 125"/>
                <a:gd name="T2" fmla="*/ 227 w 113"/>
                <a:gd name="T3" fmla="*/ 101 h 125"/>
                <a:gd name="T4" fmla="*/ 110 w 113"/>
                <a:gd name="T5" fmla="*/ 0 h 125"/>
                <a:gd name="T6" fmla="*/ 0 w 113"/>
                <a:gd name="T7" fmla="*/ 101 h 125"/>
                <a:gd name="T8" fmla="*/ 110 w 113"/>
                <a:gd name="T9" fmla="*/ 205 h 125"/>
                <a:gd name="T10" fmla="*/ 0 60000 65536"/>
                <a:gd name="T11" fmla="*/ 0 60000 65536"/>
                <a:gd name="T12" fmla="*/ 0 60000 65536"/>
                <a:gd name="T13" fmla="*/ 0 60000 65536"/>
                <a:gd name="T14" fmla="*/ 0 60000 65536"/>
                <a:gd name="T15" fmla="*/ 0 w 113"/>
                <a:gd name="T16" fmla="*/ 0 h 125"/>
                <a:gd name="T17" fmla="*/ 113 w 113"/>
                <a:gd name="T18" fmla="*/ 125 h 125"/>
              </a:gdLst>
              <a:ahLst/>
              <a:cxnLst>
                <a:cxn ang="T10">
                  <a:pos x="T0" y="T1"/>
                </a:cxn>
                <a:cxn ang="T11">
                  <a:pos x="T2" y="T3"/>
                </a:cxn>
                <a:cxn ang="T12">
                  <a:pos x="T4" y="T5"/>
                </a:cxn>
                <a:cxn ang="T13">
                  <a:pos x="T6" y="T7"/>
                </a:cxn>
                <a:cxn ang="T14">
                  <a:pos x="T8" y="T9"/>
                </a:cxn>
              </a:cxnLst>
              <a:rect l="T15" t="T16" r="T17" b="T18"/>
              <a:pathLst>
                <a:path w="113" h="125">
                  <a:moveTo>
                    <a:pt x="55" y="125"/>
                  </a:moveTo>
                  <a:cubicBezTo>
                    <a:pt x="87" y="125"/>
                    <a:pt x="113" y="96"/>
                    <a:pt x="113" y="62"/>
                  </a:cubicBezTo>
                  <a:cubicBezTo>
                    <a:pt x="113" y="29"/>
                    <a:pt x="87" y="0"/>
                    <a:pt x="55" y="0"/>
                  </a:cubicBezTo>
                  <a:cubicBezTo>
                    <a:pt x="26" y="0"/>
                    <a:pt x="0" y="29"/>
                    <a:pt x="0" y="62"/>
                  </a:cubicBezTo>
                  <a:cubicBezTo>
                    <a:pt x="0" y="96"/>
                    <a:pt x="26" y="125"/>
                    <a:pt x="55" y="125"/>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6" name="Oval 100"/>
            <p:cNvSpPr>
              <a:spLocks noChangeArrowheads="1"/>
            </p:cNvSpPr>
            <p:nvPr/>
          </p:nvSpPr>
          <p:spPr bwMode="auto">
            <a:xfrm>
              <a:off x="950" y="1160"/>
              <a:ext cx="459" cy="453"/>
            </a:xfrm>
            <a:prstGeom prst="ellipse">
              <a:avLst/>
            </a:pr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47" name="Freeform 101"/>
            <p:cNvSpPr/>
            <p:nvPr/>
          </p:nvSpPr>
          <p:spPr bwMode="auto">
            <a:xfrm>
              <a:off x="1206" y="1408"/>
              <a:ext cx="243" cy="242"/>
            </a:xfrm>
            <a:custGeom>
              <a:avLst/>
              <a:gdLst>
                <a:gd name="T0" fmla="*/ 8 w 172"/>
                <a:gd name="T1" fmla="*/ 92 h 189"/>
                <a:gd name="T2" fmla="*/ 25 w 172"/>
                <a:gd name="T3" fmla="*/ 87 h 189"/>
                <a:gd name="T4" fmla="*/ 38 w 172"/>
                <a:gd name="T5" fmla="*/ 65 h 189"/>
                <a:gd name="T6" fmla="*/ 78 w 172"/>
                <a:gd name="T7" fmla="*/ 33 h 189"/>
                <a:gd name="T8" fmla="*/ 102 w 172"/>
                <a:gd name="T9" fmla="*/ 18 h 189"/>
                <a:gd name="T10" fmla="*/ 110 w 172"/>
                <a:gd name="T11" fmla="*/ 4 h 189"/>
                <a:gd name="T12" fmla="*/ 134 w 172"/>
                <a:gd name="T13" fmla="*/ 10 h 189"/>
                <a:gd name="T14" fmla="*/ 335 w 172"/>
                <a:gd name="T15" fmla="*/ 282 h 189"/>
                <a:gd name="T16" fmla="*/ 335 w 172"/>
                <a:gd name="T17" fmla="*/ 298 h 189"/>
                <a:gd name="T18" fmla="*/ 335 w 172"/>
                <a:gd name="T19" fmla="*/ 303 h 189"/>
                <a:gd name="T20" fmla="*/ 329 w 172"/>
                <a:gd name="T21" fmla="*/ 306 h 189"/>
                <a:gd name="T22" fmla="*/ 311 w 172"/>
                <a:gd name="T23" fmla="*/ 306 h 189"/>
                <a:gd name="T24" fmla="*/ 14 w 172"/>
                <a:gd name="T25" fmla="*/ 115 h 189"/>
                <a:gd name="T26" fmla="*/ 8 w 172"/>
                <a:gd name="T27" fmla="*/ 92 h 18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2"/>
                <a:gd name="T43" fmla="*/ 0 h 189"/>
                <a:gd name="T44" fmla="*/ 172 w 172"/>
                <a:gd name="T45" fmla="*/ 189 h 18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2" h="189">
                  <a:moveTo>
                    <a:pt x="4" y="56"/>
                  </a:moveTo>
                  <a:cubicBezTo>
                    <a:pt x="7" y="54"/>
                    <a:pt x="9" y="53"/>
                    <a:pt x="13" y="53"/>
                  </a:cubicBezTo>
                  <a:cubicBezTo>
                    <a:pt x="13" y="48"/>
                    <a:pt x="15" y="45"/>
                    <a:pt x="19" y="40"/>
                  </a:cubicBezTo>
                  <a:cubicBezTo>
                    <a:pt x="39" y="20"/>
                    <a:pt x="39" y="20"/>
                    <a:pt x="39" y="20"/>
                  </a:cubicBezTo>
                  <a:cubicBezTo>
                    <a:pt x="44" y="15"/>
                    <a:pt x="47" y="14"/>
                    <a:pt x="51" y="11"/>
                  </a:cubicBezTo>
                  <a:cubicBezTo>
                    <a:pt x="51" y="8"/>
                    <a:pt x="53" y="4"/>
                    <a:pt x="55" y="2"/>
                  </a:cubicBezTo>
                  <a:cubicBezTo>
                    <a:pt x="58" y="0"/>
                    <a:pt x="63" y="0"/>
                    <a:pt x="67" y="6"/>
                  </a:cubicBezTo>
                  <a:cubicBezTo>
                    <a:pt x="168" y="172"/>
                    <a:pt x="168" y="172"/>
                    <a:pt x="168" y="172"/>
                  </a:cubicBezTo>
                  <a:cubicBezTo>
                    <a:pt x="172" y="177"/>
                    <a:pt x="172" y="180"/>
                    <a:pt x="168" y="182"/>
                  </a:cubicBezTo>
                  <a:cubicBezTo>
                    <a:pt x="168" y="185"/>
                    <a:pt x="168" y="185"/>
                    <a:pt x="168" y="185"/>
                  </a:cubicBezTo>
                  <a:cubicBezTo>
                    <a:pt x="168" y="185"/>
                    <a:pt x="165" y="185"/>
                    <a:pt x="165" y="187"/>
                  </a:cubicBezTo>
                  <a:cubicBezTo>
                    <a:pt x="162" y="189"/>
                    <a:pt x="158" y="189"/>
                    <a:pt x="156" y="187"/>
                  </a:cubicBezTo>
                  <a:cubicBezTo>
                    <a:pt x="7" y="70"/>
                    <a:pt x="7" y="70"/>
                    <a:pt x="7" y="70"/>
                  </a:cubicBezTo>
                  <a:cubicBezTo>
                    <a:pt x="3" y="66"/>
                    <a:pt x="0" y="61"/>
                    <a:pt x="4" y="56"/>
                  </a:cubicBezTo>
                  <a:close/>
                </a:path>
              </a:pathLst>
            </a:cu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8" name="Freeform 102"/>
            <p:cNvSpPr/>
            <p:nvPr/>
          </p:nvSpPr>
          <p:spPr bwMode="auto">
            <a:xfrm>
              <a:off x="1724" y="444"/>
              <a:ext cx="503" cy="498"/>
            </a:xfrm>
            <a:custGeom>
              <a:avLst/>
              <a:gdLst>
                <a:gd name="T0" fmla="*/ 585 w 356"/>
                <a:gd name="T1" fmla="*/ 113 h 389"/>
                <a:gd name="T2" fmla="*/ 576 w 356"/>
                <a:gd name="T3" fmla="*/ 525 h 389"/>
                <a:gd name="T4" fmla="*/ 120 w 356"/>
                <a:gd name="T5" fmla="*/ 521 h 389"/>
                <a:gd name="T6" fmla="*/ 127 w 356"/>
                <a:gd name="T7" fmla="*/ 111 h 389"/>
                <a:gd name="T8" fmla="*/ 585 w 356"/>
                <a:gd name="T9" fmla="*/ 113 h 389"/>
                <a:gd name="T10" fmla="*/ 0 60000 65536"/>
                <a:gd name="T11" fmla="*/ 0 60000 65536"/>
                <a:gd name="T12" fmla="*/ 0 60000 65536"/>
                <a:gd name="T13" fmla="*/ 0 60000 65536"/>
                <a:gd name="T14" fmla="*/ 0 60000 65536"/>
                <a:gd name="T15" fmla="*/ 0 w 356"/>
                <a:gd name="T16" fmla="*/ 0 h 389"/>
                <a:gd name="T17" fmla="*/ 356 w 356"/>
                <a:gd name="T18" fmla="*/ 389 h 389"/>
              </a:gdLst>
              <a:ahLst/>
              <a:cxnLst>
                <a:cxn ang="T10">
                  <a:pos x="T0" y="T1"/>
                </a:cxn>
                <a:cxn ang="T11">
                  <a:pos x="T2" y="T3"/>
                </a:cxn>
                <a:cxn ang="T12">
                  <a:pos x="T4" y="T5"/>
                </a:cxn>
                <a:cxn ang="T13">
                  <a:pos x="T6" y="T7"/>
                </a:cxn>
                <a:cxn ang="T14">
                  <a:pos x="T8" y="T9"/>
                </a:cxn>
              </a:cxnLst>
              <a:rect l="T15" t="T16" r="T17" b="T18"/>
              <a:pathLst>
                <a:path w="356" h="389">
                  <a:moveTo>
                    <a:pt x="293" y="69"/>
                  </a:moveTo>
                  <a:cubicBezTo>
                    <a:pt x="356" y="142"/>
                    <a:pt x="354" y="253"/>
                    <a:pt x="289" y="320"/>
                  </a:cubicBezTo>
                  <a:cubicBezTo>
                    <a:pt x="226" y="389"/>
                    <a:pt x="124" y="386"/>
                    <a:pt x="60" y="318"/>
                  </a:cubicBezTo>
                  <a:cubicBezTo>
                    <a:pt x="0" y="248"/>
                    <a:pt x="0" y="135"/>
                    <a:pt x="64" y="68"/>
                  </a:cubicBezTo>
                  <a:cubicBezTo>
                    <a:pt x="128" y="0"/>
                    <a:pt x="230" y="1"/>
                    <a:pt x="293" y="69"/>
                  </a:cubicBezTo>
                  <a:close/>
                </a:path>
              </a:pathLst>
            </a:custGeom>
            <a:solidFill>
              <a:schemeClr val="dk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9" name="Freeform 103"/>
            <p:cNvSpPr/>
            <p:nvPr/>
          </p:nvSpPr>
          <p:spPr bwMode="auto">
            <a:xfrm>
              <a:off x="1905" y="779"/>
              <a:ext cx="125" cy="278"/>
            </a:xfrm>
            <a:custGeom>
              <a:avLst/>
              <a:gdLst>
                <a:gd name="T0" fmla="*/ 163 w 88"/>
                <a:gd name="T1" fmla="*/ 4 h 217"/>
                <a:gd name="T2" fmla="*/ 141 w 88"/>
                <a:gd name="T3" fmla="*/ 10 h 217"/>
                <a:gd name="T4" fmla="*/ 115 w 88"/>
                <a:gd name="T5" fmla="*/ 4 h 217"/>
                <a:gd name="T6" fmla="*/ 63 w 88"/>
                <a:gd name="T7" fmla="*/ 4 h 217"/>
                <a:gd name="T8" fmla="*/ 37 w 88"/>
                <a:gd name="T9" fmla="*/ 10 h 217"/>
                <a:gd name="T10" fmla="*/ 18 w 88"/>
                <a:gd name="T11" fmla="*/ 4 h 217"/>
                <a:gd name="T12" fmla="*/ 1 w 88"/>
                <a:gd name="T13" fmla="*/ 22 h 217"/>
                <a:gd name="T14" fmla="*/ 71 w 88"/>
                <a:gd name="T15" fmla="*/ 343 h 217"/>
                <a:gd name="T16" fmla="*/ 85 w 88"/>
                <a:gd name="T17" fmla="*/ 356 h 217"/>
                <a:gd name="T18" fmla="*/ 87 w 88"/>
                <a:gd name="T19" fmla="*/ 356 h 217"/>
                <a:gd name="T20" fmla="*/ 92 w 88"/>
                <a:gd name="T21" fmla="*/ 356 h 217"/>
                <a:gd name="T22" fmla="*/ 109 w 88"/>
                <a:gd name="T23" fmla="*/ 343 h 217"/>
                <a:gd name="T24" fmla="*/ 176 w 88"/>
                <a:gd name="T25" fmla="*/ 22 h 217"/>
                <a:gd name="T26" fmla="*/ 163 w 88"/>
                <a:gd name="T27" fmla="*/ 4 h 21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8"/>
                <a:gd name="T43" fmla="*/ 0 h 217"/>
                <a:gd name="T44" fmla="*/ 88 w 88"/>
                <a:gd name="T45" fmla="*/ 217 h 21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8" h="217">
                  <a:moveTo>
                    <a:pt x="81" y="2"/>
                  </a:moveTo>
                  <a:cubicBezTo>
                    <a:pt x="78" y="0"/>
                    <a:pt x="73" y="2"/>
                    <a:pt x="70" y="6"/>
                  </a:cubicBezTo>
                  <a:cubicBezTo>
                    <a:pt x="67" y="5"/>
                    <a:pt x="62" y="2"/>
                    <a:pt x="57" y="2"/>
                  </a:cubicBezTo>
                  <a:cubicBezTo>
                    <a:pt x="31" y="2"/>
                    <a:pt x="31" y="2"/>
                    <a:pt x="31" y="2"/>
                  </a:cubicBezTo>
                  <a:cubicBezTo>
                    <a:pt x="26" y="2"/>
                    <a:pt x="22" y="5"/>
                    <a:pt x="18" y="6"/>
                  </a:cubicBezTo>
                  <a:cubicBezTo>
                    <a:pt x="16" y="2"/>
                    <a:pt x="12" y="0"/>
                    <a:pt x="9" y="2"/>
                  </a:cubicBezTo>
                  <a:cubicBezTo>
                    <a:pt x="4" y="2"/>
                    <a:pt x="0" y="9"/>
                    <a:pt x="1" y="13"/>
                  </a:cubicBezTo>
                  <a:cubicBezTo>
                    <a:pt x="35" y="209"/>
                    <a:pt x="35" y="209"/>
                    <a:pt x="35" y="209"/>
                  </a:cubicBezTo>
                  <a:cubicBezTo>
                    <a:pt x="36" y="214"/>
                    <a:pt x="38" y="217"/>
                    <a:pt x="42" y="217"/>
                  </a:cubicBezTo>
                  <a:cubicBezTo>
                    <a:pt x="43" y="217"/>
                    <a:pt x="43" y="217"/>
                    <a:pt x="43" y="217"/>
                  </a:cubicBezTo>
                  <a:cubicBezTo>
                    <a:pt x="46" y="217"/>
                    <a:pt x="46" y="217"/>
                    <a:pt x="46" y="217"/>
                  </a:cubicBezTo>
                  <a:cubicBezTo>
                    <a:pt x="50" y="217"/>
                    <a:pt x="54" y="214"/>
                    <a:pt x="54" y="209"/>
                  </a:cubicBezTo>
                  <a:cubicBezTo>
                    <a:pt x="87" y="13"/>
                    <a:pt x="87" y="13"/>
                    <a:pt x="87" y="13"/>
                  </a:cubicBezTo>
                  <a:cubicBezTo>
                    <a:pt x="88" y="9"/>
                    <a:pt x="85" y="2"/>
                    <a:pt x="81" y="2"/>
                  </a:cubicBezTo>
                  <a:close/>
                </a:path>
              </a:pathLst>
            </a:custGeom>
            <a:solidFill>
              <a:schemeClr val="dk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grpSp>
      <p:sp>
        <p:nvSpPr>
          <p:cNvPr id="5" name="矩形 4"/>
          <p:cNvSpPr/>
          <p:nvPr/>
        </p:nvSpPr>
        <p:spPr>
          <a:xfrm>
            <a:off x="7138035" y="3343910"/>
            <a:ext cx="1856105" cy="521970"/>
          </a:xfrm>
          <a:prstGeom prst="rect">
            <a:avLst/>
          </a:prstGeom>
          <a:noFill/>
          <a:ln>
            <a:noFill/>
          </a:ln>
        </p:spPr>
        <p:txBody>
          <a:bodyPr wrap="square" rtlCol="0" anchor="t">
            <a:spAutoFit/>
          </a:bodyPr>
          <a:lstStyle/>
          <a:p>
            <a:pPr algn="ctr"/>
            <a:r>
              <a:rPr lang="zh-CN" altLang="en-US" sz="2800" b="1">
                <a:solidFill>
                  <a:schemeClr val="tx1"/>
                </a:solidFill>
                <a:effectLst>
                  <a:outerShdw blurRad="38100" dist="19050" dir="2700000" algn="tl" rotWithShape="0">
                    <a:schemeClr val="dk1">
                      <a:alpha val="40000"/>
                    </a:schemeClr>
                  </a:outerShdw>
                </a:effectLst>
              </a:rPr>
              <a:t>性质</a:t>
            </a:r>
            <a:endParaRPr lang="zh-CN" altLang="en-US" sz="2800" b="1">
              <a:solidFill>
                <a:schemeClr val="tx1"/>
              </a:solidFill>
              <a:effectLst>
                <a:outerShdw blurRad="38100" dist="19050" dir="2700000" algn="tl" rotWithShape="0">
                  <a:schemeClr val="dk1">
                    <a:alpha val="40000"/>
                  </a:schemeClr>
                </a:outerShdw>
              </a:effectLst>
            </a:endParaRPr>
          </a:p>
        </p:txBody>
      </p:sp>
      <p:sp>
        <p:nvSpPr>
          <p:cNvPr id="7" name="矩形 6"/>
          <p:cNvSpPr/>
          <p:nvPr/>
        </p:nvSpPr>
        <p:spPr>
          <a:xfrm>
            <a:off x="8752205" y="1937385"/>
            <a:ext cx="1856105" cy="521970"/>
          </a:xfrm>
          <a:prstGeom prst="rect">
            <a:avLst/>
          </a:prstGeom>
          <a:noFill/>
          <a:ln>
            <a:noFill/>
          </a:ln>
        </p:spPr>
        <p:txBody>
          <a:bodyPr wrap="square" rtlCol="0" anchor="t">
            <a:spAutoFit/>
          </a:bodyPr>
          <a:lstStyle/>
          <a:p>
            <a:pPr algn="ctr"/>
            <a:r>
              <a:rPr lang="zh-CN" altLang="en-US" sz="2800" b="1">
                <a:solidFill>
                  <a:schemeClr val="tx1"/>
                </a:solidFill>
                <a:effectLst>
                  <a:outerShdw blurRad="38100" dist="19050" dir="2700000" algn="tl" rotWithShape="0">
                    <a:schemeClr val="dk1">
                      <a:alpha val="40000"/>
                    </a:schemeClr>
                  </a:outerShdw>
                </a:effectLst>
              </a:rPr>
              <a:t>状态</a:t>
            </a:r>
            <a:endParaRPr lang="zh-CN" altLang="en-US" sz="2800" b="1">
              <a:solidFill>
                <a:schemeClr val="tx1"/>
              </a:solidFill>
              <a:effectLst>
                <a:outerShdw blurRad="38100" dist="19050" dir="2700000" algn="tl" rotWithShape="0">
                  <a:schemeClr val="dk1">
                    <a:alpha val="40000"/>
                  </a:schemeClr>
                </a:outerShdw>
              </a:effectLst>
            </a:endParaRPr>
          </a:p>
        </p:txBody>
      </p:sp>
      <p:sp>
        <p:nvSpPr>
          <p:cNvPr id="8" name="矩形 7"/>
          <p:cNvSpPr/>
          <p:nvPr/>
        </p:nvSpPr>
        <p:spPr>
          <a:xfrm>
            <a:off x="10297795" y="2459355"/>
            <a:ext cx="1856105" cy="521970"/>
          </a:xfrm>
          <a:prstGeom prst="rect">
            <a:avLst/>
          </a:prstGeom>
          <a:noFill/>
          <a:ln>
            <a:noFill/>
          </a:ln>
        </p:spPr>
        <p:txBody>
          <a:bodyPr wrap="square" rtlCol="0" anchor="t">
            <a:spAutoFit/>
          </a:bodyPr>
          <a:lstStyle/>
          <a:p>
            <a:pPr algn="ctr"/>
            <a:r>
              <a:rPr lang="zh-CN" altLang="en-US" sz="2800" b="1">
                <a:solidFill>
                  <a:schemeClr val="tx1"/>
                </a:solidFill>
                <a:effectLst>
                  <a:outerShdw blurRad="38100" dist="19050" dir="2700000" algn="tl" rotWithShape="0">
                    <a:schemeClr val="dk1">
                      <a:alpha val="40000"/>
                    </a:schemeClr>
                  </a:outerShdw>
                </a:effectLst>
              </a:rPr>
              <a:t>关系</a:t>
            </a:r>
            <a:endParaRPr lang="zh-CN" altLang="en-US" sz="2800" b="1">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mc:Choice xmlns:a14="http://schemas.microsoft.com/office/drawing/2010/main" Requires="a14">
          <p:sp>
            <p:nvSpPr>
              <p:cNvPr id="10" name="内容占位符 9"/>
              <p:cNvSpPr>
                <a:spLocks noGrp="1"/>
              </p:cNvSpPr>
              <p:nvPr>
                <p:ph idx="1"/>
              </p:nvPr>
            </p:nvSpPr>
            <p:spPr>
              <a:xfrm>
                <a:off x="356235" y="1849120"/>
                <a:ext cx="6595110" cy="4932680"/>
              </a:xfrm>
            </p:spPr>
            <p:txBody>
              <a:bodyPr>
                <a:normAutofit/>
              </a:bodyPr>
              <a:lstStyle/>
              <a:p>
                <a:pPr marL="0" indent="0">
                  <a:lnSpc>
                    <a:spcPct val="150000"/>
                  </a:lnSpc>
                  <a:buNone/>
                </a:pPr>
                <a:r>
                  <a:rPr lang="zh-CN" altLang="zh-CN" sz="1800" dirty="0"/>
                  <a:t>算法的时间复杂度(Time Complexity)是指算法的执行时间随问题规模的变化而变化的趋势，反映算法执行时间的长短。</a:t>
                </a:r>
                <a:endParaRPr lang="zh-CN" altLang="zh-CN" sz="1800" dirty="0"/>
              </a:p>
              <a:p>
                <a:pPr marL="0" indent="0">
                  <a:lnSpc>
                    <a:spcPct val="150000"/>
                  </a:lnSpc>
                  <a:buNone/>
                </a:pPr>
                <a:endParaRPr lang="zh-CN" altLang="zh-CN" sz="1800" dirty="0"/>
              </a:p>
              <a:p>
                <a:pPr marL="0" indent="0">
                  <a:lnSpc>
                    <a:spcPct val="150000"/>
                  </a:lnSpc>
                  <a:buNone/>
                </a:pPr>
                <a:r>
                  <a:rPr lang="zh-CN" altLang="zh-CN" sz="1800" dirty="0">
                    <a:solidFill>
                      <a:schemeClr val="tx1"/>
                    </a:solidFill>
                  </a:rPr>
                  <a:t>当问题的规模为n时，T(n)表示此时算法的执行时间，称为算法的时间复杂度，当n增大时，T(n)也随之增大。</a:t>
                </a:r>
                <a:endParaRPr lang="zh-CN" altLang="zh-CN" sz="1800" dirty="0">
                  <a:solidFill>
                    <a:schemeClr val="tx1"/>
                  </a:solidFill>
                </a:endParaRPr>
              </a:p>
              <a:p>
                <a:pPr marL="0" indent="0">
                  <a:lnSpc>
                    <a:spcPct val="150000"/>
                  </a:lnSpc>
                  <a:buNone/>
                </a:pPr>
                <a:r>
                  <a:rPr lang="zh-CN" altLang="zh-CN" sz="1800" dirty="0">
                    <a:solidFill>
                      <a:schemeClr val="tx1"/>
                    </a:solidFill>
                  </a:rPr>
                  <a:t>假设一个算法是由n条指令序列构成的集合，算法的执行时间如下：</a:t>
                </a:r>
                <a:endParaRPr lang="zh-CN" altLang="zh-CN" sz="1800" dirty="0">
                  <a:solidFill>
                    <a:schemeClr val="tx1"/>
                  </a:solidFill>
                </a:endParaRPr>
              </a:p>
              <a:p>
                <a:pPr marL="0" indent="0">
                  <a:lnSpc>
                    <a:spcPct val="150000"/>
                  </a:lnSpc>
                  <a:buNone/>
                </a:pPr>
                <a14:m>
                  <m:oMathPara xmlns:m="http://schemas.openxmlformats.org/officeDocument/2006/math">
                    <m:oMathParaPr>
                      <m:jc m:val="centerGroup"/>
                    </m:oMathParaPr>
                    <m:oMath xmlns:m="http://schemas.openxmlformats.org/officeDocument/2006/math">
                      <m:r>
                        <m:rPr>
                          <m:sty m:val="p"/>
                        </m:rPr>
                        <a:rPr lang="en-US" altLang="zh-CN" sz="1800" kern="100" smtClean="0">
                          <a:effectLst/>
                          <a:latin typeface="Cambria Math" panose="02040503050406030204" pitchFamily="18" charset="0"/>
                          <a:ea typeface="等线" panose="02010600030101010101" charset="-122"/>
                          <a:cs typeface="Times New Roman" panose="02020603050405020304" pitchFamily="18" charset="0"/>
                        </a:rPr>
                        <m:t>T</m:t>
                      </m:r>
                      <m:r>
                        <a:rPr lang="en-US" altLang="zh-CN" sz="1800" kern="100" smtClean="0">
                          <a:effectLst/>
                          <a:latin typeface="Cambria Math" panose="02040503050406030204" pitchFamily="18" charset="0"/>
                          <a:ea typeface="等线" panose="02010600030101010101" charset="-122"/>
                          <a:cs typeface="Times New Roman" panose="02020603050405020304" pitchFamily="18" charset="0"/>
                        </a:rPr>
                        <m:t>(</m:t>
                      </m:r>
                      <m:r>
                        <m:rPr>
                          <m:sty m:val="p"/>
                        </m:rPr>
                        <a:rPr lang="en-US" altLang="zh-CN" sz="1800" kern="100" smtClean="0">
                          <a:effectLst/>
                          <a:latin typeface="Cambria Math" panose="02040503050406030204" pitchFamily="18" charset="0"/>
                          <a:ea typeface="等线" panose="02010600030101010101" charset="-122"/>
                          <a:cs typeface="Times New Roman" panose="02020603050405020304" pitchFamily="18" charset="0"/>
                        </a:rPr>
                        <m:t>n</m:t>
                      </m:r>
                      <m:r>
                        <a:rPr lang="en-US" altLang="zh-CN" sz="1800" kern="100" smtClean="0">
                          <a:effectLst/>
                          <a:latin typeface="Cambria Math" panose="02040503050406030204" pitchFamily="18" charset="0"/>
                          <a:ea typeface="等线" panose="02010600030101010101" charset="-122"/>
                          <a:cs typeface="Times New Roman" panose="02020603050405020304" pitchFamily="18" charset="0"/>
                        </a:rPr>
                        <m:t>)=</m:t>
                      </m:r>
                      <m:nary>
                        <m:naryPr>
                          <m:chr m:val="∑"/>
                          <m:limLoc m:val="undOv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kern="100">
                              <a:effectLst/>
                              <a:latin typeface="Cambria Math" panose="02040503050406030204" pitchFamily="18" charset="0"/>
                              <a:ea typeface="等线" panose="02010600030101010101" charset="-122"/>
                              <a:cs typeface="Times New Roman" panose="02020603050405020304" pitchFamily="18" charset="0"/>
                            </a:rPr>
                            <m:t>𝑖</m:t>
                          </m:r>
                          <m:r>
                            <a:rPr lang="en-US" altLang="zh-CN" sz="1800" i="1" kern="100">
                              <a:effectLst/>
                              <a:latin typeface="Cambria Math" panose="02040503050406030204" pitchFamily="18" charset="0"/>
                              <a:ea typeface="等线" panose="02010600030101010101" charset="-122"/>
                              <a:cs typeface="Times New Roman" panose="02020603050405020304" pitchFamily="18" charset="0"/>
                            </a:rPr>
                            <m:t>=</m:t>
                          </m:r>
                          <m:r>
                            <a:rPr lang="en-US" altLang="zh-CN" sz="1800" i="1" kern="100">
                              <a:effectLst/>
                              <a:latin typeface="Cambria Math" panose="02040503050406030204" pitchFamily="18" charset="0"/>
                              <a:ea typeface="等线" panose="02010600030101010101" charset="-122"/>
                              <a:cs typeface="Times New Roman" panose="02020603050405020304" pitchFamily="18" charset="0"/>
                            </a:rPr>
                            <m:t>1</m:t>
                          </m:r>
                        </m:sub>
                        <m:sup>
                          <m:r>
                            <a:rPr lang="en-US" altLang="zh-CN" sz="1800" i="1" kern="100">
                              <a:effectLst/>
                              <a:latin typeface="Cambria Math" panose="02040503050406030204" pitchFamily="18" charset="0"/>
                              <a:ea typeface="等线" panose="02010600030101010101" charset="-122"/>
                              <a:cs typeface="Times New Roman" panose="02020603050405020304" pitchFamily="18" charset="0"/>
                            </a:rPr>
                            <m:t>𝑛</m:t>
                          </m:r>
                        </m:sup>
                        <m:e>
                          <m:r>
                            <a:rPr lang="zh-CN" altLang="zh-CN" sz="1800" i="1" kern="100">
                              <a:effectLst/>
                              <a:latin typeface="Cambria Math" panose="02040503050406030204" pitchFamily="18" charset="0"/>
                              <a:ea typeface="等线" panose="02010600030101010101" charset="-122"/>
                              <a:cs typeface="Times New Roman" panose="02020603050405020304" pitchFamily="18" charset="0"/>
                            </a:rPr>
                            <m:t>指令序列</m:t>
                          </m:r>
                          <m:d>
                            <m:d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effectLst/>
                                  <a:latin typeface="Cambria Math" panose="02040503050406030204" pitchFamily="18" charset="0"/>
                                  <a:ea typeface="等线" panose="02010600030101010101" charset="-122"/>
                                  <a:cs typeface="Times New Roman" panose="02020603050405020304" pitchFamily="18" charset="0"/>
                                </a:rPr>
                                <m:t>𝑖</m:t>
                              </m:r>
                            </m:e>
                          </m:d>
                          <m:r>
                            <a:rPr lang="zh-CN" altLang="zh-CN" sz="1800" i="1" kern="100">
                              <a:effectLst/>
                              <a:latin typeface="Cambria Math" panose="02040503050406030204" pitchFamily="18" charset="0"/>
                              <a:ea typeface="等线" panose="02010600030101010101" charset="-122"/>
                              <a:cs typeface="Times New Roman" panose="02020603050405020304" pitchFamily="18" charset="0"/>
                            </a:rPr>
                            <m:t>的执行次数</m:t>
                          </m:r>
                          <m:r>
                            <a:rPr lang="en-US" altLang="zh-CN" sz="1800" i="1" kern="100">
                              <a:effectLst/>
                              <a:latin typeface="Cambria Math" panose="02040503050406030204" pitchFamily="18" charset="0"/>
                              <a:ea typeface="等线" panose="02010600030101010101" charset="-122"/>
                              <a:cs typeface="Times New Roman" panose="02020603050405020304" pitchFamily="18" charset="0"/>
                            </a:rPr>
                            <m:t>×</m:t>
                          </m:r>
                          <m:r>
                            <a:rPr lang="zh-CN" altLang="zh-CN" sz="1800" i="1" kern="100">
                              <a:effectLst/>
                              <a:latin typeface="Cambria Math" panose="02040503050406030204" pitchFamily="18" charset="0"/>
                              <a:ea typeface="等线" panose="02010600030101010101" charset="-122"/>
                              <a:cs typeface="Times New Roman" panose="02020603050405020304" pitchFamily="18" charset="0"/>
                            </a:rPr>
                            <m:t>指令序列</m:t>
                          </m:r>
                          <m:d>
                            <m:d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effectLst/>
                                  <a:latin typeface="Cambria Math" panose="02040503050406030204" pitchFamily="18" charset="0"/>
                                  <a:ea typeface="等线" panose="02010600030101010101" charset="-122"/>
                                  <a:cs typeface="Times New Roman" panose="02020603050405020304" pitchFamily="18" charset="0"/>
                                </a:rPr>
                                <m:t>𝑖</m:t>
                              </m:r>
                            </m:e>
                          </m:d>
                          <m:r>
                            <a:rPr lang="zh-CN" altLang="zh-CN" sz="1800" i="1" kern="100">
                              <a:effectLst/>
                              <a:latin typeface="Cambria Math" panose="02040503050406030204" pitchFamily="18" charset="0"/>
                              <a:ea typeface="等线" panose="02010600030101010101" charset="-122"/>
                              <a:cs typeface="Times New Roman" panose="02020603050405020304" pitchFamily="18" charset="0"/>
                            </a:rPr>
                            <m:t>的执行时间</m:t>
                          </m:r>
                        </m:e>
                      </m:nary>
                    </m:oMath>
                  </m:oMathPara>
                </a14:m>
                <a:endParaRPr lang="zh-CN" altLang="zh-CN" sz="1800" dirty="0">
                  <a:solidFill>
                    <a:schemeClr val="tx1"/>
                  </a:solidFill>
                </a:endParaRPr>
              </a:p>
            </p:txBody>
          </p:sp>
        </mc:Choice>
        <mc:Fallback>
          <p:sp>
            <p:nvSpPr>
              <p:cNvPr id="10" name="内容占位符 9"/>
              <p:cNvSpPr>
                <a:spLocks noRot="1" noChangeAspect="1" noMove="1" noResize="1" noEditPoints="1" noAdjustHandles="1" noChangeArrowheads="1" noChangeShapeType="1" noTextEdit="1"/>
              </p:cNvSpPr>
              <p:nvPr>
                <p:ph idx="1"/>
              </p:nvPr>
            </p:nvSpPr>
            <p:spPr>
              <a:xfrm>
                <a:off x="356235" y="1849120"/>
                <a:ext cx="6595110" cy="4932680"/>
              </a:xfrm>
              <a:blipFill rotWithShape="1">
                <a:blip r:embed="rId1"/>
                <a:stretch>
                  <a:fillRect/>
                </a:stretch>
              </a:blipFill>
            </p:spPr>
            <p:txBody>
              <a:bodyPr/>
              <a:lstStyle/>
              <a:p>
                <a:r>
                  <a:rPr lang="zh-CN" altLang="en-US">
                    <a:noFill/>
                  </a:rPr>
                  <a:t> </a:t>
                </a:r>
              </a:p>
            </p:txBody>
          </p:sp>
        </mc:Fallback>
      </mc:AlternateContent>
      <p:sp>
        <p:nvSpPr>
          <p:cNvPr id="13" name="矩形 12"/>
          <p:cNvSpPr>
            <a:spLocks noGrp="1" noRot="1" noChangeAspect="1" noMove="1" noResize="1" noEditPoints="1" noAdjustHandles="1" noChangeArrowheads="1" noChangeShapeType="1" noTextEdit="1"/>
          </p:cNvSpPr>
          <p:nvPr/>
        </p:nvSpPr>
        <p:spPr>
          <a:blipFill rotWithShape="1">
            <a:blip r:embed="rId2"/>
            <a:stretch>
              <a:fillRect l="-1809" t="-2574" r="-3101"/>
            </a:stretch>
          </a:blipFill>
        </p:spPr>
      </p:sp>
    </p:spTree>
  </p:cSld>
  <p:clrMapOvr>
    <a:masterClrMapping/>
  </p:clrMapOvr>
  <p:transition>
    <p:cover dir="d"/>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zh-CN" dirty="0">
                <a:solidFill>
                  <a:schemeClr val="accent2"/>
                </a:solidFill>
                <a:sym typeface="+mn-ea"/>
              </a:rPr>
              <a:t>算法分析</a:t>
            </a:r>
            <a:endParaRPr lang="zh-CN" altLang="zh-CN" dirty="0">
              <a:solidFill>
                <a:schemeClr val="accent2"/>
              </a:solidFill>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9" name="标题 1"/>
          <p:cNvSpPr>
            <a:spLocks noGrp="1"/>
          </p:cNvSpPr>
          <p:nvPr/>
        </p:nvSpPr>
        <p:spPr>
          <a:xfrm>
            <a:off x="-131338" y="1237937"/>
            <a:ext cx="7076968" cy="6109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lvl="1" algn="l" rtl="0">
              <a:lnSpc>
                <a:spcPct val="90000"/>
              </a:lnSpc>
              <a:spcBef>
                <a:spcPct val="0"/>
              </a:spcBef>
            </a:pPr>
            <a:r>
              <a:rPr lang="en-US" altLang="zh-CN" sz="3600" kern="1200" dirty="0">
                <a:solidFill>
                  <a:schemeClr val="tx1"/>
                </a:solidFill>
                <a:latin typeface="+mj-lt"/>
                <a:ea typeface="+mj-ea"/>
                <a:cs typeface="+mj-cs"/>
              </a:rPr>
              <a:t>--</a:t>
            </a:r>
            <a:r>
              <a:rPr lang="zh-CN" altLang="zh-CN" sz="3600" kern="1200" dirty="0">
                <a:solidFill>
                  <a:schemeClr val="tx1"/>
                </a:solidFill>
                <a:latin typeface="+mj-lt"/>
                <a:ea typeface="+mj-ea"/>
                <a:cs typeface="+mj-cs"/>
              </a:rPr>
              <a:t>算法的时间复杂度</a:t>
            </a:r>
            <a:endParaRPr lang="zh-CN" altLang="zh-CN" sz="3600" kern="1200" dirty="0">
              <a:solidFill>
                <a:schemeClr val="tx1"/>
              </a:solidFill>
              <a:latin typeface="+mj-lt"/>
              <a:ea typeface="+mj-ea"/>
              <a:cs typeface="+mj-cs"/>
            </a:endParaRPr>
          </a:p>
        </p:txBody>
      </p:sp>
      <p:grpSp>
        <p:nvGrpSpPr>
          <p:cNvPr id="17413" name="Group 85"/>
          <p:cNvGrpSpPr>
            <a:grpSpLocks noChangeAspect="1"/>
          </p:cNvGrpSpPr>
          <p:nvPr/>
        </p:nvGrpSpPr>
        <p:grpSpPr bwMode="auto">
          <a:xfrm>
            <a:off x="7227570" y="1580515"/>
            <a:ext cx="4794250" cy="3910330"/>
            <a:chOff x="816" y="444"/>
            <a:chExt cx="2310" cy="1884"/>
          </a:xfrm>
        </p:grpSpPr>
        <p:sp>
          <p:nvSpPr>
            <p:cNvPr id="17431" name="AutoShape 84"/>
            <p:cNvSpPr>
              <a:spLocks noChangeAspect="1" noChangeArrowheads="1" noTextEdit="1"/>
            </p:cNvSpPr>
            <p:nvPr/>
          </p:nvSpPr>
          <p:spPr bwMode="auto">
            <a:xfrm>
              <a:off x="816" y="468"/>
              <a:ext cx="2310" cy="1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mn-lt"/>
                <a:cs typeface="+mn-ea"/>
                <a:sym typeface="+mn-lt"/>
              </a:endParaRPr>
            </a:p>
          </p:txBody>
        </p:sp>
        <p:sp>
          <p:nvSpPr>
            <p:cNvPr id="17432" name="Freeform 86"/>
            <p:cNvSpPr/>
            <p:nvPr/>
          </p:nvSpPr>
          <p:spPr bwMode="auto">
            <a:xfrm>
              <a:off x="1544" y="2054"/>
              <a:ext cx="847" cy="238"/>
            </a:xfrm>
            <a:custGeom>
              <a:avLst/>
              <a:gdLst>
                <a:gd name="T0" fmla="*/ 563 w 847"/>
                <a:gd name="T1" fmla="*/ 65 h 238"/>
                <a:gd name="T2" fmla="*/ 563 w 847"/>
                <a:gd name="T3" fmla="*/ 0 h 238"/>
                <a:gd name="T4" fmla="*/ 281 w 847"/>
                <a:gd name="T5" fmla="*/ 0 h 238"/>
                <a:gd name="T6" fmla="*/ 281 w 847"/>
                <a:gd name="T7" fmla="*/ 102 h 238"/>
                <a:gd name="T8" fmla="*/ 0 w 847"/>
                <a:gd name="T9" fmla="*/ 102 h 238"/>
                <a:gd name="T10" fmla="*/ 0 w 847"/>
                <a:gd name="T11" fmla="*/ 238 h 238"/>
                <a:gd name="T12" fmla="*/ 281 w 847"/>
                <a:gd name="T13" fmla="*/ 238 h 238"/>
                <a:gd name="T14" fmla="*/ 563 w 847"/>
                <a:gd name="T15" fmla="*/ 238 h 238"/>
                <a:gd name="T16" fmla="*/ 847 w 847"/>
                <a:gd name="T17" fmla="*/ 238 h 238"/>
                <a:gd name="T18" fmla="*/ 847 w 847"/>
                <a:gd name="T19" fmla="*/ 65 h 238"/>
                <a:gd name="T20" fmla="*/ 563 w 847"/>
                <a:gd name="T21" fmla="*/ 65 h 23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47"/>
                <a:gd name="T34" fmla="*/ 0 h 238"/>
                <a:gd name="T35" fmla="*/ 847 w 847"/>
                <a:gd name="T36" fmla="*/ 238 h 23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47" h="238">
                  <a:moveTo>
                    <a:pt x="563" y="65"/>
                  </a:moveTo>
                  <a:lnTo>
                    <a:pt x="563" y="0"/>
                  </a:lnTo>
                  <a:lnTo>
                    <a:pt x="281" y="0"/>
                  </a:lnTo>
                  <a:lnTo>
                    <a:pt x="281" y="102"/>
                  </a:lnTo>
                  <a:lnTo>
                    <a:pt x="0" y="102"/>
                  </a:lnTo>
                  <a:lnTo>
                    <a:pt x="0" y="238"/>
                  </a:lnTo>
                  <a:lnTo>
                    <a:pt x="281" y="238"/>
                  </a:lnTo>
                  <a:lnTo>
                    <a:pt x="563" y="238"/>
                  </a:lnTo>
                  <a:lnTo>
                    <a:pt x="847" y="238"/>
                  </a:lnTo>
                  <a:lnTo>
                    <a:pt x="847" y="65"/>
                  </a:lnTo>
                  <a:lnTo>
                    <a:pt x="563" y="6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33" name="Rectangle 87"/>
            <p:cNvSpPr>
              <a:spLocks noChangeArrowheads="1"/>
            </p:cNvSpPr>
            <p:nvPr/>
          </p:nvSpPr>
          <p:spPr bwMode="auto">
            <a:xfrm>
              <a:off x="1312" y="2138"/>
              <a:ext cx="432" cy="187"/>
            </a:xfrm>
            <a:prstGeom prst="rect">
              <a:avLst/>
            </a:prstGeom>
            <a:solidFill>
              <a:schemeClr val="dk2">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4" name="Rectangle 88"/>
            <p:cNvSpPr>
              <a:spLocks noChangeArrowheads="1"/>
            </p:cNvSpPr>
            <p:nvPr/>
          </p:nvSpPr>
          <p:spPr bwMode="auto">
            <a:xfrm>
              <a:off x="1741" y="1992"/>
              <a:ext cx="430" cy="333"/>
            </a:xfrm>
            <a:prstGeom prst="rect">
              <a:avLst/>
            </a:prstGeom>
            <a:solidFill>
              <a:schemeClr val="dk2">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5" name="Rectangle 89"/>
            <p:cNvSpPr>
              <a:spLocks noChangeArrowheads="1"/>
            </p:cNvSpPr>
            <p:nvPr/>
          </p:nvSpPr>
          <p:spPr bwMode="auto">
            <a:xfrm>
              <a:off x="2171" y="2086"/>
              <a:ext cx="429" cy="239"/>
            </a:xfrm>
            <a:prstGeom prst="rect">
              <a:avLst/>
            </a:prstGeom>
            <a:solidFill>
              <a:schemeClr val="accent2">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6" name="Oval 90"/>
            <p:cNvSpPr>
              <a:spLocks noChangeArrowheads="1"/>
            </p:cNvSpPr>
            <p:nvPr/>
          </p:nvSpPr>
          <p:spPr bwMode="auto">
            <a:xfrm>
              <a:off x="2510" y="715"/>
              <a:ext cx="456" cy="451"/>
            </a:xfrm>
            <a:prstGeom prst="ellipse">
              <a:avLst/>
            </a:pr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7" name="Freeform 91"/>
            <p:cNvSpPr/>
            <p:nvPr/>
          </p:nvSpPr>
          <p:spPr bwMode="auto">
            <a:xfrm>
              <a:off x="2472" y="961"/>
              <a:ext cx="241" cy="242"/>
            </a:xfrm>
            <a:custGeom>
              <a:avLst/>
              <a:gdLst>
                <a:gd name="T0" fmla="*/ 331 w 171"/>
                <a:gd name="T1" fmla="*/ 99 h 189"/>
                <a:gd name="T2" fmla="*/ 314 w 171"/>
                <a:gd name="T3" fmla="*/ 90 h 189"/>
                <a:gd name="T4" fmla="*/ 297 w 171"/>
                <a:gd name="T5" fmla="*/ 67 h 189"/>
                <a:gd name="T6" fmla="*/ 262 w 171"/>
                <a:gd name="T7" fmla="*/ 35 h 189"/>
                <a:gd name="T8" fmla="*/ 238 w 171"/>
                <a:gd name="T9" fmla="*/ 24 h 189"/>
                <a:gd name="T10" fmla="*/ 227 w 171"/>
                <a:gd name="T11" fmla="*/ 6 h 189"/>
                <a:gd name="T12" fmla="*/ 207 w 171"/>
                <a:gd name="T13" fmla="*/ 12 h 189"/>
                <a:gd name="T14" fmla="*/ 4 w 171"/>
                <a:gd name="T15" fmla="*/ 284 h 189"/>
                <a:gd name="T16" fmla="*/ 4 w 171"/>
                <a:gd name="T17" fmla="*/ 302 h 189"/>
                <a:gd name="T18" fmla="*/ 6 w 171"/>
                <a:gd name="T19" fmla="*/ 302 h 189"/>
                <a:gd name="T20" fmla="*/ 6 w 171"/>
                <a:gd name="T21" fmla="*/ 306 h 189"/>
                <a:gd name="T22" fmla="*/ 28 w 171"/>
                <a:gd name="T23" fmla="*/ 306 h 189"/>
                <a:gd name="T24" fmla="*/ 328 w 171"/>
                <a:gd name="T25" fmla="*/ 118 h 189"/>
                <a:gd name="T26" fmla="*/ 331 w 171"/>
                <a:gd name="T27" fmla="*/ 99 h 18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1"/>
                <a:gd name="T43" fmla="*/ 0 h 189"/>
                <a:gd name="T44" fmla="*/ 171 w 171"/>
                <a:gd name="T45" fmla="*/ 189 h 18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1" h="189">
                  <a:moveTo>
                    <a:pt x="167" y="60"/>
                  </a:moveTo>
                  <a:cubicBezTo>
                    <a:pt x="165" y="55"/>
                    <a:pt x="161" y="53"/>
                    <a:pt x="158" y="55"/>
                  </a:cubicBezTo>
                  <a:cubicBezTo>
                    <a:pt x="156" y="49"/>
                    <a:pt x="154" y="45"/>
                    <a:pt x="150" y="41"/>
                  </a:cubicBezTo>
                  <a:cubicBezTo>
                    <a:pt x="132" y="21"/>
                    <a:pt x="132" y="21"/>
                    <a:pt x="132" y="21"/>
                  </a:cubicBezTo>
                  <a:cubicBezTo>
                    <a:pt x="129" y="16"/>
                    <a:pt x="125" y="15"/>
                    <a:pt x="120" y="15"/>
                  </a:cubicBezTo>
                  <a:cubicBezTo>
                    <a:pt x="121" y="11"/>
                    <a:pt x="120" y="7"/>
                    <a:pt x="114" y="4"/>
                  </a:cubicBezTo>
                  <a:cubicBezTo>
                    <a:pt x="112" y="0"/>
                    <a:pt x="105" y="2"/>
                    <a:pt x="104" y="7"/>
                  </a:cubicBezTo>
                  <a:cubicBezTo>
                    <a:pt x="2" y="173"/>
                    <a:pt x="2" y="173"/>
                    <a:pt x="2" y="173"/>
                  </a:cubicBezTo>
                  <a:cubicBezTo>
                    <a:pt x="0" y="177"/>
                    <a:pt x="0" y="180"/>
                    <a:pt x="2" y="184"/>
                  </a:cubicBezTo>
                  <a:cubicBezTo>
                    <a:pt x="3" y="184"/>
                    <a:pt x="3" y="184"/>
                    <a:pt x="3" y="184"/>
                  </a:cubicBezTo>
                  <a:cubicBezTo>
                    <a:pt x="3" y="187"/>
                    <a:pt x="3" y="187"/>
                    <a:pt x="3" y="187"/>
                  </a:cubicBezTo>
                  <a:cubicBezTo>
                    <a:pt x="7" y="189"/>
                    <a:pt x="11" y="189"/>
                    <a:pt x="14" y="187"/>
                  </a:cubicBezTo>
                  <a:cubicBezTo>
                    <a:pt x="165" y="72"/>
                    <a:pt x="165" y="72"/>
                    <a:pt x="165" y="72"/>
                  </a:cubicBezTo>
                  <a:cubicBezTo>
                    <a:pt x="169" y="70"/>
                    <a:pt x="171" y="63"/>
                    <a:pt x="167" y="60"/>
                  </a:cubicBezTo>
                  <a:close/>
                </a:path>
              </a:pathLst>
            </a:cu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38" name="Freeform 92"/>
            <p:cNvSpPr/>
            <p:nvPr/>
          </p:nvSpPr>
          <p:spPr bwMode="auto">
            <a:xfrm>
              <a:off x="1449" y="1662"/>
              <a:ext cx="157" cy="155"/>
            </a:xfrm>
            <a:custGeom>
              <a:avLst/>
              <a:gdLst>
                <a:gd name="T0" fmla="*/ 110 w 111"/>
                <a:gd name="T1" fmla="*/ 199 h 121"/>
                <a:gd name="T2" fmla="*/ 222 w 111"/>
                <a:gd name="T3" fmla="*/ 100 h 121"/>
                <a:gd name="T4" fmla="*/ 110 w 111"/>
                <a:gd name="T5" fmla="*/ 0 h 121"/>
                <a:gd name="T6" fmla="*/ 0 w 111"/>
                <a:gd name="T7" fmla="*/ 100 h 121"/>
                <a:gd name="T8" fmla="*/ 110 w 111"/>
                <a:gd name="T9" fmla="*/ 199 h 121"/>
                <a:gd name="T10" fmla="*/ 0 60000 65536"/>
                <a:gd name="T11" fmla="*/ 0 60000 65536"/>
                <a:gd name="T12" fmla="*/ 0 60000 65536"/>
                <a:gd name="T13" fmla="*/ 0 60000 65536"/>
                <a:gd name="T14" fmla="*/ 0 60000 65536"/>
                <a:gd name="T15" fmla="*/ 0 w 111"/>
                <a:gd name="T16" fmla="*/ 0 h 121"/>
                <a:gd name="T17" fmla="*/ 111 w 111"/>
                <a:gd name="T18" fmla="*/ 121 h 121"/>
              </a:gdLst>
              <a:ahLst/>
              <a:cxnLst>
                <a:cxn ang="T10">
                  <a:pos x="T0" y="T1"/>
                </a:cxn>
                <a:cxn ang="T11">
                  <a:pos x="T2" y="T3"/>
                </a:cxn>
                <a:cxn ang="T12">
                  <a:pos x="T4" y="T5"/>
                </a:cxn>
                <a:cxn ang="T13">
                  <a:pos x="T6" y="T7"/>
                </a:cxn>
                <a:cxn ang="T14">
                  <a:pos x="T8" y="T9"/>
                </a:cxn>
              </a:cxnLst>
              <a:rect l="T15" t="T16" r="T17" b="T18"/>
              <a:pathLst>
                <a:path w="111" h="121">
                  <a:moveTo>
                    <a:pt x="55" y="121"/>
                  </a:moveTo>
                  <a:cubicBezTo>
                    <a:pt x="87" y="121"/>
                    <a:pt x="111" y="95"/>
                    <a:pt x="111" y="61"/>
                  </a:cubicBezTo>
                  <a:cubicBezTo>
                    <a:pt x="111" y="29"/>
                    <a:pt x="87" y="0"/>
                    <a:pt x="55" y="0"/>
                  </a:cubicBezTo>
                  <a:cubicBezTo>
                    <a:pt x="25" y="0"/>
                    <a:pt x="0" y="29"/>
                    <a:pt x="0" y="61"/>
                  </a:cubicBezTo>
                  <a:cubicBezTo>
                    <a:pt x="0" y="95"/>
                    <a:pt x="25" y="121"/>
                    <a:pt x="55" y="121"/>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39" name="Freeform 93"/>
            <p:cNvSpPr/>
            <p:nvPr/>
          </p:nvSpPr>
          <p:spPr bwMode="auto">
            <a:xfrm>
              <a:off x="1582" y="2056"/>
              <a:ext cx="80" cy="208"/>
            </a:xfrm>
            <a:custGeom>
              <a:avLst/>
              <a:gdLst>
                <a:gd name="T0" fmla="*/ 62 w 57"/>
                <a:gd name="T1" fmla="*/ 30 h 162"/>
                <a:gd name="T2" fmla="*/ 29 w 57"/>
                <a:gd name="T3" fmla="*/ 0 h 162"/>
                <a:gd name="T4" fmla="*/ 0 w 57"/>
                <a:gd name="T5" fmla="*/ 42 h 162"/>
                <a:gd name="T6" fmla="*/ 0 w 57"/>
                <a:gd name="T7" fmla="*/ 222 h 162"/>
                <a:gd name="T8" fmla="*/ 51 w 57"/>
                <a:gd name="T9" fmla="*/ 267 h 162"/>
                <a:gd name="T10" fmla="*/ 65 w 57"/>
                <a:gd name="T11" fmla="*/ 267 h 162"/>
                <a:gd name="T12" fmla="*/ 112 w 57"/>
                <a:gd name="T13" fmla="*/ 222 h 162"/>
                <a:gd name="T14" fmla="*/ 112 w 57"/>
                <a:gd name="T15" fmla="*/ 42 h 162"/>
                <a:gd name="T16" fmla="*/ 112 w 57"/>
                <a:gd name="T17" fmla="*/ 30 h 162"/>
                <a:gd name="T18" fmla="*/ 62 w 57"/>
                <a:gd name="T19" fmla="*/ 30 h 1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
                <a:gd name="T31" fmla="*/ 0 h 162"/>
                <a:gd name="T32" fmla="*/ 57 w 57"/>
                <a:gd name="T33" fmla="*/ 162 h 16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 h="162">
                  <a:moveTo>
                    <a:pt x="31" y="18"/>
                  </a:moveTo>
                  <a:cubicBezTo>
                    <a:pt x="24" y="15"/>
                    <a:pt x="19" y="8"/>
                    <a:pt x="15" y="0"/>
                  </a:cubicBezTo>
                  <a:cubicBezTo>
                    <a:pt x="5" y="4"/>
                    <a:pt x="0" y="15"/>
                    <a:pt x="0" y="26"/>
                  </a:cubicBezTo>
                  <a:cubicBezTo>
                    <a:pt x="0" y="135"/>
                    <a:pt x="0" y="135"/>
                    <a:pt x="0" y="135"/>
                  </a:cubicBezTo>
                  <a:cubicBezTo>
                    <a:pt x="0" y="149"/>
                    <a:pt x="11" y="162"/>
                    <a:pt x="26" y="162"/>
                  </a:cubicBezTo>
                  <a:cubicBezTo>
                    <a:pt x="33" y="162"/>
                    <a:pt x="33" y="162"/>
                    <a:pt x="33" y="162"/>
                  </a:cubicBezTo>
                  <a:cubicBezTo>
                    <a:pt x="47" y="162"/>
                    <a:pt x="57" y="149"/>
                    <a:pt x="57" y="135"/>
                  </a:cubicBezTo>
                  <a:cubicBezTo>
                    <a:pt x="57" y="26"/>
                    <a:pt x="57" y="26"/>
                    <a:pt x="57" y="26"/>
                  </a:cubicBezTo>
                  <a:cubicBezTo>
                    <a:pt x="57" y="25"/>
                    <a:pt x="57" y="23"/>
                    <a:pt x="57" y="18"/>
                  </a:cubicBezTo>
                  <a:cubicBezTo>
                    <a:pt x="49" y="23"/>
                    <a:pt x="40" y="23"/>
                    <a:pt x="31" y="18"/>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0" name="Freeform 94"/>
            <p:cNvSpPr/>
            <p:nvPr/>
          </p:nvSpPr>
          <p:spPr bwMode="auto">
            <a:xfrm>
              <a:off x="1385" y="2061"/>
              <a:ext cx="84" cy="203"/>
            </a:xfrm>
            <a:custGeom>
              <a:avLst/>
              <a:gdLst>
                <a:gd name="T0" fmla="*/ 97 w 59"/>
                <a:gd name="T1" fmla="*/ 0 h 158"/>
                <a:gd name="T2" fmla="*/ 67 w 59"/>
                <a:gd name="T3" fmla="*/ 27 h 158"/>
                <a:gd name="T4" fmla="*/ 4 w 59"/>
                <a:gd name="T5" fmla="*/ 23 h 158"/>
                <a:gd name="T6" fmla="*/ 0 w 59"/>
                <a:gd name="T7" fmla="*/ 36 h 158"/>
                <a:gd name="T8" fmla="*/ 0 w 59"/>
                <a:gd name="T9" fmla="*/ 216 h 158"/>
                <a:gd name="T10" fmla="*/ 53 w 59"/>
                <a:gd name="T11" fmla="*/ 261 h 158"/>
                <a:gd name="T12" fmla="*/ 67 w 59"/>
                <a:gd name="T13" fmla="*/ 261 h 158"/>
                <a:gd name="T14" fmla="*/ 120 w 59"/>
                <a:gd name="T15" fmla="*/ 216 h 158"/>
                <a:gd name="T16" fmla="*/ 120 w 59"/>
                <a:gd name="T17" fmla="*/ 36 h 158"/>
                <a:gd name="T18" fmla="*/ 97 w 59"/>
                <a:gd name="T19" fmla="*/ 0 h 15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9"/>
                <a:gd name="T31" fmla="*/ 0 h 158"/>
                <a:gd name="T32" fmla="*/ 59 w 59"/>
                <a:gd name="T33" fmla="*/ 158 h 15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9" h="158">
                  <a:moveTo>
                    <a:pt x="48" y="0"/>
                  </a:moveTo>
                  <a:cubicBezTo>
                    <a:pt x="45" y="6"/>
                    <a:pt x="41" y="12"/>
                    <a:pt x="33" y="16"/>
                  </a:cubicBezTo>
                  <a:cubicBezTo>
                    <a:pt x="22" y="21"/>
                    <a:pt x="10" y="21"/>
                    <a:pt x="2" y="14"/>
                  </a:cubicBezTo>
                  <a:cubicBezTo>
                    <a:pt x="0" y="16"/>
                    <a:pt x="0" y="19"/>
                    <a:pt x="0" y="22"/>
                  </a:cubicBezTo>
                  <a:cubicBezTo>
                    <a:pt x="0" y="131"/>
                    <a:pt x="0" y="131"/>
                    <a:pt x="0" y="131"/>
                  </a:cubicBezTo>
                  <a:cubicBezTo>
                    <a:pt x="0" y="145"/>
                    <a:pt x="10" y="158"/>
                    <a:pt x="26" y="158"/>
                  </a:cubicBezTo>
                  <a:cubicBezTo>
                    <a:pt x="33" y="158"/>
                    <a:pt x="33" y="158"/>
                    <a:pt x="33" y="158"/>
                  </a:cubicBezTo>
                  <a:cubicBezTo>
                    <a:pt x="48" y="158"/>
                    <a:pt x="59" y="145"/>
                    <a:pt x="59" y="131"/>
                  </a:cubicBezTo>
                  <a:cubicBezTo>
                    <a:pt x="59" y="22"/>
                    <a:pt x="59" y="22"/>
                    <a:pt x="59" y="22"/>
                  </a:cubicBezTo>
                  <a:cubicBezTo>
                    <a:pt x="59" y="14"/>
                    <a:pt x="56" y="6"/>
                    <a:pt x="48" y="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1" name="Freeform 95"/>
            <p:cNvSpPr/>
            <p:nvPr/>
          </p:nvSpPr>
          <p:spPr bwMode="auto">
            <a:xfrm>
              <a:off x="1322" y="1740"/>
              <a:ext cx="412" cy="389"/>
            </a:xfrm>
            <a:custGeom>
              <a:avLst/>
              <a:gdLst>
                <a:gd name="T0" fmla="*/ 576 w 292"/>
                <a:gd name="T1" fmla="*/ 212 h 304"/>
                <a:gd name="T2" fmla="*/ 525 w 292"/>
                <a:gd name="T3" fmla="*/ 113 h 304"/>
                <a:gd name="T4" fmla="*/ 480 w 292"/>
                <a:gd name="T5" fmla="*/ 26 h 304"/>
                <a:gd name="T6" fmla="*/ 432 w 292"/>
                <a:gd name="T7" fmla="*/ 0 h 304"/>
                <a:gd name="T8" fmla="*/ 420 w 292"/>
                <a:gd name="T9" fmla="*/ 0 h 304"/>
                <a:gd name="T10" fmla="*/ 289 w 292"/>
                <a:gd name="T11" fmla="*/ 119 h 304"/>
                <a:gd name="T12" fmla="*/ 155 w 292"/>
                <a:gd name="T13" fmla="*/ 0 h 304"/>
                <a:gd name="T14" fmla="*/ 145 w 292"/>
                <a:gd name="T15" fmla="*/ 0 h 304"/>
                <a:gd name="T16" fmla="*/ 97 w 292"/>
                <a:gd name="T17" fmla="*/ 26 h 304"/>
                <a:gd name="T18" fmla="*/ 56 w 292"/>
                <a:gd name="T19" fmla="*/ 113 h 304"/>
                <a:gd name="T20" fmla="*/ 4 w 292"/>
                <a:gd name="T21" fmla="*/ 212 h 304"/>
                <a:gd name="T22" fmla="*/ 0 w 292"/>
                <a:gd name="T23" fmla="*/ 229 h 304"/>
                <a:gd name="T24" fmla="*/ 4 w 292"/>
                <a:gd name="T25" fmla="*/ 247 h 304"/>
                <a:gd name="T26" fmla="*/ 83 w 292"/>
                <a:gd name="T27" fmla="*/ 392 h 304"/>
                <a:gd name="T28" fmla="*/ 145 w 292"/>
                <a:gd name="T29" fmla="*/ 411 h 304"/>
                <a:gd name="T30" fmla="*/ 164 w 292"/>
                <a:gd name="T31" fmla="*/ 353 h 304"/>
                <a:gd name="T32" fmla="*/ 97 w 292"/>
                <a:gd name="T33" fmla="*/ 229 h 304"/>
                <a:gd name="T34" fmla="*/ 110 w 292"/>
                <a:gd name="T35" fmla="*/ 203 h 304"/>
                <a:gd name="T36" fmla="*/ 145 w 292"/>
                <a:gd name="T37" fmla="*/ 136 h 304"/>
                <a:gd name="T38" fmla="*/ 145 w 292"/>
                <a:gd name="T39" fmla="*/ 265 h 304"/>
                <a:gd name="T40" fmla="*/ 189 w 292"/>
                <a:gd name="T41" fmla="*/ 351 h 304"/>
                <a:gd name="T42" fmla="*/ 198 w 292"/>
                <a:gd name="T43" fmla="*/ 388 h 304"/>
                <a:gd name="T44" fmla="*/ 233 w 292"/>
                <a:gd name="T45" fmla="*/ 445 h 304"/>
                <a:gd name="T46" fmla="*/ 233 w 292"/>
                <a:gd name="T47" fmla="*/ 498 h 304"/>
                <a:gd name="T48" fmla="*/ 336 w 292"/>
                <a:gd name="T49" fmla="*/ 498 h 304"/>
                <a:gd name="T50" fmla="*/ 336 w 292"/>
                <a:gd name="T51" fmla="*/ 445 h 304"/>
                <a:gd name="T52" fmla="*/ 388 w 292"/>
                <a:gd name="T53" fmla="*/ 385 h 304"/>
                <a:gd name="T54" fmla="*/ 396 w 292"/>
                <a:gd name="T55" fmla="*/ 347 h 304"/>
                <a:gd name="T56" fmla="*/ 432 w 292"/>
                <a:gd name="T57" fmla="*/ 275 h 304"/>
                <a:gd name="T58" fmla="*/ 432 w 292"/>
                <a:gd name="T59" fmla="*/ 133 h 304"/>
                <a:gd name="T60" fmla="*/ 470 w 292"/>
                <a:gd name="T61" fmla="*/ 206 h 304"/>
                <a:gd name="T62" fmla="*/ 480 w 292"/>
                <a:gd name="T63" fmla="*/ 229 h 304"/>
                <a:gd name="T64" fmla="*/ 413 w 292"/>
                <a:gd name="T65" fmla="*/ 353 h 304"/>
                <a:gd name="T66" fmla="*/ 437 w 292"/>
                <a:gd name="T67" fmla="*/ 411 h 304"/>
                <a:gd name="T68" fmla="*/ 499 w 292"/>
                <a:gd name="T69" fmla="*/ 392 h 304"/>
                <a:gd name="T70" fmla="*/ 576 w 292"/>
                <a:gd name="T71" fmla="*/ 247 h 304"/>
                <a:gd name="T72" fmla="*/ 576 w 292"/>
                <a:gd name="T73" fmla="*/ 229 h 304"/>
                <a:gd name="T74" fmla="*/ 576 w 292"/>
                <a:gd name="T75" fmla="*/ 212 h 30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92"/>
                <a:gd name="T115" fmla="*/ 0 h 304"/>
                <a:gd name="T116" fmla="*/ 292 w 292"/>
                <a:gd name="T117" fmla="*/ 304 h 30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92" h="304">
                  <a:moveTo>
                    <a:pt x="289" y="130"/>
                  </a:moveTo>
                  <a:cubicBezTo>
                    <a:pt x="264" y="69"/>
                    <a:pt x="264" y="69"/>
                    <a:pt x="264" y="69"/>
                  </a:cubicBezTo>
                  <a:cubicBezTo>
                    <a:pt x="241" y="16"/>
                    <a:pt x="241" y="16"/>
                    <a:pt x="241" y="16"/>
                  </a:cubicBezTo>
                  <a:cubicBezTo>
                    <a:pt x="238" y="7"/>
                    <a:pt x="229" y="0"/>
                    <a:pt x="217" y="0"/>
                  </a:cubicBezTo>
                  <a:cubicBezTo>
                    <a:pt x="211" y="0"/>
                    <a:pt x="211" y="0"/>
                    <a:pt x="211" y="0"/>
                  </a:cubicBezTo>
                  <a:cubicBezTo>
                    <a:pt x="211" y="40"/>
                    <a:pt x="183" y="73"/>
                    <a:pt x="145" y="73"/>
                  </a:cubicBezTo>
                  <a:cubicBezTo>
                    <a:pt x="108" y="73"/>
                    <a:pt x="78" y="40"/>
                    <a:pt x="78" y="0"/>
                  </a:cubicBezTo>
                  <a:cubicBezTo>
                    <a:pt x="73" y="0"/>
                    <a:pt x="73" y="0"/>
                    <a:pt x="73" y="0"/>
                  </a:cubicBezTo>
                  <a:cubicBezTo>
                    <a:pt x="64" y="0"/>
                    <a:pt x="55" y="7"/>
                    <a:pt x="49" y="16"/>
                  </a:cubicBezTo>
                  <a:cubicBezTo>
                    <a:pt x="28" y="69"/>
                    <a:pt x="28" y="69"/>
                    <a:pt x="28" y="69"/>
                  </a:cubicBezTo>
                  <a:cubicBezTo>
                    <a:pt x="2" y="130"/>
                    <a:pt x="2" y="130"/>
                    <a:pt x="2" y="130"/>
                  </a:cubicBezTo>
                  <a:cubicBezTo>
                    <a:pt x="0" y="134"/>
                    <a:pt x="0" y="138"/>
                    <a:pt x="0" y="140"/>
                  </a:cubicBezTo>
                  <a:cubicBezTo>
                    <a:pt x="0" y="144"/>
                    <a:pt x="0" y="147"/>
                    <a:pt x="2" y="151"/>
                  </a:cubicBezTo>
                  <a:cubicBezTo>
                    <a:pt x="42" y="239"/>
                    <a:pt x="42" y="239"/>
                    <a:pt x="42" y="239"/>
                  </a:cubicBezTo>
                  <a:cubicBezTo>
                    <a:pt x="47" y="251"/>
                    <a:pt x="59" y="257"/>
                    <a:pt x="73" y="251"/>
                  </a:cubicBezTo>
                  <a:cubicBezTo>
                    <a:pt x="83" y="245"/>
                    <a:pt x="90" y="231"/>
                    <a:pt x="82" y="216"/>
                  </a:cubicBezTo>
                  <a:cubicBezTo>
                    <a:pt x="49" y="140"/>
                    <a:pt x="49" y="140"/>
                    <a:pt x="49" y="140"/>
                  </a:cubicBezTo>
                  <a:cubicBezTo>
                    <a:pt x="55" y="124"/>
                    <a:pt x="55" y="124"/>
                    <a:pt x="55" y="124"/>
                  </a:cubicBezTo>
                  <a:cubicBezTo>
                    <a:pt x="73" y="83"/>
                    <a:pt x="73" y="83"/>
                    <a:pt x="73" y="83"/>
                  </a:cubicBezTo>
                  <a:cubicBezTo>
                    <a:pt x="73" y="162"/>
                    <a:pt x="73" y="162"/>
                    <a:pt x="73" y="162"/>
                  </a:cubicBezTo>
                  <a:cubicBezTo>
                    <a:pt x="95" y="214"/>
                    <a:pt x="95" y="214"/>
                    <a:pt x="95" y="214"/>
                  </a:cubicBezTo>
                  <a:cubicBezTo>
                    <a:pt x="99" y="223"/>
                    <a:pt x="99" y="229"/>
                    <a:pt x="99" y="237"/>
                  </a:cubicBezTo>
                  <a:cubicBezTo>
                    <a:pt x="109" y="242"/>
                    <a:pt x="117" y="257"/>
                    <a:pt x="117" y="272"/>
                  </a:cubicBezTo>
                  <a:cubicBezTo>
                    <a:pt x="117" y="304"/>
                    <a:pt x="117" y="304"/>
                    <a:pt x="117" y="304"/>
                  </a:cubicBezTo>
                  <a:cubicBezTo>
                    <a:pt x="169" y="304"/>
                    <a:pt x="169" y="304"/>
                    <a:pt x="169" y="304"/>
                  </a:cubicBezTo>
                  <a:cubicBezTo>
                    <a:pt x="169" y="272"/>
                    <a:pt x="169" y="272"/>
                    <a:pt x="169" y="272"/>
                  </a:cubicBezTo>
                  <a:cubicBezTo>
                    <a:pt x="169" y="255"/>
                    <a:pt x="180" y="239"/>
                    <a:pt x="195" y="235"/>
                  </a:cubicBezTo>
                  <a:cubicBezTo>
                    <a:pt x="195" y="227"/>
                    <a:pt x="195" y="221"/>
                    <a:pt x="199" y="212"/>
                  </a:cubicBezTo>
                  <a:cubicBezTo>
                    <a:pt x="217" y="168"/>
                    <a:pt x="217" y="168"/>
                    <a:pt x="217" y="168"/>
                  </a:cubicBezTo>
                  <a:cubicBezTo>
                    <a:pt x="217" y="81"/>
                    <a:pt x="217" y="81"/>
                    <a:pt x="217" y="81"/>
                  </a:cubicBezTo>
                  <a:cubicBezTo>
                    <a:pt x="236" y="126"/>
                    <a:pt x="236" y="126"/>
                    <a:pt x="236" y="126"/>
                  </a:cubicBezTo>
                  <a:cubicBezTo>
                    <a:pt x="241" y="140"/>
                    <a:pt x="241" y="140"/>
                    <a:pt x="241" y="140"/>
                  </a:cubicBezTo>
                  <a:cubicBezTo>
                    <a:pt x="208" y="216"/>
                    <a:pt x="208" y="216"/>
                    <a:pt x="208" y="216"/>
                  </a:cubicBezTo>
                  <a:cubicBezTo>
                    <a:pt x="203" y="231"/>
                    <a:pt x="208" y="245"/>
                    <a:pt x="220" y="251"/>
                  </a:cubicBezTo>
                  <a:cubicBezTo>
                    <a:pt x="231" y="257"/>
                    <a:pt x="245" y="251"/>
                    <a:pt x="251" y="239"/>
                  </a:cubicBezTo>
                  <a:cubicBezTo>
                    <a:pt x="289" y="151"/>
                    <a:pt x="289" y="151"/>
                    <a:pt x="289" y="151"/>
                  </a:cubicBezTo>
                  <a:cubicBezTo>
                    <a:pt x="289" y="147"/>
                    <a:pt x="292" y="144"/>
                    <a:pt x="289" y="140"/>
                  </a:cubicBezTo>
                  <a:cubicBezTo>
                    <a:pt x="292" y="138"/>
                    <a:pt x="289" y="134"/>
                    <a:pt x="289" y="13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2" name="Freeform 96"/>
            <p:cNvSpPr/>
            <p:nvPr/>
          </p:nvSpPr>
          <p:spPr bwMode="auto">
            <a:xfrm>
              <a:off x="1750" y="1010"/>
              <a:ext cx="421" cy="973"/>
            </a:xfrm>
            <a:custGeom>
              <a:avLst/>
              <a:gdLst>
                <a:gd name="T0" fmla="*/ 551 w 298"/>
                <a:gd name="T1" fmla="*/ 0 h 760"/>
                <a:gd name="T2" fmla="*/ 504 w 298"/>
                <a:gd name="T3" fmla="*/ 41 h 760"/>
                <a:gd name="T4" fmla="*/ 504 w 298"/>
                <a:gd name="T5" fmla="*/ 187 h 760"/>
                <a:gd name="T6" fmla="*/ 386 w 298"/>
                <a:gd name="T7" fmla="*/ 335 h 760"/>
                <a:gd name="T8" fmla="*/ 212 w 298"/>
                <a:gd name="T9" fmla="*/ 335 h 760"/>
                <a:gd name="T10" fmla="*/ 96 w 298"/>
                <a:gd name="T11" fmla="*/ 192 h 760"/>
                <a:gd name="T12" fmla="*/ 96 w 298"/>
                <a:gd name="T13" fmla="*/ 41 h 760"/>
                <a:gd name="T14" fmla="*/ 48 w 298"/>
                <a:gd name="T15" fmla="*/ 0 h 760"/>
                <a:gd name="T16" fmla="*/ 0 w 298"/>
                <a:gd name="T17" fmla="*/ 41 h 760"/>
                <a:gd name="T18" fmla="*/ 0 w 298"/>
                <a:gd name="T19" fmla="*/ 200 h 760"/>
                <a:gd name="T20" fmla="*/ 0 w 298"/>
                <a:gd name="T21" fmla="*/ 204 h 760"/>
                <a:gd name="T22" fmla="*/ 4 w 298"/>
                <a:gd name="T23" fmla="*/ 216 h 760"/>
                <a:gd name="T24" fmla="*/ 4 w 298"/>
                <a:gd name="T25" fmla="*/ 221 h 760"/>
                <a:gd name="T26" fmla="*/ 10 w 298"/>
                <a:gd name="T27" fmla="*/ 228 h 760"/>
                <a:gd name="T28" fmla="*/ 144 w 298"/>
                <a:gd name="T29" fmla="*/ 398 h 760"/>
                <a:gd name="T30" fmla="*/ 154 w 298"/>
                <a:gd name="T31" fmla="*/ 407 h 760"/>
                <a:gd name="T32" fmla="*/ 154 w 298"/>
                <a:gd name="T33" fmla="*/ 824 h 760"/>
                <a:gd name="T34" fmla="*/ 154 w 298"/>
                <a:gd name="T35" fmla="*/ 837 h 760"/>
                <a:gd name="T36" fmla="*/ 154 w 298"/>
                <a:gd name="T37" fmla="*/ 1006 h 760"/>
                <a:gd name="T38" fmla="*/ 155 w 298"/>
                <a:gd name="T39" fmla="*/ 1013 h 760"/>
                <a:gd name="T40" fmla="*/ 154 w 298"/>
                <a:gd name="T41" fmla="*/ 1019 h 760"/>
                <a:gd name="T42" fmla="*/ 154 w 298"/>
                <a:gd name="T43" fmla="*/ 1200 h 760"/>
                <a:gd name="T44" fmla="*/ 203 w 298"/>
                <a:gd name="T45" fmla="*/ 1246 h 760"/>
                <a:gd name="T46" fmla="*/ 219 w 298"/>
                <a:gd name="T47" fmla="*/ 1246 h 760"/>
                <a:gd name="T48" fmla="*/ 271 w 298"/>
                <a:gd name="T49" fmla="*/ 1200 h 760"/>
                <a:gd name="T50" fmla="*/ 271 w 298"/>
                <a:gd name="T51" fmla="*/ 1019 h 760"/>
                <a:gd name="T52" fmla="*/ 271 w 298"/>
                <a:gd name="T53" fmla="*/ 1013 h 760"/>
                <a:gd name="T54" fmla="*/ 271 w 298"/>
                <a:gd name="T55" fmla="*/ 1006 h 760"/>
                <a:gd name="T56" fmla="*/ 271 w 298"/>
                <a:gd name="T57" fmla="*/ 837 h 760"/>
                <a:gd name="T58" fmla="*/ 332 w 298"/>
                <a:gd name="T59" fmla="*/ 837 h 760"/>
                <a:gd name="T60" fmla="*/ 332 w 298"/>
                <a:gd name="T61" fmla="*/ 1006 h 760"/>
                <a:gd name="T62" fmla="*/ 332 w 298"/>
                <a:gd name="T63" fmla="*/ 1013 h 760"/>
                <a:gd name="T64" fmla="*/ 332 w 298"/>
                <a:gd name="T65" fmla="*/ 1019 h 760"/>
                <a:gd name="T66" fmla="*/ 332 w 298"/>
                <a:gd name="T67" fmla="*/ 1200 h 760"/>
                <a:gd name="T68" fmla="*/ 381 w 298"/>
                <a:gd name="T69" fmla="*/ 1246 h 760"/>
                <a:gd name="T70" fmla="*/ 396 w 298"/>
                <a:gd name="T71" fmla="*/ 1246 h 760"/>
                <a:gd name="T72" fmla="*/ 446 w 298"/>
                <a:gd name="T73" fmla="*/ 1200 h 760"/>
                <a:gd name="T74" fmla="*/ 446 w 298"/>
                <a:gd name="T75" fmla="*/ 1019 h 760"/>
                <a:gd name="T76" fmla="*/ 446 w 298"/>
                <a:gd name="T77" fmla="*/ 1013 h 760"/>
                <a:gd name="T78" fmla="*/ 446 w 298"/>
                <a:gd name="T79" fmla="*/ 1006 h 760"/>
                <a:gd name="T80" fmla="*/ 446 w 298"/>
                <a:gd name="T81" fmla="*/ 837 h 760"/>
                <a:gd name="T82" fmla="*/ 446 w 298"/>
                <a:gd name="T83" fmla="*/ 824 h 760"/>
                <a:gd name="T84" fmla="*/ 446 w 298"/>
                <a:gd name="T85" fmla="*/ 398 h 760"/>
                <a:gd name="T86" fmla="*/ 455 w 298"/>
                <a:gd name="T87" fmla="*/ 398 h 760"/>
                <a:gd name="T88" fmla="*/ 589 w 298"/>
                <a:gd name="T89" fmla="*/ 228 h 760"/>
                <a:gd name="T90" fmla="*/ 593 w 298"/>
                <a:gd name="T91" fmla="*/ 216 h 760"/>
                <a:gd name="T92" fmla="*/ 595 w 298"/>
                <a:gd name="T93" fmla="*/ 204 h 760"/>
                <a:gd name="T94" fmla="*/ 595 w 298"/>
                <a:gd name="T95" fmla="*/ 200 h 760"/>
                <a:gd name="T96" fmla="*/ 595 w 298"/>
                <a:gd name="T97" fmla="*/ 41 h 760"/>
                <a:gd name="T98" fmla="*/ 551 w 298"/>
                <a:gd name="T99" fmla="*/ 0 h 76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98"/>
                <a:gd name="T151" fmla="*/ 0 h 760"/>
                <a:gd name="T152" fmla="*/ 298 w 298"/>
                <a:gd name="T153" fmla="*/ 760 h 76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98" h="760">
                  <a:moveTo>
                    <a:pt x="276" y="0"/>
                  </a:moveTo>
                  <a:cubicBezTo>
                    <a:pt x="264" y="0"/>
                    <a:pt x="253" y="11"/>
                    <a:pt x="253" y="25"/>
                  </a:cubicBezTo>
                  <a:cubicBezTo>
                    <a:pt x="253" y="114"/>
                    <a:pt x="253" y="114"/>
                    <a:pt x="253" y="114"/>
                  </a:cubicBezTo>
                  <a:cubicBezTo>
                    <a:pt x="193" y="205"/>
                    <a:pt x="193" y="205"/>
                    <a:pt x="193" y="205"/>
                  </a:cubicBezTo>
                  <a:cubicBezTo>
                    <a:pt x="106" y="205"/>
                    <a:pt x="106" y="205"/>
                    <a:pt x="106" y="205"/>
                  </a:cubicBezTo>
                  <a:cubicBezTo>
                    <a:pt x="48" y="117"/>
                    <a:pt x="48" y="117"/>
                    <a:pt x="48" y="117"/>
                  </a:cubicBezTo>
                  <a:cubicBezTo>
                    <a:pt x="48" y="25"/>
                    <a:pt x="48" y="25"/>
                    <a:pt x="48" y="25"/>
                  </a:cubicBezTo>
                  <a:cubicBezTo>
                    <a:pt x="48" y="11"/>
                    <a:pt x="37" y="0"/>
                    <a:pt x="24" y="0"/>
                  </a:cubicBezTo>
                  <a:cubicBezTo>
                    <a:pt x="11" y="0"/>
                    <a:pt x="0" y="11"/>
                    <a:pt x="0" y="25"/>
                  </a:cubicBezTo>
                  <a:cubicBezTo>
                    <a:pt x="0" y="122"/>
                    <a:pt x="0" y="122"/>
                    <a:pt x="0" y="122"/>
                  </a:cubicBezTo>
                  <a:cubicBezTo>
                    <a:pt x="0" y="124"/>
                    <a:pt x="0" y="124"/>
                    <a:pt x="0" y="124"/>
                  </a:cubicBezTo>
                  <a:cubicBezTo>
                    <a:pt x="0" y="128"/>
                    <a:pt x="2" y="130"/>
                    <a:pt x="2" y="132"/>
                  </a:cubicBezTo>
                  <a:cubicBezTo>
                    <a:pt x="2" y="132"/>
                    <a:pt x="2" y="132"/>
                    <a:pt x="2" y="135"/>
                  </a:cubicBezTo>
                  <a:cubicBezTo>
                    <a:pt x="3" y="136"/>
                    <a:pt x="3" y="136"/>
                    <a:pt x="5" y="139"/>
                  </a:cubicBezTo>
                  <a:cubicBezTo>
                    <a:pt x="72" y="243"/>
                    <a:pt x="72" y="243"/>
                    <a:pt x="72" y="243"/>
                  </a:cubicBezTo>
                  <a:cubicBezTo>
                    <a:pt x="72" y="243"/>
                    <a:pt x="74" y="246"/>
                    <a:pt x="77" y="248"/>
                  </a:cubicBezTo>
                  <a:cubicBezTo>
                    <a:pt x="77" y="503"/>
                    <a:pt x="77" y="503"/>
                    <a:pt x="77" y="503"/>
                  </a:cubicBezTo>
                  <a:cubicBezTo>
                    <a:pt x="77" y="511"/>
                    <a:pt x="77" y="511"/>
                    <a:pt x="77" y="511"/>
                  </a:cubicBezTo>
                  <a:cubicBezTo>
                    <a:pt x="77" y="614"/>
                    <a:pt x="77" y="614"/>
                    <a:pt x="77" y="614"/>
                  </a:cubicBezTo>
                  <a:cubicBezTo>
                    <a:pt x="77" y="617"/>
                    <a:pt x="78" y="617"/>
                    <a:pt x="78" y="618"/>
                  </a:cubicBezTo>
                  <a:cubicBezTo>
                    <a:pt x="77" y="622"/>
                    <a:pt x="77" y="622"/>
                    <a:pt x="77" y="622"/>
                  </a:cubicBezTo>
                  <a:cubicBezTo>
                    <a:pt x="77" y="732"/>
                    <a:pt x="77" y="732"/>
                    <a:pt x="77" y="732"/>
                  </a:cubicBezTo>
                  <a:cubicBezTo>
                    <a:pt x="77" y="749"/>
                    <a:pt x="90" y="760"/>
                    <a:pt x="102" y="760"/>
                  </a:cubicBezTo>
                  <a:cubicBezTo>
                    <a:pt x="110" y="760"/>
                    <a:pt x="110" y="760"/>
                    <a:pt x="110" y="760"/>
                  </a:cubicBezTo>
                  <a:cubicBezTo>
                    <a:pt x="124" y="760"/>
                    <a:pt x="136" y="749"/>
                    <a:pt x="136" y="732"/>
                  </a:cubicBezTo>
                  <a:cubicBezTo>
                    <a:pt x="136" y="622"/>
                    <a:pt x="136" y="622"/>
                    <a:pt x="136" y="622"/>
                  </a:cubicBezTo>
                  <a:cubicBezTo>
                    <a:pt x="136" y="618"/>
                    <a:pt x="136" y="618"/>
                    <a:pt x="136" y="618"/>
                  </a:cubicBezTo>
                  <a:cubicBezTo>
                    <a:pt x="136" y="617"/>
                    <a:pt x="136" y="617"/>
                    <a:pt x="136" y="614"/>
                  </a:cubicBezTo>
                  <a:cubicBezTo>
                    <a:pt x="136" y="511"/>
                    <a:pt x="136" y="511"/>
                    <a:pt x="136" y="511"/>
                  </a:cubicBezTo>
                  <a:cubicBezTo>
                    <a:pt x="166" y="511"/>
                    <a:pt x="166" y="511"/>
                    <a:pt x="166" y="511"/>
                  </a:cubicBezTo>
                  <a:cubicBezTo>
                    <a:pt x="166" y="614"/>
                    <a:pt x="166" y="614"/>
                    <a:pt x="166" y="614"/>
                  </a:cubicBezTo>
                  <a:cubicBezTo>
                    <a:pt x="166" y="617"/>
                    <a:pt x="166" y="617"/>
                    <a:pt x="166" y="618"/>
                  </a:cubicBezTo>
                  <a:cubicBezTo>
                    <a:pt x="166" y="622"/>
                    <a:pt x="166" y="622"/>
                    <a:pt x="166" y="622"/>
                  </a:cubicBezTo>
                  <a:cubicBezTo>
                    <a:pt x="166" y="732"/>
                    <a:pt x="166" y="732"/>
                    <a:pt x="166" y="732"/>
                  </a:cubicBezTo>
                  <a:cubicBezTo>
                    <a:pt x="166" y="749"/>
                    <a:pt x="177" y="760"/>
                    <a:pt x="191" y="760"/>
                  </a:cubicBezTo>
                  <a:cubicBezTo>
                    <a:pt x="198" y="760"/>
                    <a:pt x="198" y="760"/>
                    <a:pt x="198" y="760"/>
                  </a:cubicBezTo>
                  <a:cubicBezTo>
                    <a:pt x="214" y="760"/>
                    <a:pt x="224" y="749"/>
                    <a:pt x="224" y="732"/>
                  </a:cubicBezTo>
                  <a:cubicBezTo>
                    <a:pt x="224" y="622"/>
                    <a:pt x="224" y="622"/>
                    <a:pt x="224" y="622"/>
                  </a:cubicBezTo>
                  <a:cubicBezTo>
                    <a:pt x="224" y="618"/>
                    <a:pt x="224" y="618"/>
                    <a:pt x="224" y="618"/>
                  </a:cubicBezTo>
                  <a:cubicBezTo>
                    <a:pt x="224" y="617"/>
                    <a:pt x="224" y="617"/>
                    <a:pt x="224" y="614"/>
                  </a:cubicBezTo>
                  <a:cubicBezTo>
                    <a:pt x="224" y="511"/>
                    <a:pt x="224" y="511"/>
                    <a:pt x="224" y="511"/>
                  </a:cubicBezTo>
                  <a:cubicBezTo>
                    <a:pt x="224" y="503"/>
                    <a:pt x="224" y="503"/>
                    <a:pt x="224" y="503"/>
                  </a:cubicBezTo>
                  <a:cubicBezTo>
                    <a:pt x="224" y="243"/>
                    <a:pt x="224" y="243"/>
                    <a:pt x="224" y="243"/>
                  </a:cubicBezTo>
                  <a:cubicBezTo>
                    <a:pt x="227" y="243"/>
                    <a:pt x="227" y="243"/>
                    <a:pt x="228" y="243"/>
                  </a:cubicBezTo>
                  <a:cubicBezTo>
                    <a:pt x="295" y="139"/>
                    <a:pt x="295" y="139"/>
                    <a:pt x="295" y="139"/>
                  </a:cubicBezTo>
                  <a:cubicBezTo>
                    <a:pt x="295" y="136"/>
                    <a:pt x="297" y="135"/>
                    <a:pt x="297" y="132"/>
                  </a:cubicBezTo>
                  <a:cubicBezTo>
                    <a:pt x="298" y="128"/>
                    <a:pt x="298" y="126"/>
                    <a:pt x="298" y="124"/>
                  </a:cubicBezTo>
                  <a:cubicBezTo>
                    <a:pt x="298" y="122"/>
                    <a:pt x="298" y="122"/>
                    <a:pt x="298" y="122"/>
                  </a:cubicBezTo>
                  <a:cubicBezTo>
                    <a:pt x="298" y="25"/>
                    <a:pt x="298" y="25"/>
                    <a:pt x="298" y="25"/>
                  </a:cubicBezTo>
                  <a:cubicBezTo>
                    <a:pt x="298" y="11"/>
                    <a:pt x="290" y="0"/>
                    <a:pt x="276" y="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3" name="Oval 97"/>
            <p:cNvSpPr>
              <a:spLocks noChangeArrowheads="1"/>
            </p:cNvSpPr>
            <p:nvPr/>
          </p:nvSpPr>
          <p:spPr bwMode="auto">
            <a:xfrm>
              <a:off x="1884" y="1093"/>
              <a:ext cx="158" cy="156"/>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44" name="Freeform 98"/>
            <p:cNvSpPr/>
            <p:nvPr/>
          </p:nvSpPr>
          <p:spPr bwMode="auto">
            <a:xfrm>
              <a:off x="2133" y="1361"/>
              <a:ext cx="476" cy="708"/>
            </a:xfrm>
            <a:custGeom>
              <a:avLst/>
              <a:gdLst>
                <a:gd name="T0" fmla="*/ 664 w 337"/>
                <a:gd name="T1" fmla="*/ 188 h 553"/>
                <a:gd name="T2" fmla="*/ 661 w 337"/>
                <a:gd name="T3" fmla="*/ 183 h 553"/>
                <a:gd name="T4" fmla="*/ 483 w 337"/>
                <a:gd name="T5" fmla="*/ 4 h 553"/>
                <a:gd name="T6" fmla="*/ 192 w 337"/>
                <a:gd name="T7" fmla="*/ 0 h 553"/>
                <a:gd name="T8" fmla="*/ 145 w 337"/>
                <a:gd name="T9" fmla="*/ 18 h 553"/>
                <a:gd name="T10" fmla="*/ 8 w 337"/>
                <a:gd name="T11" fmla="*/ 187 h 553"/>
                <a:gd name="T12" fmla="*/ 4 w 337"/>
                <a:gd name="T13" fmla="*/ 193 h 553"/>
                <a:gd name="T14" fmla="*/ 0 w 337"/>
                <a:gd name="T15" fmla="*/ 210 h 553"/>
                <a:gd name="T16" fmla="*/ 4 w 337"/>
                <a:gd name="T17" fmla="*/ 227 h 553"/>
                <a:gd name="T18" fmla="*/ 16 w 337"/>
                <a:gd name="T19" fmla="*/ 245 h 553"/>
                <a:gd name="T20" fmla="*/ 23 w 337"/>
                <a:gd name="T21" fmla="*/ 246 h 553"/>
                <a:gd name="T22" fmla="*/ 237 w 337"/>
                <a:gd name="T23" fmla="*/ 315 h 553"/>
                <a:gd name="T24" fmla="*/ 116 w 337"/>
                <a:gd name="T25" fmla="*/ 201 h 553"/>
                <a:gd name="T26" fmla="*/ 192 w 337"/>
                <a:gd name="T27" fmla="*/ 210 h 553"/>
                <a:gd name="T28" fmla="*/ 261 w 337"/>
                <a:gd name="T29" fmla="*/ 329 h 553"/>
                <a:gd name="T30" fmla="*/ 192 w 337"/>
                <a:gd name="T31" fmla="*/ 358 h 553"/>
                <a:gd name="T32" fmla="*/ 192 w 337"/>
                <a:gd name="T33" fmla="*/ 499 h 553"/>
                <a:gd name="T34" fmla="*/ 192 w 337"/>
                <a:gd name="T35" fmla="*/ 673 h 553"/>
                <a:gd name="T36" fmla="*/ 192 w 337"/>
                <a:gd name="T37" fmla="*/ 860 h 553"/>
                <a:gd name="T38" fmla="*/ 253 w 337"/>
                <a:gd name="T39" fmla="*/ 906 h 553"/>
                <a:gd name="T40" fmla="*/ 309 w 337"/>
                <a:gd name="T41" fmla="*/ 682 h 553"/>
                <a:gd name="T42" fmla="*/ 309 w 337"/>
                <a:gd name="T43" fmla="*/ 668 h 553"/>
                <a:gd name="T44" fmla="*/ 364 w 337"/>
                <a:gd name="T45" fmla="*/ 499 h 553"/>
                <a:gd name="T46" fmla="*/ 364 w 337"/>
                <a:gd name="T47" fmla="*/ 673 h 553"/>
                <a:gd name="T48" fmla="*/ 364 w 337"/>
                <a:gd name="T49" fmla="*/ 860 h 553"/>
                <a:gd name="T50" fmla="*/ 431 w 337"/>
                <a:gd name="T51" fmla="*/ 906 h 553"/>
                <a:gd name="T52" fmla="*/ 483 w 337"/>
                <a:gd name="T53" fmla="*/ 682 h 553"/>
                <a:gd name="T54" fmla="*/ 483 w 337"/>
                <a:gd name="T55" fmla="*/ 668 h 553"/>
                <a:gd name="T56" fmla="*/ 483 w 337"/>
                <a:gd name="T57" fmla="*/ 485 h 553"/>
                <a:gd name="T58" fmla="*/ 468 w 337"/>
                <a:gd name="T59" fmla="*/ 358 h 553"/>
                <a:gd name="T60" fmla="*/ 431 w 337"/>
                <a:gd name="T61" fmla="*/ 236 h 553"/>
                <a:gd name="T62" fmla="*/ 483 w 337"/>
                <a:gd name="T63" fmla="*/ 113 h 553"/>
                <a:gd name="T64" fmla="*/ 446 w 337"/>
                <a:gd name="T65" fmla="*/ 256 h 553"/>
                <a:gd name="T66" fmla="*/ 493 w 337"/>
                <a:gd name="T67" fmla="*/ 329 h 553"/>
                <a:gd name="T68" fmla="*/ 648 w 337"/>
                <a:gd name="T69" fmla="*/ 245 h 553"/>
                <a:gd name="T70" fmla="*/ 664 w 337"/>
                <a:gd name="T71" fmla="*/ 233 h 553"/>
                <a:gd name="T72" fmla="*/ 668 w 337"/>
                <a:gd name="T73" fmla="*/ 216 h 553"/>
                <a:gd name="T74" fmla="*/ 668 w 337"/>
                <a:gd name="T75" fmla="*/ 204 h 55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37"/>
                <a:gd name="T115" fmla="*/ 0 h 553"/>
                <a:gd name="T116" fmla="*/ 337 w 337"/>
                <a:gd name="T117" fmla="*/ 553 h 55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37" h="553">
                  <a:moveTo>
                    <a:pt x="333" y="118"/>
                  </a:moveTo>
                  <a:cubicBezTo>
                    <a:pt x="333" y="115"/>
                    <a:pt x="333" y="115"/>
                    <a:pt x="333" y="115"/>
                  </a:cubicBezTo>
                  <a:cubicBezTo>
                    <a:pt x="333" y="115"/>
                    <a:pt x="333" y="115"/>
                    <a:pt x="331" y="114"/>
                  </a:cubicBezTo>
                  <a:cubicBezTo>
                    <a:pt x="331" y="114"/>
                    <a:pt x="331" y="114"/>
                    <a:pt x="331" y="112"/>
                  </a:cubicBezTo>
                  <a:cubicBezTo>
                    <a:pt x="262" y="11"/>
                    <a:pt x="262" y="11"/>
                    <a:pt x="262" y="11"/>
                  </a:cubicBezTo>
                  <a:cubicBezTo>
                    <a:pt x="256" y="4"/>
                    <a:pt x="249" y="0"/>
                    <a:pt x="242" y="2"/>
                  </a:cubicBezTo>
                  <a:cubicBezTo>
                    <a:pt x="242" y="0"/>
                    <a:pt x="242" y="0"/>
                    <a:pt x="242" y="0"/>
                  </a:cubicBezTo>
                  <a:cubicBezTo>
                    <a:pt x="96" y="0"/>
                    <a:pt x="96" y="0"/>
                    <a:pt x="96" y="0"/>
                  </a:cubicBezTo>
                  <a:cubicBezTo>
                    <a:pt x="96" y="2"/>
                    <a:pt x="96" y="2"/>
                    <a:pt x="96" y="2"/>
                  </a:cubicBezTo>
                  <a:cubicBezTo>
                    <a:pt x="85" y="0"/>
                    <a:pt x="78" y="4"/>
                    <a:pt x="73" y="11"/>
                  </a:cubicBezTo>
                  <a:cubicBezTo>
                    <a:pt x="4" y="112"/>
                    <a:pt x="4" y="112"/>
                    <a:pt x="4" y="112"/>
                  </a:cubicBezTo>
                  <a:cubicBezTo>
                    <a:pt x="4" y="114"/>
                    <a:pt x="4" y="114"/>
                    <a:pt x="4" y="114"/>
                  </a:cubicBezTo>
                  <a:cubicBezTo>
                    <a:pt x="2" y="114"/>
                    <a:pt x="2" y="114"/>
                    <a:pt x="2" y="114"/>
                  </a:cubicBezTo>
                  <a:cubicBezTo>
                    <a:pt x="2" y="115"/>
                    <a:pt x="2" y="115"/>
                    <a:pt x="2" y="118"/>
                  </a:cubicBezTo>
                  <a:cubicBezTo>
                    <a:pt x="2" y="120"/>
                    <a:pt x="0" y="123"/>
                    <a:pt x="0" y="124"/>
                  </a:cubicBezTo>
                  <a:cubicBezTo>
                    <a:pt x="0" y="124"/>
                    <a:pt x="0" y="125"/>
                    <a:pt x="0" y="128"/>
                  </a:cubicBezTo>
                  <a:cubicBezTo>
                    <a:pt x="0" y="129"/>
                    <a:pt x="0" y="132"/>
                    <a:pt x="0" y="132"/>
                  </a:cubicBezTo>
                  <a:cubicBezTo>
                    <a:pt x="0" y="136"/>
                    <a:pt x="2" y="136"/>
                    <a:pt x="2" y="138"/>
                  </a:cubicBezTo>
                  <a:cubicBezTo>
                    <a:pt x="2" y="139"/>
                    <a:pt x="2" y="139"/>
                    <a:pt x="2" y="142"/>
                  </a:cubicBezTo>
                  <a:cubicBezTo>
                    <a:pt x="4" y="144"/>
                    <a:pt x="5" y="146"/>
                    <a:pt x="8" y="149"/>
                  </a:cubicBezTo>
                  <a:cubicBezTo>
                    <a:pt x="10" y="149"/>
                    <a:pt x="10" y="149"/>
                    <a:pt x="10" y="149"/>
                  </a:cubicBezTo>
                  <a:cubicBezTo>
                    <a:pt x="10" y="149"/>
                    <a:pt x="10" y="150"/>
                    <a:pt x="11" y="150"/>
                  </a:cubicBezTo>
                  <a:cubicBezTo>
                    <a:pt x="87" y="201"/>
                    <a:pt x="87" y="201"/>
                    <a:pt x="87" y="201"/>
                  </a:cubicBezTo>
                  <a:cubicBezTo>
                    <a:pt x="98" y="209"/>
                    <a:pt x="113" y="204"/>
                    <a:pt x="119" y="192"/>
                  </a:cubicBezTo>
                  <a:cubicBezTo>
                    <a:pt x="127" y="180"/>
                    <a:pt x="122" y="165"/>
                    <a:pt x="112" y="156"/>
                  </a:cubicBezTo>
                  <a:cubicBezTo>
                    <a:pt x="58" y="123"/>
                    <a:pt x="58" y="123"/>
                    <a:pt x="58" y="123"/>
                  </a:cubicBezTo>
                  <a:cubicBezTo>
                    <a:pt x="96" y="68"/>
                    <a:pt x="96" y="68"/>
                    <a:pt x="96" y="68"/>
                  </a:cubicBezTo>
                  <a:cubicBezTo>
                    <a:pt x="96" y="128"/>
                    <a:pt x="96" y="128"/>
                    <a:pt x="96" y="128"/>
                  </a:cubicBezTo>
                  <a:cubicBezTo>
                    <a:pt x="119" y="144"/>
                    <a:pt x="119" y="144"/>
                    <a:pt x="119" y="144"/>
                  </a:cubicBezTo>
                  <a:cubicBezTo>
                    <a:pt x="138" y="156"/>
                    <a:pt x="143" y="180"/>
                    <a:pt x="131" y="201"/>
                  </a:cubicBezTo>
                  <a:cubicBezTo>
                    <a:pt x="124" y="214"/>
                    <a:pt x="113" y="219"/>
                    <a:pt x="100" y="219"/>
                  </a:cubicBezTo>
                  <a:cubicBezTo>
                    <a:pt x="98" y="219"/>
                    <a:pt x="97" y="219"/>
                    <a:pt x="96" y="219"/>
                  </a:cubicBezTo>
                  <a:cubicBezTo>
                    <a:pt x="96" y="296"/>
                    <a:pt x="96" y="296"/>
                    <a:pt x="96" y="296"/>
                  </a:cubicBezTo>
                  <a:cubicBezTo>
                    <a:pt x="96" y="305"/>
                    <a:pt x="96" y="305"/>
                    <a:pt x="96" y="305"/>
                  </a:cubicBezTo>
                  <a:cubicBezTo>
                    <a:pt x="96" y="408"/>
                    <a:pt x="96" y="408"/>
                    <a:pt x="96" y="408"/>
                  </a:cubicBezTo>
                  <a:cubicBezTo>
                    <a:pt x="96" y="408"/>
                    <a:pt x="96" y="409"/>
                    <a:pt x="96" y="411"/>
                  </a:cubicBezTo>
                  <a:cubicBezTo>
                    <a:pt x="96" y="411"/>
                    <a:pt x="96" y="413"/>
                    <a:pt x="96" y="416"/>
                  </a:cubicBezTo>
                  <a:cubicBezTo>
                    <a:pt x="96" y="525"/>
                    <a:pt x="96" y="525"/>
                    <a:pt x="96" y="525"/>
                  </a:cubicBezTo>
                  <a:cubicBezTo>
                    <a:pt x="96" y="541"/>
                    <a:pt x="106" y="553"/>
                    <a:pt x="119" y="553"/>
                  </a:cubicBezTo>
                  <a:cubicBezTo>
                    <a:pt x="127" y="553"/>
                    <a:pt x="127" y="553"/>
                    <a:pt x="127" y="553"/>
                  </a:cubicBezTo>
                  <a:cubicBezTo>
                    <a:pt x="142" y="553"/>
                    <a:pt x="155" y="541"/>
                    <a:pt x="155" y="525"/>
                  </a:cubicBezTo>
                  <a:cubicBezTo>
                    <a:pt x="155" y="416"/>
                    <a:pt x="155" y="416"/>
                    <a:pt x="155" y="416"/>
                  </a:cubicBezTo>
                  <a:cubicBezTo>
                    <a:pt x="155" y="413"/>
                    <a:pt x="153" y="411"/>
                    <a:pt x="153" y="411"/>
                  </a:cubicBezTo>
                  <a:cubicBezTo>
                    <a:pt x="153" y="409"/>
                    <a:pt x="155" y="408"/>
                    <a:pt x="155" y="408"/>
                  </a:cubicBezTo>
                  <a:cubicBezTo>
                    <a:pt x="155" y="305"/>
                    <a:pt x="155" y="305"/>
                    <a:pt x="155" y="305"/>
                  </a:cubicBezTo>
                  <a:cubicBezTo>
                    <a:pt x="183" y="305"/>
                    <a:pt x="183" y="305"/>
                    <a:pt x="183" y="305"/>
                  </a:cubicBezTo>
                  <a:cubicBezTo>
                    <a:pt x="183" y="408"/>
                    <a:pt x="183" y="408"/>
                    <a:pt x="183" y="408"/>
                  </a:cubicBezTo>
                  <a:cubicBezTo>
                    <a:pt x="183" y="408"/>
                    <a:pt x="183" y="409"/>
                    <a:pt x="183" y="411"/>
                  </a:cubicBezTo>
                  <a:cubicBezTo>
                    <a:pt x="183" y="411"/>
                    <a:pt x="183" y="413"/>
                    <a:pt x="183" y="416"/>
                  </a:cubicBezTo>
                  <a:cubicBezTo>
                    <a:pt x="183" y="525"/>
                    <a:pt x="183" y="525"/>
                    <a:pt x="183" y="525"/>
                  </a:cubicBezTo>
                  <a:cubicBezTo>
                    <a:pt x="183" y="541"/>
                    <a:pt x="196" y="553"/>
                    <a:pt x="208" y="553"/>
                  </a:cubicBezTo>
                  <a:cubicBezTo>
                    <a:pt x="216" y="553"/>
                    <a:pt x="216" y="553"/>
                    <a:pt x="216" y="553"/>
                  </a:cubicBezTo>
                  <a:cubicBezTo>
                    <a:pt x="230" y="553"/>
                    <a:pt x="242" y="541"/>
                    <a:pt x="242" y="525"/>
                  </a:cubicBezTo>
                  <a:cubicBezTo>
                    <a:pt x="242" y="416"/>
                    <a:pt x="242" y="416"/>
                    <a:pt x="242" y="416"/>
                  </a:cubicBezTo>
                  <a:cubicBezTo>
                    <a:pt x="242" y="413"/>
                    <a:pt x="242" y="411"/>
                    <a:pt x="242" y="411"/>
                  </a:cubicBezTo>
                  <a:cubicBezTo>
                    <a:pt x="242" y="409"/>
                    <a:pt x="242" y="408"/>
                    <a:pt x="242" y="408"/>
                  </a:cubicBezTo>
                  <a:cubicBezTo>
                    <a:pt x="242" y="305"/>
                    <a:pt x="242" y="305"/>
                    <a:pt x="242" y="305"/>
                  </a:cubicBezTo>
                  <a:cubicBezTo>
                    <a:pt x="242" y="296"/>
                    <a:pt x="242" y="296"/>
                    <a:pt x="242" y="296"/>
                  </a:cubicBezTo>
                  <a:cubicBezTo>
                    <a:pt x="242" y="219"/>
                    <a:pt x="242" y="219"/>
                    <a:pt x="242" y="219"/>
                  </a:cubicBezTo>
                  <a:cubicBezTo>
                    <a:pt x="240" y="219"/>
                    <a:pt x="238" y="219"/>
                    <a:pt x="234" y="219"/>
                  </a:cubicBezTo>
                  <a:cubicBezTo>
                    <a:pt x="221" y="219"/>
                    <a:pt x="209" y="214"/>
                    <a:pt x="203" y="201"/>
                  </a:cubicBezTo>
                  <a:cubicBezTo>
                    <a:pt x="193" y="180"/>
                    <a:pt x="199" y="156"/>
                    <a:pt x="216" y="144"/>
                  </a:cubicBezTo>
                  <a:cubicBezTo>
                    <a:pt x="242" y="125"/>
                    <a:pt x="242" y="125"/>
                    <a:pt x="242" y="125"/>
                  </a:cubicBezTo>
                  <a:cubicBezTo>
                    <a:pt x="242" y="69"/>
                    <a:pt x="242" y="69"/>
                    <a:pt x="242" y="69"/>
                  </a:cubicBezTo>
                  <a:cubicBezTo>
                    <a:pt x="277" y="123"/>
                    <a:pt x="277" y="123"/>
                    <a:pt x="277" y="123"/>
                  </a:cubicBezTo>
                  <a:cubicBezTo>
                    <a:pt x="224" y="156"/>
                    <a:pt x="224" y="156"/>
                    <a:pt x="224" y="156"/>
                  </a:cubicBezTo>
                  <a:cubicBezTo>
                    <a:pt x="212" y="165"/>
                    <a:pt x="208" y="180"/>
                    <a:pt x="216" y="192"/>
                  </a:cubicBezTo>
                  <a:cubicBezTo>
                    <a:pt x="221" y="204"/>
                    <a:pt x="236" y="209"/>
                    <a:pt x="247" y="201"/>
                  </a:cubicBezTo>
                  <a:cubicBezTo>
                    <a:pt x="323" y="150"/>
                    <a:pt x="323" y="150"/>
                    <a:pt x="323" y="150"/>
                  </a:cubicBezTo>
                  <a:cubicBezTo>
                    <a:pt x="325" y="150"/>
                    <a:pt x="325" y="149"/>
                    <a:pt x="325" y="149"/>
                  </a:cubicBezTo>
                  <a:cubicBezTo>
                    <a:pt x="327" y="149"/>
                    <a:pt x="327" y="149"/>
                    <a:pt x="327" y="149"/>
                  </a:cubicBezTo>
                  <a:cubicBezTo>
                    <a:pt x="329" y="146"/>
                    <a:pt x="331" y="144"/>
                    <a:pt x="333" y="142"/>
                  </a:cubicBezTo>
                  <a:cubicBezTo>
                    <a:pt x="333" y="139"/>
                    <a:pt x="333" y="139"/>
                    <a:pt x="333" y="139"/>
                  </a:cubicBezTo>
                  <a:cubicBezTo>
                    <a:pt x="335" y="138"/>
                    <a:pt x="335" y="136"/>
                    <a:pt x="335" y="132"/>
                  </a:cubicBezTo>
                  <a:cubicBezTo>
                    <a:pt x="337" y="132"/>
                    <a:pt x="335" y="129"/>
                    <a:pt x="335" y="128"/>
                  </a:cubicBezTo>
                  <a:cubicBezTo>
                    <a:pt x="335" y="125"/>
                    <a:pt x="337" y="125"/>
                    <a:pt x="335" y="124"/>
                  </a:cubicBezTo>
                  <a:cubicBezTo>
                    <a:pt x="335" y="123"/>
                    <a:pt x="335" y="120"/>
                    <a:pt x="333" y="118"/>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5" name="Freeform 99"/>
            <p:cNvSpPr/>
            <p:nvPr/>
          </p:nvSpPr>
          <p:spPr bwMode="auto">
            <a:xfrm>
              <a:off x="2291" y="1176"/>
              <a:ext cx="160" cy="160"/>
            </a:xfrm>
            <a:custGeom>
              <a:avLst/>
              <a:gdLst>
                <a:gd name="T0" fmla="*/ 110 w 113"/>
                <a:gd name="T1" fmla="*/ 205 h 125"/>
                <a:gd name="T2" fmla="*/ 227 w 113"/>
                <a:gd name="T3" fmla="*/ 101 h 125"/>
                <a:gd name="T4" fmla="*/ 110 w 113"/>
                <a:gd name="T5" fmla="*/ 0 h 125"/>
                <a:gd name="T6" fmla="*/ 0 w 113"/>
                <a:gd name="T7" fmla="*/ 101 h 125"/>
                <a:gd name="T8" fmla="*/ 110 w 113"/>
                <a:gd name="T9" fmla="*/ 205 h 125"/>
                <a:gd name="T10" fmla="*/ 0 60000 65536"/>
                <a:gd name="T11" fmla="*/ 0 60000 65536"/>
                <a:gd name="T12" fmla="*/ 0 60000 65536"/>
                <a:gd name="T13" fmla="*/ 0 60000 65536"/>
                <a:gd name="T14" fmla="*/ 0 60000 65536"/>
                <a:gd name="T15" fmla="*/ 0 w 113"/>
                <a:gd name="T16" fmla="*/ 0 h 125"/>
                <a:gd name="T17" fmla="*/ 113 w 113"/>
                <a:gd name="T18" fmla="*/ 125 h 125"/>
              </a:gdLst>
              <a:ahLst/>
              <a:cxnLst>
                <a:cxn ang="T10">
                  <a:pos x="T0" y="T1"/>
                </a:cxn>
                <a:cxn ang="T11">
                  <a:pos x="T2" y="T3"/>
                </a:cxn>
                <a:cxn ang="T12">
                  <a:pos x="T4" y="T5"/>
                </a:cxn>
                <a:cxn ang="T13">
                  <a:pos x="T6" y="T7"/>
                </a:cxn>
                <a:cxn ang="T14">
                  <a:pos x="T8" y="T9"/>
                </a:cxn>
              </a:cxnLst>
              <a:rect l="T15" t="T16" r="T17" b="T18"/>
              <a:pathLst>
                <a:path w="113" h="125">
                  <a:moveTo>
                    <a:pt x="55" y="125"/>
                  </a:moveTo>
                  <a:cubicBezTo>
                    <a:pt x="87" y="125"/>
                    <a:pt x="113" y="96"/>
                    <a:pt x="113" y="62"/>
                  </a:cubicBezTo>
                  <a:cubicBezTo>
                    <a:pt x="113" y="29"/>
                    <a:pt x="87" y="0"/>
                    <a:pt x="55" y="0"/>
                  </a:cubicBezTo>
                  <a:cubicBezTo>
                    <a:pt x="26" y="0"/>
                    <a:pt x="0" y="29"/>
                    <a:pt x="0" y="62"/>
                  </a:cubicBezTo>
                  <a:cubicBezTo>
                    <a:pt x="0" y="96"/>
                    <a:pt x="26" y="125"/>
                    <a:pt x="55" y="125"/>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6" name="Oval 100"/>
            <p:cNvSpPr>
              <a:spLocks noChangeArrowheads="1"/>
            </p:cNvSpPr>
            <p:nvPr/>
          </p:nvSpPr>
          <p:spPr bwMode="auto">
            <a:xfrm>
              <a:off x="950" y="1160"/>
              <a:ext cx="459" cy="453"/>
            </a:xfrm>
            <a:prstGeom prst="ellipse">
              <a:avLst/>
            </a:pr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47" name="Freeform 101"/>
            <p:cNvSpPr/>
            <p:nvPr/>
          </p:nvSpPr>
          <p:spPr bwMode="auto">
            <a:xfrm>
              <a:off x="1206" y="1408"/>
              <a:ext cx="243" cy="242"/>
            </a:xfrm>
            <a:custGeom>
              <a:avLst/>
              <a:gdLst>
                <a:gd name="T0" fmla="*/ 8 w 172"/>
                <a:gd name="T1" fmla="*/ 92 h 189"/>
                <a:gd name="T2" fmla="*/ 25 w 172"/>
                <a:gd name="T3" fmla="*/ 87 h 189"/>
                <a:gd name="T4" fmla="*/ 38 w 172"/>
                <a:gd name="T5" fmla="*/ 65 h 189"/>
                <a:gd name="T6" fmla="*/ 78 w 172"/>
                <a:gd name="T7" fmla="*/ 33 h 189"/>
                <a:gd name="T8" fmla="*/ 102 w 172"/>
                <a:gd name="T9" fmla="*/ 18 h 189"/>
                <a:gd name="T10" fmla="*/ 110 w 172"/>
                <a:gd name="T11" fmla="*/ 4 h 189"/>
                <a:gd name="T12" fmla="*/ 134 w 172"/>
                <a:gd name="T13" fmla="*/ 10 h 189"/>
                <a:gd name="T14" fmla="*/ 335 w 172"/>
                <a:gd name="T15" fmla="*/ 282 h 189"/>
                <a:gd name="T16" fmla="*/ 335 w 172"/>
                <a:gd name="T17" fmla="*/ 298 h 189"/>
                <a:gd name="T18" fmla="*/ 335 w 172"/>
                <a:gd name="T19" fmla="*/ 303 h 189"/>
                <a:gd name="T20" fmla="*/ 329 w 172"/>
                <a:gd name="T21" fmla="*/ 306 h 189"/>
                <a:gd name="T22" fmla="*/ 311 w 172"/>
                <a:gd name="T23" fmla="*/ 306 h 189"/>
                <a:gd name="T24" fmla="*/ 14 w 172"/>
                <a:gd name="T25" fmla="*/ 115 h 189"/>
                <a:gd name="T26" fmla="*/ 8 w 172"/>
                <a:gd name="T27" fmla="*/ 92 h 18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2"/>
                <a:gd name="T43" fmla="*/ 0 h 189"/>
                <a:gd name="T44" fmla="*/ 172 w 172"/>
                <a:gd name="T45" fmla="*/ 189 h 18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2" h="189">
                  <a:moveTo>
                    <a:pt x="4" y="56"/>
                  </a:moveTo>
                  <a:cubicBezTo>
                    <a:pt x="7" y="54"/>
                    <a:pt x="9" y="53"/>
                    <a:pt x="13" y="53"/>
                  </a:cubicBezTo>
                  <a:cubicBezTo>
                    <a:pt x="13" y="48"/>
                    <a:pt x="15" y="45"/>
                    <a:pt x="19" y="40"/>
                  </a:cubicBezTo>
                  <a:cubicBezTo>
                    <a:pt x="39" y="20"/>
                    <a:pt x="39" y="20"/>
                    <a:pt x="39" y="20"/>
                  </a:cubicBezTo>
                  <a:cubicBezTo>
                    <a:pt x="44" y="15"/>
                    <a:pt x="47" y="14"/>
                    <a:pt x="51" y="11"/>
                  </a:cubicBezTo>
                  <a:cubicBezTo>
                    <a:pt x="51" y="8"/>
                    <a:pt x="53" y="4"/>
                    <a:pt x="55" y="2"/>
                  </a:cubicBezTo>
                  <a:cubicBezTo>
                    <a:pt x="58" y="0"/>
                    <a:pt x="63" y="0"/>
                    <a:pt x="67" y="6"/>
                  </a:cubicBezTo>
                  <a:cubicBezTo>
                    <a:pt x="168" y="172"/>
                    <a:pt x="168" y="172"/>
                    <a:pt x="168" y="172"/>
                  </a:cubicBezTo>
                  <a:cubicBezTo>
                    <a:pt x="172" y="177"/>
                    <a:pt x="172" y="180"/>
                    <a:pt x="168" y="182"/>
                  </a:cubicBezTo>
                  <a:cubicBezTo>
                    <a:pt x="168" y="185"/>
                    <a:pt x="168" y="185"/>
                    <a:pt x="168" y="185"/>
                  </a:cubicBezTo>
                  <a:cubicBezTo>
                    <a:pt x="168" y="185"/>
                    <a:pt x="165" y="185"/>
                    <a:pt x="165" y="187"/>
                  </a:cubicBezTo>
                  <a:cubicBezTo>
                    <a:pt x="162" y="189"/>
                    <a:pt x="158" y="189"/>
                    <a:pt x="156" y="187"/>
                  </a:cubicBezTo>
                  <a:cubicBezTo>
                    <a:pt x="7" y="70"/>
                    <a:pt x="7" y="70"/>
                    <a:pt x="7" y="70"/>
                  </a:cubicBezTo>
                  <a:cubicBezTo>
                    <a:pt x="3" y="66"/>
                    <a:pt x="0" y="61"/>
                    <a:pt x="4" y="56"/>
                  </a:cubicBezTo>
                  <a:close/>
                </a:path>
              </a:pathLst>
            </a:cu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8" name="Freeform 102"/>
            <p:cNvSpPr/>
            <p:nvPr/>
          </p:nvSpPr>
          <p:spPr bwMode="auto">
            <a:xfrm>
              <a:off x="1724" y="444"/>
              <a:ext cx="503" cy="498"/>
            </a:xfrm>
            <a:custGeom>
              <a:avLst/>
              <a:gdLst>
                <a:gd name="T0" fmla="*/ 585 w 356"/>
                <a:gd name="T1" fmla="*/ 113 h 389"/>
                <a:gd name="T2" fmla="*/ 576 w 356"/>
                <a:gd name="T3" fmla="*/ 525 h 389"/>
                <a:gd name="T4" fmla="*/ 120 w 356"/>
                <a:gd name="T5" fmla="*/ 521 h 389"/>
                <a:gd name="T6" fmla="*/ 127 w 356"/>
                <a:gd name="T7" fmla="*/ 111 h 389"/>
                <a:gd name="T8" fmla="*/ 585 w 356"/>
                <a:gd name="T9" fmla="*/ 113 h 389"/>
                <a:gd name="T10" fmla="*/ 0 60000 65536"/>
                <a:gd name="T11" fmla="*/ 0 60000 65536"/>
                <a:gd name="T12" fmla="*/ 0 60000 65536"/>
                <a:gd name="T13" fmla="*/ 0 60000 65536"/>
                <a:gd name="T14" fmla="*/ 0 60000 65536"/>
                <a:gd name="T15" fmla="*/ 0 w 356"/>
                <a:gd name="T16" fmla="*/ 0 h 389"/>
                <a:gd name="T17" fmla="*/ 356 w 356"/>
                <a:gd name="T18" fmla="*/ 389 h 389"/>
              </a:gdLst>
              <a:ahLst/>
              <a:cxnLst>
                <a:cxn ang="T10">
                  <a:pos x="T0" y="T1"/>
                </a:cxn>
                <a:cxn ang="T11">
                  <a:pos x="T2" y="T3"/>
                </a:cxn>
                <a:cxn ang="T12">
                  <a:pos x="T4" y="T5"/>
                </a:cxn>
                <a:cxn ang="T13">
                  <a:pos x="T6" y="T7"/>
                </a:cxn>
                <a:cxn ang="T14">
                  <a:pos x="T8" y="T9"/>
                </a:cxn>
              </a:cxnLst>
              <a:rect l="T15" t="T16" r="T17" b="T18"/>
              <a:pathLst>
                <a:path w="356" h="389">
                  <a:moveTo>
                    <a:pt x="293" y="69"/>
                  </a:moveTo>
                  <a:cubicBezTo>
                    <a:pt x="356" y="142"/>
                    <a:pt x="354" y="253"/>
                    <a:pt x="289" y="320"/>
                  </a:cubicBezTo>
                  <a:cubicBezTo>
                    <a:pt x="226" y="389"/>
                    <a:pt x="124" y="386"/>
                    <a:pt x="60" y="318"/>
                  </a:cubicBezTo>
                  <a:cubicBezTo>
                    <a:pt x="0" y="248"/>
                    <a:pt x="0" y="135"/>
                    <a:pt x="64" y="68"/>
                  </a:cubicBezTo>
                  <a:cubicBezTo>
                    <a:pt x="128" y="0"/>
                    <a:pt x="230" y="1"/>
                    <a:pt x="293" y="69"/>
                  </a:cubicBezTo>
                  <a:close/>
                </a:path>
              </a:pathLst>
            </a:custGeom>
            <a:solidFill>
              <a:schemeClr val="dk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9" name="Freeform 103"/>
            <p:cNvSpPr/>
            <p:nvPr/>
          </p:nvSpPr>
          <p:spPr bwMode="auto">
            <a:xfrm>
              <a:off x="1905" y="779"/>
              <a:ext cx="125" cy="278"/>
            </a:xfrm>
            <a:custGeom>
              <a:avLst/>
              <a:gdLst>
                <a:gd name="T0" fmla="*/ 163 w 88"/>
                <a:gd name="T1" fmla="*/ 4 h 217"/>
                <a:gd name="T2" fmla="*/ 141 w 88"/>
                <a:gd name="T3" fmla="*/ 10 h 217"/>
                <a:gd name="T4" fmla="*/ 115 w 88"/>
                <a:gd name="T5" fmla="*/ 4 h 217"/>
                <a:gd name="T6" fmla="*/ 63 w 88"/>
                <a:gd name="T7" fmla="*/ 4 h 217"/>
                <a:gd name="T8" fmla="*/ 37 w 88"/>
                <a:gd name="T9" fmla="*/ 10 h 217"/>
                <a:gd name="T10" fmla="*/ 18 w 88"/>
                <a:gd name="T11" fmla="*/ 4 h 217"/>
                <a:gd name="T12" fmla="*/ 1 w 88"/>
                <a:gd name="T13" fmla="*/ 22 h 217"/>
                <a:gd name="T14" fmla="*/ 71 w 88"/>
                <a:gd name="T15" fmla="*/ 343 h 217"/>
                <a:gd name="T16" fmla="*/ 85 w 88"/>
                <a:gd name="T17" fmla="*/ 356 h 217"/>
                <a:gd name="T18" fmla="*/ 87 w 88"/>
                <a:gd name="T19" fmla="*/ 356 h 217"/>
                <a:gd name="T20" fmla="*/ 92 w 88"/>
                <a:gd name="T21" fmla="*/ 356 h 217"/>
                <a:gd name="T22" fmla="*/ 109 w 88"/>
                <a:gd name="T23" fmla="*/ 343 h 217"/>
                <a:gd name="T24" fmla="*/ 176 w 88"/>
                <a:gd name="T25" fmla="*/ 22 h 217"/>
                <a:gd name="T26" fmla="*/ 163 w 88"/>
                <a:gd name="T27" fmla="*/ 4 h 21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8"/>
                <a:gd name="T43" fmla="*/ 0 h 217"/>
                <a:gd name="T44" fmla="*/ 88 w 88"/>
                <a:gd name="T45" fmla="*/ 217 h 21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8" h="217">
                  <a:moveTo>
                    <a:pt x="81" y="2"/>
                  </a:moveTo>
                  <a:cubicBezTo>
                    <a:pt x="78" y="0"/>
                    <a:pt x="73" y="2"/>
                    <a:pt x="70" y="6"/>
                  </a:cubicBezTo>
                  <a:cubicBezTo>
                    <a:pt x="67" y="5"/>
                    <a:pt x="62" y="2"/>
                    <a:pt x="57" y="2"/>
                  </a:cubicBezTo>
                  <a:cubicBezTo>
                    <a:pt x="31" y="2"/>
                    <a:pt x="31" y="2"/>
                    <a:pt x="31" y="2"/>
                  </a:cubicBezTo>
                  <a:cubicBezTo>
                    <a:pt x="26" y="2"/>
                    <a:pt x="22" y="5"/>
                    <a:pt x="18" y="6"/>
                  </a:cubicBezTo>
                  <a:cubicBezTo>
                    <a:pt x="16" y="2"/>
                    <a:pt x="12" y="0"/>
                    <a:pt x="9" y="2"/>
                  </a:cubicBezTo>
                  <a:cubicBezTo>
                    <a:pt x="4" y="2"/>
                    <a:pt x="0" y="9"/>
                    <a:pt x="1" y="13"/>
                  </a:cubicBezTo>
                  <a:cubicBezTo>
                    <a:pt x="35" y="209"/>
                    <a:pt x="35" y="209"/>
                    <a:pt x="35" y="209"/>
                  </a:cubicBezTo>
                  <a:cubicBezTo>
                    <a:pt x="36" y="214"/>
                    <a:pt x="38" y="217"/>
                    <a:pt x="42" y="217"/>
                  </a:cubicBezTo>
                  <a:cubicBezTo>
                    <a:pt x="43" y="217"/>
                    <a:pt x="43" y="217"/>
                    <a:pt x="43" y="217"/>
                  </a:cubicBezTo>
                  <a:cubicBezTo>
                    <a:pt x="46" y="217"/>
                    <a:pt x="46" y="217"/>
                    <a:pt x="46" y="217"/>
                  </a:cubicBezTo>
                  <a:cubicBezTo>
                    <a:pt x="50" y="217"/>
                    <a:pt x="54" y="214"/>
                    <a:pt x="54" y="209"/>
                  </a:cubicBezTo>
                  <a:cubicBezTo>
                    <a:pt x="87" y="13"/>
                    <a:pt x="87" y="13"/>
                    <a:pt x="87" y="13"/>
                  </a:cubicBezTo>
                  <a:cubicBezTo>
                    <a:pt x="88" y="9"/>
                    <a:pt x="85" y="2"/>
                    <a:pt x="81" y="2"/>
                  </a:cubicBezTo>
                  <a:close/>
                </a:path>
              </a:pathLst>
            </a:custGeom>
            <a:solidFill>
              <a:schemeClr val="dk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grpSp>
      <p:sp>
        <p:nvSpPr>
          <p:cNvPr id="5" name="矩形 4"/>
          <p:cNvSpPr/>
          <p:nvPr/>
        </p:nvSpPr>
        <p:spPr>
          <a:xfrm>
            <a:off x="7138035" y="3343910"/>
            <a:ext cx="1856105" cy="521970"/>
          </a:xfrm>
          <a:prstGeom prst="rect">
            <a:avLst/>
          </a:prstGeom>
          <a:noFill/>
          <a:ln>
            <a:noFill/>
          </a:ln>
        </p:spPr>
        <p:txBody>
          <a:bodyPr wrap="square" rtlCol="0" anchor="t">
            <a:spAutoFit/>
          </a:bodyPr>
          <a:lstStyle/>
          <a:p>
            <a:pPr algn="ctr"/>
            <a:r>
              <a:rPr lang="zh-CN" altLang="en-US" sz="2800" b="1">
                <a:solidFill>
                  <a:schemeClr val="tx1"/>
                </a:solidFill>
                <a:effectLst>
                  <a:outerShdw blurRad="38100" dist="19050" dir="2700000" algn="tl" rotWithShape="0">
                    <a:schemeClr val="dk1">
                      <a:alpha val="40000"/>
                    </a:schemeClr>
                  </a:outerShdw>
                </a:effectLst>
              </a:rPr>
              <a:t>性质</a:t>
            </a:r>
            <a:endParaRPr lang="zh-CN" altLang="en-US" sz="2800" b="1">
              <a:solidFill>
                <a:schemeClr val="tx1"/>
              </a:solidFill>
              <a:effectLst>
                <a:outerShdw blurRad="38100" dist="19050" dir="2700000" algn="tl" rotWithShape="0">
                  <a:schemeClr val="dk1">
                    <a:alpha val="40000"/>
                  </a:schemeClr>
                </a:outerShdw>
              </a:effectLst>
            </a:endParaRPr>
          </a:p>
        </p:txBody>
      </p:sp>
      <p:sp>
        <p:nvSpPr>
          <p:cNvPr id="7" name="矩形 6"/>
          <p:cNvSpPr/>
          <p:nvPr/>
        </p:nvSpPr>
        <p:spPr>
          <a:xfrm>
            <a:off x="8752205" y="1937385"/>
            <a:ext cx="1856105" cy="521970"/>
          </a:xfrm>
          <a:prstGeom prst="rect">
            <a:avLst/>
          </a:prstGeom>
          <a:noFill/>
          <a:ln>
            <a:noFill/>
          </a:ln>
        </p:spPr>
        <p:txBody>
          <a:bodyPr wrap="square" rtlCol="0" anchor="t">
            <a:spAutoFit/>
          </a:bodyPr>
          <a:lstStyle/>
          <a:p>
            <a:pPr algn="ctr"/>
            <a:r>
              <a:rPr lang="zh-CN" altLang="en-US" sz="2800" b="1">
                <a:solidFill>
                  <a:schemeClr val="tx1"/>
                </a:solidFill>
                <a:effectLst>
                  <a:outerShdw blurRad="38100" dist="19050" dir="2700000" algn="tl" rotWithShape="0">
                    <a:schemeClr val="dk1">
                      <a:alpha val="40000"/>
                    </a:schemeClr>
                  </a:outerShdw>
                </a:effectLst>
              </a:rPr>
              <a:t>状态</a:t>
            </a:r>
            <a:endParaRPr lang="zh-CN" altLang="en-US" sz="2800" b="1">
              <a:solidFill>
                <a:schemeClr val="tx1"/>
              </a:solidFill>
              <a:effectLst>
                <a:outerShdw blurRad="38100" dist="19050" dir="2700000" algn="tl" rotWithShape="0">
                  <a:schemeClr val="dk1">
                    <a:alpha val="40000"/>
                  </a:schemeClr>
                </a:outerShdw>
              </a:effectLst>
            </a:endParaRPr>
          </a:p>
        </p:txBody>
      </p:sp>
      <p:sp>
        <p:nvSpPr>
          <p:cNvPr id="8" name="矩形 7"/>
          <p:cNvSpPr/>
          <p:nvPr/>
        </p:nvSpPr>
        <p:spPr>
          <a:xfrm>
            <a:off x="10297795" y="2459355"/>
            <a:ext cx="1856105" cy="521970"/>
          </a:xfrm>
          <a:prstGeom prst="rect">
            <a:avLst/>
          </a:prstGeom>
          <a:noFill/>
          <a:ln>
            <a:noFill/>
          </a:ln>
        </p:spPr>
        <p:txBody>
          <a:bodyPr wrap="square" rtlCol="0" anchor="t">
            <a:spAutoFit/>
          </a:bodyPr>
          <a:lstStyle/>
          <a:p>
            <a:pPr algn="ctr"/>
            <a:r>
              <a:rPr lang="zh-CN" altLang="en-US" sz="2800" b="1">
                <a:solidFill>
                  <a:schemeClr val="tx1"/>
                </a:solidFill>
                <a:effectLst>
                  <a:outerShdw blurRad="38100" dist="19050" dir="2700000" algn="tl" rotWithShape="0">
                    <a:schemeClr val="dk1">
                      <a:alpha val="40000"/>
                    </a:schemeClr>
                  </a:outerShdw>
                </a:effectLst>
              </a:rPr>
              <a:t>关系</a:t>
            </a:r>
            <a:endParaRPr lang="zh-CN" altLang="en-US" sz="2800" b="1">
              <a:solidFill>
                <a:schemeClr val="tx1"/>
              </a:solidFill>
              <a:effectLst>
                <a:outerShdw blurRad="38100" dist="19050" dir="2700000" algn="tl" rotWithShape="0">
                  <a:schemeClr val="dk1">
                    <a:alpha val="40000"/>
                  </a:schemeClr>
                </a:outerShdw>
              </a:effectLst>
            </a:endParaRPr>
          </a:p>
        </p:txBody>
      </p:sp>
      <p:sp>
        <p:nvSpPr>
          <p:cNvPr id="10" name="内容占位符 9"/>
          <p:cNvSpPr>
            <a:spLocks noGrp="1"/>
          </p:cNvSpPr>
          <p:nvPr>
            <p:ph idx="1"/>
          </p:nvPr>
        </p:nvSpPr>
        <p:spPr>
          <a:xfrm>
            <a:off x="356235" y="1849120"/>
            <a:ext cx="6595110" cy="4932680"/>
          </a:xfrm>
        </p:spPr>
        <p:txBody>
          <a:bodyPr>
            <a:normAutofit fontScale="90000"/>
          </a:bodyPr>
          <a:lstStyle/>
          <a:p>
            <a:pPr marL="0" indent="0">
              <a:lnSpc>
                <a:spcPct val="150000"/>
              </a:lnSpc>
              <a:buNone/>
            </a:pPr>
            <a:r>
              <a:rPr lang="zh-CN" altLang="zh-CN" sz="1800" dirty="0"/>
              <a:t>通常采用算法的渐进分析中的大O表示法作为算法时间复杂度的渐进度量值，称为算法的渐进时间复杂度。大O表示法是指当且仅当存在正整数c和n¬0，使得0≤T(n)≤cf(n)对所有的n≥n0成立时，算法执行时间的增长率与f(n)的增长率相同，记为T(n)=O(f(n))。</a:t>
            </a:r>
            <a:endParaRPr lang="zh-CN" altLang="zh-CN" sz="1800" dirty="0"/>
          </a:p>
          <a:p>
            <a:pPr marL="0" indent="0">
              <a:lnSpc>
                <a:spcPct val="150000"/>
              </a:lnSpc>
              <a:buNone/>
            </a:pPr>
            <a:r>
              <a:rPr lang="zh-CN" altLang="zh-CN" sz="1800" dirty="0"/>
              <a:t>一般地，如果f(n)=aknk+ak-1nk-1+…+a1n1+a0，且ai≥0，T(n)=O(nk)，即使用大O表示法时只需保留关于数据元素个数n的多项式的最高次幂的项并去掉其系数。比如，若算法的执行时间是常数级，不依赖数据量的大小，则时间复杂度为O(1)； 若算法的执行时间与数据量为线性关系，则时间复杂度为O(n)； 对数级、平方级、立方级、指数级的时间复杂度分别为O(log2n)、O(n2)、O(n3)、O(2n)。这些函数按数量级递增排列具有下列关系： </a:t>
            </a:r>
            <a:endParaRPr lang="zh-CN" altLang="zh-CN" sz="1800" dirty="0"/>
          </a:p>
          <a:p>
            <a:pPr marL="0" indent="0">
              <a:lnSpc>
                <a:spcPct val="150000"/>
              </a:lnSpc>
              <a:buNone/>
            </a:pPr>
            <a:r>
              <a:rPr lang="zh-CN" altLang="zh-CN" sz="1800" dirty="0"/>
              <a:t>O(1)&lt;O(log2n)&lt;O(n)&lt;O(nlog2n)&lt;O(n2)&lt;O(n3)&lt;O(2n)</a:t>
            </a:r>
            <a:endParaRPr lang="zh-CN" altLang="zh-CN" sz="1800" dirty="0"/>
          </a:p>
          <a:p>
            <a:pPr marL="0" indent="0">
              <a:lnSpc>
                <a:spcPct val="150000"/>
              </a:lnSpc>
              <a:buNone/>
            </a:pPr>
            <a:endParaRPr lang="zh-CN" altLang="zh-CN" sz="1800" dirty="0">
              <a:solidFill>
                <a:schemeClr val="tx1"/>
              </a:solidFill>
            </a:endParaRPr>
          </a:p>
        </p:txBody>
      </p:sp>
      <p:sp>
        <p:nvSpPr>
          <p:cNvPr id="13" name="矩形 12"/>
          <p:cNvSpPr>
            <a:spLocks noGrp="1" noRot="1" noChangeAspect="1" noMove="1" noResize="1" noEditPoints="1" noAdjustHandles="1" noChangeArrowheads="1" noChangeShapeType="1" noTextEdit="1"/>
          </p:cNvSpPr>
          <p:nvPr/>
        </p:nvSpPr>
        <p:spPr>
          <a:blipFill rotWithShape="1">
            <a:blip r:embed="rId1"/>
            <a:stretch>
              <a:fillRect l="-1809" t="-2574" r="-3101"/>
            </a:stretch>
          </a:blipFill>
        </p:spPr>
      </p:sp>
    </p:spTree>
  </p:cSld>
  <p:clrMapOvr>
    <a:masterClrMapping/>
  </p:clrMapOvr>
  <p:transition>
    <p:cover dir="d"/>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zh-CN" dirty="0">
                <a:solidFill>
                  <a:schemeClr val="accent2"/>
                </a:solidFill>
                <a:sym typeface="+mn-ea"/>
              </a:rPr>
              <a:t>算法分析</a:t>
            </a:r>
            <a:endParaRPr lang="zh-CN" altLang="zh-CN" dirty="0">
              <a:solidFill>
                <a:schemeClr val="accent2"/>
              </a:solidFill>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9" name="标题 1"/>
          <p:cNvSpPr>
            <a:spLocks noGrp="1"/>
          </p:cNvSpPr>
          <p:nvPr/>
        </p:nvSpPr>
        <p:spPr>
          <a:xfrm>
            <a:off x="-131338" y="1237937"/>
            <a:ext cx="7076968" cy="6109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lvl="1" algn="l" rtl="0">
              <a:lnSpc>
                <a:spcPct val="90000"/>
              </a:lnSpc>
              <a:spcBef>
                <a:spcPct val="0"/>
              </a:spcBef>
            </a:pPr>
            <a:r>
              <a:rPr lang="en-US" altLang="zh-CN" sz="3600" kern="1200" dirty="0">
                <a:solidFill>
                  <a:schemeClr val="tx1"/>
                </a:solidFill>
                <a:latin typeface="+mj-lt"/>
                <a:ea typeface="+mj-ea"/>
                <a:cs typeface="+mj-cs"/>
              </a:rPr>
              <a:t>--</a:t>
            </a:r>
            <a:r>
              <a:rPr lang="zh-CN" altLang="zh-CN" sz="3600" kern="1200" dirty="0">
                <a:solidFill>
                  <a:schemeClr val="tx1"/>
                </a:solidFill>
                <a:latin typeface="+mj-lt"/>
                <a:ea typeface="+mj-ea"/>
                <a:cs typeface="+mj-cs"/>
              </a:rPr>
              <a:t>算法的时间复杂度</a:t>
            </a:r>
            <a:endParaRPr lang="zh-CN" altLang="zh-CN" sz="3600" kern="1200" dirty="0">
              <a:solidFill>
                <a:schemeClr val="tx1"/>
              </a:solidFill>
              <a:latin typeface="+mj-lt"/>
              <a:ea typeface="+mj-ea"/>
              <a:cs typeface="+mj-cs"/>
            </a:endParaRPr>
          </a:p>
        </p:txBody>
      </p:sp>
      <p:grpSp>
        <p:nvGrpSpPr>
          <p:cNvPr id="17413" name="Group 85"/>
          <p:cNvGrpSpPr>
            <a:grpSpLocks noChangeAspect="1"/>
          </p:cNvGrpSpPr>
          <p:nvPr/>
        </p:nvGrpSpPr>
        <p:grpSpPr bwMode="auto">
          <a:xfrm>
            <a:off x="7227570" y="1580515"/>
            <a:ext cx="4794250" cy="3910330"/>
            <a:chOff x="816" y="444"/>
            <a:chExt cx="2310" cy="1884"/>
          </a:xfrm>
        </p:grpSpPr>
        <p:sp>
          <p:nvSpPr>
            <p:cNvPr id="17431" name="AutoShape 84"/>
            <p:cNvSpPr>
              <a:spLocks noChangeAspect="1" noChangeArrowheads="1" noTextEdit="1"/>
            </p:cNvSpPr>
            <p:nvPr/>
          </p:nvSpPr>
          <p:spPr bwMode="auto">
            <a:xfrm>
              <a:off x="816" y="468"/>
              <a:ext cx="2310" cy="1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mn-lt"/>
                <a:cs typeface="+mn-ea"/>
                <a:sym typeface="+mn-lt"/>
              </a:endParaRPr>
            </a:p>
          </p:txBody>
        </p:sp>
        <p:sp>
          <p:nvSpPr>
            <p:cNvPr id="17432" name="Freeform 86"/>
            <p:cNvSpPr/>
            <p:nvPr/>
          </p:nvSpPr>
          <p:spPr bwMode="auto">
            <a:xfrm>
              <a:off x="1544" y="2054"/>
              <a:ext cx="847" cy="238"/>
            </a:xfrm>
            <a:custGeom>
              <a:avLst/>
              <a:gdLst>
                <a:gd name="T0" fmla="*/ 563 w 847"/>
                <a:gd name="T1" fmla="*/ 65 h 238"/>
                <a:gd name="T2" fmla="*/ 563 w 847"/>
                <a:gd name="T3" fmla="*/ 0 h 238"/>
                <a:gd name="T4" fmla="*/ 281 w 847"/>
                <a:gd name="T5" fmla="*/ 0 h 238"/>
                <a:gd name="T6" fmla="*/ 281 w 847"/>
                <a:gd name="T7" fmla="*/ 102 h 238"/>
                <a:gd name="T8" fmla="*/ 0 w 847"/>
                <a:gd name="T9" fmla="*/ 102 h 238"/>
                <a:gd name="T10" fmla="*/ 0 w 847"/>
                <a:gd name="T11" fmla="*/ 238 h 238"/>
                <a:gd name="T12" fmla="*/ 281 w 847"/>
                <a:gd name="T13" fmla="*/ 238 h 238"/>
                <a:gd name="T14" fmla="*/ 563 w 847"/>
                <a:gd name="T15" fmla="*/ 238 h 238"/>
                <a:gd name="T16" fmla="*/ 847 w 847"/>
                <a:gd name="T17" fmla="*/ 238 h 238"/>
                <a:gd name="T18" fmla="*/ 847 w 847"/>
                <a:gd name="T19" fmla="*/ 65 h 238"/>
                <a:gd name="T20" fmla="*/ 563 w 847"/>
                <a:gd name="T21" fmla="*/ 65 h 23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47"/>
                <a:gd name="T34" fmla="*/ 0 h 238"/>
                <a:gd name="T35" fmla="*/ 847 w 847"/>
                <a:gd name="T36" fmla="*/ 238 h 23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47" h="238">
                  <a:moveTo>
                    <a:pt x="563" y="65"/>
                  </a:moveTo>
                  <a:lnTo>
                    <a:pt x="563" y="0"/>
                  </a:lnTo>
                  <a:lnTo>
                    <a:pt x="281" y="0"/>
                  </a:lnTo>
                  <a:lnTo>
                    <a:pt x="281" y="102"/>
                  </a:lnTo>
                  <a:lnTo>
                    <a:pt x="0" y="102"/>
                  </a:lnTo>
                  <a:lnTo>
                    <a:pt x="0" y="238"/>
                  </a:lnTo>
                  <a:lnTo>
                    <a:pt x="281" y="238"/>
                  </a:lnTo>
                  <a:lnTo>
                    <a:pt x="563" y="238"/>
                  </a:lnTo>
                  <a:lnTo>
                    <a:pt x="847" y="238"/>
                  </a:lnTo>
                  <a:lnTo>
                    <a:pt x="847" y="65"/>
                  </a:lnTo>
                  <a:lnTo>
                    <a:pt x="563" y="6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33" name="Rectangle 87"/>
            <p:cNvSpPr>
              <a:spLocks noChangeArrowheads="1"/>
            </p:cNvSpPr>
            <p:nvPr/>
          </p:nvSpPr>
          <p:spPr bwMode="auto">
            <a:xfrm>
              <a:off x="1312" y="2138"/>
              <a:ext cx="432" cy="187"/>
            </a:xfrm>
            <a:prstGeom prst="rect">
              <a:avLst/>
            </a:prstGeom>
            <a:solidFill>
              <a:schemeClr val="dk2">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4" name="Rectangle 88"/>
            <p:cNvSpPr>
              <a:spLocks noChangeArrowheads="1"/>
            </p:cNvSpPr>
            <p:nvPr/>
          </p:nvSpPr>
          <p:spPr bwMode="auto">
            <a:xfrm>
              <a:off x="1741" y="1992"/>
              <a:ext cx="430" cy="333"/>
            </a:xfrm>
            <a:prstGeom prst="rect">
              <a:avLst/>
            </a:prstGeom>
            <a:solidFill>
              <a:schemeClr val="dk2">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5" name="Rectangle 89"/>
            <p:cNvSpPr>
              <a:spLocks noChangeArrowheads="1"/>
            </p:cNvSpPr>
            <p:nvPr/>
          </p:nvSpPr>
          <p:spPr bwMode="auto">
            <a:xfrm>
              <a:off x="2171" y="2086"/>
              <a:ext cx="429" cy="239"/>
            </a:xfrm>
            <a:prstGeom prst="rect">
              <a:avLst/>
            </a:prstGeom>
            <a:solidFill>
              <a:schemeClr val="accent2">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6" name="Oval 90"/>
            <p:cNvSpPr>
              <a:spLocks noChangeArrowheads="1"/>
            </p:cNvSpPr>
            <p:nvPr/>
          </p:nvSpPr>
          <p:spPr bwMode="auto">
            <a:xfrm>
              <a:off x="2510" y="715"/>
              <a:ext cx="456" cy="451"/>
            </a:xfrm>
            <a:prstGeom prst="ellipse">
              <a:avLst/>
            </a:pr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7" name="Freeform 91"/>
            <p:cNvSpPr/>
            <p:nvPr/>
          </p:nvSpPr>
          <p:spPr bwMode="auto">
            <a:xfrm>
              <a:off x="2472" y="961"/>
              <a:ext cx="241" cy="242"/>
            </a:xfrm>
            <a:custGeom>
              <a:avLst/>
              <a:gdLst>
                <a:gd name="T0" fmla="*/ 331 w 171"/>
                <a:gd name="T1" fmla="*/ 99 h 189"/>
                <a:gd name="T2" fmla="*/ 314 w 171"/>
                <a:gd name="T3" fmla="*/ 90 h 189"/>
                <a:gd name="T4" fmla="*/ 297 w 171"/>
                <a:gd name="T5" fmla="*/ 67 h 189"/>
                <a:gd name="T6" fmla="*/ 262 w 171"/>
                <a:gd name="T7" fmla="*/ 35 h 189"/>
                <a:gd name="T8" fmla="*/ 238 w 171"/>
                <a:gd name="T9" fmla="*/ 24 h 189"/>
                <a:gd name="T10" fmla="*/ 227 w 171"/>
                <a:gd name="T11" fmla="*/ 6 h 189"/>
                <a:gd name="T12" fmla="*/ 207 w 171"/>
                <a:gd name="T13" fmla="*/ 12 h 189"/>
                <a:gd name="T14" fmla="*/ 4 w 171"/>
                <a:gd name="T15" fmla="*/ 284 h 189"/>
                <a:gd name="T16" fmla="*/ 4 w 171"/>
                <a:gd name="T17" fmla="*/ 302 h 189"/>
                <a:gd name="T18" fmla="*/ 6 w 171"/>
                <a:gd name="T19" fmla="*/ 302 h 189"/>
                <a:gd name="T20" fmla="*/ 6 w 171"/>
                <a:gd name="T21" fmla="*/ 306 h 189"/>
                <a:gd name="T22" fmla="*/ 28 w 171"/>
                <a:gd name="T23" fmla="*/ 306 h 189"/>
                <a:gd name="T24" fmla="*/ 328 w 171"/>
                <a:gd name="T25" fmla="*/ 118 h 189"/>
                <a:gd name="T26" fmla="*/ 331 w 171"/>
                <a:gd name="T27" fmla="*/ 99 h 18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1"/>
                <a:gd name="T43" fmla="*/ 0 h 189"/>
                <a:gd name="T44" fmla="*/ 171 w 171"/>
                <a:gd name="T45" fmla="*/ 189 h 18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1" h="189">
                  <a:moveTo>
                    <a:pt x="167" y="60"/>
                  </a:moveTo>
                  <a:cubicBezTo>
                    <a:pt x="165" y="55"/>
                    <a:pt x="161" y="53"/>
                    <a:pt x="158" y="55"/>
                  </a:cubicBezTo>
                  <a:cubicBezTo>
                    <a:pt x="156" y="49"/>
                    <a:pt x="154" y="45"/>
                    <a:pt x="150" y="41"/>
                  </a:cubicBezTo>
                  <a:cubicBezTo>
                    <a:pt x="132" y="21"/>
                    <a:pt x="132" y="21"/>
                    <a:pt x="132" y="21"/>
                  </a:cubicBezTo>
                  <a:cubicBezTo>
                    <a:pt x="129" y="16"/>
                    <a:pt x="125" y="15"/>
                    <a:pt x="120" y="15"/>
                  </a:cubicBezTo>
                  <a:cubicBezTo>
                    <a:pt x="121" y="11"/>
                    <a:pt x="120" y="7"/>
                    <a:pt x="114" y="4"/>
                  </a:cubicBezTo>
                  <a:cubicBezTo>
                    <a:pt x="112" y="0"/>
                    <a:pt x="105" y="2"/>
                    <a:pt x="104" y="7"/>
                  </a:cubicBezTo>
                  <a:cubicBezTo>
                    <a:pt x="2" y="173"/>
                    <a:pt x="2" y="173"/>
                    <a:pt x="2" y="173"/>
                  </a:cubicBezTo>
                  <a:cubicBezTo>
                    <a:pt x="0" y="177"/>
                    <a:pt x="0" y="180"/>
                    <a:pt x="2" y="184"/>
                  </a:cubicBezTo>
                  <a:cubicBezTo>
                    <a:pt x="3" y="184"/>
                    <a:pt x="3" y="184"/>
                    <a:pt x="3" y="184"/>
                  </a:cubicBezTo>
                  <a:cubicBezTo>
                    <a:pt x="3" y="187"/>
                    <a:pt x="3" y="187"/>
                    <a:pt x="3" y="187"/>
                  </a:cubicBezTo>
                  <a:cubicBezTo>
                    <a:pt x="7" y="189"/>
                    <a:pt x="11" y="189"/>
                    <a:pt x="14" y="187"/>
                  </a:cubicBezTo>
                  <a:cubicBezTo>
                    <a:pt x="165" y="72"/>
                    <a:pt x="165" y="72"/>
                    <a:pt x="165" y="72"/>
                  </a:cubicBezTo>
                  <a:cubicBezTo>
                    <a:pt x="169" y="70"/>
                    <a:pt x="171" y="63"/>
                    <a:pt x="167" y="60"/>
                  </a:cubicBezTo>
                  <a:close/>
                </a:path>
              </a:pathLst>
            </a:cu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38" name="Freeform 92"/>
            <p:cNvSpPr/>
            <p:nvPr/>
          </p:nvSpPr>
          <p:spPr bwMode="auto">
            <a:xfrm>
              <a:off x="1449" y="1662"/>
              <a:ext cx="157" cy="155"/>
            </a:xfrm>
            <a:custGeom>
              <a:avLst/>
              <a:gdLst>
                <a:gd name="T0" fmla="*/ 110 w 111"/>
                <a:gd name="T1" fmla="*/ 199 h 121"/>
                <a:gd name="T2" fmla="*/ 222 w 111"/>
                <a:gd name="T3" fmla="*/ 100 h 121"/>
                <a:gd name="T4" fmla="*/ 110 w 111"/>
                <a:gd name="T5" fmla="*/ 0 h 121"/>
                <a:gd name="T6" fmla="*/ 0 w 111"/>
                <a:gd name="T7" fmla="*/ 100 h 121"/>
                <a:gd name="T8" fmla="*/ 110 w 111"/>
                <a:gd name="T9" fmla="*/ 199 h 121"/>
                <a:gd name="T10" fmla="*/ 0 60000 65536"/>
                <a:gd name="T11" fmla="*/ 0 60000 65536"/>
                <a:gd name="T12" fmla="*/ 0 60000 65536"/>
                <a:gd name="T13" fmla="*/ 0 60000 65536"/>
                <a:gd name="T14" fmla="*/ 0 60000 65536"/>
                <a:gd name="T15" fmla="*/ 0 w 111"/>
                <a:gd name="T16" fmla="*/ 0 h 121"/>
                <a:gd name="T17" fmla="*/ 111 w 111"/>
                <a:gd name="T18" fmla="*/ 121 h 121"/>
              </a:gdLst>
              <a:ahLst/>
              <a:cxnLst>
                <a:cxn ang="T10">
                  <a:pos x="T0" y="T1"/>
                </a:cxn>
                <a:cxn ang="T11">
                  <a:pos x="T2" y="T3"/>
                </a:cxn>
                <a:cxn ang="T12">
                  <a:pos x="T4" y="T5"/>
                </a:cxn>
                <a:cxn ang="T13">
                  <a:pos x="T6" y="T7"/>
                </a:cxn>
                <a:cxn ang="T14">
                  <a:pos x="T8" y="T9"/>
                </a:cxn>
              </a:cxnLst>
              <a:rect l="T15" t="T16" r="T17" b="T18"/>
              <a:pathLst>
                <a:path w="111" h="121">
                  <a:moveTo>
                    <a:pt x="55" y="121"/>
                  </a:moveTo>
                  <a:cubicBezTo>
                    <a:pt x="87" y="121"/>
                    <a:pt x="111" y="95"/>
                    <a:pt x="111" y="61"/>
                  </a:cubicBezTo>
                  <a:cubicBezTo>
                    <a:pt x="111" y="29"/>
                    <a:pt x="87" y="0"/>
                    <a:pt x="55" y="0"/>
                  </a:cubicBezTo>
                  <a:cubicBezTo>
                    <a:pt x="25" y="0"/>
                    <a:pt x="0" y="29"/>
                    <a:pt x="0" y="61"/>
                  </a:cubicBezTo>
                  <a:cubicBezTo>
                    <a:pt x="0" y="95"/>
                    <a:pt x="25" y="121"/>
                    <a:pt x="55" y="121"/>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39" name="Freeform 93"/>
            <p:cNvSpPr/>
            <p:nvPr/>
          </p:nvSpPr>
          <p:spPr bwMode="auto">
            <a:xfrm>
              <a:off x="1582" y="2056"/>
              <a:ext cx="80" cy="208"/>
            </a:xfrm>
            <a:custGeom>
              <a:avLst/>
              <a:gdLst>
                <a:gd name="T0" fmla="*/ 62 w 57"/>
                <a:gd name="T1" fmla="*/ 30 h 162"/>
                <a:gd name="T2" fmla="*/ 29 w 57"/>
                <a:gd name="T3" fmla="*/ 0 h 162"/>
                <a:gd name="T4" fmla="*/ 0 w 57"/>
                <a:gd name="T5" fmla="*/ 42 h 162"/>
                <a:gd name="T6" fmla="*/ 0 w 57"/>
                <a:gd name="T7" fmla="*/ 222 h 162"/>
                <a:gd name="T8" fmla="*/ 51 w 57"/>
                <a:gd name="T9" fmla="*/ 267 h 162"/>
                <a:gd name="T10" fmla="*/ 65 w 57"/>
                <a:gd name="T11" fmla="*/ 267 h 162"/>
                <a:gd name="T12" fmla="*/ 112 w 57"/>
                <a:gd name="T13" fmla="*/ 222 h 162"/>
                <a:gd name="T14" fmla="*/ 112 w 57"/>
                <a:gd name="T15" fmla="*/ 42 h 162"/>
                <a:gd name="T16" fmla="*/ 112 w 57"/>
                <a:gd name="T17" fmla="*/ 30 h 162"/>
                <a:gd name="T18" fmla="*/ 62 w 57"/>
                <a:gd name="T19" fmla="*/ 30 h 1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
                <a:gd name="T31" fmla="*/ 0 h 162"/>
                <a:gd name="T32" fmla="*/ 57 w 57"/>
                <a:gd name="T33" fmla="*/ 162 h 16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 h="162">
                  <a:moveTo>
                    <a:pt x="31" y="18"/>
                  </a:moveTo>
                  <a:cubicBezTo>
                    <a:pt x="24" y="15"/>
                    <a:pt x="19" y="8"/>
                    <a:pt x="15" y="0"/>
                  </a:cubicBezTo>
                  <a:cubicBezTo>
                    <a:pt x="5" y="4"/>
                    <a:pt x="0" y="15"/>
                    <a:pt x="0" y="26"/>
                  </a:cubicBezTo>
                  <a:cubicBezTo>
                    <a:pt x="0" y="135"/>
                    <a:pt x="0" y="135"/>
                    <a:pt x="0" y="135"/>
                  </a:cubicBezTo>
                  <a:cubicBezTo>
                    <a:pt x="0" y="149"/>
                    <a:pt x="11" y="162"/>
                    <a:pt x="26" y="162"/>
                  </a:cubicBezTo>
                  <a:cubicBezTo>
                    <a:pt x="33" y="162"/>
                    <a:pt x="33" y="162"/>
                    <a:pt x="33" y="162"/>
                  </a:cubicBezTo>
                  <a:cubicBezTo>
                    <a:pt x="47" y="162"/>
                    <a:pt x="57" y="149"/>
                    <a:pt x="57" y="135"/>
                  </a:cubicBezTo>
                  <a:cubicBezTo>
                    <a:pt x="57" y="26"/>
                    <a:pt x="57" y="26"/>
                    <a:pt x="57" y="26"/>
                  </a:cubicBezTo>
                  <a:cubicBezTo>
                    <a:pt x="57" y="25"/>
                    <a:pt x="57" y="23"/>
                    <a:pt x="57" y="18"/>
                  </a:cubicBezTo>
                  <a:cubicBezTo>
                    <a:pt x="49" y="23"/>
                    <a:pt x="40" y="23"/>
                    <a:pt x="31" y="18"/>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0" name="Freeform 94"/>
            <p:cNvSpPr/>
            <p:nvPr/>
          </p:nvSpPr>
          <p:spPr bwMode="auto">
            <a:xfrm>
              <a:off x="1385" y="2061"/>
              <a:ext cx="84" cy="203"/>
            </a:xfrm>
            <a:custGeom>
              <a:avLst/>
              <a:gdLst>
                <a:gd name="T0" fmla="*/ 97 w 59"/>
                <a:gd name="T1" fmla="*/ 0 h 158"/>
                <a:gd name="T2" fmla="*/ 67 w 59"/>
                <a:gd name="T3" fmla="*/ 27 h 158"/>
                <a:gd name="T4" fmla="*/ 4 w 59"/>
                <a:gd name="T5" fmla="*/ 23 h 158"/>
                <a:gd name="T6" fmla="*/ 0 w 59"/>
                <a:gd name="T7" fmla="*/ 36 h 158"/>
                <a:gd name="T8" fmla="*/ 0 w 59"/>
                <a:gd name="T9" fmla="*/ 216 h 158"/>
                <a:gd name="T10" fmla="*/ 53 w 59"/>
                <a:gd name="T11" fmla="*/ 261 h 158"/>
                <a:gd name="T12" fmla="*/ 67 w 59"/>
                <a:gd name="T13" fmla="*/ 261 h 158"/>
                <a:gd name="T14" fmla="*/ 120 w 59"/>
                <a:gd name="T15" fmla="*/ 216 h 158"/>
                <a:gd name="T16" fmla="*/ 120 w 59"/>
                <a:gd name="T17" fmla="*/ 36 h 158"/>
                <a:gd name="T18" fmla="*/ 97 w 59"/>
                <a:gd name="T19" fmla="*/ 0 h 15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9"/>
                <a:gd name="T31" fmla="*/ 0 h 158"/>
                <a:gd name="T32" fmla="*/ 59 w 59"/>
                <a:gd name="T33" fmla="*/ 158 h 15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9" h="158">
                  <a:moveTo>
                    <a:pt x="48" y="0"/>
                  </a:moveTo>
                  <a:cubicBezTo>
                    <a:pt x="45" y="6"/>
                    <a:pt x="41" y="12"/>
                    <a:pt x="33" y="16"/>
                  </a:cubicBezTo>
                  <a:cubicBezTo>
                    <a:pt x="22" y="21"/>
                    <a:pt x="10" y="21"/>
                    <a:pt x="2" y="14"/>
                  </a:cubicBezTo>
                  <a:cubicBezTo>
                    <a:pt x="0" y="16"/>
                    <a:pt x="0" y="19"/>
                    <a:pt x="0" y="22"/>
                  </a:cubicBezTo>
                  <a:cubicBezTo>
                    <a:pt x="0" y="131"/>
                    <a:pt x="0" y="131"/>
                    <a:pt x="0" y="131"/>
                  </a:cubicBezTo>
                  <a:cubicBezTo>
                    <a:pt x="0" y="145"/>
                    <a:pt x="10" y="158"/>
                    <a:pt x="26" y="158"/>
                  </a:cubicBezTo>
                  <a:cubicBezTo>
                    <a:pt x="33" y="158"/>
                    <a:pt x="33" y="158"/>
                    <a:pt x="33" y="158"/>
                  </a:cubicBezTo>
                  <a:cubicBezTo>
                    <a:pt x="48" y="158"/>
                    <a:pt x="59" y="145"/>
                    <a:pt x="59" y="131"/>
                  </a:cubicBezTo>
                  <a:cubicBezTo>
                    <a:pt x="59" y="22"/>
                    <a:pt x="59" y="22"/>
                    <a:pt x="59" y="22"/>
                  </a:cubicBezTo>
                  <a:cubicBezTo>
                    <a:pt x="59" y="14"/>
                    <a:pt x="56" y="6"/>
                    <a:pt x="48" y="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1" name="Freeform 95"/>
            <p:cNvSpPr/>
            <p:nvPr/>
          </p:nvSpPr>
          <p:spPr bwMode="auto">
            <a:xfrm>
              <a:off x="1322" y="1740"/>
              <a:ext cx="412" cy="389"/>
            </a:xfrm>
            <a:custGeom>
              <a:avLst/>
              <a:gdLst>
                <a:gd name="T0" fmla="*/ 576 w 292"/>
                <a:gd name="T1" fmla="*/ 212 h 304"/>
                <a:gd name="T2" fmla="*/ 525 w 292"/>
                <a:gd name="T3" fmla="*/ 113 h 304"/>
                <a:gd name="T4" fmla="*/ 480 w 292"/>
                <a:gd name="T5" fmla="*/ 26 h 304"/>
                <a:gd name="T6" fmla="*/ 432 w 292"/>
                <a:gd name="T7" fmla="*/ 0 h 304"/>
                <a:gd name="T8" fmla="*/ 420 w 292"/>
                <a:gd name="T9" fmla="*/ 0 h 304"/>
                <a:gd name="T10" fmla="*/ 289 w 292"/>
                <a:gd name="T11" fmla="*/ 119 h 304"/>
                <a:gd name="T12" fmla="*/ 155 w 292"/>
                <a:gd name="T13" fmla="*/ 0 h 304"/>
                <a:gd name="T14" fmla="*/ 145 w 292"/>
                <a:gd name="T15" fmla="*/ 0 h 304"/>
                <a:gd name="T16" fmla="*/ 97 w 292"/>
                <a:gd name="T17" fmla="*/ 26 h 304"/>
                <a:gd name="T18" fmla="*/ 56 w 292"/>
                <a:gd name="T19" fmla="*/ 113 h 304"/>
                <a:gd name="T20" fmla="*/ 4 w 292"/>
                <a:gd name="T21" fmla="*/ 212 h 304"/>
                <a:gd name="T22" fmla="*/ 0 w 292"/>
                <a:gd name="T23" fmla="*/ 229 h 304"/>
                <a:gd name="T24" fmla="*/ 4 w 292"/>
                <a:gd name="T25" fmla="*/ 247 h 304"/>
                <a:gd name="T26" fmla="*/ 83 w 292"/>
                <a:gd name="T27" fmla="*/ 392 h 304"/>
                <a:gd name="T28" fmla="*/ 145 w 292"/>
                <a:gd name="T29" fmla="*/ 411 h 304"/>
                <a:gd name="T30" fmla="*/ 164 w 292"/>
                <a:gd name="T31" fmla="*/ 353 h 304"/>
                <a:gd name="T32" fmla="*/ 97 w 292"/>
                <a:gd name="T33" fmla="*/ 229 h 304"/>
                <a:gd name="T34" fmla="*/ 110 w 292"/>
                <a:gd name="T35" fmla="*/ 203 h 304"/>
                <a:gd name="T36" fmla="*/ 145 w 292"/>
                <a:gd name="T37" fmla="*/ 136 h 304"/>
                <a:gd name="T38" fmla="*/ 145 w 292"/>
                <a:gd name="T39" fmla="*/ 265 h 304"/>
                <a:gd name="T40" fmla="*/ 189 w 292"/>
                <a:gd name="T41" fmla="*/ 351 h 304"/>
                <a:gd name="T42" fmla="*/ 198 w 292"/>
                <a:gd name="T43" fmla="*/ 388 h 304"/>
                <a:gd name="T44" fmla="*/ 233 w 292"/>
                <a:gd name="T45" fmla="*/ 445 h 304"/>
                <a:gd name="T46" fmla="*/ 233 w 292"/>
                <a:gd name="T47" fmla="*/ 498 h 304"/>
                <a:gd name="T48" fmla="*/ 336 w 292"/>
                <a:gd name="T49" fmla="*/ 498 h 304"/>
                <a:gd name="T50" fmla="*/ 336 w 292"/>
                <a:gd name="T51" fmla="*/ 445 h 304"/>
                <a:gd name="T52" fmla="*/ 388 w 292"/>
                <a:gd name="T53" fmla="*/ 385 h 304"/>
                <a:gd name="T54" fmla="*/ 396 w 292"/>
                <a:gd name="T55" fmla="*/ 347 h 304"/>
                <a:gd name="T56" fmla="*/ 432 w 292"/>
                <a:gd name="T57" fmla="*/ 275 h 304"/>
                <a:gd name="T58" fmla="*/ 432 w 292"/>
                <a:gd name="T59" fmla="*/ 133 h 304"/>
                <a:gd name="T60" fmla="*/ 470 w 292"/>
                <a:gd name="T61" fmla="*/ 206 h 304"/>
                <a:gd name="T62" fmla="*/ 480 w 292"/>
                <a:gd name="T63" fmla="*/ 229 h 304"/>
                <a:gd name="T64" fmla="*/ 413 w 292"/>
                <a:gd name="T65" fmla="*/ 353 h 304"/>
                <a:gd name="T66" fmla="*/ 437 w 292"/>
                <a:gd name="T67" fmla="*/ 411 h 304"/>
                <a:gd name="T68" fmla="*/ 499 w 292"/>
                <a:gd name="T69" fmla="*/ 392 h 304"/>
                <a:gd name="T70" fmla="*/ 576 w 292"/>
                <a:gd name="T71" fmla="*/ 247 h 304"/>
                <a:gd name="T72" fmla="*/ 576 w 292"/>
                <a:gd name="T73" fmla="*/ 229 h 304"/>
                <a:gd name="T74" fmla="*/ 576 w 292"/>
                <a:gd name="T75" fmla="*/ 212 h 30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92"/>
                <a:gd name="T115" fmla="*/ 0 h 304"/>
                <a:gd name="T116" fmla="*/ 292 w 292"/>
                <a:gd name="T117" fmla="*/ 304 h 30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92" h="304">
                  <a:moveTo>
                    <a:pt x="289" y="130"/>
                  </a:moveTo>
                  <a:cubicBezTo>
                    <a:pt x="264" y="69"/>
                    <a:pt x="264" y="69"/>
                    <a:pt x="264" y="69"/>
                  </a:cubicBezTo>
                  <a:cubicBezTo>
                    <a:pt x="241" y="16"/>
                    <a:pt x="241" y="16"/>
                    <a:pt x="241" y="16"/>
                  </a:cubicBezTo>
                  <a:cubicBezTo>
                    <a:pt x="238" y="7"/>
                    <a:pt x="229" y="0"/>
                    <a:pt x="217" y="0"/>
                  </a:cubicBezTo>
                  <a:cubicBezTo>
                    <a:pt x="211" y="0"/>
                    <a:pt x="211" y="0"/>
                    <a:pt x="211" y="0"/>
                  </a:cubicBezTo>
                  <a:cubicBezTo>
                    <a:pt x="211" y="40"/>
                    <a:pt x="183" y="73"/>
                    <a:pt x="145" y="73"/>
                  </a:cubicBezTo>
                  <a:cubicBezTo>
                    <a:pt x="108" y="73"/>
                    <a:pt x="78" y="40"/>
                    <a:pt x="78" y="0"/>
                  </a:cubicBezTo>
                  <a:cubicBezTo>
                    <a:pt x="73" y="0"/>
                    <a:pt x="73" y="0"/>
                    <a:pt x="73" y="0"/>
                  </a:cubicBezTo>
                  <a:cubicBezTo>
                    <a:pt x="64" y="0"/>
                    <a:pt x="55" y="7"/>
                    <a:pt x="49" y="16"/>
                  </a:cubicBezTo>
                  <a:cubicBezTo>
                    <a:pt x="28" y="69"/>
                    <a:pt x="28" y="69"/>
                    <a:pt x="28" y="69"/>
                  </a:cubicBezTo>
                  <a:cubicBezTo>
                    <a:pt x="2" y="130"/>
                    <a:pt x="2" y="130"/>
                    <a:pt x="2" y="130"/>
                  </a:cubicBezTo>
                  <a:cubicBezTo>
                    <a:pt x="0" y="134"/>
                    <a:pt x="0" y="138"/>
                    <a:pt x="0" y="140"/>
                  </a:cubicBezTo>
                  <a:cubicBezTo>
                    <a:pt x="0" y="144"/>
                    <a:pt x="0" y="147"/>
                    <a:pt x="2" y="151"/>
                  </a:cubicBezTo>
                  <a:cubicBezTo>
                    <a:pt x="42" y="239"/>
                    <a:pt x="42" y="239"/>
                    <a:pt x="42" y="239"/>
                  </a:cubicBezTo>
                  <a:cubicBezTo>
                    <a:pt x="47" y="251"/>
                    <a:pt x="59" y="257"/>
                    <a:pt x="73" y="251"/>
                  </a:cubicBezTo>
                  <a:cubicBezTo>
                    <a:pt x="83" y="245"/>
                    <a:pt x="90" y="231"/>
                    <a:pt x="82" y="216"/>
                  </a:cubicBezTo>
                  <a:cubicBezTo>
                    <a:pt x="49" y="140"/>
                    <a:pt x="49" y="140"/>
                    <a:pt x="49" y="140"/>
                  </a:cubicBezTo>
                  <a:cubicBezTo>
                    <a:pt x="55" y="124"/>
                    <a:pt x="55" y="124"/>
                    <a:pt x="55" y="124"/>
                  </a:cubicBezTo>
                  <a:cubicBezTo>
                    <a:pt x="73" y="83"/>
                    <a:pt x="73" y="83"/>
                    <a:pt x="73" y="83"/>
                  </a:cubicBezTo>
                  <a:cubicBezTo>
                    <a:pt x="73" y="162"/>
                    <a:pt x="73" y="162"/>
                    <a:pt x="73" y="162"/>
                  </a:cubicBezTo>
                  <a:cubicBezTo>
                    <a:pt x="95" y="214"/>
                    <a:pt x="95" y="214"/>
                    <a:pt x="95" y="214"/>
                  </a:cubicBezTo>
                  <a:cubicBezTo>
                    <a:pt x="99" y="223"/>
                    <a:pt x="99" y="229"/>
                    <a:pt x="99" y="237"/>
                  </a:cubicBezTo>
                  <a:cubicBezTo>
                    <a:pt x="109" y="242"/>
                    <a:pt x="117" y="257"/>
                    <a:pt x="117" y="272"/>
                  </a:cubicBezTo>
                  <a:cubicBezTo>
                    <a:pt x="117" y="304"/>
                    <a:pt x="117" y="304"/>
                    <a:pt x="117" y="304"/>
                  </a:cubicBezTo>
                  <a:cubicBezTo>
                    <a:pt x="169" y="304"/>
                    <a:pt x="169" y="304"/>
                    <a:pt x="169" y="304"/>
                  </a:cubicBezTo>
                  <a:cubicBezTo>
                    <a:pt x="169" y="272"/>
                    <a:pt x="169" y="272"/>
                    <a:pt x="169" y="272"/>
                  </a:cubicBezTo>
                  <a:cubicBezTo>
                    <a:pt x="169" y="255"/>
                    <a:pt x="180" y="239"/>
                    <a:pt x="195" y="235"/>
                  </a:cubicBezTo>
                  <a:cubicBezTo>
                    <a:pt x="195" y="227"/>
                    <a:pt x="195" y="221"/>
                    <a:pt x="199" y="212"/>
                  </a:cubicBezTo>
                  <a:cubicBezTo>
                    <a:pt x="217" y="168"/>
                    <a:pt x="217" y="168"/>
                    <a:pt x="217" y="168"/>
                  </a:cubicBezTo>
                  <a:cubicBezTo>
                    <a:pt x="217" y="81"/>
                    <a:pt x="217" y="81"/>
                    <a:pt x="217" y="81"/>
                  </a:cubicBezTo>
                  <a:cubicBezTo>
                    <a:pt x="236" y="126"/>
                    <a:pt x="236" y="126"/>
                    <a:pt x="236" y="126"/>
                  </a:cubicBezTo>
                  <a:cubicBezTo>
                    <a:pt x="241" y="140"/>
                    <a:pt x="241" y="140"/>
                    <a:pt x="241" y="140"/>
                  </a:cubicBezTo>
                  <a:cubicBezTo>
                    <a:pt x="208" y="216"/>
                    <a:pt x="208" y="216"/>
                    <a:pt x="208" y="216"/>
                  </a:cubicBezTo>
                  <a:cubicBezTo>
                    <a:pt x="203" y="231"/>
                    <a:pt x="208" y="245"/>
                    <a:pt x="220" y="251"/>
                  </a:cubicBezTo>
                  <a:cubicBezTo>
                    <a:pt x="231" y="257"/>
                    <a:pt x="245" y="251"/>
                    <a:pt x="251" y="239"/>
                  </a:cubicBezTo>
                  <a:cubicBezTo>
                    <a:pt x="289" y="151"/>
                    <a:pt x="289" y="151"/>
                    <a:pt x="289" y="151"/>
                  </a:cubicBezTo>
                  <a:cubicBezTo>
                    <a:pt x="289" y="147"/>
                    <a:pt x="292" y="144"/>
                    <a:pt x="289" y="140"/>
                  </a:cubicBezTo>
                  <a:cubicBezTo>
                    <a:pt x="292" y="138"/>
                    <a:pt x="289" y="134"/>
                    <a:pt x="289" y="13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2" name="Freeform 96"/>
            <p:cNvSpPr/>
            <p:nvPr/>
          </p:nvSpPr>
          <p:spPr bwMode="auto">
            <a:xfrm>
              <a:off x="1750" y="1010"/>
              <a:ext cx="421" cy="973"/>
            </a:xfrm>
            <a:custGeom>
              <a:avLst/>
              <a:gdLst>
                <a:gd name="T0" fmla="*/ 551 w 298"/>
                <a:gd name="T1" fmla="*/ 0 h 760"/>
                <a:gd name="T2" fmla="*/ 504 w 298"/>
                <a:gd name="T3" fmla="*/ 41 h 760"/>
                <a:gd name="T4" fmla="*/ 504 w 298"/>
                <a:gd name="T5" fmla="*/ 187 h 760"/>
                <a:gd name="T6" fmla="*/ 386 w 298"/>
                <a:gd name="T7" fmla="*/ 335 h 760"/>
                <a:gd name="T8" fmla="*/ 212 w 298"/>
                <a:gd name="T9" fmla="*/ 335 h 760"/>
                <a:gd name="T10" fmla="*/ 96 w 298"/>
                <a:gd name="T11" fmla="*/ 192 h 760"/>
                <a:gd name="T12" fmla="*/ 96 w 298"/>
                <a:gd name="T13" fmla="*/ 41 h 760"/>
                <a:gd name="T14" fmla="*/ 48 w 298"/>
                <a:gd name="T15" fmla="*/ 0 h 760"/>
                <a:gd name="T16" fmla="*/ 0 w 298"/>
                <a:gd name="T17" fmla="*/ 41 h 760"/>
                <a:gd name="T18" fmla="*/ 0 w 298"/>
                <a:gd name="T19" fmla="*/ 200 h 760"/>
                <a:gd name="T20" fmla="*/ 0 w 298"/>
                <a:gd name="T21" fmla="*/ 204 h 760"/>
                <a:gd name="T22" fmla="*/ 4 w 298"/>
                <a:gd name="T23" fmla="*/ 216 h 760"/>
                <a:gd name="T24" fmla="*/ 4 w 298"/>
                <a:gd name="T25" fmla="*/ 221 h 760"/>
                <a:gd name="T26" fmla="*/ 10 w 298"/>
                <a:gd name="T27" fmla="*/ 228 h 760"/>
                <a:gd name="T28" fmla="*/ 144 w 298"/>
                <a:gd name="T29" fmla="*/ 398 h 760"/>
                <a:gd name="T30" fmla="*/ 154 w 298"/>
                <a:gd name="T31" fmla="*/ 407 h 760"/>
                <a:gd name="T32" fmla="*/ 154 w 298"/>
                <a:gd name="T33" fmla="*/ 824 h 760"/>
                <a:gd name="T34" fmla="*/ 154 w 298"/>
                <a:gd name="T35" fmla="*/ 837 h 760"/>
                <a:gd name="T36" fmla="*/ 154 w 298"/>
                <a:gd name="T37" fmla="*/ 1006 h 760"/>
                <a:gd name="T38" fmla="*/ 155 w 298"/>
                <a:gd name="T39" fmla="*/ 1013 h 760"/>
                <a:gd name="T40" fmla="*/ 154 w 298"/>
                <a:gd name="T41" fmla="*/ 1019 h 760"/>
                <a:gd name="T42" fmla="*/ 154 w 298"/>
                <a:gd name="T43" fmla="*/ 1200 h 760"/>
                <a:gd name="T44" fmla="*/ 203 w 298"/>
                <a:gd name="T45" fmla="*/ 1246 h 760"/>
                <a:gd name="T46" fmla="*/ 219 w 298"/>
                <a:gd name="T47" fmla="*/ 1246 h 760"/>
                <a:gd name="T48" fmla="*/ 271 w 298"/>
                <a:gd name="T49" fmla="*/ 1200 h 760"/>
                <a:gd name="T50" fmla="*/ 271 w 298"/>
                <a:gd name="T51" fmla="*/ 1019 h 760"/>
                <a:gd name="T52" fmla="*/ 271 w 298"/>
                <a:gd name="T53" fmla="*/ 1013 h 760"/>
                <a:gd name="T54" fmla="*/ 271 w 298"/>
                <a:gd name="T55" fmla="*/ 1006 h 760"/>
                <a:gd name="T56" fmla="*/ 271 w 298"/>
                <a:gd name="T57" fmla="*/ 837 h 760"/>
                <a:gd name="T58" fmla="*/ 332 w 298"/>
                <a:gd name="T59" fmla="*/ 837 h 760"/>
                <a:gd name="T60" fmla="*/ 332 w 298"/>
                <a:gd name="T61" fmla="*/ 1006 h 760"/>
                <a:gd name="T62" fmla="*/ 332 w 298"/>
                <a:gd name="T63" fmla="*/ 1013 h 760"/>
                <a:gd name="T64" fmla="*/ 332 w 298"/>
                <a:gd name="T65" fmla="*/ 1019 h 760"/>
                <a:gd name="T66" fmla="*/ 332 w 298"/>
                <a:gd name="T67" fmla="*/ 1200 h 760"/>
                <a:gd name="T68" fmla="*/ 381 w 298"/>
                <a:gd name="T69" fmla="*/ 1246 h 760"/>
                <a:gd name="T70" fmla="*/ 396 w 298"/>
                <a:gd name="T71" fmla="*/ 1246 h 760"/>
                <a:gd name="T72" fmla="*/ 446 w 298"/>
                <a:gd name="T73" fmla="*/ 1200 h 760"/>
                <a:gd name="T74" fmla="*/ 446 w 298"/>
                <a:gd name="T75" fmla="*/ 1019 h 760"/>
                <a:gd name="T76" fmla="*/ 446 w 298"/>
                <a:gd name="T77" fmla="*/ 1013 h 760"/>
                <a:gd name="T78" fmla="*/ 446 w 298"/>
                <a:gd name="T79" fmla="*/ 1006 h 760"/>
                <a:gd name="T80" fmla="*/ 446 w 298"/>
                <a:gd name="T81" fmla="*/ 837 h 760"/>
                <a:gd name="T82" fmla="*/ 446 w 298"/>
                <a:gd name="T83" fmla="*/ 824 h 760"/>
                <a:gd name="T84" fmla="*/ 446 w 298"/>
                <a:gd name="T85" fmla="*/ 398 h 760"/>
                <a:gd name="T86" fmla="*/ 455 w 298"/>
                <a:gd name="T87" fmla="*/ 398 h 760"/>
                <a:gd name="T88" fmla="*/ 589 w 298"/>
                <a:gd name="T89" fmla="*/ 228 h 760"/>
                <a:gd name="T90" fmla="*/ 593 w 298"/>
                <a:gd name="T91" fmla="*/ 216 h 760"/>
                <a:gd name="T92" fmla="*/ 595 w 298"/>
                <a:gd name="T93" fmla="*/ 204 h 760"/>
                <a:gd name="T94" fmla="*/ 595 w 298"/>
                <a:gd name="T95" fmla="*/ 200 h 760"/>
                <a:gd name="T96" fmla="*/ 595 w 298"/>
                <a:gd name="T97" fmla="*/ 41 h 760"/>
                <a:gd name="T98" fmla="*/ 551 w 298"/>
                <a:gd name="T99" fmla="*/ 0 h 76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98"/>
                <a:gd name="T151" fmla="*/ 0 h 760"/>
                <a:gd name="T152" fmla="*/ 298 w 298"/>
                <a:gd name="T153" fmla="*/ 760 h 76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98" h="760">
                  <a:moveTo>
                    <a:pt x="276" y="0"/>
                  </a:moveTo>
                  <a:cubicBezTo>
                    <a:pt x="264" y="0"/>
                    <a:pt x="253" y="11"/>
                    <a:pt x="253" y="25"/>
                  </a:cubicBezTo>
                  <a:cubicBezTo>
                    <a:pt x="253" y="114"/>
                    <a:pt x="253" y="114"/>
                    <a:pt x="253" y="114"/>
                  </a:cubicBezTo>
                  <a:cubicBezTo>
                    <a:pt x="193" y="205"/>
                    <a:pt x="193" y="205"/>
                    <a:pt x="193" y="205"/>
                  </a:cubicBezTo>
                  <a:cubicBezTo>
                    <a:pt x="106" y="205"/>
                    <a:pt x="106" y="205"/>
                    <a:pt x="106" y="205"/>
                  </a:cubicBezTo>
                  <a:cubicBezTo>
                    <a:pt x="48" y="117"/>
                    <a:pt x="48" y="117"/>
                    <a:pt x="48" y="117"/>
                  </a:cubicBezTo>
                  <a:cubicBezTo>
                    <a:pt x="48" y="25"/>
                    <a:pt x="48" y="25"/>
                    <a:pt x="48" y="25"/>
                  </a:cubicBezTo>
                  <a:cubicBezTo>
                    <a:pt x="48" y="11"/>
                    <a:pt x="37" y="0"/>
                    <a:pt x="24" y="0"/>
                  </a:cubicBezTo>
                  <a:cubicBezTo>
                    <a:pt x="11" y="0"/>
                    <a:pt x="0" y="11"/>
                    <a:pt x="0" y="25"/>
                  </a:cubicBezTo>
                  <a:cubicBezTo>
                    <a:pt x="0" y="122"/>
                    <a:pt x="0" y="122"/>
                    <a:pt x="0" y="122"/>
                  </a:cubicBezTo>
                  <a:cubicBezTo>
                    <a:pt x="0" y="124"/>
                    <a:pt x="0" y="124"/>
                    <a:pt x="0" y="124"/>
                  </a:cubicBezTo>
                  <a:cubicBezTo>
                    <a:pt x="0" y="128"/>
                    <a:pt x="2" y="130"/>
                    <a:pt x="2" y="132"/>
                  </a:cubicBezTo>
                  <a:cubicBezTo>
                    <a:pt x="2" y="132"/>
                    <a:pt x="2" y="132"/>
                    <a:pt x="2" y="135"/>
                  </a:cubicBezTo>
                  <a:cubicBezTo>
                    <a:pt x="3" y="136"/>
                    <a:pt x="3" y="136"/>
                    <a:pt x="5" y="139"/>
                  </a:cubicBezTo>
                  <a:cubicBezTo>
                    <a:pt x="72" y="243"/>
                    <a:pt x="72" y="243"/>
                    <a:pt x="72" y="243"/>
                  </a:cubicBezTo>
                  <a:cubicBezTo>
                    <a:pt x="72" y="243"/>
                    <a:pt x="74" y="246"/>
                    <a:pt x="77" y="248"/>
                  </a:cubicBezTo>
                  <a:cubicBezTo>
                    <a:pt x="77" y="503"/>
                    <a:pt x="77" y="503"/>
                    <a:pt x="77" y="503"/>
                  </a:cubicBezTo>
                  <a:cubicBezTo>
                    <a:pt x="77" y="511"/>
                    <a:pt x="77" y="511"/>
                    <a:pt x="77" y="511"/>
                  </a:cubicBezTo>
                  <a:cubicBezTo>
                    <a:pt x="77" y="614"/>
                    <a:pt x="77" y="614"/>
                    <a:pt x="77" y="614"/>
                  </a:cubicBezTo>
                  <a:cubicBezTo>
                    <a:pt x="77" y="617"/>
                    <a:pt x="78" y="617"/>
                    <a:pt x="78" y="618"/>
                  </a:cubicBezTo>
                  <a:cubicBezTo>
                    <a:pt x="77" y="622"/>
                    <a:pt x="77" y="622"/>
                    <a:pt x="77" y="622"/>
                  </a:cubicBezTo>
                  <a:cubicBezTo>
                    <a:pt x="77" y="732"/>
                    <a:pt x="77" y="732"/>
                    <a:pt x="77" y="732"/>
                  </a:cubicBezTo>
                  <a:cubicBezTo>
                    <a:pt x="77" y="749"/>
                    <a:pt x="90" y="760"/>
                    <a:pt x="102" y="760"/>
                  </a:cubicBezTo>
                  <a:cubicBezTo>
                    <a:pt x="110" y="760"/>
                    <a:pt x="110" y="760"/>
                    <a:pt x="110" y="760"/>
                  </a:cubicBezTo>
                  <a:cubicBezTo>
                    <a:pt x="124" y="760"/>
                    <a:pt x="136" y="749"/>
                    <a:pt x="136" y="732"/>
                  </a:cubicBezTo>
                  <a:cubicBezTo>
                    <a:pt x="136" y="622"/>
                    <a:pt x="136" y="622"/>
                    <a:pt x="136" y="622"/>
                  </a:cubicBezTo>
                  <a:cubicBezTo>
                    <a:pt x="136" y="618"/>
                    <a:pt x="136" y="618"/>
                    <a:pt x="136" y="618"/>
                  </a:cubicBezTo>
                  <a:cubicBezTo>
                    <a:pt x="136" y="617"/>
                    <a:pt x="136" y="617"/>
                    <a:pt x="136" y="614"/>
                  </a:cubicBezTo>
                  <a:cubicBezTo>
                    <a:pt x="136" y="511"/>
                    <a:pt x="136" y="511"/>
                    <a:pt x="136" y="511"/>
                  </a:cubicBezTo>
                  <a:cubicBezTo>
                    <a:pt x="166" y="511"/>
                    <a:pt x="166" y="511"/>
                    <a:pt x="166" y="511"/>
                  </a:cubicBezTo>
                  <a:cubicBezTo>
                    <a:pt x="166" y="614"/>
                    <a:pt x="166" y="614"/>
                    <a:pt x="166" y="614"/>
                  </a:cubicBezTo>
                  <a:cubicBezTo>
                    <a:pt x="166" y="617"/>
                    <a:pt x="166" y="617"/>
                    <a:pt x="166" y="618"/>
                  </a:cubicBezTo>
                  <a:cubicBezTo>
                    <a:pt x="166" y="622"/>
                    <a:pt x="166" y="622"/>
                    <a:pt x="166" y="622"/>
                  </a:cubicBezTo>
                  <a:cubicBezTo>
                    <a:pt x="166" y="732"/>
                    <a:pt x="166" y="732"/>
                    <a:pt x="166" y="732"/>
                  </a:cubicBezTo>
                  <a:cubicBezTo>
                    <a:pt x="166" y="749"/>
                    <a:pt x="177" y="760"/>
                    <a:pt x="191" y="760"/>
                  </a:cubicBezTo>
                  <a:cubicBezTo>
                    <a:pt x="198" y="760"/>
                    <a:pt x="198" y="760"/>
                    <a:pt x="198" y="760"/>
                  </a:cubicBezTo>
                  <a:cubicBezTo>
                    <a:pt x="214" y="760"/>
                    <a:pt x="224" y="749"/>
                    <a:pt x="224" y="732"/>
                  </a:cubicBezTo>
                  <a:cubicBezTo>
                    <a:pt x="224" y="622"/>
                    <a:pt x="224" y="622"/>
                    <a:pt x="224" y="622"/>
                  </a:cubicBezTo>
                  <a:cubicBezTo>
                    <a:pt x="224" y="618"/>
                    <a:pt x="224" y="618"/>
                    <a:pt x="224" y="618"/>
                  </a:cubicBezTo>
                  <a:cubicBezTo>
                    <a:pt x="224" y="617"/>
                    <a:pt x="224" y="617"/>
                    <a:pt x="224" y="614"/>
                  </a:cubicBezTo>
                  <a:cubicBezTo>
                    <a:pt x="224" y="511"/>
                    <a:pt x="224" y="511"/>
                    <a:pt x="224" y="511"/>
                  </a:cubicBezTo>
                  <a:cubicBezTo>
                    <a:pt x="224" y="503"/>
                    <a:pt x="224" y="503"/>
                    <a:pt x="224" y="503"/>
                  </a:cubicBezTo>
                  <a:cubicBezTo>
                    <a:pt x="224" y="243"/>
                    <a:pt x="224" y="243"/>
                    <a:pt x="224" y="243"/>
                  </a:cubicBezTo>
                  <a:cubicBezTo>
                    <a:pt x="227" y="243"/>
                    <a:pt x="227" y="243"/>
                    <a:pt x="228" y="243"/>
                  </a:cubicBezTo>
                  <a:cubicBezTo>
                    <a:pt x="295" y="139"/>
                    <a:pt x="295" y="139"/>
                    <a:pt x="295" y="139"/>
                  </a:cubicBezTo>
                  <a:cubicBezTo>
                    <a:pt x="295" y="136"/>
                    <a:pt x="297" y="135"/>
                    <a:pt x="297" y="132"/>
                  </a:cubicBezTo>
                  <a:cubicBezTo>
                    <a:pt x="298" y="128"/>
                    <a:pt x="298" y="126"/>
                    <a:pt x="298" y="124"/>
                  </a:cubicBezTo>
                  <a:cubicBezTo>
                    <a:pt x="298" y="122"/>
                    <a:pt x="298" y="122"/>
                    <a:pt x="298" y="122"/>
                  </a:cubicBezTo>
                  <a:cubicBezTo>
                    <a:pt x="298" y="25"/>
                    <a:pt x="298" y="25"/>
                    <a:pt x="298" y="25"/>
                  </a:cubicBezTo>
                  <a:cubicBezTo>
                    <a:pt x="298" y="11"/>
                    <a:pt x="290" y="0"/>
                    <a:pt x="276" y="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3" name="Oval 97"/>
            <p:cNvSpPr>
              <a:spLocks noChangeArrowheads="1"/>
            </p:cNvSpPr>
            <p:nvPr/>
          </p:nvSpPr>
          <p:spPr bwMode="auto">
            <a:xfrm>
              <a:off x="1884" y="1093"/>
              <a:ext cx="158" cy="156"/>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44" name="Freeform 98"/>
            <p:cNvSpPr/>
            <p:nvPr/>
          </p:nvSpPr>
          <p:spPr bwMode="auto">
            <a:xfrm>
              <a:off x="2133" y="1361"/>
              <a:ext cx="476" cy="708"/>
            </a:xfrm>
            <a:custGeom>
              <a:avLst/>
              <a:gdLst>
                <a:gd name="T0" fmla="*/ 664 w 337"/>
                <a:gd name="T1" fmla="*/ 188 h 553"/>
                <a:gd name="T2" fmla="*/ 661 w 337"/>
                <a:gd name="T3" fmla="*/ 183 h 553"/>
                <a:gd name="T4" fmla="*/ 483 w 337"/>
                <a:gd name="T5" fmla="*/ 4 h 553"/>
                <a:gd name="T6" fmla="*/ 192 w 337"/>
                <a:gd name="T7" fmla="*/ 0 h 553"/>
                <a:gd name="T8" fmla="*/ 145 w 337"/>
                <a:gd name="T9" fmla="*/ 18 h 553"/>
                <a:gd name="T10" fmla="*/ 8 w 337"/>
                <a:gd name="T11" fmla="*/ 187 h 553"/>
                <a:gd name="T12" fmla="*/ 4 w 337"/>
                <a:gd name="T13" fmla="*/ 193 h 553"/>
                <a:gd name="T14" fmla="*/ 0 w 337"/>
                <a:gd name="T15" fmla="*/ 210 h 553"/>
                <a:gd name="T16" fmla="*/ 4 w 337"/>
                <a:gd name="T17" fmla="*/ 227 h 553"/>
                <a:gd name="T18" fmla="*/ 16 w 337"/>
                <a:gd name="T19" fmla="*/ 245 h 553"/>
                <a:gd name="T20" fmla="*/ 23 w 337"/>
                <a:gd name="T21" fmla="*/ 246 h 553"/>
                <a:gd name="T22" fmla="*/ 237 w 337"/>
                <a:gd name="T23" fmla="*/ 315 h 553"/>
                <a:gd name="T24" fmla="*/ 116 w 337"/>
                <a:gd name="T25" fmla="*/ 201 h 553"/>
                <a:gd name="T26" fmla="*/ 192 w 337"/>
                <a:gd name="T27" fmla="*/ 210 h 553"/>
                <a:gd name="T28" fmla="*/ 261 w 337"/>
                <a:gd name="T29" fmla="*/ 329 h 553"/>
                <a:gd name="T30" fmla="*/ 192 w 337"/>
                <a:gd name="T31" fmla="*/ 358 h 553"/>
                <a:gd name="T32" fmla="*/ 192 w 337"/>
                <a:gd name="T33" fmla="*/ 499 h 553"/>
                <a:gd name="T34" fmla="*/ 192 w 337"/>
                <a:gd name="T35" fmla="*/ 673 h 553"/>
                <a:gd name="T36" fmla="*/ 192 w 337"/>
                <a:gd name="T37" fmla="*/ 860 h 553"/>
                <a:gd name="T38" fmla="*/ 253 w 337"/>
                <a:gd name="T39" fmla="*/ 906 h 553"/>
                <a:gd name="T40" fmla="*/ 309 w 337"/>
                <a:gd name="T41" fmla="*/ 682 h 553"/>
                <a:gd name="T42" fmla="*/ 309 w 337"/>
                <a:gd name="T43" fmla="*/ 668 h 553"/>
                <a:gd name="T44" fmla="*/ 364 w 337"/>
                <a:gd name="T45" fmla="*/ 499 h 553"/>
                <a:gd name="T46" fmla="*/ 364 w 337"/>
                <a:gd name="T47" fmla="*/ 673 h 553"/>
                <a:gd name="T48" fmla="*/ 364 w 337"/>
                <a:gd name="T49" fmla="*/ 860 h 553"/>
                <a:gd name="T50" fmla="*/ 431 w 337"/>
                <a:gd name="T51" fmla="*/ 906 h 553"/>
                <a:gd name="T52" fmla="*/ 483 w 337"/>
                <a:gd name="T53" fmla="*/ 682 h 553"/>
                <a:gd name="T54" fmla="*/ 483 w 337"/>
                <a:gd name="T55" fmla="*/ 668 h 553"/>
                <a:gd name="T56" fmla="*/ 483 w 337"/>
                <a:gd name="T57" fmla="*/ 485 h 553"/>
                <a:gd name="T58" fmla="*/ 468 w 337"/>
                <a:gd name="T59" fmla="*/ 358 h 553"/>
                <a:gd name="T60" fmla="*/ 431 w 337"/>
                <a:gd name="T61" fmla="*/ 236 h 553"/>
                <a:gd name="T62" fmla="*/ 483 w 337"/>
                <a:gd name="T63" fmla="*/ 113 h 553"/>
                <a:gd name="T64" fmla="*/ 446 w 337"/>
                <a:gd name="T65" fmla="*/ 256 h 553"/>
                <a:gd name="T66" fmla="*/ 493 w 337"/>
                <a:gd name="T67" fmla="*/ 329 h 553"/>
                <a:gd name="T68" fmla="*/ 648 w 337"/>
                <a:gd name="T69" fmla="*/ 245 h 553"/>
                <a:gd name="T70" fmla="*/ 664 w 337"/>
                <a:gd name="T71" fmla="*/ 233 h 553"/>
                <a:gd name="T72" fmla="*/ 668 w 337"/>
                <a:gd name="T73" fmla="*/ 216 h 553"/>
                <a:gd name="T74" fmla="*/ 668 w 337"/>
                <a:gd name="T75" fmla="*/ 204 h 55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37"/>
                <a:gd name="T115" fmla="*/ 0 h 553"/>
                <a:gd name="T116" fmla="*/ 337 w 337"/>
                <a:gd name="T117" fmla="*/ 553 h 55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37" h="553">
                  <a:moveTo>
                    <a:pt x="333" y="118"/>
                  </a:moveTo>
                  <a:cubicBezTo>
                    <a:pt x="333" y="115"/>
                    <a:pt x="333" y="115"/>
                    <a:pt x="333" y="115"/>
                  </a:cubicBezTo>
                  <a:cubicBezTo>
                    <a:pt x="333" y="115"/>
                    <a:pt x="333" y="115"/>
                    <a:pt x="331" y="114"/>
                  </a:cubicBezTo>
                  <a:cubicBezTo>
                    <a:pt x="331" y="114"/>
                    <a:pt x="331" y="114"/>
                    <a:pt x="331" y="112"/>
                  </a:cubicBezTo>
                  <a:cubicBezTo>
                    <a:pt x="262" y="11"/>
                    <a:pt x="262" y="11"/>
                    <a:pt x="262" y="11"/>
                  </a:cubicBezTo>
                  <a:cubicBezTo>
                    <a:pt x="256" y="4"/>
                    <a:pt x="249" y="0"/>
                    <a:pt x="242" y="2"/>
                  </a:cubicBezTo>
                  <a:cubicBezTo>
                    <a:pt x="242" y="0"/>
                    <a:pt x="242" y="0"/>
                    <a:pt x="242" y="0"/>
                  </a:cubicBezTo>
                  <a:cubicBezTo>
                    <a:pt x="96" y="0"/>
                    <a:pt x="96" y="0"/>
                    <a:pt x="96" y="0"/>
                  </a:cubicBezTo>
                  <a:cubicBezTo>
                    <a:pt x="96" y="2"/>
                    <a:pt x="96" y="2"/>
                    <a:pt x="96" y="2"/>
                  </a:cubicBezTo>
                  <a:cubicBezTo>
                    <a:pt x="85" y="0"/>
                    <a:pt x="78" y="4"/>
                    <a:pt x="73" y="11"/>
                  </a:cubicBezTo>
                  <a:cubicBezTo>
                    <a:pt x="4" y="112"/>
                    <a:pt x="4" y="112"/>
                    <a:pt x="4" y="112"/>
                  </a:cubicBezTo>
                  <a:cubicBezTo>
                    <a:pt x="4" y="114"/>
                    <a:pt x="4" y="114"/>
                    <a:pt x="4" y="114"/>
                  </a:cubicBezTo>
                  <a:cubicBezTo>
                    <a:pt x="2" y="114"/>
                    <a:pt x="2" y="114"/>
                    <a:pt x="2" y="114"/>
                  </a:cubicBezTo>
                  <a:cubicBezTo>
                    <a:pt x="2" y="115"/>
                    <a:pt x="2" y="115"/>
                    <a:pt x="2" y="118"/>
                  </a:cubicBezTo>
                  <a:cubicBezTo>
                    <a:pt x="2" y="120"/>
                    <a:pt x="0" y="123"/>
                    <a:pt x="0" y="124"/>
                  </a:cubicBezTo>
                  <a:cubicBezTo>
                    <a:pt x="0" y="124"/>
                    <a:pt x="0" y="125"/>
                    <a:pt x="0" y="128"/>
                  </a:cubicBezTo>
                  <a:cubicBezTo>
                    <a:pt x="0" y="129"/>
                    <a:pt x="0" y="132"/>
                    <a:pt x="0" y="132"/>
                  </a:cubicBezTo>
                  <a:cubicBezTo>
                    <a:pt x="0" y="136"/>
                    <a:pt x="2" y="136"/>
                    <a:pt x="2" y="138"/>
                  </a:cubicBezTo>
                  <a:cubicBezTo>
                    <a:pt x="2" y="139"/>
                    <a:pt x="2" y="139"/>
                    <a:pt x="2" y="142"/>
                  </a:cubicBezTo>
                  <a:cubicBezTo>
                    <a:pt x="4" y="144"/>
                    <a:pt x="5" y="146"/>
                    <a:pt x="8" y="149"/>
                  </a:cubicBezTo>
                  <a:cubicBezTo>
                    <a:pt x="10" y="149"/>
                    <a:pt x="10" y="149"/>
                    <a:pt x="10" y="149"/>
                  </a:cubicBezTo>
                  <a:cubicBezTo>
                    <a:pt x="10" y="149"/>
                    <a:pt x="10" y="150"/>
                    <a:pt x="11" y="150"/>
                  </a:cubicBezTo>
                  <a:cubicBezTo>
                    <a:pt x="87" y="201"/>
                    <a:pt x="87" y="201"/>
                    <a:pt x="87" y="201"/>
                  </a:cubicBezTo>
                  <a:cubicBezTo>
                    <a:pt x="98" y="209"/>
                    <a:pt x="113" y="204"/>
                    <a:pt x="119" y="192"/>
                  </a:cubicBezTo>
                  <a:cubicBezTo>
                    <a:pt x="127" y="180"/>
                    <a:pt x="122" y="165"/>
                    <a:pt x="112" y="156"/>
                  </a:cubicBezTo>
                  <a:cubicBezTo>
                    <a:pt x="58" y="123"/>
                    <a:pt x="58" y="123"/>
                    <a:pt x="58" y="123"/>
                  </a:cubicBezTo>
                  <a:cubicBezTo>
                    <a:pt x="96" y="68"/>
                    <a:pt x="96" y="68"/>
                    <a:pt x="96" y="68"/>
                  </a:cubicBezTo>
                  <a:cubicBezTo>
                    <a:pt x="96" y="128"/>
                    <a:pt x="96" y="128"/>
                    <a:pt x="96" y="128"/>
                  </a:cubicBezTo>
                  <a:cubicBezTo>
                    <a:pt x="119" y="144"/>
                    <a:pt x="119" y="144"/>
                    <a:pt x="119" y="144"/>
                  </a:cubicBezTo>
                  <a:cubicBezTo>
                    <a:pt x="138" y="156"/>
                    <a:pt x="143" y="180"/>
                    <a:pt x="131" y="201"/>
                  </a:cubicBezTo>
                  <a:cubicBezTo>
                    <a:pt x="124" y="214"/>
                    <a:pt x="113" y="219"/>
                    <a:pt x="100" y="219"/>
                  </a:cubicBezTo>
                  <a:cubicBezTo>
                    <a:pt x="98" y="219"/>
                    <a:pt x="97" y="219"/>
                    <a:pt x="96" y="219"/>
                  </a:cubicBezTo>
                  <a:cubicBezTo>
                    <a:pt x="96" y="296"/>
                    <a:pt x="96" y="296"/>
                    <a:pt x="96" y="296"/>
                  </a:cubicBezTo>
                  <a:cubicBezTo>
                    <a:pt x="96" y="305"/>
                    <a:pt x="96" y="305"/>
                    <a:pt x="96" y="305"/>
                  </a:cubicBezTo>
                  <a:cubicBezTo>
                    <a:pt x="96" y="408"/>
                    <a:pt x="96" y="408"/>
                    <a:pt x="96" y="408"/>
                  </a:cubicBezTo>
                  <a:cubicBezTo>
                    <a:pt x="96" y="408"/>
                    <a:pt x="96" y="409"/>
                    <a:pt x="96" y="411"/>
                  </a:cubicBezTo>
                  <a:cubicBezTo>
                    <a:pt x="96" y="411"/>
                    <a:pt x="96" y="413"/>
                    <a:pt x="96" y="416"/>
                  </a:cubicBezTo>
                  <a:cubicBezTo>
                    <a:pt x="96" y="525"/>
                    <a:pt x="96" y="525"/>
                    <a:pt x="96" y="525"/>
                  </a:cubicBezTo>
                  <a:cubicBezTo>
                    <a:pt x="96" y="541"/>
                    <a:pt x="106" y="553"/>
                    <a:pt x="119" y="553"/>
                  </a:cubicBezTo>
                  <a:cubicBezTo>
                    <a:pt x="127" y="553"/>
                    <a:pt x="127" y="553"/>
                    <a:pt x="127" y="553"/>
                  </a:cubicBezTo>
                  <a:cubicBezTo>
                    <a:pt x="142" y="553"/>
                    <a:pt x="155" y="541"/>
                    <a:pt x="155" y="525"/>
                  </a:cubicBezTo>
                  <a:cubicBezTo>
                    <a:pt x="155" y="416"/>
                    <a:pt x="155" y="416"/>
                    <a:pt x="155" y="416"/>
                  </a:cubicBezTo>
                  <a:cubicBezTo>
                    <a:pt x="155" y="413"/>
                    <a:pt x="153" y="411"/>
                    <a:pt x="153" y="411"/>
                  </a:cubicBezTo>
                  <a:cubicBezTo>
                    <a:pt x="153" y="409"/>
                    <a:pt x="155" y="408"/>
                    <a:pt x="155" y="408"/>
                  </a:cubicBezTo>
                  <a:cubicBezTo>
                    <a:pt x="155" y="305"/>
                    <a:pt x="155" y="305"/>
                    <a:pt x="155" y="305"/>
                  </a:cubicBezTo>
                  <a:cubicBezTo>
                    <a:pt x="183" y="305"/>
                    <a:pt x="183" y="305"/>
                    <a:pt x="183" y="305"/>
                  </a:cubicBezTo>
                  <a:cubicBezTo>
                    <a:pt x="183" y="408"/>
                    <a:pt x="183" y="408"/>
                    <a:pt x="183" y="408"/>
                  </a:cubicBezTo>
                  <a:cubicBezTo>
                    <a:pt x="183" y="408"/>
                    <a:pt x="183" y="409"/>
                    <a:pt x="183" y="411"/>
                  </a:cubicBezTo>
                  <a:cubicBezTo>
                    <a:pt x="183" y="411"/>
                    <a:pt x="183" y="413"/>
                    <a:pt x="183" y="416"/>
                  </a:cubicBezTo>
                  <a:cubicBezTo>
                    <a:pt x="183" y="525"/>
                    <a:pt x="183" y="525"/>
                    <a:pt x="183" y="525"/>
                  </a:cubicBezTo>
                  <a:cubicBezTo>
                    <a:pt x="183" y="541"/>
                    <a:pt x="196" y="553"/>
                    <a:pt x="208" y="553"/>
                  </a:cubicBezTo>
                  <a:cubicBezTo>
                    <a:pt x="216" y="553"/>
                    <a:pt x="216" y="553"/>
                    <a:pt x="216" y="553"/>
                  </a:cubicBezTo>
                  <a:cubicBezTo>
                    <a:pt x="230" y="553"/>
                    <a:pt x="242" y="541"/>
                    <a:pt x="242" y="525"/>
                  </a:cubicBezTo>
                  <a:cubicBezTo>
                    <a:pt x="242" y="416"/>
                    <a:pt x="242" y="416"/>
                    <a:pt x="242" y="416"/>
                  </a:cubicBezTo>
                  <a:cubicBezTo>
                    <a:pt x="242" y="413"/>
                    <a:pt x="242" y="411"/>
                    <a:pt x="242" y="411"/>
                  </a:cubicBezTo>
                  <a:cubicBezTo>
                    <a:pt x="242" y="409"/>
                    <a:pt x="242" y="408"/>
                    <a:pt x="242" y="408"/>
                  </a:cubicBezTo>
                  <a:cubicBezTo>
                    <a:pt x="242" y="305"/>
                    <a:pt x="242" y="305"/>
                    <a:pt x="242" y="305"/>
                  </a:cubicBezTo>
                  <a:cubicBezTo>
                    <a:pt x="242" y="296"/>
                    <a:pt x="242" y="296"/>
                    <a:pt x="242" y="296"/>
                  </a:cubicBezTo>
                  <a:cubicBezTo>
                    <a:pt x="242" y="219"/>
                    <a:pt x="242" y="219"/>
                    <a:pt x="242" y="219"/>
                  </a:cubicBezTo>
                  <a:cubicBezTo>
                    <a:pt x="240" y="219"/>
                    <a:pt x="238" y="219"/>
                    <a:pt x="234" y="219"/>
                  </a:cubicBezTo>
                  <a:cubicBezTo>
                    <a:pt x="221" y="219"/>
                    <a:pt x="209" y="214"/>
                    <a:pt x="203" y="201"/>
                  </a:cubicBezTo>
                  <a:cubicBezTo>
                    <a:pt x="193" y="180"/>
                    <a:pt x="199" y="156"/>
                    <a:pt x="216" y="144"/>
                  </a:cubicBezTo>
                  <a:cubicBezTo>
                    <a:pt x="242" y="125"/>
                    <a:pt x="242" y="125"/>
                    <a:pt x="242" y="125"/>
                  </a:cubicBezTo>
                  <a:cubicBezTo>
                    <a:pt x="242" y="69"/>
                    <a:pt x="242" y="69"/>
                    <a:pt x="242" y="69"/>
                  </a:cubicBezTo>
                  <a:cubicBezTo>
                    <a:pt x="277" y="123"/>
                    <a:pt x="277" y="123"/>
                    <a:pt x="277" y="123"/>
                  </a:cubicBezTo>
                  <a:cubicBezTo>
                    <a:pt x="224" y="156"/>
                    <a:pt x="224" y="156"/>
                    <a:pt x="224" y="156"/>
                  </a:cubicBezTo>
                  <a:cubicBezTo>
                    <a:pt x="212" y="165"/>
                    <a:pt x="208" y="180"/>
                    <a:pt x="216" y="192"/>
                  </a:cubicBezTo>
                  <a:cubicBezTo>
                    <a:pt x="221" y="204"/>
                    <a:pt x="236" y="209"/>
                    <a:pt x="247" y="201"/>
                  </a:cubicBezTo>
                  <a:cubicBezTo>
                    <a:pt x="323" y="150"/>
                    <a:pt x="323" y="150"/>
                    <a:pt x="323" y="150"/>
                  </a:cubicBezTo>
                  <a:cubicBezTo>
                    <a:pt x="325" y="150"/>
                    <a:pt x="325" y="149"/>
                    <a:pt x="325" y="149"/>
                  </a:cubicBezTo>
                  <a:cubicBezTo>
                    <a:pt x="327" y="149"/>
                    <a:pt x="327" y="149"/>
                    <a:pt x="327" y="149"/>
                  </a:cubicBezTo>
                  <a:cubicBezTo>
                    <a:pt x="329" y="146"/>
                    <a:pt x="331" y="144"/>
                    <a:pt x="333" y="142"/>
                  </a:cubicBezTo>
                  <a:cubicBezTo>
                    <a:pt x="333" y="139"/>
                    <a:pt x="333" y="139"/>
                    <a:pt x="333" y="139"/>
                  </a:cubicBezTo>
                  <a:cubicBezTo>
                    <a:pt x="335" y="138"/>
                    <a:pt x="335" y="136"/>
                    <a:pt x="335" y="132"/>
                  </a:cubicBezTo>
                  <a:cubicBezTo>
                    <a:pt x="337" y="132"/>
                    <a:pt x="335" y="129"/>
                    <a:pt x="335" y="128"/>
                  </a:cubicBezTo>
                  <a:cubicBezTo>
                    <a:pt x="335" y="125"/>
                    <a:pt x="337" y="125"/>
                    <a:pt x="335" y="124"/>
                  </a:cubicBezTo>
                  <a:cubicBezTo>
                    <a:pt x="335" y="123"/>
                    <a:pt x="335" y="120"/>
                    <a:pt x="333" y="118"/>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5" name="Freeform 99"/>
            <p:cNvSpPr/>
            <p:nvPr/>
          </p:nvSpPr>
          <p:spPr bwMode="auto">
            <a:xfrm>
              <a:off x="2291" y="1176"/>
              <a:ext cx="160" cy="160"/>
            </a:xfrm>
            <a:custGeom>
              <a:avLst/>
              <a:gdLst>
                <a:gd name="T0" fmla="*/ 110 w 113"/>
                <a:gd name="T1" fmla="*/ 205 h 125"/>
                <a:gd name="T2" fmla="*/ 227 w 113"/>
                <a:gd name="T3" fmla="*/ 101 h 125"/>
                <a:gd name="T4" fmla="*/ 110 w 113"/>
                <a:gd name="T5" fmla="*/ 0 h 125"/>
                <a:gd name="T6" fmla="*/ 0 w 113"/>
                <a:gd name="T7" fmla="*/ 101 h 125"/>
                <a:gd name="T8" fmla="*/ 110 w 113"/>
                <a:gd name="T9" fmla="*/ 205 h 125"/>
                <a:gd name="T10" fmla="*/ 0 60000 65536"/>
                <a:gd name="T11" fmla="*/ 0 60000 65536"/>
                <a:gd name="T12" fmla="*/ 0 60000 65536"/>
                <a:gd name="T13" fmla="*/ 0 60000 65536"/>
                <a:gd name="T14" fmla="*/ 0 60000 65536"/>
                <a:gd name="T15" fmla="*/ 0 w 113"/>
                <a:gd name="T16" fmla="*/ 0 h 125"/>
                <a:gd name="T17" fmla="*/ 113 w 113"/>
                <a:gd name="T18" fmla="*/ 125 h 125"/>
              </a:gdLst>
              <a:ahLst/>
              <a:cxnLst>
                <a:cxn ang="T10">
                  <a:pos x="T0" y="T1"/>
                </a:cxn>
                <a:cxn ang="T11">
                  <a:pos x="T2" y="T3"/>
                </a:cxn>
                <a:cxn ang="T12">
                  <a:pos x="T4" y="T5"/>
                </a:cxn>
                <a:cxn ang="T13">
                  <a:pos x="T6" y="T7"/>
                </a:cxn>
                <a:cxn ang="T14">
                  <a:pos x="T8" y="T9"/>
                </a:cxn>
              </a:cxnLst>
              <a:rect l="T15" t="T16" r="T17" b="T18"/>
              <a:pathLst>
                <a:path w="113" h="125">
                  <a:moveTo>
                    <a:pt x="55" y="125"/>
                  </a:moveTo>
                  <a:cubicBezTo>
                    <a:pt x="87" y="125"/>
                    <a:pt x="113" y="96"/>
                    <a:pt x="113" y="62"/>
                  </a:cubicBezTo>
                  <a:cubicBezTo>
                    <a:pt x="113" y="29"/>
                    <a:pt x="87" y="0"/>
                    <a:pt x="55" y="0"/>
                  </a:cubicBezTo>
                  <a:cubicBezTo>
                    <a:pt x="26" y="0"/>
                    <a:pt x="0" y="29"/>
                    <a:pt x="0" y="62"/>
                  </a:cubicBezTo>
                  <a:cubicBezTo>
                    <a:pt x="0" y="96"/>
                    <a:pt x="26" y="125"/>
                    <a:pt x="55" y="125"/>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6" name="Oval 100"/>
            <p:cNvSpPr>
              <a:spLocks noChangeArrowheads="1"/>
            </p:cNvSpPr>
            <p:nvPr/>
          </p:nvSpPr>
          <p:spPr bwMode="auto">
            <a:xfrm>
              <a:off x="950" y="1160"/>
              <a:ext cx="459" cy="453"/>
            </a:xfrm>
            <a:prstGeom prst="ellipse">
              <a:avLst/>
            </a:pr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47" name="Freeform 101"/>
            <p:cNvSpPr/>
            <p:nvPr/>
          </p:nvSpPr>
          <p:spPr bwMode="auto">
            <a:xfrm>
              <a:off x="1206" y="1408"/>
              <a:ext cx="243" cy="242"/>
            </a:xfrm>
            <a:custGeom>
              <a:avLst/>
              <a:gdLst>
                <a:gd name="T0" fmla="*/ 8 w 172"/>
                <a:gd name="T1" fmla="*/ 92 h 189"/>
                <a:gd name="T2" fmla="*/ 25 w 172"/>
                <a:gd name="T3" fmla="*/ 87 h 189"/>
                <a:gd name="T4" fmla="*/ 38 w 172"/>
                <a:gd name="T5" fmla="*/ 65 h 189"/>
                <a:gd name="T6" fmla="*/ 78 w 172"/>
                <a:gd name="T7" fmla="*/ 33 h 189"/>
                <a:gd name="T8" fmla="*/ 102 w 172"/>
                <a:gd name="T9" fmla="*/ 18 h 189"/>
                <a:gd name="T10" fmla="*/ 110 w 172"/>
                <a:gd name="T11" fmla="*/ 4 h 189"/>
                <a:gd name="T12" fmla="*/ 134 w 172"/>
                <a:gd name="T13" fmla="*/ 10 h 189"/>
                <a:gd name="T14" fmla="*/ 335 w 172"/>
                <a:gd name="T15" fmla="*/ 282 h 189"/>
                <a:gd name="T16" fmla="*/ 335 w 172"/>
                <a:gd name="T17" fmla="*/ 298 h 189"/>
                <a:gd name="T18" fmla="*/ 335 w 172"/>
                <a:gd name="T19" fmla="*/ 303 h 189"/>
                <a:gd name="T20" fmla="*/ 329 w 172"/>
                <a:gd name="T21" fmla="*/ 306 h 189"/>
                <a:gd name="T22" fmla="*/ 311 w 172"/>
                <a:gd name="T23" fmla="*/ 306 h 189"/>
                <a:gd name="T24" fmla="*/ 14 w 172"/>
                <a:gd name="T25" fmla="*/ 115 h 189"/>
                <a:gd name="T26" fmla="*/ 8 w 172"/>
                <a:gd name="T27" fmla="*/ 92 h 18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2"/>
                <a:gd name="T43" fmla="*/ 0 h 189"/>
                <a:gd name="T44" fmla="*/ 172 w 172"/>
                <a:gd name="T45" fmla="*/ 189 h 18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2" h="189">
                  <a:moveTo>
                    <a:pt x="4" y="56"/>
                  </a:moveTo>
                  <a:cubicBezTo>
                    <a:pt x="7" y="54"/>
                    <a:pt x="9" y="53"/>
                    <a:pt x="13" y="53"/>
                  </a:cubicBezTo>
                  <a:cubicBezTo>
                    <a:pt x="13" y="48"/>
                    <a:pt x="15" y="45"/>
                    <a:pt x="19" y="40"/>
                  </a:cubicBezTo>
                  <a:cubicBezTo>
                    <a:pt x="39" y="20"/>
                    <a:pt x="39" y="20"/>
                    <a:pt x="39" y="20"/>
                  </a:cubicBezTo>
                  <a:cubicBezTo>
                    <a:pt x="44" y="15"/>
                    <a:pt x="47" y="14"/>
                    <a:pt x="51" y="11"/>
                  </a:cubicBezTo>
                  <a:cubicBezTo>
                    <a:pt x="51" y="8"/>
                    <a:pt x="53" y="4"/>
                    <a:pt x="55" y="2"/>
                  </a:cubicBezTo>
                  <a:cubicBezTo>
                    <a:pt x="58" y="0"/>
                    <a:pt x="63" y="0"/>
                    <a:pt x="67" y="6"/>
                  </a:cubicBezTo>
                  <a:cubicBezTo>
                    <a:pt x="168" y="172"/>
                    <a:pt x="168" y="172"/>
                    <a:pt x="168" y="172"/>
                  </a:cubicBezTo>
                  <a:cubicBezTo>
                    <a:pt x="172" y="177"/>
                    <a:pt x="172" y="180"/>
                    <a:pt x="168" y="182"/>
                  </a:cubicBezTo>
                  <a:cubicBezTo>
                    <a:pt x="168" y="185"/>
                    <a:pt x="168" y="185"/>
                    <a:pt x="168" y="185"/>
                  </a:cubicBezTo>
                  <a:cubicBezTo>
                    <a:pt x="168" y="185"/>
                    <a:pt x="165" y="185"/>
                    <a:pt x="165" y="187"/>
                  </a:cubicBezTo>
                  <a:cubicBezTo>
                    <a:pt x="162" y="189"/>
                    <a:pt x="158" y="189"/>
                    <a:pt x="156" y="187"/>
                  </a:cubicBezTo>
                  <a:cubicBezTo>
                    <a:pt x="7" y="70"/>
                    <a:pt x="7" y="70"/>
                    <a:pt x="7" y="70"/>
                  </a:cubicBezTo>
                  <a:cubicBezTo>
                    <a:pt x="3" y="66"/>
                    <a:pt x="0" y="61"/>
                    <a:pt x="4" y="56"/>
                  </a:cubicBezTo>
                  <a:close/>
                </a:path>
              </a:pathLst>
            </a:cu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8" name="Freeform 102"/>
            <p:cNvSpPr/>
            <p:nvPr/>
          </p:nvSpPr>
          <p:spPr bwMode="auto">
            <a:xfrm>
              <a:off x="1724" y="444"/>
              <a:ext cx="503" cy="498"/>
            </a:xfrm>
            <a:custGeom>
              <a:avLst/>
              <a:gdLst>
                <a:gd name="T0" fmla="*/ 585 w 356"/>
                <a:gd name="T1" fmla="*/ 113 h 389"/>
                <a:gd name="T2" fmla="*/ 576 w 356"/>
                <a:gd name="T3" fmla="*/ 525 h 389"/>
                <a:gd name="T4" fmla="*/ 120 w 356"/>
                <a:gd name="T5" fmla="*/ 521 h 389"/>
                <a:gd name="T6" fmla="*/ 127 w 356"/>
                <a:gd name="T7" fmla="*/ 111 h 389"/>
                <a:gd name="T8" fmla="*/ 585 w 356"/>
                <a:gd name="T9" fmla="*/ 113 h 389"/>
                <a:gd name="T10" fmla="*/ 0 60000 65536"/>
                <a:gd name="T11" fmla="*/ 0 60000 65536"/>
                <a:gd name="T12" fmla="*/ 0 60000 65536"/>
                <a:gd name="T13" fmla="*/ 0 60000 65536"/>
                <a:gd name="T14" fmla="*/ 0 60000 65536"/>
                <a:gd name="T15" fmla="*/ 0 w 356"/>
                <a:gd name="T16" fmla="*/ 0 h 389"/>
                <a:gd name="T17" fmla="*/ 356 w 356"/>
                <a:gd name="T18" fmla="*/ 389 h 389"/>
              </a:gdLst>
              <a:ahLst/>
              <a:cxnLst>
                <a:cxn ang="T10">
                  <a:pos x="T0" y="T1"/>
                </a:cxn>
                <a:cxn ang="T11">
                  <a:pos x="T2" y="T3"/>
                </a:cxn>
                <a:cxn ang="T12">
                  <a:pos x="T4" y="T5"/>
                </a:cxn>
                <a:cxn ang="T13">
                  <a:pos x="T6" y="T7"/>
                </a:cxn>
                <a:cxn ang="T14">
                  <a:pos x="T8" y="T9"/>
                </a:cxn>
              </a:cxnLst>
              <a:rect l="T15" t="T16" r="T17" b="T18"/>
              <a:pathLst>
                <a:path w="356" h="389">
                  <a:moveTo>
                    <a:pt x="293" y="69"/>
                  </a:moveTo>
                  <a:cubicBezTo>
                    <a:pt x="356" y="142"/>
                    <a:pt x="354" y="253"/>
                    <a:pt x="289" y="320"/>
                  </a:cubicBezTo>
                  <a:cubicBezTo>
                    <a:pt x="226" y="389"/>
                    <a:pt x="124" y="386"/>
                    <a:pt x="60" y="318"/>
                  </a:cubicBezTo>
                  <a:cubicBezTo>
                    <a:pt x="0" y="248"/>
                    <a:pt x="0" y="135"/>
                    <a:pt x="64" y="68"/>
                  </a:cubicBezTo>
                  <a:cubicBezTo>
                    <a:pt x="128" y="0"/>
                    <a:pt x="230" y="1"/>
                    <a:pt x="293" y="69"/>
                  </a:cubicBezTo>
                  <a:close/>
                </a:path>
              </a:pathLst>
            </a:custGeom>
            <a:solidFill>
              <a:schemeClr val="dk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9" name="Freeform 103"/>
            <p:cNvSpPr/>
            <p:nvPr/>
          </p:nvSpPr>
          <p:spPr bwMode="auto">
            <a:xfrm>
              <a:off x="1905" y="779"/>
              <a:ext cx="125" cy="278"/>
            </a:xfrm>
            <a:custGeom>
              <a:avLst/>
              <a:gdLst>
                <a:gd name="T0" fmla="*/ 163 w 88"/>
                <a:gd name="T1" fmla="*/ 4 h 217"/>
                <a:gd name="T2" fmla="*/ 141 w 88"/>
                <a:gd name="T3" fmla="*/ 10 h 217"/>
                <a:gd name="T4" fmla="*/ 115 w 88"/>
                <a:gd name="T5" fmla="*/ 4 h 217"/>
                <a:gd name="T6" fmla="*/ 63 w 88"/>
                <a:gd name="T7" fmla="*/ 4 h 217"/>
                <a:gd name="T8" fmla="*/ 37 w 88"/>
                <a:gd name="T9" fmla="*/ 10 h 217"/>
                <a:gd name="T10" fmla="*/ 18 w 88"/>
                <a:gd name="T11" fmla="*/ 4 h 217"/>
                <a:gd name="T12" fmla="*/ 1 w 88"/>
                <a:gd name="T13" fmla="*/ 22 h 217"/>
                <a:gd name="T14" fmla="*/ 71 w 88"/>
                <a:gd name="T15" fmla="*/ 343 h 217"/>
                <a:gd name="T16" fmla="*/ 85 w 88"/>
                <a:gd name="T17" fmla="*/ 356 h 217"/>
                <a:gd name="T18" fmla="*/ 87 w 88"/>
                <a:gd name="T19" fmla="*/ 356 h 217"/>
                <a:gd name="T20" fmla="*/ 92 w 88"/>
                <a:gd name="T21" fmla="*/ 356 h 217"/>
                <a:gd name="T22" fmla="*/ 109 w 88"/>
                <a:gd name="T23" fmla="*/ 343 h 217"/>
                <a:gd name="T24" fmla="*/ 176 w 88"/>
                <a:gd name="T25" fmla="*/ 22 h 217"/>
                <a:gd name="T26" fmla="*/ 163 w 88"/>
                <a:gd name="T27" fmla="*/ 4 h 21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8"/>
                <a:gd name="T43" fmla="*/ 0 h 217"/>
                <a:gd name="T44" fmla="*/ 88 w 88"/>
                <a:gd name="T45" fmla="*/ 217 h 21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8" h="217">
                  <a:moveTo>
                    <a:pt x="81" y="2"/>
                  </a:moveTo>
                  <a:cubicBezTo>
                    <a:pt x="78" y="0"/>
                    <a:pt x="73" y="2"/>
                    <a:pt x="70" y="6"/>
                  </a:cubicBezTo>
                  <a:cubicBezTo>
                    <a:pt x="67" y="5"/>
                    <a:pt x="62" y="2"/>
                    <a:pt x="57" y="2"/>
                  </a:cubicBezTo>
                  <a:cubicBezTo>
                    <a:pt x="31" y="2"/>
                    <a:pt x="31" y="2"/>
                    <a:pt x="31" y="2"/>
                  </a:cubicBezTo>
                  <a:cubicBezTo>
                    <a:pt x="26" y="2"/>
                    <a:pt x="22" y="5"/>
                    <a:pt x="18" y="6"/>
                  </a:cubicBezTo>
                  <a:cubicBezTo>
                    <a:pt x="16" y="2"/>
                    <a:pt x="12" y="0"/>
                    <a:pt x="9" y="2"/>
                  </a:cubicBezTo>
                  <a:cubicBezTo>
                    <a:pt x="4" y="2"/>
                    <a:pt x="0" y="9"/>
                    <a:pt x="1" y="13"/>
                  </a:cubicBezTo>
                  <a:cubicBezTo>
                    <a:pt x="35" y="209"/>
                    <a:pt x="35" y="209"/>
                    <a:pt x="35" y="209"/>
                  </a:cubicBezTo>
                  <a:cubicBezTo>
                    <a:pt x="36" y="214"/>
                    <a:pt x="38" y="217"/>
                    <a:pt x="42" y="217"/>
                  </a:cubicBezTo>
                  <a:cubicBezTo>
                    <a:pt x="43" y="217"/>
                    <a:pt x="43" y="217"/>
                    <a:pt x="43" y="217"/>
                  </a:cubicBezTo>
                  <a:cubicBezTo>
                    <a:pt x="46" y="217"/>
                    <a:pt x="46" y="217"/>
                    <a:pt x="46" y="217"/>
                  </a:cubicBezTo>
                  <a:cubicBezTo>
                    <a:pt x="50" y="217"/>
                    <a:pt x="54" y="214"/>
                    <a:pt x="54" y="209"/>
                  </a:cubicBezTo>
                  <a:cubicBezTo>
                    <a:pt x="87" y="13"/>
                    <a:pt x="87" y="13"/>
                    <a:pt x="87" y="13"/>
                  </a:cubicBezTo>
                  <a:cubicBezTo>
                    <a:pt x="88" y="9"/>
                    <a:pt x="85" y="2"/>
                    <a:pt x="81" y="2"/>
                  </a:cubicBezTo>
                  <a:close/>
                </a:path>
              </a:pathLst>
            </a:custGeom>
            <a:solidFill>
              <a:schemeClr val="dk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grpSp>
      <p:sp>
        <p:nvSpPr>
          <p:cNvPr id="5" name="矩形 4"/>
          <p:cNvSpPr/>
          <p:nvPr/>
        </p:nvSpPr>
        <p:spPr>
          <a:xfrm>
            <a:off x="7138035" y="3343910"/>
            <a:ext cx="1856105" cy="521970"/>
          </a:xfrm>
          <a:prstGeom prst="rect">
            <a:avLst/>
          </a:prstGeom>
          <a:noFill/>
          <a:ln>
            <a:noFill/>
          </a:ln>
        </p:spPr>
        <p:txBody>
          <a:bodyPr wrap="square" rtlCol="0" anchor="t">
            <a:spAutoFit/>
          </a:bodyPr>
          <a:lstStyle/>
          <a:p>
            <a:pPr algn="ctr"/>
            <a:r>
              <a:rPr lang="zh-CN" altLang="en-US" sz="2800" b="1">
                <a:solidFill>
                  <a:schemeClr val="tx1"/>
                </a:solidFill>
                <a:effectLst>
                  <a:outerShdw blurRad="38100" dist="19050" dir="2700000" algn="tl" rotWithShape="0">
                    <a:schemeClr val="dk1">
                      <a:alpha val="40000"/>
                    </a:schemeClr>
                  </a:outerShdw>
                </a:effectLst>
              </a:rPr>
              <a:t>性质</a:t>
            </a:r>
            <a:endParaRPr lang="zh-CN" altLang="en-US" sz="2800" b="1">
              <a:solidFill>
                <a:schemeClr val="tx1"/>
              </a:solidFill>
              <a:effectLst>
                <a:outerShdw blurRad="38100" dist="19050" dir="2700000" algn="tl" rotWithShape="0">
                  <a:schemeClr val="dk1">
                    <a:alpha val="40000"/>
                  </a:schemeClr>
                </a:outerShdw>
              </a:effectLst>
            </a:endParaRPr>
          </a:p>
        </p:txBody>
      </p:sp>
      <p:sp>
        <p:nvSpPr>
          <p:cNvPr id="7" name="矩形 6"/>
          <p:cNvSpPr/>
          <p:nvPr/>
        </p:nvSpPr>
        <p:spPr>
          <a:xfrm>
            <a:off x="8752205" y="1937385"/>
            <a:ext cx="1856105" cy="521970"/>
          </a:xfrm>
          <a:prstGeom prst="rect">
            <a:avLst/>
          </a:prstGeom>
          <a:noFill/>
          <a:ln>
            <a:noFill/>
          </a:ln>
        </p:spPr>
        <p:txBody>
          <a:bodyPr wrap="square" rtlCol="0" anchor="t">
            <a:spAutoFit/>
          </a:bodyPr>
          <a:lstStyle/>
          <a:p>
            <a:pPr algn="ctr"/>
            <a:r>
              <a:rPr lang="zh-CN" altLang="en-US" sz="2800" b="1">
                <a:solidFill>
                  <a:schemeClr val="tx1"/>
                </a:solidFill>
                <a:effectLst>
                  <a:outerShdw blurRad="38100" dist="19050" dir="2700000" algn="tl" rotWithShape="0">
                    <a:schemeClr val="dk1">
                      <a:alpha val="40000"/>
                    </a:schemeClr>
                  </a:outerShdw>
                </a:effectLst>
              </a:rPr>
              <a:t>状态</a:t>
            </a:r>
            <a:endParaRPr lang="zh-CN" altLang="en-US" sz="2800" b="1">
              <a:solidFill>
                <a:schemeClr val="tx1"/>
              </a:solidFill>
              <a:effectLst>
                <a:outerShdw blurRad="38100" dist="19050" dir="2700000" algn="tl" rotWithShape="0">
                  <a:schemeClr val="dk1">
                    <a:alpha val="40000"/>
                  </a:schemeClr>
                </a:outerShdw>
              </a:effectLst>
            </a:endParaRPr>
          </a:p>
        </p:txBody>
      </p:sp>
      <p:sp>
        <p:nvSpPr>
          <p:cNvPr id="8" name="矩形 7"/>
          <p:cNvSpPr/>
          <p:nvPr/>
        </p:nvSpPr>
        <p:spPr>
          <a:xfrm>
            <a:off x="10297795" y="2459355"/>
            <a:ext cx="1856105" cy="521970"/>
          </a:xfrm>
          <a:prstGeom prst="rect">
            <a:avLst/>
          </a:prstGeom>
          <a:noFill/>
          <a:ln>
            <a:noFill/>
          </a:ln>
        </p:spPr>
        <p:txBody>
          <a:bodyPr wrap="square" rtlCol="0" anchor="t">
            <a:spAutoFit/>
          </a:bodyPr>
          <a:lstStyle/>
          <a:p>
            <a:pPr algn="ctr"/>
            <a:r>
              <a:rPr lang="zh-CN" altLang="en-US" sz="2800" b="1">
                <a:solidFill>
                  <a:schemeClr val="tx1"/>
                </a:solidFill>
                <a:effectLst>
                  <a:outerShdw blurRad="38100" dist="19050" dir="2700000" algn="tl" rotWithShape="0">
                    <a:schemeClr val="dk1">
                      <a:alpha val="40000"/>
                    </a:schemeClr>
                  </a:outerShdw>
                </a:effectLst>
              </a:rPr>
              <a:t>关系</a:t>
            </a:r>
            <a:endParaRPr lang="zh-CN" altLang="en-US" sz="2800" b="1">
              <a:solidFill>
                <a:schemeClr val="tx1"/>
              </a:solidFill>
              <a:effectLst>
                <a:outerShdw blurRad="38100" dist="19050" dir="2700000" algn="tl" rotWithShape="0">
                  <a:schemeClr val="dk1">
                    <a:alpha val="40000"/>
                  </a:schemeClr>
                </a:outerShdw>
              </a:effectLst>
            </a:endParaRPr>
          </a:p>
        </p:txBody>
      </p:sp>
      <p:sp>
        <p:nvSpPr>
          <p:cNvPr id="10" name="内容占位符 9"/>
          <p:cNvSpPr>
            <a:spLocks noGrp="1"/>
          </p:cNvSpPr>
          <p:nvPr>
            <p:ph idx="1"/>
          </p:nvPr>
        </p:nvSpPr>
        <p:spPr>
          <a:xfrm>
            <a:off x="370840" y="2207895"/>
            <a:ext cx="6595110" cy="4932680"/>
          </a:xfrm>
        </p:spPr>
        <p:txBody>
          <a:bodyPr>
            <a:normAutofit/>
          </a:bodyPr>
          <a:lstStyle/>
          <a:p>
            <a:pPr marL="0" indent="0">
              <a:lnSpc>
                <a:spcPct val="150000"/>
              </a:lnSpc>
              <a:buNone/>
            </a:pPr>
            <a:r>
              <a:rPr lang="zh-CN" altLang="zh-CN" sz="1800" dirty="0"/>
              <a:t>循环语句的时间代价一般可用以下3条原则进行分析： </a:t>
            </a:r>
            <a:endParaRPr lang="zh-CN" altLang="zh-CN" sz="1800" dirty="0"/>
          </a:p>
          <a:p>
            <a:pPr marL="0" indent="0">
              <a:lnSpc>
                <a:spcPct val="150000"/>
              </a:lnSpc>
              <a:buNone/>
            </a:pPr>
            <a:r>
              <a:rPr lang="zh-CN" altLang="zh-CN" sz="1800" dirty="0"/>
              <a:t>（1） 一个循环的时间代价=循环次数每次执行的基本指令数目</a:t>
            </a:r>
            <a:endParaRPr lang="zh-CN" altLang="zh-CN" sz="1800" dirty="0"/>
          </a:p>
          <a:p>
            <a:pPr marL="0" indent="0">
              <a:lnSpc>
                <a:spcPct val="150000"/>
              </a:lnSpc>
              <a:buNone/>
            </a:pPr>
            <a:r>
              <a:rPr lang="zh-CN" altLang="zh-CN" sz="1800" dirty="0"/>
              <a:t>（2） 多个并列的循环的时间代价=每个循环的时间代价之和</a:t>
            </a:r>
            <a:endParaRPr lang="zh-CN" altLang="zh-CN" sz="1800" dirty="0"/>
          </a:p>
          <a:p>
            <a:pPr marL="0" indent="0">
              <a:lnSpc>
                <a:spcPct val="150000"/>
              </a:lnSpc>
              <a:buNone/>
            </a:pPr>
            <a:r>
              <a:rPr lang="zh-CN" altLang="zh-CN" sz="1800" dirty="0"/>
              <a:t>（3） 多层嵌套循环的时间代价=每层循环的时间代价之积</a:t>
            </a:r>
            <a:endParaRPr lang="zh-CN" altLang="zh-CN" sz="1800" dirty="0"/>
          </a:p>
        </p:txBody>
      </p:sp>
      <p:sp>
        <p:nvSpPr>
          <p:cNvPr id="13" name="矩形 12"/>
          <p:cNvSpPr>
            <a:spLocks noGrp="1" noRot="1" noChangeAspect="1" noMove="1" noResize="1" noEditPoints="1" noAdjustHandles="1" noChangeArrowheads="1" noChangeShapeType="1" noTextEdit="1"/>
          </p:cNvSpPr>
          <p:nvPr/>
        </p:nvSpPr>
        <p:spPr>
          <a:blipFill rotWithShape="1">
            <a:blip r:embed="rId1"/>
            <a:stretch>
              <a:fillRect l="-1809" t="-2574" r="-3101"/>
            </a:stretch>
          </a:blipFill>
        </p:spPr>
      </p:sp>
    </p:spTree>
  </p:cSld>
  <p:clrMapOvr>
    <a:masterClrMapping/>
  </p:clrMapOvr>
  <p:transition>
    <p:cover dir="d"/>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zh-CN" dirty="0">
                <a:solidFill>
                  <a:schemeClr val="accent2"/>
                </a:solidFill>
                <a:sym typeface="+mn-ea"/>
              </a:rPr>
              <a:t>算法分析</a:t>
            </a:r>
            <a:endParaRPr lang="zh-CN" altLang="zh-CN" dirty="0">
              <a:solidFill>
                <a:schemeClr val="accent2"/>
              </a:solidFill>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9" name="标题 1"/>
          <p:cNvSpPr>
            <a:spLocks noGrp="1"/>
          </p:cNvSpPr>
          <p:nvPr/>
        </p:nvSpPr>
        <p:spPr>
          <a:xfrm>
            <a:off x="-131338" y="1237937"/>
            <a:ext cx="7076968" cy="6109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lvl="1" algn="l" rtl="0">
              <a:lnSpc>
                <a:spcPct val="90000"/>
              </a:lnSpc>
              <a:spcBef>
                <a:spcPct val="0"/>
              </a:spcBef>
            </a:pPr>
            <a:r>
              <a:rPr lang="en-US" altLang="zh-CN" sz="3600" kern="1200" dirty="0">
                <a:solidFill>
                  <a:schemeClr val="tx1"/>
                </a:solidFill>
                <a:latin typeface="+mj-lt"/>
                <a:ea typeface="+mj-ea"/>
                <a:cs typeface="+mj-cs"/>
              </a:rPr>
              <a:t>--</a:t>
            </a:r>
            <a:r>
              <a:rPr lang="zh-CN" altLang="zh-CN" sz="3600" kern="1200" dirty="0">
                <a:solidFill>
                  <a:schemeClr val="tx1"/>
                </a:solidFill>
                <a:latin typeface="+mj-lt"/>
                <a:ea typeface="+mj-ea"/>
                <a:cs typeface="+mj-cs"/>
              </a:rPr>
              <a:t>算法的</a:t>
            </a:r>
            <a:r>
              <a:rPr lang="zh-CN" altLang="zh-CN" sz="3600" kern="1200" dirty="0">
                <a:solidFill>
                  <a:schemeClr val="tx1"/>
                </a:solidFill>
                <a:latin typeface="+mj-lt"/>
                <a:ea typeface="+mj-ea"/>
                <a:cs typeface="+mj-cs"/>
              </a:rPr>
              <a:t>空间复杂度</a:t>
            </a:r>
            <a:endParaRPr lang="zh-CN" altLang="zh-CN" sz="3600" kern="1200" dirty="0">
              <a:solidFill>
                <a:schemeClr val="tx1"/>
              </a:solidFill>
              <a:latin typeface="+mj-lt"/>
              <a:ea typeface="+mj-ea"/>
              <a:cs typeface="+mj-cs"/>
            </a:endParaRPr>
          </a:p>
        </p:txBody>
      </p:sp>
      <p:grpSp>
        <p:nvGrpSpPr>
          <p:cNvPr id="17413" name="Group 85"/>
          <p:cNvGrpSpPr>
            <a:grpSpLocks noChangeAspect="1"/>
          </p:cNvGrpSpPr>
          <p:nvPr/>
        </p:nvGrpSpPr>
        <p:grpSpPr bwMode="auto">
          <a:xfrm>
            <a:off x="7227570" y="1580515"/>
            <a:ext cx="4794250" cy="3910330"/>
            <a:chOff x="816" y="444"/>
            <a:chExt cx="2310" cy="1884"/>
          </a:xfrm>
        </p:grpSpPr>
        <p:sp>
          <p:nvSpPr>
            <p:cNvPr id="17431" name="AutoShape 84"/>
            <p:cNvSpPr>
              <a:spLocks noChangeAspect="1" noChangeArrowheads="1" noTextEdit="1"/>
            </p:cNvSpPr>
            <p:nvPr/>
          </p:nvSpPr>
          <p:spPr bwMode="auto">
            <a:xfrm>
              <a:off x="816" y="468"/>
              <a:ext cx="2310" cy="1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mn-lt"/>
                <a:cs typeface="+mn-ea"/>
                <a:sym typeface="+mn-lt"/>
              </a:endParaRPr>
            </a:p>
          </p:txBody>
        </p:sp>
        <p:sp>
          <p:nvSpPr>
            <p:cNvPr id="17432" name="Freeform 86"/>
            <p:cNvSpPr/>
            <p:nvPr/>
          </p:nvSpPr>
          <p:spPr bwMode="auto">
            <a:xfrm>
              <a:off x="1544" y="2054"/>
              <a:ext cx="847" cy="238"/>
            </a:xfrm>
            <a:custGeom>
              <a:avLst/>
              <a:gdLst>
                <a:gd name="T0" fmla="*/ 563 w 847"/>
                <a:gd name="T1" fmla="*/ 65 h 238"/>
                <a:gd name="T2" fmla="*/ 563 w 847"/>
                <a:gd name="T3" fmla="*/ 0 h 238"/>
                <a:gd name="T4" fmla="*/ 281 w 847"/>
                <a:gd name="T5" fmla="*/ 0 h 238"/>
                <a:gd name="T6" fmla="*/ 281 w 847"/>
                <a:gd name="T7" fmla="*/ 102 h 238"/>
                <a:gd name="T8" fmla="*/ 0 w 847"/>
                <a:gd name="T9" fmla="*/ 102 h 238"/>
                <a:gd name="T10" fmla="*/ 0 w 847"/>
                <a:gd name="T11" fmla="*/ 238 h 238"/>
                <a:gd name="T12" fmla="*/ 281 w 847"/>
                <a:gd name="T13" fmla="*/ 238 h 238"/>
                <a:gd name="T14" fmla="*/ 563 w 847"/>
                <a:gd name="T15" fmla="*/ 238 h 238"/>
                <a:gd name="T16" fmla="*/ 847 w 847"/>
                <a:gd name="T17" fmla="*/ 238 h 238"/>
                <a:gd name="T18" fmla="*/ 847 w 847"/>
                <a:gd name="T19" fmla="*/ 65 h 238"/>
                <a:gd name="T20" fmla="*/ 563 w 847"/>
                <a:gd name="T21" fmla="*/ 65 h 23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47"/>
                <a:gd name="T34" fmla="*/ 0 h 238"/>
                <a:gd name="T35" fmla="*/ 847 w 847"/>
                <a:gd name="T36" fmla="*/ 238 h 23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47" h="238">
                  <a:moveTo>
                    <a:pt x="563" y="65"/>
                  </a:moveTo>
                  <a:lnTo>
                    <a:pt x="563" y="0"/>
                  </a:lnTo>
                  <a:lnTo>
                    <a:pt x="281" y="0"/>
                  </a:lnTo>
                  <a:lnTo>
                    <a:pt x="281" y="102"/>
                  </a:lnTo>
                  <a:lnTo>
                    <a:pt x="0" y="102"/>
                  </a:lnTo>
                  <a:lnTo>
                    <a:pt x="0" y="238"/>
                  </a:lnTo>
                  <a:lnTo>
                    <a:pt x="281" y="238"/>
                  </a:lnTo>
                  <a:lnTo>
                    <a:pt x="563" y="238"/>
                  </a:lnTo>
                  <a:lnTo>
                    <a:pt x="847" y="238"/>
                  </a:lnTo>
                  <a:lnTo>
                    <a:pt x="847" y="65"/>
                  </a:lnTo>
                  <a:lnTo>
                    <a:pt x="563" y="6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33" name="Rectangle 87"/>
            <p:cNvSpPr>
              <a:spLocks noChangeArrowheads="1"/>
            </p:cNvSpPr>
            <p:nvPr/>
          </p:nvSpPr>
          <p:spPr bwMode="auto">
            <a:xfrm>
              <a:off x="1312" y="2138"/>
              <a:ext cx="432" cy="187"/>
            </a:xfrm>
            <a:prstGeom prst="rect">
              <a:avLst/>
            </a:prstGeom>
            <a:solidFill>
              <a:schemeClr val="dk2">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4" name="Rectangle 88"/>
            <p:cNvSpPr>
              <a:spLocks noChangeArrowheads="1"/>
            </p:cNvSpPr>
            <p:nvPr/>
          </p:nvSpPr>
          <p:spPr bwMode="auto">
            <a:xfrm>
              <a:off x="1741" y="1992"/>
              <a:ext cx="430" cy="333"/>
            </a:xfrm>
            <a:prstGeom prst="rect">
              <a:avLst/>
            </a:prstGeom>
            <a:solidFill>
              <a:schemeClr val="dk2">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5" name="Rectangle 89"/>
            <p:cNvSpPr>
              <a:spLocks noChangeArrowheads="1"/>
            </p:cNvSpPr>
            <p:nvPr/>
          </p:nvSpPr>
          <p:spPr bwMode="auto">
            <a:xfrm>
              <a:off x="2171" y="2086"/>
              <a:ext cx="429" cy="239"/>
            </a:xfrm>
            <a:prstGeom prst="rect">
              <a:avLst/>
            </a:prstGeom>
            <a:solidFill>
              <a:schemeClr val="accent2">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6" name="Oval 90"/>
            <p:cNvSpPr>
              <a:spLocks noChangeArrowheads="1"/>
            </p:cNvSpPr>
            <p:nvPr/>
          </p:nvSpPr>
          <p:spPr bwMode="auto">
            <a:xfrm>
              <a:off x="2510" y="715"/>
              <a:ext cx="456" cy="451"/>
            </a:xfrm>
            <a:prstGeom prst="ellipse">
              <a:avLst/>
            </a:pr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7" name="Freeform 91"/>
            <p:cNvSpPr/>
            <p:nvPr/>
          </p:nvSpPr>
          <p:spPr bwMode="auto">
            <a:xfrm>
              <a:off x="2472" y="961"/>
              <a:ext cx="241" cy="242"/>
            </a:xfrm>
            <a:custGeom>
              <a:avLst/>
              <a:gdLst>
                <a:gd name="T0" fmla="*/ 331 w 171"/>
                <a:gd name="T1" fmla="*/ 99 h 189"/>
                <a:gd name="T2" fmla="*/ 314 w 171"/>
                <a:gd name="T3" fmla="*/ 90 h 189"/>
                <a:gd name="T4" fmla="*/ 297 w 171"/>
                <a:gd name="T5" fmla="*/ 67 h 189"/>
                <a:gd name="T6" fmla="*/ 262 w 171"/>
                <a:gd name="T7" fmla="*/ 35 h 189"/>
                <a:gd name="T8" fmla="*/ 238 w 171"/>
                <a:gd name="T9" fmla="*/ 24 h 189"/>
                <a:gd name="T10" fmla="*/ 227 w 171"/>
                <a:gd name="T11" fmla="*/ 6 h 189"/>
                <a:gd name="T12" fmla="*/ 207 w 171"/>
                <a:gd name="T13" fmla="*/ 12 h 189"/>
                <a:gd name="T14" fmla="*/ 4 w 171"/>
                <a:gd name="T15" fmla="*/ 284 h 189"/>
                <a:gd name="T16" fmla="*/ 4 w 171"/>
                <a:gd name="T17" fmla="*/ 302 h 189"/>
                <a:gd name="T18" fmla="*/ 6 w 171"/>
                <a:gd name="T19" fmla="*/ 302 h 189"/>
                <a:gd name="T20" fmla="*/ 6 w 171"/>
                <a:gd name="T21" fmla="*/ 306 h 189"/>
                <a:gd name="T22" fmla="*/ 28 w 171"/>
                <a:gd name="T23" fmla="*/ 306 h 189"/>
                <a:gd name="T24" fmla="*/ 328 w 171"/>
                <a:gd name="T25" fmla="*/ 118 h 189"/>
                <a:gd name="T26" fmla="*/ 331 w 171"/>
                <a:gd name="T27" fmla="*/ 99 h 18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1"/>
                <a:gd name="T43" fmla="*/ 0 h 189"/>
                <a:gd name="T44" fmla="*/ 171 w 171"/>
                <a:gd name="T45" fmla="*/ 189 h 18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1" h="189">
                  <a:moveTo>
                    <a:pt x="167" y="60"/>
                  </a:moveTo>
                  <a:cubicBezTo>
                    <a:pt x="165" y="55"/>
                    <a:pt x="161" y="53"/>
                    <a:pt x="158" y="55"/>
                  </a:cubicBezTo>
                  <a:cubicBezTo>
                    <a:pt x="156" y="49"/>
                    <a:pt x="154" y="45"/>
                    <a:pt x="150" y="41"/>
                  </a:cubicBezTo>
                  <a:cubicBezTo>
                    <a:pt x="132" y="21"/>
                    <a:pt x="132" y="21"/>
                    <a:pt x="132" y="21"/>
                  </a:cubicBezTo>
                  <a:cubicBezTo>
                    <a:pt x="129" y="16"/>
                    <a:pt x="125" y="15"/>
                    <a:pt x="120" y="15"/>
                  </a:cubicBezTo>
                  <a:cubicBezTo>
                    <a:pt x="121" y="11"/>
                    <a:pt x="120" y="7"/>
                    <a:pt x="114" y="4"/>
                  </a:cubicBezTo>
                  <a:cubicBezTo>
                    <a:pt x="112" y="0"/>
                    <a:pt x="105" y="2"/>
                    <a:pt x="104" y="7"/>
                  </a:cubicBezTo>
                  <a:cubicBezTo>
                    <a:pt x="2" y="173"/>
                    <a:pt x="2" y="173"/>
                    <a:pt x="2" y="173"/>
                  </a:cubicBezTo>
                  <a:cubicBezTo>
                    <a:pt x="0" y="177"/>
                    <a:pt x="0" y="180"/>
                    <a:pt x="2" y="184"/>
                  </a:cubicBezTo>
                  <a:cubicBezTo>
                    <a:pt x="3" y="184"/>
                    <a:pt x="3" y="184"/>
                    <a:pt x="3" y="184"/>
                  </a:cubicBezTo>
                  <a:cubicBezTo>
                    <a:pt x="3" y="187"/>
                    <a:pt x="3" y="187"/>
                    <a:pt x="3" y="187"/>
                  </a:cubicBezTo>
                  <a:cubicBezTo>
                    <a:pt x="7" y="189"/>
                    <a:pt x="11" y="189"/>
                    <a:pt x="14" y="187"/>
                  </a:cubicBezTo>
                  <a:cubicBezTo>
                    <a:pt x="165" y="72"/>
                    <a:pt x="165" y="72"/>
                    <a:pt x="165" y="72"/>
                  </a:cubicBezTo>
                  <a:cubicBezTo>
                    <a:pt x="169" y="70"/>
                    <a:pt x="171" y="63"/>
                    <a:pt x="167" y="60"/>
                  </a:cubicBezTo>
                  <a:close/>
                </a:path>
              </a:pathLst>
            </a:cu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38" name="Freeform 92"/>
            <p:cNvSpPr/>
            <p:nvPr/>
          </p:nvSpPr>
          <p:spPr bwMode="auto">
            <a:xfrm>
              <a:off x="1449" y="1662"/>
              <a:ext cx="157" cy="155"/>
            </a:xfrm>
            <a:custGeom>
              <a:avLst/>
              <a:gdLst>
                <a:gd name="T0" fmla="*/ 110 w 111"/>
                <a:gd name="T1" fmla="*/ 199 h 121"/>
                <a:gd name="T2" fmla="*/ 222 w 111"/>
                <a:gd name="T3" fmla="*/ 100 h 121"/>
                <a:gd name="T4" fmla="*/ 110 w 111"/>
                <a:gd name="T5" fmla="*/ 0 h 121"/>
                <a:gd name="T6" fmla="*/ 0 w 111"/>
                <a:gd name="T7" fmla="*/ 100 h 121"/>
                <a:gd name="T8" fmla="*/ 110 w 111"/>
                <a:gd name="T9" fmla="*/ 199 h 121"/>
                <a:gd name="T10" fmla="*/ 0 60000 65536"/>
                <a:gd name="T11" fmla="*/ 0 60000 65536"/>
                <a:gd name="T12" fmla="*/ 0 60000 65536"/>
                <a:gd name="T13" fmla="*/ 0 60000 65536"/>
                <a:gd name="T14" fmla="*/ 0 60000 65536"/>
                <a:gd name="T15" fmla="*/ 0 w 111"/>
                <a:gd name="T16" fmla="*/ 0 h 121"/>
                <a:gd name="T17" fmla="*/ 111 w 111"/>
                <a:gd name="T18" fmla="*/ 121 h 121"/>
              </a:gdLst>
              <a:ahLst/>
              <a:cxnLst>
                <a:cxn ang="T10">
                  <a:pos x="T0" y="T1"/>
                </a:cxn>
                <a:cxn ang="T11">
                  <a:pos x="T2" y="T3"/>
                </a:cxn>
                <a:cxn ang="T12">
                  <a:pos x="T4" y="T5"/>
                </a:cxn>
                <a:cxn ang="T13">
                  <a:pos x="T6" y="T7"/>
                </a:cxn>
                <a:cxn ang="T14">
                  <a:pos x="T8" y="T9"/>
                </a:cxn>
              </a:cxnLst>
              <a:rect l="T15" t="T16" r="T17" b="T18"/>
              <a:pathLst>
                <a:path w="111" h="121">
                  <a:moveTo>
                    <a:pt x="55" y="121"/>
                  </a:moveTo>
                  <a:cubicBezTo>
                    <a:pt x="87" y="121"/>
                    <a:pt x="111" y="95"/>
                    <a:pt x="111" y="61"/>
                  </a:cubicBezTo>
                  <a:cubicBezTo>
                    <a:pt x="111" y="29"/>
                    <a:pt x="87" y="0"/>
                    <a:pt x="55" y="0"/>
                  </a:cubicBezTo>
                  <a:cubicBezTo>
                    <a:pt x="25" y="0"/>
                    <a:pt x="0" y="29"/>
                    <a:pt x="0" y="61"/>
                  </a:cubicBezTo>
                  <a:cubicBezTo>
                    <a:pt x="0" y="95"/>
                    <a:pt x="25" y="121"/>
                    <a:pt x="55" y="121"/>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39" name="Freeform 93"/>
            <p:cNvSpPr/>
            <p:nvPr/>
          </p:nvSpPr>
          <p:spPr bwMode="auto">
            <a:xfrm>
              <a:off x="1582" y="2056"/>
              <a:ext cx="80" cy="208"/>
            </a:xfrm>
            <a:custGeom>
              <a:avLst/>
              <a:gdLst>
                <a:gd name="T0" fmla="*/ 62 w 57"/>
                <a:gd name="T1" fmla="*/ 30 h 162"/>
                <a:gd name="T2" fmla="*/ 29 w 57"/>
                <a:gd name="T3" fmla="*/ 0 h 162"/>
                <a:gd name="T4" fmla="*/ 0 w 57"/>
                <a:gd name="T5" fmla="*/ 42 h 162"/>
                <a:gd name="T6" fmla="*/ 0 w 57"/>
                <a:gd name="T7" fmla="*/ 222 h 162"/>
                <a:gd name="T8" fmla="*/ 51 w 57"/>
                <a:gd name="T9" fmla="*/ 267 h 162"/>
                <a:gd name="T10" fmla="*/ 65 w 57"/>
                <a:gd name="T11" fmla="*/ 267 h 162"/>
                <a:gd name="T12" fmla="*/ 112 w 57"/>
                <a:gd name="T13" fmla="*/ 222 h 162"/>
                <a:gd name="T14" fmla="*/ 112 w 57"/>
                <a:gd name="T15" fmla="*/ 42 h 162"/>
                <a:gd name="T16" fmla="*/ 112 w 57"/>
                <a:gd name="T17" fmla="*/ 30 h 162"/>
                <a:gd name="T18" fmla="*/ 62 w 57"/>
                <a:gd name="T19" fmla="*/ 30 h 1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
                <a:gd name="T31" fmla="*/ 0 h 162"/>
                <a:gd name="T32" fmla="*/ 57 w 57"/>
                <a:gd name="T33" fmla="*/ 162 h 16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 h="162">
                  <a:moveTo>
                    <a:pt x="31" y="18"/>
                  </a:moveTo>
                  <a:cubicBezTo>
                    <a:pt x="24" y="15"/>
                    <a:pt x="19" y="8"/>
                    <a:pt x="15" y="0"/>
                  </a:cubicBezTo>
                  <a:cubicBezTo>
                    <a:pt x="5" y="4"/>
                    <a:pt x="0" y="15"/>
                    <a:pt x="0" y="26"/>
                  </a:cubicBezTo>
                  <a:cubicBezTo>
                    <a:pt x="0" y="135"/>
                    <a:pt x="0" y="135"/>
                    <a:pt x="0" y="135"/>
                  </a:cubicBezTo>
                  <a:cubicBezTo>
                    <a:pt x="0" y="149"/>
                    <a:pt x="11" y="162"/>
                    <a:pt x="26" y="162"/>
                  </a:cubicBezTo>
                  <a:cubicBezTo>
                    <a:pt x="33" y="162"/>
                    <a:pt x="33" y="162"/>
                    <a:pt x="33" y="162"/>
                  </a:cubicBezTo>
                  <a:cubicBezTo>
                    <a:pt x="47" y="162"/>
                    <a:pt x="57" y="149"/>
                    <a:pt x="57" y="135"/>
                  </a:cubicBezTo>
                  <a:cubicBezTo>
                    <a:pt x="57" y="26"/>
                    <a:pt x="57" y="26"/>
                    <a:pt x="57" y="26"/>
                  </a:cubicBezTo>
                  <a:cubicBezTo>
                    <a:pt x="57" y="25"/>
                    <a:pt x="57" y="23"/>
                    <a:pt x="57" y="18"/>
                  </a:cubicBezTo>
                  <a:cubicBezTo>
                    <a:pt x="49" y="23"/>
                    <a:pt x="40" y="23"/>
                    <a:pt x="31" y="18"/>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0" name="Freeform 94"/>
            <p:cNvSpPr/>
            <p:nvPr/>
          </p:nvSpPr>
          <p:spPr bwMode="auto">
            <a:xfrm>
              <a:off x="1385" y="2061"/>
              <a:ext cx="84" cy="203"/>
            </a:xfrm>
            <a:custGeom>
              <a:avLst/>
              <a:gdLst>
                <a:gd name="T0" fmla="*/ 97 w 59"/>
                <a:gd name="T1" fmla="*/ 0 h 158"/>
                <a:gd name="T2" fmla="*/ 67 w 59"/>
                <a:gd name="T3" fmla="*/ 27 h 158"/>
                <a:gd name="T4" fmla="*/ 4 w 59"/>
                <a:gd name="T5" fmla="*/ 23 h 158"/>
                <a:gd name="T6" fmla="*/ 0 w 59"/>
                <a:gd name="T7" fmla="*/ 36 h 158"/>
                <a:gd name="T8" fmla="*/ 0 w 59"/>
                <a:gd name="T9" fmla="*/ 216 h 158"/>
                <a:gd name="T10" fmla="*/ 53 w 59"/>
                <a:gd name="T11" fmla="*/ 261 h 158"/>
                <a:gd name="T12" fmla="*/ 67 w 59"/>
                <a:gd name="T13" fmla="*/ 261 h 158"/>
                <a:gd name="T14" fmla="*/ 120 w 59"/>
                <a:gd name="T15" fmla="*/ 216 h 158"/>
                <a:gd name="T16" fmla="*/ 120 w 59"/>
                <a:gd name="T17" fmla="*/ 36 h 158"/>
                <a:gd name="T18" fmla="*/ 97 w 59"/>
                <a:gd name="T19" fmla="*/ 0 h 15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9"/>
                <a:gd name="T31" fmla="*/ 0 h 158"/>
                <a:gd name="T32" fmla="*/ 59 w 59"/>
                <a:gd name="T33" fmla="*/ 158 h 15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9" h="158">
                  <a:moveTo>
                    <a:pt x="48" y="0"/>
                  </a:moveTo>
                  <a:cubicBezTo>
                    <a:pt x="45" y="6"/>
                    <a:pt x="41" y="12"/>
                    <a:pt x="33" y="16"/>
                  </a:cubicBezTo>
                  <a:cubicBezTo>
                    <a:pt x="22" y="21"/>
                    <a:pt x="10" y="21"/>
                    <a:pt x="2" y="14"/>
                  </a:cubicBezTo>
                  <a:cubicBezTo>
                    <a:pt x="0" y="16"/>
                    <a:pt x="0" y="19"/>
                    <a:pt x="0" y="22"/>
                  </a:cubicBezTo>
                  <a:cubicBezTo>
                    <a:pt x="0" y="131"/>
                    <a:pt x="0" y="131"/>
                    <a:pt x="0" y="131"/>
                  </a:cubicBezTo>
                  <a:cubicBezTo>
                    <a:pt x="0" y="145"/>
                    <a:pt x="10" y="158"/>
                    <a:pt x="26" y="158"/>
                  </a:cubicBezTo>
                  <a:cubicBezTo>
                    <a:pt x="33" y="158"/>
                    <a:pt x="33" y="158"/>
                    <a:pt x="33" y="158"/>
                  </a:cubicBezTo>
                  <a:cubicBezTo>
                    <a:pt x="48" y="158"/>
                    <a:pt x="59" y="145"/>
                    <a:pt x="59" y="131"/>
                  </a:cubicBezTo>
                  <a:cubicBezTo>
                    <a:pt x="59" y="22"/>
                    <a:pt x="59" y="22"/>
                    <a:pt x="59" y="22"/>
                  </a:cubicBezTo>
                  <a:cubicBezTo>
                    <a:pt x="59" y="14"/>
                    <a:pt x="56" y="6"/>
                    <a:pt x="48" y="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1" name="Freeform 95"/>
            <p:cNvSpPr/>
            <p:nvPr/>
          </p:nvSpPr>
          <p:spPr bwMode="auto">
            <a:xfrm>
              <a:off x="1322" y="1740"/>
              <a:ext cx="412" cy="389"/>
            </a:xfrm>
            <a:custGeom>
              <a:avLst/>
              <a:gdLst>
                <a:gd name="T0" fmla="*/ 576 w 292"/>
                <a:gd name="T1" fmla="*/ 212 h 304"/>
                <a:gd name="T2" fmla="*/ 525 w 292"/>
                <a:gd name="T3" fmla="*/ 113 h 304"/>
                <a:gd name="T4" fmla="*/ 480 w 292"/>
                <a:gd name="T5" fmla="*/ 26 h 304"/>
                <a:gd name="T6" fmla="*/ 432 w 292"/>
                <a:gd name="T7" fmla="*/ 0 h 304"/>
                <a:gd name="T8" fmla="*/ 420 w 292"/>
                <a:gd name="T9" fmla="*/ 0 h 304"/>
                <a:gd name="T10" fmla="*/ 289 w 292"/>
                <a:gd name="T11" fmla="*/ 119 h 304"/>
                <a:gd name="T12" fmla="*/ 155 w 292"/>
                <a:gd name="T13" fmla="*/ 0 h 304"/>
                <a:gd name="T14" fmla="*/ 145 w 292"/>
                <a:gd name="T15" fmla="*/ 0 h 304"/>
                <a:gd name="T16" fmla="*/ 97 w 292"/>
                <a:gd name="T17" fmla="*/ 26 h 304"/>
                <a:gd name="T18" fmla="*/ 56 w 292"/>
                <a:gd name="T19" fmla="*/ 113 h 304"/>
                <a:gd name="T20" fmla="*/ 4 w 292"/>
                <a:gd name="T21" fmla="*/ 212 h 304"/>
                <a:gd name="T22" fmla="*/ 0 w 292"/>
                <a:gd name="T23" fmla="*/ 229 h 304"/>
                <a:gd name="T24" fmla="*/ 4 w 292"/>
                <a:gd name="T25" fmla="*/ 247 h 304"/>
                <a:gd name="T26" fmla="*/ 83 w 292"/>
                <a:gd name="T27" fmla="*/ 392 h 304"/>
                <a:gd name="T28" fmla="*/ 145 w 292"/>
                <a:gd name="T29" fmla="*/ 411 h 304"/>
                <a:gd name="T30" fmla="*/ 164 w 292"/>
                <a:gd name="T31" fmla="*/ 353 h 304"/>
                <a:gd name="T32" fmla="*/ 97 w 292"/>
                <a:gd name="T33" fmla="*/ 229 h 304"/>
                <a:gd name="T34" fmla="*/ 110 w 292"/>
                <a:gd name="T35" fmla="*/ 203 h 304"/>
                <a:gd name="T36" fmla="*/ 145 w 292"/>
                <a:gd name="T37" fmla="*/ 136 h 304"/>
                <a:gd name="T38" fmla="*/ 145 w 292"/>
                <a:gd name="T39" fmla="*/ 265 h 304"/>
                <a:gd name="T40" fmla="*/ 189 w 292"/>
                <a:gd name="T41" fmla="*/ 351 h 304"/>
                <a:gd name="T42" fmla="*/ 198 w 292"/>
                <a:gd name="T43" fmla="*/ 388 h 304"/>
                <a:gd name="T44" fmla="*/ 233 w 292"/>
                <a:gd name="T45" fmla="*/ 445 h 304"/>
                <a:gd name="T46" fmla="*/ 233 w 292"/>
                <a:gd name="T47" fmla="*/ 498 h 304"/>
                <a:gd name="T48" fmla="*/ 336 w 292"/>
                <a:gd name="T49" fmla="*/ 498 h 304"/>
                <a:gd name="T50" fmla="*/ 336 w 292"/>
                <a:gd name="T51" fmla="*/ 445 h 304"/>
                <a:gd name="T52" fmla="*/ 388 w 292"/>
                <a:gd name="T53" fmla="*/ 385 h 304"/>
                <a:gd name="T54" fmla="*/ 396 w 292"/>
                <a:gd name="T55" fmla="*/ 347 h 304"/>
                <a:gd name="T56" fmla="*/ 432 w 292"/>
                <a:gd name="T57" fmla="*/ 275 h 304"/>
                <a:gd name="T58" fmla="*/ 432 w 292"/>
                <a:gd name="T59" fmla="*/ 133 h 304"/>
                <a:gd name="T60" fmla="*/ 470 w 292"/>
                <a:gd name="T61" fmla="*/ 206 h 304"/>
                <a:gd name="T62" fmla="*/ 480 w 292"/>
                <a:gd name="T63" fmla="*/ 229 h 304"/>
                <a:gd name="T64" fmla="*/ 413 w 292"/>
                <a:gd name="T65" fmla="*/ 353 h 304"/>
                <a:gd name="T66" fmla="*/ 437 w 292"/>
                <a:gd name="T67" fmla="*/ 411 h 304"/>
                <a:gd name="T68" fmla="*/ 499 w 292"/>
                <a:gd name="T69" fmla="*/ 392 h 304"/>
                <a:gd name="T70" fmla="*/ 576 w 292"/>
                <a:gd name="T71" fmla="*/ 247 h 304"/>
                <a:gd name="T72" fmla="*/ 576 w 292"/>
                <a:gd name="T73" fmla="*/ 229 h 304"/>
                <a:gd name="T74" fmla="*/ 576 w 292"/>
                <a:gd name="T75" fmla="*/ 212 h 30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92"/>
                <a:gd name="T115" fmla="*/ 0 h 304"/>
                <a:gd name="T116" fmla="*/ 292 w 292"/>
                <a:gd name="T117" fmla="*/ 304 h 30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92" h="304">
                  <a:moveTo>
                    <a:pt x="289" y="130"/>
                  </a:moveTo>
                  <a:cubicBezTo>
                    <a:pt x="264" y="69"/>
                    <a:pt x="264" y="69"/>
                    <a:pt x="264" y="69"/>
                  </a:cubicBezTo>
                  <a:cubicBezTo>
                    <a:pt x="241" y="16"/>
                    <a:pt x="241" y="16"/>
                    <a:pt x="241" y="16"/>
                  </a:cubicBezTo>
                  <a:cubicBezTo>
                    <a:pt x="238" y="7"/>
                    <a:pt x="229" y="0"/>
                    <a:pt x="217" y="0"/>
                  </a:cubicBezTo>
                  <a:cubicBezTo>
                    <a:pt x="211" y="0"/>
                    <a:pt x="211" y="0"/>
                    <a:pt x="211" y="0"/>
                  </a:cubicBezTo>
                  <a:cubicBezTo>
                    <a:pt x="211" y="40"/>
                    <a:pt x="183" y="73"/>
                    <a:pt x="145" y="73"/>
                  </a:cubicBezTo>
                  <a:cubicBezTo>
                    <a:pt x="108" y="73"/>
                    <a:pt x="78" y="40"/>
                    <a:pt x="78" y="0"/>
                  </a:cubicBezTo>
                  <a:cubicBezTo>
                    <a:pt x="73" y="0"/>
                    <a:pt x="73" y="0"/>
                    <a:pt x="73" y="0"/>
                  </a:cubicBezTo>
                  <a:cubicBezTo>
                    <a:pt x="64" y="0"/>
                    <a:pt x="55" y="7"/>
                    <a:pt x="49" y="16"/>
                  </a:cubicBezTo>
                  <a:cubicBezTo>
                    <a:pt x="28" y="69"/>
                    <a:pt x="28" y="69"/>
                    <a:pt x="28" y="69"/>
                  </a:cubicBezTo>
                  <a:cubicBezTo>
                    <a:pt x="2" y="130"/>
                    <a:pt x="2" y="130"/>
                    <a:pt x="2" y="130"/>
                  </a:cubicBezTo>
                  <a:cubicBezTo>
                    <a:pt x="0" y="134"/>
                    <a:pt x="0" y="138"/>
                    <a:pt x="0" y="140"/>
                  </a:cubicBezTo>
                  <a:cubicBezTo>
                    <a:pt x="0" y="144"/>
                    <a:pt x="0" y="147"/>
                    <a:pt x="2" y="151"/>
                  </a:cubicBezTo>
                  <a:cubicBezTo>
                    <a:pt x="42" y="239"/>
                    <a:pt x="42" y="239"/>
                    <a:pt x="42" y="239"/>
                  </a:cubicBezTo>
                  <a:cubicBezTo>
                    <a:pt x="47" y="251"/>
                    <a:pt x="59" y="257"/>
                    <a:pt x="73" y="251"/>
                  </a:cubicBezTo>
                  <a:cubicBezTo>
                    <a:pt x="83" y="245"/>
                    <a:pt x="90" y="231"/>
                    <a:pt x="82" y="216"/>
                  </a:cubicBezTo>
                  <a:cubicBezTo>
                    <a:pt x="49" y="140"/>
                    <a:pt x="49" y="140"/>
                    <a:pt x="49" y="140"/>
                  </a:cubicBezTo>
                  <a:cubicBezTo>
                    <a:pt x="55" y="124"/>
                    <a:pt x="55" y="124"/>
                    <a:pt x="55" y="124"/>
                  </a:cubicBezTo>
                  <a:cubicBezTo>
                    <a:pt x="73" y="83"/>
                    <a:pt x="73" y="83"/>
                    <a:pt x="73" y="83"/>
                  </a:cubicBezTo>
                  <a:cubicBezTo>
                    <a:pt x="73" y="162"/>
                    <a:pt x="73" y="162"/>
                    <a:pt x="73" y="162"/>
                  </a:cubicBezTo>
                  <a:cubicBezTo>
                    <a:pt x="95" y="214"/>
                    <a:pt x="95" y="214"/>
                    <a:pt x="95" y="214"/>
                  </a:cubicBezTo>
                  <a:cubicBezTo>
                    <a:pt x="99" y="223"/>
                    <a:pt x="99" y="229"/>
                    <a:pt x="99" y="237"/>
                  </a:cubicBezTo>
                  <a:cubicBezTo>
                    <a:pt x="109" y="242"/>
                    <a:pt x="117" y="257"/>
                    <a:pt x="117" y="272"/>
                  </a:cubicBezTo>
                  <a:cubicBezTo>
                    <a:pt x="117" y="304"/>
                    <a:pt x="117" y="304"/>
                    <a:pt x="117" y="304"/>
                  </a:cubicBezTo>
                  <a:cubicBezTo>
                    <a:pt x="169" y="304"/>
                    <a:pt x="169" y="304"/>
                    <a:pt x="169" y="304"/>
                  </a:cubicBezTo>
                  <a:cubicBezTo>
                    <a:pt x="169" y="272"/>
                    <a:pt x="169" y="272"/>
                    <a:pt x="169" y="272"/>
                  </a:cubicBezTo>
                  <a:cubicBezTo>
                    <a:pt x="169" y="255"/>
                    <a:pt x="180" y="239"/>
                    <a:pt x="195" y="235"/>
                  </a:cubicBezTo>
                  <a:cubicBezTo>
                    <a:pt x="195" y="227"/>
                    <a:pt x="195" y="221"/>
                    <a:pt x="199" y="212"/>
                  </a:cubicBezTo>
                  <a:cubicBezTo>
                    <a:pt x="217" y="168"/>
                    <a:pt x="217" y="168"/>
                    <a:pt x="217" y="168"/>
                  </a:cubicBezTo>
                  <a:cubicBezTo>
                    <a:pt x="217" y="81"/>
                    <a:pt x="217" y="81"/>
                    <a:pt x="217" y="81"/>
                  </a:cubicBezTo>
                  <a:cubicBezTo>
                    <a:pt x="236" y="126"/>
                    <a:pt x="236" y="126"/>
                    <a:pt x="236" y="126"/>
                  </a:cubicBezTo>
                  <a:cubicBezTo>
                    <a:pt x="241" y="140"/>
                    <a:pt x="241" y="140"/>
                    <a:pt x="241" y="140"/>
                  </a:cubicBezTo>
                  <a:cubicBezTo>
                    <a:pt x="208" y="216"/>
                    <a:pt x="208" y="216"/>
                    <a:pt x="208" y="216"/>
                  </a:cubicBezTo>
                  <a:cubicBezTo>
                    <a:pt x="203" y="231"/>
                    <a:pt x="208" y="245"/>
                    <a:pt x="220" y="251"/>
                  </a:cubicBezTo>
                  <a:cubicBezTo>
                    <a:pt x="231" y="257"/>
                    <a:pt x="245" y="251"/>
                    <a:pt x="251" y="239"/>
                  </a:cubicBezTo>
                  <a:cubicBezTo>
                    <a:pt x="289" y="151"/>
                    <a:pt x="289" y="151"/>
                    <a:pt x="289" y="151"/>
                  </a:cubicBezTo>
                  <a:cubicBezTo>
                    <a:pt x="289" y="147"/>
                    <a:pt x="292" y="144"/>
                    <a:pt x="289" y="140"/>
                  </a:cubicBezTo>
                  <a:cubicBezTo>
                    <a:pt x="292" y="138"/>
                    <a:pt x="289" y="134"/>
                    <a:pt x="289" y="13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2" name="Freeform 96"/>
            <p:cNvSpPr/>
            <p:nvPr/>
          </p:nvSpPr>
          <p:spPr bwMode="auto">
            <a:xfrm>
              <a:off x="1750" y="1010"/>
              <a:ext cx="421" cy="973"/>
            </a:xfrm>
            <a:custGeom>
              <a:avLst/>
              <a:gdLst>
                <a:gd name="T0" fmla="*/ 551 w 298"/>
                <a:gd name="T1" fmla="*/ 0 h 760"/>
                <a:gd name="T2" fmla="*/ 504 w 298"/>
                <a:gd name="T3" fmla="*/ 41 h 760"/>
                <a:gd name="T4" fmla="*/ 504 w 298"/>
                <a:gd name="T5" fmla="*/ 187 h 760"/>
                <a:gd name="T6" fmla="*/ 386 w 298"/>
                <a:gd name="T7" fmla="*/ 335 h 760"/>
                <a:gd name="T8" fmla="*/ 212 w 298"/>
                <a:gd name="T9" fmla="*/ 335 h 760"/>
                <a:gd name="T10" fmla="*/ 96 w 298"/>
                <a:gd name="T11" fmla="*/ 192 h 760"/>
                <a:gd name="T12" fmla="*/ 96 w 298"/>
                <a:gd name="T13" fmla="*/ 41 h 760"/>
                <a:gd name="T14" fmla="*/ 48 w 298"/>
                <a:gd name="T15" fmla="*/ 0 h 760"/>
                <a:gd name="T16" fmla="*/ 0 w 298"/>
                <a:gd name="T17" fmla="*/ 41 h 760"/>
                <a:gd name="T18" fmla="*/ 0 w 298"/>
                <a:gd name="T19" fmla="*/ 200 h 760"/>
                <a:gd name="T20" fmla="*/ 0 w 298"/>
                <a:gd name="T21" fmla="*/ 204 h 760"/>
                <a:gd name="T22" fmla="*/ 4 w 298"/>
                <a:gd name="T23" fmla="*/ 216 h 760"/>
                <a:gd name="T24" fmla="*/ 4 w 298"/>
                <a:gd name="T25" fmla="*/ 221 h 760"/>
                <a:gd name="T26" fmla="*/ 10 w 298"/>
                <a:gd name="T27" fmla="*/ 228 h 760"/>
                <a:gd name="T28" fmla="*/ 144 w 298"/>
                <a:gd name="T29" fmla="*/ 398 h 760"/>
                <a:gd name="T30" fmla="*/ 154 w 298"/>
                <a:gd name="T31" fmla="*/ 407 h 760"/>
                <a:gd name="T32" fmla="*/ 154 w 298"/>
                <a:gd name="T33" fmla="*/ 824 h 760"/>
                <a:gd name="T34" fmla="*/ 154 w 298"/>
                <a:gd name="T35" fmla="*/ 837 h 760"/>
                <a:gd name="T36" fmla="*/ 154 w 298"/>
                <a:gd name="T37" fmla="*/ 1006 h 760"/>
                <a:gd name="T38" fmla="*/ 155 w 298"/>
                <a:gd name="T39" fmla="*/ 1013 h 760"/>
                <a:gd name="T40" fmla="*/ 154 w 298"/>
                <a:gd name="T41" fmla="*/ 1019 h 760"/>
                <a:gd name="T42" fmla="*/ 154 w 298"/>
                <a:gd name="T43" fmla="*/ 1200 h 760"/>
                <a:gd name="T44" fmla="*/ 203 w 298"/>
                <a:gd name="T45" fmla="*/ 1246 h 760"/>
                <a:gd name="T46" fmla="*/ 219 w 298"/>
                <a:gd name="T47" fmla="*/ 1246 h 760"/>
                <a:gd name="T48" fmla="*/ 271 w 298"/>
                <a:gd name="T49" fmla="*/ 1200 h 760"/>
                <a:gd name="T50" fmla="*/ 271 w 298"/>
                <a:gd name="T51" fmla="*/ 1019 h 760"/>
                <a:gd name="T52" fmla="*/ 271 w 298"/>
                <a:gd name="T53" fmla="*/ 1013 h 760"/>
                <a:gd name="T54" fmla="*/ 271 w 298"/>
                <a:gd name="T55" fmla="*/ 1006 h 760"/>
                <a:gd name="T56" fmla="*/ 271 w 298"/>
                <a:gd name="T57" fmla="*/ 837 h 760"/>
                <a:gd name="T58" fmla="*/ 332 w 298"/>
                <a:gd name="T59" fmla="*/ 837 h 760"/>
                <a:gd name="T60" fmla="*/ 332 w 298"/>
                <a:gd name="T61" fmla="*/ 1006 h 760"/>
                <a:gd name="T62" fmla="*/ 332 w 298"/>
                <a:gd name="T63" fmla="*/ 1013 h 760"/>
                <a:gd name="T64" fmla="*/ 332 w 298"/>
                <a:gd name="T65" fmla="*/ 1019 h 760"/>
                <a:gd name="T66" fmla="*/ 332 w 298"/>
                <a:gd name="T67" fmla="*/ 1200 h 760"/>
                <a:gd name="T68" fmla="*/ 381 w 298"/>
                <a:gd name="T69" fmla="*/ 1246 h 760"/>
                <a:gd name="T70" fmla="*/ 396 w 298"/>
                <a:gd name="T71" fmla="*/ 1246 h 760"/>
                <a:gd name="T72" fmla="*/ 446 w 298"/>
                <a:gd name="T73" fmla="*/ 1200 h 760"/>
                <a:gd name="T74" fmla="*/ 446 w 298"/>
                <a:gd name="T75" fmla="*/ 1019 h 760"/>
                <a:gd name="T76" fmla="*/ 446 w 298"/>
                <a:gd name="T77" fmla="*/ 1013 h 760"/>
                <a:gd name="T78" fmla="*/ 446 w 298"/>
                <a:gd name="T79" fmla="*/ 1006 h 760"/>
                <a:gd name="T80" fmla="*/ 446 w 298"/>
                <a:gd name="T81" fmla="*/ 837 h 760"/>
                <a:gd name="T82" fmla="*/ 446 w 298"/>
                <a:gd name="T83" fmla="*/ 824 h 760"/>
                <a:gd name="T84" fmla="*/ 446 w 298"/>
                <a:gd name="T85" fmla="*/ 398 h 760"/>
                <a:gd name="T86" fmla="*/ 455 w 298"/>
                <a:gd name="T87" fmla="*/ 398 h 760"/>
                <a:gd name="T88" fmla="*/ 589 w 298"/>
                <a:gd name="T89" fmla="*/ 228 h 760"/>
                <a:gd name="T90" fmla="*/ 593 w 298"/>
                <a:gd name="T91" fmla="*/ 216 h 760"/>
                <a:gd name="T92" fmla="*/ 595 w 298"/>
                <a:gd name="T93" fmla="*/ 204 h 760"/>
                <a:gd name="T94" fmla="*/ 595 w 298"/>
                <a:gd name="T95" fmla="*/ 200 h 760"/>
                <a:gd name="T96" fmla="*/ 595 w 298"/>
                <a:gd name="T97" fmla="*/ 41 h 760"/>
                <a:gd name="T98" fmla="*/ 551 w 298"/>
                <a:gd name="T99" fmla="*/ 0 h 76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98"/>
                <a:gd name="T151" fmla="*/ 0 h 760"/>
                <a:gd name="T152" fmla="*/ 298 w 298"/>
                <a:gd name="T153" fmla="*/ 760 h 76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98" h="760">
                  <a:moveTo>
                    <a:pt x="276" y="0"/>
                  </a:moveTo>
                  <a:cubicBezTo>
                    <a:pt x="264" y="0"/>
                    <a:pt x="253" y="11"/>
                    <a:pt x="253" y="25"/>
                  </a:cubicBezTo>
                  <a:cubicBezTo>
                    <a:pt x="253" y="114"/>
                    <a:pt x="253" y="114"/>
                    <a:pt x="253" y="114"/>
                  </a:cubicBezTo>
                  <a:cubicBezTo>
                    <a:pt x="193" y="205"/>
                    <a:pt x="193" y="205"/>
                    <a:pt x="193" y="205"/>
                  </a:cubicBezTo>
                  <a:cubicBezTo>
                    <a:pt x="106" y="205"/>
                    <a:pt x="106" y="205"/>
                    <a:pt x="106" y="205"/>
                  </a:cubicBezTo>
                  <a:cubicBezTo>
                    <a:pt x="48" y="117"/>
                    <a:pt x="48" y="117"/>
                    <a:pt x="48" y="117"/>
                  </a:cubicBezTo>
                  <a:cubicBezTo>
                    <a:pt x="48" y="25"/>
                    <a:pt x="48" y="25"/>
                    <a:pt x="48" y="25"/>
                  </a:cubicBezTo>
                  <a:cubicBezTo>
                    <a:pt x="48" y="11"/>
                    <a:pt x="37" y="0"/>
                    <a:pt x="24" y="0"/>
                  </a:cubicBezTo>
                  <a:cubicBezTo>
                    <a:pt x="11" y="0"/>
                    <a:pt x="0" y="11"/>
                    <a:pt x="0" y="25"/>
                  </a:cubicBezTo>
                  <a:cubicBezTo>
                    <a:pt x="0" y="122"/>
                    <a:pt x="0" y="122"/>
                    <a:pt x="0" y="122"/>
                  </a:cubicBezTo>
                  <a:cubicBezTo>
                    <a:pt x="0" y="124"/>
                    <a:pt x="0" y="124"/>
                    <a:pt x="0" y="124"/>
                  </a:cubicBezTo>
                  <a:cubicBezTo>
                    <a:pt x="0" y="128"/>
                    <a:pt x="2" y="130"/>
                    <a:pt x="2" y="132"/>
                  </a:cubicBezTo>
                  <a:cubicBezTo>
                    <a:pt x="2" y="132"/>
                    <a:pt x="2" y="132"/>
                    <a:pt x="2" y="135"/>
                  </a:cubicBezTo>
                  <a:cubicBezTo>
                    <a:pt x="3" y="136"/>
                    <a:pt x="3" y="136"/>
                    <a:pt x="5" y="139"/>
                  </a:cubicBezTo>
                  <a:cubicBezTo>
                    <a:pt x="72" y="243"/>
                    <a:pt x="72" y="243"/>
                    <a:pt x="72" y="243"/>
                  </a:cubicBezTo>
                  <a:cubicBezTo>
                    <a:pt x="72" y="243"/>
                    <a:pt x="74" y="246"/>
                    <a:pt x="77" y="248"/>
                  </a:cubicBezTo>
                  <a:cubicBezTo>
                    <a:pt x="77" y="503"/>
                    <a:pt x="77" y="503"/>
                    <a:pt x="77" y="503"/>
                  </a:cubicBezTo>
                  <a:cubicBezTo>
                    <a:pt x="77" y="511"/>
                    <a:pt x="77" y="511"/>
                    <a:pt x="77" y="511"/>
                  </a:cubicBezTo>
                  <a:cubicBezTo>
                    <a:pt x="77" y="614"/>
                    <a:pt x="77" y="614"/>
                    <a:pt x="77" y="614"/>
                  </a:cubicBezTo>
                  <a:cubicBezTo>
                    <a:pt x="77" y="617"/>
                    <a:pt x="78" y="617"/>
                    <a:pt x="78" y="618"/>
                  </a:cubicBezTo>
                  <a:cubicBezTo>
                    <a:pt x="77" y="622"/>
                    <a:pt x="77" y="622"/>
                    <a:pt x="77" y="622"/>
                  </a:cubicBezTo>
                  <a:cubicBezTo>
                    <a:pt x="77" y="732"/>
                    <a:pt x="77" y="732"/>
                    <a:pt x="77" y="732"/>
                  </a:cubicBezTo>
                  <a:cubicBezTo>
                    <a:pt x="77" y="749"/>
                    <a:pt x="90" y="760"/>
                    <a:pt x="102" y="760"/>
                  </a:cubicBezTo>
                  <a:cubicBezTo>
                    <a:pt x="110" y="760"/>
                    <a:pt x="110" y="760"/>
                    <a:pt x="110" y="760"/>
                  </a:cubicBezTo>
                  <a:cubicBezTo>
                    <a:pt x="124" y="760"/>
                    <a:pt x="136" y="749"/>
                    <a:pt x="136" y="732"/>
                  </a:cubicBezTo>
                  <a:cubicBezTo>
                    <a:pt x="136" y="622"/>
                    <a:pt x="136" y="622"/>
                    <a:pt x="136" y="622"/>
                  </a:cubicBezTo>
                  <a:cubicBezTo>
                    <a:pt x="136" y="618"/>
                    <a:pt x="136" y="618"/>
                    <a:pt x="136" y="618"/>
                  </a:cubicBezTo>
                  <a:cubicBezTo>
                    <a:pt x="136" y="617"/>
                    <a:pt x="136" y="617"/>
                    <a:pt x="136" y="614"/>
                  </a:cubicBezTo>
                  <a:cubicBezTo>
                    <a:pt x="136" y="511"/>
                    <a:pt x="136" y="511"/>
                    <a:pt x="136" y="511"/>
                  </a:cubicBezTo>
                  <a:cubicBezTo>
                    <a:pt x="166" y="511"/>
                    <a:pt x="166" y="511"/>
                    <a:pt x="166" y="511"/>
                  </a:cubicBezTo>
                  <a:cubicBezTo>
                    <a:pt x="166" y="614"/>
                    <a:pt x="166" y="614"/>
                    <a:pt x="166" y="614"/>
                  </a:cubicBezTo>
                  <a:cubicBezTo>
                    <a:pt x="166" y="617"/>
                    <a:pt x="166" y="617"/>
                    <a:pt x="166" y="618"/>
                  </a:cubicBezTo>
                  <a:cubicBezTo>
                    <a:pt x="166" y="622"/>
                    <a:pt x="166" y="622"/>
                    <a:pt x="166" y="622"/>
                  </a:cubicBezTo>
                  <a:cubicBezTo>
                    <a:pt x="166" y="732"/>
                    <a:pt x="166" y="732"/>
                    <a:pt x="166" y="732"/>
                  </a:cubicBezTo>
                  <a:cubicBezTo>
                    <a:pt x="166" y="749"/>
                    <a:pt x="177" y="760"/>
                    <a:pt x="191" y="760"/>
                  </a:cubicBezTo>
                  <a:cubicBezTo>
                    <a:pt x="198" y="760"/>
                    <a:pt x="198" y="760"/>
                    <a:pt x="198" y="760"/>
                  </a:cubicBezTo>
                  <a:cubicBezTo>
                    <a:pt x="214" y="760"/>
                    <a:pt x="224" y="749"/>
                    <a:pt x="224" y="732"/>
                  </a:cubicBezTo>
                  <a:cubicBezTo>
                    <a:pt x="224" y="622"/>
                    <a:pt x="224" y="622"/>
                    <a:pt x="224" y="622"/>
                  </a:cubicBezTo>
                  <a:cubicBezTo>
                    <a:pt x="224" y="618"/>
                    <a:pt x="224" y="618"/>
                    <a:pt x="224" y="618"/>
                  </a:cubicBezTo>
                  <a:cubicBezTo>
                    <a:pt x="224" y="617"/>
                    <a:pt x="224" y="617"/>
                    <a:pt x="224" y="614"/>
                  </a:cubicBezTo>
                  <a:cubicBezTo>
                    <a:pt x="224" y="511"/>
                    <a:pt x="224" y="511"/>
                    <a:pt x="224" y="511"/>
                  </a:cubicBezTo>
                  <a:cubicBezTo>
                    <a:pt x="224" y="503"/>
                    <a:pt x="224" y="503"/>
                    <a:pt x="224" y="503"/>
                  </a:cubicBezTo>
                  <a:cubicBezTo>
                    <a:pt x="224" y="243"/>
                    <a:pt x="224" y="243"/>
                    <a:pt x="224" y="243"/>
                  </a:cubicBezTo>
                  <a:cubicBezTo>
                    <a:pt x="227" y="243"/>
                    <a:pt x="227" y="243"/>
                    <a:pt x="228" y="243"/>
                  </a:cubicBezTo>
                  <a:cubicBezTo>
                    <a:pt x="295" y="139"/>
                    <a:pt x="295" y="139"/>
                    <a:pt x="295" y="139"/>
                  </a:cubicBezTo>
                  <a:cubicBezTo>
                    <a:pt x="295" y="136"/>
                    <a:pt x="297" y="135"/>
                    <a:pt x="297" y="132"/>
                  </a:cubicBezTo>
                  <a:cubicBezTo>
                    <a:pt x="298" y="128"/>
                    <a:pt x="298" y="126"/>
                    <a:pt x="298" y="124"/>
                  </a:cubicBezTo>
                  <a:cubicBezTo>
                    <a:pt x="298" y="122"/>
                    <a:pt x="298" y="122"/>
                    <a:pt x="298" y="122"/>
                  </a:cubicBezTo>
                  <a:cubicBezTo>
                    <a:pt x="298" y="25"/>
                    <a:pt x="298" y="25"/>
                    <a:pt x="298" y="25"/>
                  </a:cubicBezTo>
                  <a:cubicBezTo>
                    <a:pt x="298" y="11"/>
                    <a:pt x="290" y="0"/>
                    <a:pt x="276" y="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3" name="Oval 97"/>
            <p:cNvSpPr>
              <a:spLocks noChangeArrowheads="1"/>
            </p:cNvSpPr>
            <p:nvPr/>
          </p:nvSpPr>
          <p:spPr bwMode="auto">
            <a:xfrm>
              <a:off x="1884" y="1093"/>
              <a:ext cx="158" cy="156"/>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44" name="Freeform 98"/>
            <p:cNvSpPr/>
            <p:nvPr/>
          </p:nvSpPr>
          <p:spPr bwMode="auto">
            <a:xfrm>
              <a:off x="2133" y="1361"/>
              <a:ext cx="476" cy="708"/>
            </a:xfrm>
            <a:custGeom>
              <a:avLst/>
              <a:gdLst>
                <a:gd name="T0" fmla="*/ 664 w 337"/>
                <a:gd name="T1" fmla="*/ 188 h 553"/>
                <a:gd name="T2" fmla="*/ 661 w 337"/>
                <a:gd name="T3" fmla="*/ 183 h 553"/>
                <a:gd name="T4" fmla="*/ 483 w 337"/>
                <a:gd name="T5" fmla="*/ 4 h 553"/>
                <a:gd name="T6" fmla="*/ 192 w 337"/>
                <a:gd name="T7" fmla="*/ 0 h 553"/>
                <a:gd name="T8" fmla="*/ 145 w 337"/>
                <a:gd name="T9" fmla="*/ 18 h 553"/>
                <a:gd name="T10" fmla="*/ 8 w 337"/>
                <a:gd name="T11" fmla="*/ 187 h 553"/>
                <a:gd name="T12" fmla="*/ 4 w 337"/>
                <a:gd name="T13" fmla="*/ 193 h 553"/>
                <a:gd name="T14" fmla="*/ 0 w 337"/>
                <a:gd name="T15" fmla="*/ 210 h 553"/>
                <a:gd name="T16" fmla="*/ 4 w 337"/>
                <a:gd name="T17" fmla="*/ 227 h 553"/>
                <a:gd name="T18" fmla="*/ 16 w 337"/>
                <a:gd name="T19" fmla="*/ 245 h 553"/>
                <a:gd name="T20" fmla="*/ 23 w 337"/>
                <a:gd name="T21" fmla="*/ 246 h 553"/>
                <a:gd name="T22" fmla="*/ 237 w 337"/>
                <a:gd name="T23" fmla="*/ 315 h 553"/>
                <a:gd name="T24" fmla="*/ 116 w 337"/>
                <a:gd name="T25" fmla="*/ 201 h 553"/>
                <a:gd name="T26" fmla="*/ 192 w 337"/>
                <a:gd name="T27" fmla="*/ 210 h 553"/>
                <a:gd name="T28" fmla="*/ 261 w 337"/>
                <a:gd name="T29" fmla="*/ 329 h 553"/>
                <a:gd name="T30" fmla="*/ 192 w 337"/>
                <a:gd name="T31" fmla="*/ 358 h 553"/>
                <a:gd name="T32" fmla="*/ 192 w 337"/>
                <a:gd name="T33" fmla="*/ 499 h 553"/>
                <a:gd name="T34" fmla="*/ 192 w 337"/>
                <a:gd name="T35" fmla="*/ 673 h 553"/>
                <a:gd name="T36" fmla="*/ 192 w 337"/>
                <a:gd name="T37" fmla="*/ 860 h 553"/>
                <a:gd name="T38" fmla="*/ 253 w 337"/>
                <a:gd name="T39" fmla="*/ 906 h 553"/>
                <a:gd name="T40" fmla="*/ 309 w 337"/>
                <a:gd name="T41" fmla="*/ 682 h 553"/>
                <a:gd name="T42" fmla="*/ 309 w 337"/>
                <a:gd name="T43" fmla="*/ 668 h 553"/>
                <a:gd name="T44" fmla="*/ 364 w 337"/>
                <a:gd name="T45" fmla="*/ 499 h 553"/>
                <a:gd name="T46" fmla="*/ 364 w 337"/>
                <a:gd name="T47" fmla="*/ 673 h 553"/>
                <a:gd name="T48" fmla="*/ 364 w 337"/>
                <a:gd name="T49" fmla="*/ 860 h 553"/>
                <a:gd name="T50" fmla="*/ 431 w 337"/>
                <a:gd name="T51" fmla="*/ 906 h 553"/>
                <a:gd name="T52" fmla="*/ 483 w 337"/>
                <a:gd name="T53" fmla="*/ 682 h 553"/>
                <a:gd name="T54" fmla="*/ 483 w 337"/>
                <a:gd name="T55" fmla="*/ 668 h 553"/>
                <a:gd name="T56" fmla="*/ 483 w 337"/>
                <a:gd name="T57" fmla="*/ 485 h 553"/>
                <a:gd name="T58" fmla="*/ 468 w 337"/>
                <a:gd name="T59" fmla="*/ 358 h 553"/>
                <a:gd name="T60" fmla="*/ 431 w 337"/>
                <a:gd name="T61" fmla="*/ 236 h 553"/>
                <a:gd name="T62" fmla="*/ 483 w 337"/>
                <a:gd name="T63" fmla="*/ 113 h 553"/>
                <a:gd name="T64" fmla="*/ 446 w 337"/>
                <a:gd name="T65" fmla="*/ 256 h 553"/>
                <a:gd name="T66" fmla="*/ 493 w 337"/>
                <a:gd name="T67" fmla="*/ 329 h 553"/>
                <a:gd name="T68" fmla="*/ 648 w 337"/>
                <a:gd name="T69" fmla="*/ 245 h 553"/>
                <a:gd name="T70" fmla="*/ 664 w 337"/>
                <a:gd name="T71" fmla="*/ 233 h 553"/>
                <a:gd name="T72" fmla="*/ 668 w 337"/>
                <a:gd name="T73" fmla="*/ 216 h 553"/>
                <a:gd name="T74" fmla="*/ 668 w 337"/>
                <a:gd name="T75" fmla="*/ 204 h 55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37"/>
                <a:gd name="T115" fmla="*/ 0 h 553"/>
                <a:gd name="T116" fmla="*/ 337 w 337"/>
                <a:gd name="T117" fmla="*/ 553 h 55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37" h="553">
                  <a:moveTo>
                    <a:pt x="333" y="118"/>
                  </a:moveTo>
                  <a:cubicBezTo>
                    <a:pt x="333" y="115"/>
                    <a:pt x="333" y="115"/>
                    <a:pt x="333" y="115"/>
                  </a:cubicBezTo>
                  <a:cubicBezTo>
                    <a:pt x="333" y="115"/>
                    <a:pt x="333" y="115"/>
                    <a:pt x="331" y="114"/>
                  </a:cubicBezTo>
                  <a:cubicBezTo>
                    <a:pt x="331" y="114"/>
                    <a:pt x="331" y="114"/>
                    <a:pt x="331" y="112"/>
                  </a:cubicBezTo>
                  <a:cubicBezTo>
                    <a:pt x="262" y="11"/>
                    <a:pt x="262" y="11"/>
                    <a:pt x="262" y="11"/>
                  </a:cubicBezTo>
                  <a:cubicBezTo>
                    <a:pt x="256" y="4"/>
                    <a:pt x="249" y="0"/>
                    <a:pt x="242" y="2"/>
                  </a:cubicBezTo>
                  <a:cubicBezTo>
                    <a:pt x="242" y="0"/>
                    <a:pt x="242" y="0"/>
                    <a:pt x="242" y="0"/>
                  </a:cubicBezTo>
                  <a:cubicBezTo>
                    <a:pt x="96" y="0"/>
                    <a:pt x="96" y="0"/>
                    <a:pt x="96" y="0"/>
                  </a:cubicBezTo>
                  <a:cubicBezTo>
                    <a:pt x="96" y="2"/>
                    <a:pt x="96" y="2"/>
                    <a:pt x="96" y="2"/>
                  </a:cubicBezTo>
                  <a:cubicBezTo>
                    <a:pt x="85" y="0"/>
                    <a:pt x="78" y="4"/>
                    <a:pt x="73" y="11"/>
                  </a:cubicBezTo>
                  <a:cubicBezTo>
                    <a:pt x="4" y="112"/>
                    <a:pt x="4" y="112"/>
                    <a:pt x="4" y="112"/>
                  </a:cubicBezTo>
                  <a:cubicBezTo>
                    <a:pt x="4" y="114"/>
                    <a:pt x="4" y="114"/>
                    <a:pt x="4" y="114"/>
                  </a:cubicBezTo>
                  <a:cubicBezTo>
                    <a:pt x="2" y="114"/>
                    <a:pt x="2" y="114"/>
                    <a:pt x="2" y="114"/>
                  </a:cubicBezTo>
                  <a:cubicBezTo>
                    <a:pt x="2" y="115"/>
                    <a:pt x="2" y="115"/>
                    <a:pt x="2" y="118"/>
                  </a:cubicBezTo>
                  <a:cubicBezTo>
                    <a:pt x="2" y="120"/>
                    <a:pt x="0" y="123"/>
                    <a:pt x="0" y="124"/>
                  </a:cubicBezTo>
                  <a:cubicBezTo>
                    <a:pt x="0" y="124"/>
                    <a:pt x="0" y="125"/>
                    <a:pt x="0" y="128"/>
                  </a:cubicBezTo>
                  <a:cubicBezTo>
                    <a:pt x="0" y="129"/>
                    <a:pt x="0" y="132"/>
                    <a:pt x="0" y="132"/>
                  </a:cubicBezTo>
                  <a:cubicBezTo>
                    <a:pt x="0" y="136"/>
                    <a:pt x="2" y="136"/>
                    <a:pt x="2" y="138"/>
                  </a:cubicBezTo>
                  <a:cubicBezTo>
                    <a:pt x="2" y="139"/>
                    <a:pt x="2" y="139"/>
                    <a:pt x="2" y="142"/>
                  </a:cubicBezTo>
                  <a:cubicBezTo>
                    <a:pt x="4" y="144"/>
                    <a:pt x="5" y="146"/>
                    <a:pt x="8" y="149"/>
                  </a:cubicBezTo>
                  <a:cubicBezTo>
                    <a:pt x="10" y="149"/>
                    <a:pt x="10" y="149"/>
                    <a:pt x="10" y="149"/>
                  </a:cubicBezTo>
                  <a:cubicBezTo>
                    <a:pt x="10" y="149"/>
                    <a:pt x="10" y="150"/>
                    <a:pt x="11" y="150"/>
                  </a:cubicBezTo>
                  <a:cubicBezTo>
                    <a:pt x="87" y="201"/>
                    <a:pt x="87" y="201"/>
                    <a:pt x="87" y="201"/>
                  </a:cubicBezTo>
                  <a:cubicBezTo>
                    <a:pt x="98" y="209"/>
                    <a:pt x="113" y="204"/>
                    <a:pt x="119" y="192"/>
                  </a:cubicBezTo>
                  <a:cubicBezTo>
                    <a:pt x="127" y="180"/>
                    <a:pt x="122" y="165"/>
                    <a:pt x="112" y="156"/>
                  </a:cubicBezTo>
                  <a:cubicBezTo>
                    <a:pt x="58" y="123"/>
                    <a:pt x="58" y="123"/>
                    <a:pt x="58" y="123"/>
                  </a:cubicBezTo>
                  <a:cubicBezTo>
                    <a:pt x="96" y="68"/>
                    <a:pt x="96" y="68"/>
                    <a:pt x="96" y="68"/>
                  </a:cubicBezTo>
                  <a:cubicBezTo>
                    <a:pt x="96" y="128"/>
                    <a:pt x="96" y="128"/>
                    <a:pt x="96" y="128"/>
                  </a:cubicBezTo>
                  <a:cubicBezTo>
                    <a:pt x="119" y="144"/>
                    <a:pt x="119" y="144"/>
                    <a:pt x="119" y="144"/>
                  </a:cubicBezTo>
                  <a:cubicBezTo>
                    <a:pt x="138" y="156"/>
                    <a:pt x="143" y="180"/>
                    <a:pt x="131" y="201"/>
                  </a:cubicBezTo>
                  <a:cubicBezTo>
                    <a:pt x="124" y="214"/>
                    <a:pt x="113" y="219"/>
                    <a:pt x="100" y="219"/>
                  </a:cubicBezTo>
                  <a:cubicBezTo>
                    <a:pt x="98" y="219"/>
                    <a:pt x="97" y="219"/>
                    <a:pt x="96" y="219"/>
                  </a:cubicBezTo>
                  <a:cubicBezTo>
                    <a:pt x="96" y="296"/>
                    <a:pt x="96" y="296"/>
                    <a:pt x="96" y="296"/>
                  </a:cubicBezTo>
                  <a:cubicBezTo>
                    <a:pt x="96" y="305"/>
                    <a:pt x="96" y="305"/>
                    <a:pt x="96" y="305"/>
                  </a:cubicBezTo>
                  <a:cubicBezTo>
                    <a:pt x="96" y="408"/>
                    <a:pt x="96" y="408"/>
                    <a:pt x="96" y="408"/>
                  </a:cubicBezTo>
                  <a:cubicBezTo>
                    <a:pt x="96" y="408"/>
                    <a:pt x="96" y="409"/>
                    <a:pt x="96" y="411"/>
                  </a:cubicBezTo>
                  <a:cubicBezTo>
                    <a:pt x="96" y="411"/>
                    <a:pt x="96" y="413"/>
                    <a:pt x="96" y="416"/>
                  </a:cubicBezTo>
                  <a:cubicBezTo>
                    <a:pt x="96" y="525"/>
                    <a:pt x="96" y="525"/>
                    <a:pt x="96" y="525"/>
                  </a:cubicBezTo>
                  <a:cubicBezTo>
                    <a:pt x="96" y="541"/>
                    <a:pt x="106" y="553"/>
                    <a:pt x="119" y="553"/>
                  </a:cubicBezTo>
                  <a:cubicBezTo>
                    <a:pt x="127" y="553"/>
                    <a:pt x="127" y="553"/>
                    <a:pt x="127" y="553"/>
                  </a:cubicBezTo>
                  <a:cubicBezTo>
                    <a:pt x="142" y="553"/>
                    <a:pt x="155" y="541"/>
                    <a:pt x="155" y="525"/>
                  </a:cubicBezTo>
                  <a:cubicBezTo>
                    <a:pt x="155" y="416"/>
                    <a:pt x="155" y="416"/>
                    <a:pt x="155" y="416"/>
                  </a:cubicBezTo>
                  <a:cubicBezTo>
                    <a:pt x="155" y="413"/>
                    <a:pt x="153" y="411"/>
                    <a:pt x="153" y="411"/>
                  </a:cubicBezTo>
                  <a:cubicBezTo>
                    <a:pt x="153" y="409"/>
                    <a:pt x="155" y="408"/>
                    <a:pt x="155" y="408"/>
                  </a:cubicBezTo>
                  <a:cubicBezTo>
                    <a:pt x="155" y="305"/>
                    <a:pt x="155" y="305"/>
                    <a:pt x="155" y="305"/>
                  </a:cubicBezTo>
                  <a:cubicBezTo>
                    <a:pt x="183" y="305"/>
                    <a:pt x="183" y="305"/>
                    <a:pt x="183" y="305"/>
                  </a:cubicBezTo>
                  <a:cubicBezTo>
                    <a:pt x="183" y="408"/>
                    <a:pt x="183" y="408"/>
                    <a:pt x="183" y="408"/>
                  </a:cubicBezTo>
                  <a:cubicBezTo>
                    <a:pt x="183" y="408"/>
                    <a:pt x="183" y="409"/>
                    <a:pt x="183" y="411"/>
                  </a:cubicBezTo>
                  <a:cubicBezTo>
                    <a:pt x="183" y="411"/>
                    <a:pt x="183" y="413"/>
                    <a:pt x="183" y="416"/>
                  </a:cubicBezTo>
                  <a:cubicBezTo>
                    <a:pt x="183" y="525"/>
                    <a:pt x="183" y="525"/>
                    <a:pt x="183" y="525"/>
                  </a:cubicBezTo>
                  <a:cubicBezTo>
                    <a:pt x="183" y="541"/>
                    <a:pt x="196" y="553"/>
                    <a:pt x="208" y="553"/>
                  </a:cubicBezTo>
                  <a:cubicBezTo>
                    <a:pt x="216" y="553"/>
                    <a:pt x="216" y="553"/>
                    <a:pt x="216" y="553"/>
                  </a:cubicBezTo>
                  <a:cubicBezTo>
                    <a:pt x="230" y="553"/>
                    <a:pt x="242" y="541"/>
                    <a:pt x="242" y="525"/>
                  </a:cubicBezTo>
                  <a:cubicBezTo>
                    <a:pt x="242" y="416"/>
                    <a:pt x="242" y="416"/>
                    <a:pt x="242" y="416"/>
                  </a:cubicBezTo>
                  <a:cubicBezTo>
                    <a:pt x="242" y="413"/>
                    <a:pt x="242" y="411"/>
                    <a:pt x="242" y="411"/>
                  </a:cubicBezTo>
                  <a:cubicBezTo>
                    <a:pt x="242" y="409"/>
                    <a:pt x="242" y="408"/>
                    <a:pt x="242" y="408"/>
                  </a:cubicBezTo>
                  <a:cubicBezTo>
                    <a:pt x="242" y="305"/>
                    <a:pt x="242" y="305"/>
                    <a:pt x="242" y="305"/>
                  </a:cubicBezTo>
                  <a:cubicBezTo>
                    <a:pt x="242" y="296"/>
                    <a:pt x="242" y="296"/>
                    <a:pt x="242" y="296"/>
                  </a:cubicBezTo>
                  <a:cubicBezTo>
                    <a:pt x="242" y="219"/>
                    <a:pt x="242" y="219"/>
                    <a:pt x="242" y="219"/>
                  </a:cubicBezTo>
                  <a:cubicBezTo>
                    <a:pt x="240" y="219"/>
                    <a:pt x="238" y="219"/>
                    <a:pt x="234" y="219"/>
                  </a:cubicBezTo>
                  <a:cubicBezTo>
                    <a:pt x="221" y="219"/>
                    <a:pt x="209" y="214"/>
                    <a:pt x="203" y="201"/>
                  </a:cubicBezTo>
                  <a:cubicBezTo>
                    <a:pt x="193" y="180"/>
                    <a:pt x="199" y="156"/>
                    <a:pt x="216" y="144"/>
                  </a:cubicBezTo>
                  <a:cubicBezTo>
                    <a:pt x="242" y="125"/>
                    <a:pt x="242" y="125"/>
                    <a:pt x="242" y="125"/>
                  </a:cubicBezTo>
                  <a:cubicBezTo>
                    <a:pt x="242" y="69"/>
                    <a:pt x="242" y="69"/>
                    <a:pt x="242" y="69"/>
                  </a:cubicBezTo>
                  <a:cubicBezTo>
                    <a:pt x="277" y="123"/>
                    <a:pt x="277" y="123"/>
                    <a:pt x="277" y="123"/>
                  </a:cubicBezTo>
                  <a:cubicBezTo>
                    <a:pt x="224" y="156"/>
                    <a:pt x="224" y="156"/>
                    <a:pt x="224" y="156"/>
                  </a:cubicBezTo>
                  <a:cubicBezTo>
                    <a:pt x="212" y="165"/>
                    <a:pt x="208" y="180"/>
                    <a:pt x="216" y="192"/>
                  </a:cubicBezTo>
                  <a:cubicBezTo>
                    <a:pt x="221" y="204"/>
                    <a:pt x="236" y="209"/>
                    <a:pt x="247" y="201"/>
                  </a:cubicBezTo>
                  <a:cubicBezTo>
                    <a:pt x="323" y="150"/>
                    <a:pt x="323" y="150"/>
                    <a:pt x="323" y="150"/>
                  </a:cubicBezTo>
                  <a:cubicBezTo>
                    <a:pt x="325" y="150"/>
                    <a:pt x="325" y="149"/>
                    <a:pt x="325" y="149"/>
                  </a:cubicBezTo>
                  <a:cubicBezTo>
                    <a:pt x="327" y="149"/>
                    <a:pt x="327" y="149"/>
                    <a:pt x="327" y="149"/>
                  </a:cubicBezTo>
                  <a:cubicBezTo>
                    <a:pt x="329" y="146"/>
                    <a:pt x="331" y="144"/>
                    <a:pt x="333" y="142"/>
                  </a:cubicBezTo>
                  <a:cubicBezTo>
                    <a:pt x="333" y="139"/>
                    <a:pt x="333" y="139"/>
                    <a:pt x="333" y="139"/>
                  </a:cubicBezTo>
                  <a:cubicBezTo>
                    <a:pt x="335" y="138"/>
                    <a:pt x="335" y="136"/>
                    <a:pt x="335" y="132"/>
                  </a:cubicBezTo>
                  <a:cubicBezTo>
                    <a:pt x="337" y="132"/>
                    <a:pt x="335" y="129"/>
                    <a:pt x="335" y="128"/>
                  </a:cubicBezTo>
                  <a:cubicBezTo>
                    <a:pt x="335" y="125"/>
                    <a:pt x="337" y="125"/>
                    <a:pt x="335" y="124"/>
                  </a:cubicBezTo>
                  <a:cubicBezTo>
                    <a:pt x="335" y="123"/>
                    <a:pt x="335" y="120"/>
                    <a:pt x="333" y="118"/>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5" name="Freeform 99"/>
            <p:cNvSpPr/>
            <p:nvPr/>
          </p:nvSpPr>
          <p:spPr bwMode="auto">
            <a:xfrm>
              <a:off x="2291" y="1176"/>
              <a:ext cx="160" cy="160"/>
            </a:xfrm>
            <a:custGeom>
              <a:avLst/>
              <a:gdLst>
                <a:gd name="T0" fmla="*/ 110 w 113"/>
                <a:gd name="T1" fmla="*/ 205 h 125"/>
                <a:gd name="T2" fmla="*/ 227 w 113"/>
                <a:gd name="T3" fmla="*/ 101 h 125"/>
                <a:gd name="T4" fmla="*/ 110 w 113"/>
                <a:gd name="T5" fmla="*/ 0 h 125"/>
                <a:gd name="T6" fmla="*/ 0 w 113"/>
                <a:gd name="T7" fmla="*/ 101 h 125"/>
                <a:gd name="T8" fmla="*/ 110 w 113"/>
                <a:gd name="T9" fmla="*/ 205 h 125"/>
                <a:gd name="T10" fmla="*/ 0 60000 65536"/>
                <a:gd name="T11" fmla="*/ 0 60000 65536"/>
                <a:gd name="T12" fmla="*/ 0 60000 65536"/>
                <a:gd name="T13" fmla="*/ 0 60000 65536"/>
                <a:gd name="T14" fmla="*/ 0 60000 65536"/>
                <a:gd name="T15" fmla="*/ 0 w 113"/>
                <a:gd name="T16" fmla="*/ 0 h 125"/>
                <a:gd name="T17" fmla="*/ 113 w 113"/>
                <a:gd name="T18" fmla="*/ 125 h 125"/>
              </a:gdLst>
              <a:ahLst/>
              <a:cxnLst>
                <a:cxn ang="T10">
                  <a:pos x="T0" y="T1"/>
                </a:cxn>
                <a:cxn ang="T11">
                  <a:pos x="T2" y="T3"/>
                </a:cxn>
                <a:cxn ang="T12">
                  <a:pos x="T4" y="T5"/>
                </a:cxn>
                <a:cxn ang="T13">
                  <a:pos x="T6" y="T7"/>
                </a:cxn>
                <a:cxn ang="T14">
                  <a:pos x="T8" y="T9"/>
                </a:cxn>
              </a:cxnLst>
              <a:rect l="T15" t="T16" r="T17" b="T18"/>
              <a:pathLst>
                <a:path w="113" h="125">
                  <a:moveTo>
                    <a:pt x="55" y="125"/>
                  </a:moveTo>
                  <a:cubicBezTo>
                    <a:pt x="87" y="125"/>
                    <a:pt x="113" y="96"/>
                    <a:pt x="113" y="62"/>
                  </a:cubicBezTo>
                  <a:cubicBezTo>
                    <a:pt x="113" y="29"/>
                    <a:pt x="87" y="0"/>
                    <a:pt x="55" y="0"/>
                  </a:cubicBezTo>
                  <a:cubicBezTo>
                    <a:pt x="26" y="0"/>
                    <a:pt x="0" y="29"/>
                    <a:pt x="0" y="62"/>
                  </a:cubicBezTo>
                  <a:cubicBezTo>
                    <a:pt x="0" y="96"/>
                    <a:pt x="26" y="125"/>
                    <a:pt x="55" y="125"/>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6" name="Oval 100"/>
            <p:cNvSpPr>
              <a:spLocks noChangeArrowheads="1"/>
            </p:cNvSpPr>
            <p:nvPr/>
          </p:nvSpPr>
          <p:spPr bwMode="auto">
            <a:xfrm>
              <a:off x="950" y="1160"/>
              <a:ext cx="459" cy="453"/>
            </a:xfrm>
            <a:prstGeom prst="ellipse">
              <a:avLst/>
            </a:pr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47" name="Freeform 101"/>
            <p:cNvSpPr/>
            <p:nvPr/>
          </p:nvSpPr>
          <p:spPr bwMode="auto">
            <a:xfrm>
              <a:off x="1206" y="1408"/>
              <a:ext cx="243" cy="242"/>
            </a:xfrm>
            <a:custGeom>
              <a:avLst/>
              <a:gdLst>
                <a:gd name="T0" fmla="*/ 8 w 172"/>
                <a:gd name="T1" fmla="*/ 92 h 189"/>
                <a:gd name="T2" fmla="*/ 25 w 172"/>
                <a:gd name="T3" fmla="*/ 87 h 189"/>
                <a:gd name="T4" fmla="*/ 38 w 172"/>
                <a:gd name="T5" fmla="*/ 65 h 189"/>
                <a:gd name="T6" fmla="*/ 78 w 172"/>
                <a:gd name="T7" fmla="*/ 33 h 189"/>
                <a:gd name="T8" fmla="*/ 102 w 172"/>
                <a:gd name="T9" fmla="*/ 18 h 189"/>
                <a:gd name="T10" fmla="*/ 110 w 172"/>
                <a:gd name="T11" fmla="*/ 4 h 189"/>
                <a:gd name="T12" fmla="*/ 134 w 172"/>
                <a:gd name="T13" fmla="*/ 10 h 189"/>
                <a:gd name="T14" fmla="*/ 335 w 172"/>
                <a:gd name="T15" fmla="*/ 282 h 189"/>
                <a:gd name="T16" fmla="*/ 335 w 172"/>
                <a:gd name="T17" fmla="*/ 298 h 189"/>
                <a:gd name="T18" fmla="*/ 335 w 172"/>
                <a:gd name="T19" fmla="*/ 303 h 189"/>
                <a:gd name="T20" fmla="*/ 329 w 172"/>
                <a:gd name="T21" fmla="*/ 306 h 189"/>
                <a:gd name="T22" fmla="*/ 311 w 172"/>
                <a:gd name="T23" fmla="*/ 306 h 189"/>
                <a:gd name="T24" fmla="*/ 14 w 172"/>
                <a:gd name="T25" fmla="*/ 115 h 189"/>
                <a:gd name="T26" fmla="*/ 8 w 172"/>
                <a:gd name="T27" fmla="*/ 92 h 18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2"/>
                <a:gd name="T43" fmla="*/ 0 h 189"/>
                <a:gd name="T44" fmla="*/ 172 w 172"/>
                <a:gd name="T45" fmla="*/ 189 h 18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2" h="189">
                  <a:moveTo>
                    <a:pt x="4" y="56"/>
                  </a:moveTo>
                  <a:cubicBezTo>
                    <a:pt x="7" y="54"/>
                    <a:pt x="9" y="53"/>
                    <a:pt x="13" y="53"/>
                  </a:cubicBezTo>
                  <a:cubicBezTo>
                    <a:pt x="13" y="48"/>
                    <a:pt x="15" y="45"/>
                    <a:pt x="19" y="40"/>
                  </a:cubicBezTo>
                  <a:cubicBezTo>
                    <a:pt x="39" y="20"/>
                    <a:pt x="39" y="20"/>
                    <a:pt x="39" y="20"/>
                  </a:cubicBezTo>
                  <a:cubicBezTo>
                    <a:pt x="44" y="15"/>
                    <a:pt x="47" y="14"/>
                    <a:pt x="51" y="11"/>
                  </a:cubicBezTo>
                  <a:cubicBezTo>
                    <a:pt x="51" y="8"/>
                    <a:pt x="53" y="4"/>
                    <a:pt x="55" y="2"/>
                  </a:cubicBezTo>
                  <a:cubicBezTo>
                    <a:pt x="58" y="0"/>
                    <a:pt x="63" y="0"/>
                    <a:pt x="67" y="6"/>
                  </a:cubicBezTo>
                  <a:cubicBezTo>
                    <a:pt x="168" y="172"/>
                    <a:pt x="168" y="172"/>
                    <a:pt x="168" y="172"/>
                  </a:cubicBezTo>
                  <a:cubicBezTo>
                    <a:pt x="172" y="177"/>
                    <a:pt x="172" y="180"/>
                    <a:pt x="168" y="182"/>
                  </a:cubicBezTo>
                  <a:cubicBezTo>
                    <a:pt x="168" y="185"/>
                    <a:pt x="168" y="185"/>
                    <a:pt x="168" y="185"/>
                  </a:cubicBezTo>
                  <a:cubicBezTo>
                    <a:pt x="168" y="185"/>
                    <a:pt x="165" y="185"/>
                    <a:pt x="165" y="187"/>
                  </a:cubicBezTo>
                  <a:cubicBezTo>
                    <a:pt x="162" y="189"/>
                    <a:pt x="158" y="189"/>
                    <a:pt x="156" y="187"/>
                  </a:cubicBezTo>
                  <a:cubicBezTo>
                    <a:pt x="7" y="70"/>
                    <a:pt x="7" y="70"/>
                    <a:pt x="7" y="70"/>
                  </a:cubicBezTo>
                  <a:cubicBezTo>
                    <a:pt x="3" y="66"/>
                    <a:pt x="0" y="61"/>
                    <a:pt x="4" y="56"/>
                  </a:cubicBezTo>
                  <a:close/>
                </a:path>
              </a:pathLst>
            </a:cu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8" name="Freeform 102"/>
            <p:cNvSpPr/>
            <p:nvPr/>
          </p:nvSpPr>
          <p:spPr bwMode="auto">
            <a:xfrm>
              <a:off x="1724" y="444"/>
              <a:ext cx="503" cy="498"/>
            </a:xfrm>
            <a:custGeom>
              <a:avLst/>
              <a:gdLst>
                <a:gd name="T0" fmla="*/ 585 w 356"/>
                <a:gd name="T1" fmla="*/ 113 h 389"/>
                <a:gd name="T2" fmla="*/ 576 w 356"/>
                <a:gd name="T3" fmla="*/ 525 h 389"/>
                <a:gd name="T4" fmla="*/ 120 w 356"/>
                <a:gd name="T5" fmla="*/ 521 h 389"/>
                <a:gd name="T6" fmla="*/ 127 w 356"/>
                <a:gd name="T7" fmla="*/ 111 h 389"/>
                <a:gd name="T8" fmla="*/ 585 w 356"/>
                <a:gd name="T9" fmla="*/ 113 h 389"/>
                <a:gd name="T10" fmla="*/ 0 60000 65536"/>
                <a:gd name="T11" fmla="*/ 0 60000 65536"/>
                <a:gd name="T12" fmla="*/ 0 60000 65536"/>
                <a:gd name="T13" fmla="*/ 0 60000 65536"/>
                <a:gd name="T14" fmla="*/ 0 60000 65536"/>
                <a:gd name="T15" fmla="*/ 0 w 356"/>
                <a:gd name="T16" fmla="*/ 0 h 389"/>
                <a:gd name="T17" fmla="*/ 356 w 356"/>
                <a:gd name="T18" fmla="*/ 389 h 389"/>
              </a:gdLst>
              <a:ahLst/>
              <a:cxnLst>
                <a:cxn ang="T10">
                  <a:pos x="T0" y="T1"/>
                </a:cxn>
                <a:cxn ang="T11">
                  <a:pos x="T2" y="T3"/>
                </a:cxn>
                <a:cxn ang="T12">
                  <a:pos x="T4" y="T5"/>
                </a:cxn>
                <a:cxn ang="T13">
                  <a:pos x="T6" y="T7"/>
                </a:cxn>
                <a:cxn ang="T14">
                  <a:pos x="T8" y="T9"/>
                </a:cxn>
              </a:cxnLst>
              <a:rect l="T15" t="T16" r="T17" b="T18"/>
              <a:pathLst>
                <a:path w="356" h="389">
                  <a:moveTo>
                    <a:pt x="293" y="69"/>
                  </a:moveTo>
                  <a:cubicBezTo>
                    <a:pt x="356" y="142"/>
                    <a:pt x="354" y="253"/>
                    <a:pt x="289" y="320"/>
                  </a:cubicBezTo>
                  <a:cubicBezTo>
                    <a:pt x="226" y="389"/>
                    <a:pt x="124" y="386"/>
                    <a:pt x="60" y="318"/>
                  </a:cubicBezTo>
                  <a:cubicBezTo>
                    <a:pt x="0" y="248"/>
                    <a:pt x="0" y="135"/>
                    <a:pt x="64" y="68"/>
                  </a:cubicBezTo>
                  <a:cubicBezTo>
                    <a:pt x="128" y="0"/>
                    <a:pt x="230" y="1"/>
                    <a:pt x="293" y="69"/>
                  </a:cubicBezTo>
                  <a:close/>
                </a:path>
              </a:pathLst>
            </a:custGeom>
            <a:solidFill>
              <a:schemeClr val="dk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9" name="Freeform 103"/>
            <p:cNvSpPr/>
            <p:nvPr/>
          </p:nvSpPr>
          <p:spPr bwMode="auto">
            <a:xfrm>
              <a:off x="1905" y="779"/>
              <a:ext cx="125" cy="278"/>
            </a:xfrm>
            <a:custGeom>
              <a:avLst/>
              <a:gdLst>
                <a:gd name="T0" fmla="*/ 163 w 88"/>
                <a:gd name="T1" fmla="*/ 4 h 217"/>
                <a:gd name="T2" fmla="*/ 141 w 88"/>
                <a:gd name="T3" fmla="*/ 10 h 217"/>
                <a:gd name="T4" fmla="*/ 115 w 88"/>
                <a:gd name="T5" fmla="*/ 4 h 217"/>
                <a:gd name="T6" fmla="*/ 63 w 88"/>
                <a:gd name="T7" fmla="*/ 4 h 217"/>
                <a:gd name="T8" fmla="*/ 37 w 88"/>
                <a:gd name="T9" fmla="*/ 10 h 217"/>
                <a:gd name="T10" fmla="*/ 18 w 88"/>
                <a:gd name="T11" fmla="*/ 4 h 217"/>
                <a:gd name="T12" fmla="*/ 1 w 88"/>
                <a:gd name="T13" fmla="*/ 22 h 217"/>
                <a:gd name="T14" fmla="*/ 71 w 88"/>
                <a:gd name="T15" fmla="*/ 343 h 217"/>
                <a:gd name="T16" fmla="*/ 85 w 88"/>
                <a:gd name="T17" fmla="*/ 356 h 217"/>
                <a:gd name="T18" fmla="*/ 87 w 88"/>
                <a:gd name="T19" fmla="*/ 356 h 217"/>
                <a:gd name="T20" fmla="*/ 92 w 88"/>
                <a:gd name="T21" fmla="*/ 356 h 217"/>
                <a:gd name="T22" fmla="*/ 109 w 88"/>
                <a:gd name="T23" fmla="*/ 343 h 217"/>
                <a:gd name="T24" fmla="*/ 176 w 88"/>
                <a:gd name="T25" fmla="*/ 22 h 217"/>
                <a:gd name="T26" fmla="*/ 163 w 88"/>
                <a:gd name="T27" fmla="*/ 4 h 21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8"/>
                <a:gd name="T43" fmla="*/ 0 h 217"/>
                <a:gd name="T44" fmla="*/ 88 w 88"/>
                <a:gd name="T45" fmla="*/ 217 h 21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8" h="217">
                  <a:moveTo>
                    <a:pt x="81" y="2"/>
                  </a:moveTo>
                  <a:cubicBezTo>
                    <a:pt x="78" y="0"/>
                    <a:pt x="73" y="2"/>
                    <a:pt x="70" y="6"/>
                  </a:cubicBezTo>
                  <a:cubicBezTo>
                    <a:pt x="67" y="5"/>
                    <a:pt x="62" y="2"/>
                    <a:pt x="57" y="2"/>
                  </a:cubicBezTo>
                  <a:cubicBezTo>
                    <a:pt x="31" y="2"/>
                    <a:pt x="31" y="2"/>
                    <a:pt x="31" y="2"/>
                  </a:cubicBezTo>
                  <a:cubicBezTo>
                    <a:pt x="26" y="2"/>
                    <a:pt x="22" y="5"/>
                    <a:pt x="18" y="6"/>
                  </a:cubicBezTo>
                  <a:cubicBezTo>
                    <a:pt x="16" y="2"/>
                    <a:pt x="12" y="0"/>
                    <a:pt x="9" y="2"/>
                  </a:cubicBezTo>
                  <a:cubicBezTo>
                    <a:pt x="4" y="2"/>
                    <a:pt x="0" y="9"/>
                    <a:pt x="1" y="13"/>
                  </a:cubicBezTo>
                  <a:cubicBezTo>
                    <a:pt x="35" y="209"/>
                    <a:pt x="35" y="209"/>
                    <a:pt x="35" y="209"/>
                  </a:cubicBezTo>
                  <a:cubicBezTo>
                    <a:pt x="36" y="214"/>
                    <a:pt x="38" y="217"/>
                    <a:pt x="42" y="217"/>
                  </a:cubicBezTo>
                  <a:cubicBezTo>
                    <a:pt x="43" y="217"/>
                    <a:pt x="43" y="217"/>
                    <a:pt x="43" y="217"/>
                  </a:cubicBezTo>
                  <a:cubicBezTo>
                    <a:pt x="46" y="217"/>
                    <a:pt x="46" y="217"/>
                    <a:pt x="46" y="217"/>
                  </a:cubicBezTo>
                  <a:cubicBezTo>
                    <a:pt x="50" y="217"/>
                    <a:pt x="54" y="214"/>
                    <a:pt x="54" y="209"/>
                  </a:cubicBezTo>
                  <a:cubicBezTo>
                    <a:pt x="87" y="13"/>
                    <a:pt x="87" y="13"/>
                    <a:pt x="87" y="13"/>
                  </a:cubicBezTo>
                  <a:cubicBezTo>
                    <a:pt x="88" y="9"/>
                    <a:pt x="85" y="2"/>
                    <a:pt x="81" y="2"/>
                  </a:cubicBezTo>
                  <a:close/>
                </a:path>
              </a:pathLst>
            </a:custGeom>
            <a:solidFill>
              <a:schemeClr val="dk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grpSp>
      <p:sp>
        <p:nvSpPr>
          <p:cNvPr id="5" name="矩形 4"/>
          <p:cNvSpPr/>
          <p:nvPr/>
        </p:nvSpPr>
        <p:spPr>
          <a:xfrm>
            <a:off x="7138035" y="3343910"/>
            <a:ext cx="1856105" cy="521970"/>
          </a:xfrm>
          <a:prstGeom prst="rect">
            <a:avLst/>
          </a:prstGeom>
          <a:noFill/>
          <a:ln>
            <a:noFill/>
          </a:ln>
        </p:spPr>
        <p:txBody>
          <a:bodyPr wrap="square" rtlCol="0" anchor="t">
            <a:spAutoFit/>
          </a:bodyPr>
          <a:lstStyle/>
          <a:p>
            <a:pPr algn="ctr"/>
            <a:r>
              <a:rPr lang="zh-CN" altLang="en-US" sz="2800" b="1">
                <a:solidFill>
                  <a:schemeClr val="tx1"/>
                </a:solidFill>
                <a:effectLst>
                  <a:outerShdw blurRad="38100" dist="19050" dir="2700000" algn="tl" rotWithShape="0">
                    <a:schemeClr val="dk1">
                      <a:alpha val="40000"/>
                    </a:schemeClr>
                  </a:outerShdw>
                </a:effectLst>
              </a:rPr>
              <a:t>性质</a:t>
            </a:r>
            <a:endParaRPr lang="zh-CN" altLang="en-US" sz="2800" b="1">
              <a:solidFill>
                <a:schemeClr val="tx1"/>
              </a:solidFill>
              <a:effectLst>
                <a:outerShdw blurRad="38100" dist="19050" dir="2700000" algn="tl" rotWithShape="0">
                  <a:schemeClr val="dk1">
                    <a:alpha val="40000"/>
                  </a:schemeClr>
                </a:outerShdw>
              </a:effectLst>
            </a:endParaRPr>
          </a:p>
        </p:txBody>
      </p:sp>
      <p:sp>
        <p:nvSpPr>
          <p:cNvPr id="7" name="矩形 6"/>
          <p:cNvSpPr/>
          <p:nvPr/>
        </p:nvSpPr>
        <p:spPr>
          <a:xfrm>
            <a:off x="8752205" y="1937385"/>
            <a:ext cx="1856105" cy="521970"/>
          </a:xfrm>
          <a:prstGeom prst="rect">
            <a:avLst/>
          </a:prstGeom>
          <a:noFill/>
          <a:ln>
            <a:noFill/>
          </a:ln>
        </p:spPr>
        <p:txBody>
          <a:bodyPr wrap="square" rtlCol="0" anchor="t">
            <a:spAutoFit/>
          </a:bodyPr>
          <a:lstStyle/>
          <a:p>
            <a:pPr algn="ctr"/>
            <a:r>
              <a:rPr lang="zh-CN" altLang="en-US" sz="2800" b="1">
                <a:solidFill>
                  <a:schemeClr val="tx1"/>
                </a:solidFill>
                <a:effectLst>
                  <a:outerShdw blurRad="38100" dist="19050" dir="2700000" algn="tl" rotWithShape="0">
                    <a:schemeClr val="dk1">
                      <a:alpha val="40000"/>
                    </a:schemeClr>
                  </a:outerShdw>
                </a:effectLst>
              </a:rPr>
              <a:t>状态</a:t>
            </a:r>
            <a:endParaRPr lang="zh-CN" altLang="en-US" sz="2800" b="1">
              <a:solidFill>
                <a:schemeClr val="tx1"/>
              </a:solidFill>
              <a:effectLst>
                <a:outerShdw blurRad="38100" dist="19050" dir="2700000" algn="tl" rotWithShape="0">
                  <a:schemeClr val="dk1">
                    <a:alpha val="40000"/>
                  </a:schemeClr>
                </a:outerShdw>
              </a:effectLst>
            </a:endParaRPr>
          </a:p>
        </p:txBody>
      </p:sp>
      <p:sp>
        <p:nvSpPr>
          <p:cNvPr id="8" name="矩形 7"/>
          <p:cNvSpPr/>
          <p:nvPr/>
        </p:nvSpPr>
        <p:spPr>
          <a:xfrm>
            <a:off x="10297795" y="2459355"/>
            <a:ext cx="1856105" cy="521970"/>
          </a:xfrm>
          <a:prstGeom prst="rect">
            <a:avLst/>
          </a:prstGeom>
          <a:noFill/>
          <a:ln>
            <a:noFill/>
          </a:ln>
        </p:spPr>
        <p:txBody>
          <a:bodyPr wrap="square" rtlCol="0" anchor="t">
            <a:spAutoFit/>
          </a:bodyPr>
          <a:lstStyle/>
          <a:p>
            <a:pPr algn="ctr"/>
            <a:r>
              <a:rPr lang="zh-CN" altLang="en-US" sz="2800" b="1">
                <a:solidFill>
                  <a:schemeClr val="tx1"/>
                </a:solidFill>
                <a:effectLst>
                  <a:outerShdw blurRad="38100" dist="19050" dir="2700000" algn="tl" rotWithShape="0">
                    <a:schemeClr val="dk1">
                      <a:alpha val="40000"/>
                    </a:schemeClr>
                  </a:outerShdw>
                </a:effectLst>
              </a:rPr>
              <a:t>关系</a:t>
            </a:r>
            <a:endParaRPr lang="zh-CN" altLang="en-US" sz="2800" b="1">
              <a:solidFill>
                <a:schemeClr val="tx1"/>
              </a:solidFill>
              <a:effectLst>
                <a:outerShdw blurRad="38100" dist="19050" dir="2700000" algn="tl" rotWithShape="0">
                  <a:schemeClr val="dk1">
                    <a:alpha val="40000"/>
                  </a:schemeClr>
                </a:outerShdw>
              </a:effectLst>
            </a:endParaRPr>
          </a:p>
        </p:txBody>
      </p:sp>
      <p:sp>
        <p:nvSpPr>
          <p:cNvPr id="10" name="内容占位符 9"/>
          <p:cNvSpPr>
            <a:spLocks noGrp="1"/>
          </p:cNvSpPr>
          <p:nvPr>
            <p:ph idx="1"/>
          </p:nvPr>
        </p:nvSpPr>
        <p:spPr>
          <a:xfrm>
            <a:off x="370840" y="1937385"/>
            <a:ext cx="6595110" cy="4932680"/>
          </a:xfrm>
        </p:spPr>
        <p:txBody>
          <a:bodyPr>
            <a:normAutofit/>
          </a:bodyPr>
          <a:lstStyle/>
          <a:p>
            <a:pPr marL="0" indent="0">
              <a:lnSpc>
                <a:spcPct val="150000"/>
              </a:lnSpc>
              <a:buNone/>
            </a:pPr>
            <a:r>
              <a:rPr lang="zh-CN" altLang="zh-CN" sz="1800" dirty="0"/>
              <a:t>算法的空间复杂度(Space Complexity)是指算法执行时所占用的额外存储空间量随问题规模的变化而变化的趋势。</a:t>
            </a:r>
            <a:endParaRPr lang="zh-CN" altLang="zh-CN" sz="1800" dirty="0"/>
          </a:p>
          <a:p>
            <a:pPr marL="0" indent="0">
              <a:lnSpc>
                <a:spcPct val="150000"/>
              </a:lnSpc>
              <a:buNone/>
            </a:pPr>
            <a:endParaRPr lang="zh-CN" altLang="zh-CN" sz="1800" dirty="0"/>
          </a:p>
          <a:p>
            <a:pPr marL="0" indent="0">
              <a:lnSpc>
                <a:spcPct val="150000"/>
              </a:lnSpc>
              <a:buNone/>
            </a:pPr>
            <a:r>
              <a:rPr lang="zh-CN" altLang="zh-CN" sz="1800" dirty="0"/>
              <a:t>执行一个算法所需要的存储空间主要包含以下两个部分。</a:t>
            </a:r>
            <a:endParaRPr lang="zh-CN" altLang="zh-CN" sz="1800" dirty="0"/>
          </a:p>
          <a:p>
            <a:pPr marL="0" indent="0">
              <a:lnSpc>
                <a:spcPct val="150000"/>
              </a:lnSpc>
              <a:buNone/>
            </a:pPr>
            <a:r>
              <a:rPr lang="zh-CN" altLang="zh-CN" sz="1800" dirty="0"/>
              <a:t>(1) 固定空间部分： 主要包括算法的程序指令、常量、变量所占的空间，与所处理问题的规模无关。</a:t>
            </a:r>
            <a:endParaRPr lang="zh-CN" altLang="zh-CN" sz="1800" dirty="0"/>
          </a:p>
          <a:p>
            <a:pPr marL="0" indent="0">
              <a:lnSpc>
                <a:spcPct val="150000"/>
              </a:lnSpc>
              <a:buNone/>
            </a:pPr>
            <a:r>
              <a:rPr lang="zh-CN" altLang="zh-CN" sz="1800" dirty="0"/>
              <a:t>(2) 可变空间部分： 主要包括输入的数据元素占用的空间和程序运行过程中额外的存储空间，与处理问题的规模有关。</a:t>
            </a:r>
            <a:endParaRPr lang="zh-CN" altLang="zh-CN" sz="1800" dirty="0"/>
          </a:p>
        </p:txBody>
      </p:sp>
      <p:sp>
        <p:nvSpPr>
          <p:cNvPr id="13" name="矩形 12"/>
          <p:cNvSpPr>
            <a:spLocks noGrp="1" noRot="1" noChangeAspect="1" noMove="1" noResize="1" noEditPoints="1" noAdjustHandles="1" noChangeArrowheads="1" noChangeShapeType="1" noTextEdit="1"/>
          </p:cNvSpPr>
          <p:nvPr/>
        </p:nvSpPr>
        <p:spPr>
          <a:blipFill rotWithShape="1">
            <a:blip r:embed="rId1"/>
            <a:stretch>
              <a:fillRect l="-1809" t="-2574" r="-3101"/>
            </a:stretch>
          </a:blipFill>
        </p:spPr>
      </p:sp>
    </p:spTree>
  </p:cSld>
  <p:clrMapOvr>
    <a:masterClrMapping/>
  </p:clrMapOvr>
  <p:transition>
    <p:cover dir="d"/>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zh-CN" dirty="0">
                <a:solidFill>
                  <a:schemeClr val="accent2"/>
                </a:solidFill>
                <a:sym typeface="+mn-ea"/>
              </a:rPr>
              <a:t>算法分析</a:t>
            </a:r>
            <a:endParaRPr lang="zh-CN" altLang="zh-CN" dirty="0">
              <a:solidFill>
                <a:schemeClr val="accent2"/>
              </a:solidFill>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9" name="标题 1"/>
          <p:cNvSpPr>
            <a:spLocks noGrp="1"/>
          </p:cNvSpPr>
          <p:nvPr/>
        </p:nvSpPr>
        <p:spPr>
          <a:xfrm>
            <a:off x="-131338" y="1237937"/>
            <a:ext cx="7076968" cy="6109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lvl="1" algn="l" rtl="0">
              <a:lnSpc>
                <a:spcPct val="90000"/>
              </a:lnSpc>
              <a:spcBef>
                <a:spcPct val="0"/>
              </a:spcBef>
            </a:pPr>
            <a:r>
              <a:rPr lang="en-US" altLang="zh-CN" sz="3600" kern="1200" dirty="0">
                <a:solidFill>
                  <a:schemeClr val="tx1"/>
                </a:solidFill>
                <a:latin typeface="+mj-lt"/>
                <a:ea typeface="+mj-ea"/>
                <a:cs typeface="+mj-cs"/>
              </a:rPr>
              <a:t>--</a:t>
            </a:r>
            <a:r>
              <a:rPr lang="zh-CN" altLang="zh-CN" sz="3600" kern="1200" dirty="0">
                <a:solidFill>
                  <a:schemeClr val="tx1"/>
                </a:solidFill>
                <a:latin typeface="+mj-lt"/>
                <a:ea typeface="+mj-ea"/>
                <a:cs typeface="+mj-cs"/>
              </a:rPr>
              <a:t>算法的</a:t>
            </a:r>
            <a:r>
              <a:rPr lang="zh-CN" altLang="zh-CN" sz="3600" kern="1200" dirty="0">
                <a:solidFill>
                  <a:schemeClr val="tx1"/>
                </a:solidFill>
                <a:latin typeface="+mj-lt"/>
                <a:ea typeface="+mj-ea"/>
                <a:cs typeface="+mj-cs"/>
              </a:rPr>
              <a:t>空间复杂度</a:t>
            </a:r>
            <a:endParaRPr lang="zh-CN" altLang="zh-CN" sz="3600" kern="1200" dirty="0">
              <a:solidFill>
                <a:schemeClr val="tx1"/>
              </a:solidFill>
              <a:latin typeface="+mj-lt"/>
              <a:ea typeface="+mj-ea"/>
              <a:cs typeface="+mj-cs"/>
            </a:endParaRPr>
          </a:p>
        </p:txBody>
      </p:sp>
      <p:grpSp>
        <p:nvGrpSpPr>
          <p:cNvPr id="17413" name="Group 85"/>
          <p:cNvGrpSpPr>
            <a:grpSpLocks noChangeAspect="1"/>
          </p:cNvGrpSpPr>
          <p:nvPr/>
        </p:nvGrpSpPr>
        <p:grpSpPr bwMode="auto">
          <a:xfrm>
            <a:off x="7227570" y="1580515"/>
            <a:ext cx="4794250" cy="3910330"/>
            <a:chOff x="816" y="444"/>
            <a:chExt cx="2310" cy="1884"/>
          </a:xfrm>
        </p:grpSpPr>
        <p:sp>
          <p:nvSpPr>
            <p:cNvPr id="17431" name="AutoShape 84"/>
            <p:cNvSpPr>
              <a:spLocks noChangeAspect="1" noChangeArrowheads="1" noTextEdit="1"/>
            </p:cNvSpPr>
            <p:nvPr/>
          </p:nvSpPr>
          <p:spPr bwMode="auto">
            <a:xfrm>
              <a:off x="816" y="468"/>
              <a:ext cx="2310" cy="1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mn-lt"/>
                <a:cs typeface="+mn-ea"/>
                <a:sym typeface="+mn-lt"/>
              </a:endParaRPr>
            </a:p>
          </p:txBody>
        </p:sp>
        <p:sp>
          <p:nvSpPr>
            <p:cNvPr id="17432" name="Freeform 86"/>
            <p:cNvSpPr/>
            <p:nvPr/>
          </p:nvSpPr>
          <p:spPr bwMode="auto">
            <a:xfrm>
              <a:off x="1544" y="2054"/>
              <a:ext cx="847" cy="238"/>
            </a:xfrm>
            <a:custGeom>
              <a:avLst/>
              <a:gdLst>
                <a:gd name="T0" fmla="*/ 563 w 847"/>
                <a:gd name="T1" fmla="*/ 65 h 238"/>
                <a:gd name="T2" fmla="*/ 563 w 847"/>
                <a:gd name="T3" fmla="*/ 0 h 238"/>
                <a:gd name="T4" fmla="*/ 281 w 847"/>
                <a:gd name="T5" fmla="*/ 0 h 238"/>
                <a:gd name="T6" fmla="*/ 281 w 847"/>
                <a:gd name="T7" fmla="*/ 102 h 238"/>
                <a:gd name="T8" fmla="*/ 0 w 847"/>
                <a:gd name="T9" fmla="*/ 102 h 238"/>
                <a:gd name="T10" fmla="*/ 0 w 847"/>
                <a:gd name="T11" fmla="*/ 238 h 238"/>
                <a:gd name="T12" fmla="*/ 281 w 847"/>
                <a:gd name="T13" fmla="*/ 238 h 238"/>
                <a:gd name="T14" fmla="*/ 563 w 847"/>
                <a:gd name="T15" fmla="*/ 238 h 238"/>
                <a:gd name="T16" fmla="*/ 847 w 847"/>
                <a:gd name="T17" fmla="*/ 238 h 238"/>
                <a:gd name="T18" fmla="*/ 847 w 847"/>
                <a:gd name="T19" fmla="*/ 65 h 238"/>
                <a:gd name="T20" fmla="*/ 563 w 847"/>
                <a:gd name="T21" fmla="*/ 65 h 23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47"/>
                <a:gd name="T34" fmla="*/ 0 h 238"/>
                <a:gd name="T35" fmla="*/ 847 w 847"/>
                <a:gd name="T36" fmla="*/ 238 h 23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47" h="238">
                  <a:moveTo>
                    <a:pt x="563" y="65"/>
                  </a:moveTo>
                  <a:lnTo>
                    <a:pt x="563" y="0"/>
                  </a:lnTo>
                  <a:lnTo>
                    <a:pt x="281" y="0"/>
                  </a:lnTo>
                  <a:lnTo>
                    <a:pt x="281" y="102"/>
                  </a:lnTo>
                  <a:lnTo>
                    <a:pt x="0" y="102"/>
                  </a:lnTo>
                  <a:lnTo>
                    <a:pt x="0" y="238"/>
                  </a:lnTo>
                  <a:lnTo>
                    <a:pt x="281" y="238"/>
                  </a:lnTo>
                  <a:lnTo>
                    <a:pt x="563" y="238"/>
                  </a:lnTo>
                  <a:lnTo>
                    <a:pt x="847" y="238"/>
                  </a:lnTo>
                  <a:lnTo>
                    <a:pt x="847" y="65"/>
                  </a:lnTo>
                  <a:lnTo>
                    <a:pt x="563" y="6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33" name="Rectangle 87"/>
            <p:cNvSpPr>
              <a:spLocks noChangeArrowheads="1"/>
            </p:cNvSpPr>
            <p:nvPr/>
          </p:nvSpPr>
          <p:spPr bwMode="auto">
            <a:xfrm>
              <a:off x="1312" y="2138"/>
              <a:ext cx="432" cy="187"/>
            </a:xfrm>
            <a:prstGeom prst="rect">
              <a:avLst/>
            </a:prstGeom>
            <a:solidFill>
              <a:schemeClr val="dk2">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4" name="Rectangle 88"/>
            <p:cNvSpPr>
              <a:spLocks noChangeArrowheads="1"/>
            </p:cNvSpPr>
            <p:nvPr/>
          </p:nvSpPr>
          <p:spPr bwMode="auto">
            <a:xfrm>
              <a:off x="1741" y="1992"/>
              <a:ext cx="430" cy="333"/>
            </a:xfrm>
            <a:prstGeom prst="rect">
              <a:avLst/>
            </a:prstGeom>
            <a:solidFill>
              <a:schemeClr val="dk2">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5" name="Rectangle 89"/>
            <p:cNvSpPr>
              <a:spLocks noChangeArrowheads="1"/>
            </p:cNvSpPr>
            <p:nvPr/>
          </p:nvSpPr>
          <p:spPr bwMode="auto">
            <a:xfrm>
              <a:off x="2171" y="2086"/>
              <a:ext cx="429" cy="239"/>
            </a:xfrm>
            <a:prstGeom prst="rect">
              <a:avLst/>
            </a:prstGeom>
            <a:solidFill>
              <a:schemeClr val="accent2">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6" name="Oval 90"/>
            <p:cNvSpPr>
              <a:spLocks noChangeArrowheads="1"/>
            </p:cNvSpPr>
            <p:nvPr/>
          </p:nvSpPr>
          <p:spPr bwMode="auto">
            <a:xfrm>
              <a:off x="2510" y="715"/>
              <a:ext cx="456" cy="451"/>
            </a:xfrm>
            <a:prstGeom prst="ellipse">
              <a:avLst/>
            </a:pr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37" name="Freeform 91"/>
            <p:cNvSpPr/>
            <p:nvPr/>
          </p:nvSpPr>
          <p:spPr bwMode="auto">
            <a:xfrm>
              <a:off x="2472" y="961"/>
              <a:ext cx="241" cy="242"/>
            </a:xfrm>
            <a:custGeom>
              <a:avLst/>
              <a:gdLst>
                <a:gd name="T0" fmla="*/ 331 w 171"/>
                <a:gd name="T1" fmla="*/ 99 h 189"/>
                <a:gd name="T2" fmla="*/ 314 w 171"/>
                <a:gd name="T3" fmla="*/ 90 h 189"/>
                <a:gd name="T4" fmla="*/ 297 w 171"/>
                <a:gd name="T5" fmla="*/ 67 h 189"/>
                <a:gd name="T6" fmla="*/ 262 w 171"/>
                <a:gd name="T7" fmla="*/ 35 h 189"/>
                <a:gd name="T8" fmla="*/ 238 w 171"/>
                <a:gd name="T9" fmla="*/ 24 h 189"/>
                <a:gd name="T10" fmla="*/ 227 w 171"/>
                <a:gd name="T11" fmla="*/ 6 h 189"/>
                <a:gd name="T12" fmla="*/ 207 w 171"/>
                <a:gd name="T13" fmla="*/ 12 h 189"/>
                <a:gd name="T14" fmla="*/ 4 w 171"/>
                <a:gd name="T15" fmla="*/ 284 h 189"/>
                <a:gd name="T16" fmla="*/ 4 w 171"/>
                <a:gd name="T17" fmla="*/ 302 h 189"/>
                <a:gd name="T18" fmla="*/ 6 w 171"/>
                <a:gd name="T19" fmla="*/ 302 h 189"/>
                <a:gd name="T20" fmla="*/ 6 w 171"/>
                <a:gd name="T21" fmla="*/ 306 h 189"/>
                <a:gd name="T22" fmla="*/ 28 w 171"/>
                <a:gd name="T23" fmla="*/ 306 h 189"/>
                <a:gd name="T24" fmla="*/ 328 w 171"/>
                <a:gd name="T25" fmla="*/ 118 h 189"/>
                <a:gd name="T26" fmla="*/ 331 w 171"/>
                <a:gd name="T27" fmla="*/ 99 h 18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1"/>
                <a:gd name="T43" fmla="*/ 0 h 189"/>
                <a:gd name="T44" fmla="*/ 171 w 171"/>
                <a:gd name="T45" fmla="*/ 189 h 18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1" h="189">
                  <a:moveTo>
                    <a:pt x="167" y="60"/>
                  </a:moveTo>
                  <a:cubicBezTo>
                    <a:pt x="165" y="55"/>
                    <a:pt x="161" y="53"/>
                    <a:pt x="158" y="55"/>
                  </a:cubicBezTo>
                  <a:cubicBezTo>
                    <a:pt x="156" y="49"/>
                    <a:pt x="154" y="45"/>
                    <a:pt x="150" y="41"/>
                  </a:cubicBezTo>
                  <a:cubicBezTo>
                    <a:pt x="132" y="21"/>
                    <a:pt x="132" y="21"/>
                    <a:pt x="132" y="21"/>
                  </a:cubicBezTo>
                  <a:cubicBezTo>
                    <a:pt x="129" y="16"/>
                    <a:pt x="125" y="15"/>
                    <a:pt x="120" y="15"/>
                  </a:cubicBezTo>
                  <a:cubicBezTo>
                    <a:pt x="121" y="11"/>
                    <a:pt x="120" y="7"/>
                    <a:pt x="114" y="4"/>
                  </a:cubicBezTo>
                  <a:cubicBezTo>
                    <a:pt x="112" y="0"/>
                    <a:pt x="105" y="2"/>
                    <a:pt x="104" y="7"/>
                  </a:cubicBezTo>
                  <a:cubicBezTo>
                    <a:pt x="2" y="173"/>
                    <a:pt x="2" y="173"/>
                    <a:pt x="2" y="173"/>
                  </a:cubicBezTo>
                  <a:cubicBezTo>
                    <a:pt x="0" y="177"/>
                    <a:pt x="0" y="180"/>
                    <a:pt x="2" y="184"/>
                  </a:cubicBezTo>
                  <a:cubicBezTo>
                    <a:pt x="3" y="184"/>
                    <a:pt x="3" y="184"/>
                    <a:pt x="3" y="184"/>
                  </a:cubicBezTo>
                  <a:cubicBezTo>
                    <a:pt x="3" y="187"/>
                    <a:pt x="3" y="187"/>
                    <a:pt x="3" y="187"/>
                  </a:cubicBezTo>
                  <a:cubicBezTo>
                    <a:pt x="7" y="189"/>
                    <a:pt x="11" y="189"/>
                    <a:pt x="14" y="187"/>
                  </a:cubicBezTo>
                  <a:cubicBezTo>
                    <a:pt x="165" y="72"/>
                    <a:pt x="165" y="72"/>
                    <a:pt x="165" y="72"/>
                  </a:cubicBezTo>
                  <a:cubicBezTo>
                    <a:pt x="169" y="70"/>
                    <a:pt x="171" y="63"/>
                    <a:pt x="167" y="60"/>
                  </a:cubicBezTo>
                  <a:close/>
                </a:path>
              </a:pathLst>
            </a:cu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38" name="Freeform 92"/>
            <p:cNvSpPr/>
            <p:nvPr/>
          </p:nvSpPr>
          <p:spPr bwMode="auto">
            <a:xfrm>
              <a:off x="1449" y="1662"/>
              <a:ext cx="157" cy="155"/>
            </a:xfrm>
            <a:custGeom>
              <a:avLst/>
              <a:gdLst>
                <a:gd name="T0" fmla="*/ 110 w 111"/>
                <a:gd name="T1" fmla="*/ 199 h 121"/>
                <a:gd name="T2" fmla="*/ 222 w 111"/>
                <a:gd name="T3" fmla="*/ 100 h 121"/>
                <a:gd name="T4" fmla="*/ 110 w 111"/>
                <a:gd name="T5" fmla="*/ 0 h 121"/>
                <a:gd name="T6" fmla="*/ 0 w 111"/>
                <a:gd name="T7" fmla="*/ 100 h 121"/>
                <a:gd name="T8" fmla="*/ 110 w 111"/>
                <a:gd name="T9" fmla="*/ 199 h 121"/>
                <a:gd name="T10" fmla="*/ 0 60000 65536"/>
                <a:gd name="T11" fmla="*/ 0 60000 65536"/>
                <a:gd name="T12" fmla="*/ 0 60000 65536"/>
                <a:gd name="T13" fmla="*/ 0 60000 65536"/>
                <a:gd name="T14" fmla="*/ 0 60000 65536"/>
                <a:gd name="T15" fmla="*/ 0 w 111"/>
                <a:gd name="T16" fmla="*/ 0 h 121"/>
                <a:gd name="T17" fmla="*/ 111 w 111"/>
                <a:gd name="T18" fmla="*/ 121 h 121"/>
              </a:gdLst>
              <a:ahLst/>
              <a:cxnLst>
                <a:cxn ang="T10">
                  <a:pos x="T0" y="T1"/>
                </a:cxn>
                <a:cxn ang="T11">
                  <a:pos x="T2" y="T3"/>
                </a:cxn>
                <a:cxn ang="T12">
                  <a:pos x="T4" y="T5"/>
                </a:cxn>
                <a:cxn ang="T13">
                  <a:pos x="T6" y="T7"/>
                </a:cxn>
                <a:cxn ang="T14">
                  <a:pos x="T8" y="T9"/>
                </a:cxn>
              </a:cxnLst>
              <a:rect l="T15" t="T16" r="T17" b="T18"/>
              <a:pathLst>
                <a:path w="111" h="121">
                  <a:moveTo>
                    <a:pt x="55" y="121"/>
                  </a:moveTo>
                  <a:cubicBezTo>
                    <a:pt x="87" y="121"/>
                    <a:pt x="111" y="95"/>
                    <a:pt x="111" y="61"/>
                  </a:cubicBezTo>
                  <a:cubicBezTo>
                    <a:pt x="111" y="29"/>
                    <a:pt x="87" y="0"/>
                    <a:pt x="55" y="0"/>
                  </a:cubicBezTo>
                  <a:cubicBezTo>
                    <a:pt x="25" y="0"/>
                    <a:pt x="0" y="29"/>
                    <a:pt x="0" y="61"/>
                  </a:cubicBezTo>
                  <a:cubicBezTo>
                    <a:pt x="0" y="95"/>
                    <a:pt x="25" y="121"/>
                    <a:pt x="55" y="121"/>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39" name="Freeform 93"/>
            <p:cNvSpPr/>
            <p:nvPr/>
          </p:nvSpPr>
          <p:spPr bwMode="auto">
            <a:xfrm>
              <a:off x="1582" y="2056"/>
              <a:ext cx="80" cy="208"/>
            </a:xfrm>
            <a:custGeom>
              <a:avLst/>
              <a:gdLst>
                <a:gd name="T0" fmla="*/ 62 w 57"/>
                <a:gd name="T1" fmla="*/ 30 h 162"/>
                <a:gd name="T2" fmla="*/ 29 w 57"/>
                <a:gd name="T3" fmla="*/ 0 h 162"/>
                <a:gd name="T4" fmla="*/ 0 w 57"/>
                <a:gd name="T5" fmla="*/ 42 h 162"/>
                <a:gd name="T6" fmla="*/ 0 w 57"/>
                <a:gd name="T7" fmla="*/ 222 h 162"/>
                <a:gd name="T8" fmla="*/ 51 w 57"/>
                <a:gd name="T9" fmla="*/ 267 h 162"/>
                <a:gd name="T10" fmla="*/ 65 w 57"/>
                <a:gd name="T11" fmla="*/ 267 h 162"/>
                <a:gd name="T12" fmla="*/ 112 w 57"/>
                <a:gd name="T13" fmla="*/ 222 h 162"/>
                <a:gd name="T14" fmla="*/ 112 w 57"/>
                <a:gd name="T15" fmla="*/ 42 h 162"/>
                <a:gd name="T16" fmla="*/ 112 w 57"/>
                <a:gd name="T17" fmla="*/ 30 h 162"/>
                <a:gd name="T18" fmla="*/ 62 w 57"/>
                <a:gd name="T19" fmla="*/ 30 h 1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
                <a:gd name="T31" fmla="*/ 0 h 162"/>
                <a:gd name="T32" fmla="*/ 57 w 57"/>
                <a:gd name="T33" fmla="*/ 162 h 16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 h="162">
                  <a:moveTo>
                    <a:pt x="31" y="18"/>
                  </a:moveTo>
                  <a:cubicBezTo>
                    <a:pt x="24" y="15"/>
                    <a:pt x="19" y="8"/>
                    <a:pt x="15" y="0"/>
                  </a:cubicBezTo>
                  <a:cubicBezTo>
                    <a:pt x="5" y="4"/>
                    <a:pt x="0" y="15"/>
                    <a:pt x="0" y="26"/>
                  </a:cubicBezTo>
                  <a:cubicBezTo>
                    <a:pt x="0" y="135"/>
                    <a:pt x="0" y="135"/>
                    <a:pt x="0" y="135"/>
                  </a:cubicBezTo>
                  <a:cubicBezTo>
                    <a:pt x="0" y="149"/>
                    <a:pt x="11" y="162"/>
                    <a:pt x="26" y="162"/>
                  </a:cubicBezTo>
                  <a:cubicBezTo>
                    <a:pt x="33" y="162"/>
                    <a:pt x="33" y="162"/>
                    <a:pt x="33" y="162"/>
                  </a:cubicBezTo>
                  <a:cubicBezTo>
                    <a:pt x="47" y="162"/>
                    <a:pt x="57" y="149"/>
                    <a:pt x="57" y="135"/>
                  </a:cubicBezTo>
                  <a:cubicBezTo>
                    <a:pt x="57" y="26"/>
                    <a:pt x="57" y="26"/>
                    <a:pt x="57" y="26"/>
                  </a:cubicBezTo>
                  <a:cubicBezTo>
                    <a:pt x="57" y="25"/>
                    <a:pt x="57" y="23"/>
                    <a:pt x="57" y="18"/>
                  </a:cubicBezTo>
                  <a:cubicBezTo>
                    <a:pt x="49" y="23"/>
                    <a:pt x="40" y="23"/>
                    <a:pt x="31" y="18"/>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0" name="Freeform 94"/>
            <p:cNvSpPr/>
            <p:nvPr/>
          </p:nvSpPr>
          <p:spPr bwMode="auto">
            <a:xfrm>
              <a:off x="1385" y="2061"/>
              <a:ext cx="84" cy="203"/>
            </a:xfrm>
            <a:custGeom>
              <a:avLst/>
              <a:gdLst>
                <a:gd name="T0" fmla="*/ 97 w 59"/>
                <a:gd name="T1" fmla="*/ 0 h 158"/>
                <a:gd name="T2" fmla="*/ 67 w 59"/>
                <a:gd name="T3" fmla="*/ 27 h 158"/>
                <a:gd name="T4" fmla="*/ 4 w 59"/>
                <a:gd name="T5" fmla="*/ 23 h 158"/>
                <a:gd name="T6" fmla="*/ 0 w 59"/>
                <a:gd name="T7" fmla="*/ 36 h 158"/>
                <a:gd name="T8" fmla="*/ 0 w 59"/>
                <a:gd name="T9" fmla="*/ 216 h 158"/>
                <a:gd name="T10" fmla="*/ 53 w 59"/>
                <a:gd name="T11" fmla="*/ 261 h 158"/>
                <a:gd name="T12" fmla="*/ 67 w 59"/>
                <a:gd name="T13" fmla="*/ 261 h 158"/>
                <a:gd name="T14" fmla="*/ 120 w 59"/>
                <a:gd name="T15" fmla="*/ 216 h 158"/>
                <a:gd name="T16" fmla="*/ 120 w 59"/>
                <a:gd name="T17" fmla="*/ 36 h 158"/>
                <a:gd name="T18" fmla="*/ 97 w 59"/>
                <a:gd name="T19" fmla="*/ 0 h 15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9"/>
                <a:gd name="T31" fmla="*/ 0 h 158"/>
                <a:gd name="T32" fmla="*/ 59 w 59"/>
                <a:gd name="T33" fmla="*/ 158 h 15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9" h="158">
                  <a:moveTo>
                    <a:pt x="48" y="0"/>
                  </a:moveTo>
                  <a:cubicBezTo>
                    <a:pt x="45" y="6"/>
                    <a:pt x="41" y="12"/>
                    <a:pt x="33" y="16"/>
                  </a:cubicBezTo>
                  <a:cubicBezTo>
                    <a:pt x="22" y="21"/>
                    <a:pt x="10" y="21"/>
                    <a:pt x="2" y="14"/>
                  </a:cubicBezTo>
                  <a:cubicBezTo>
                    <a:pt x="0" y="16"/>
                    <a:pt x="0" y="19"/>
                    <a:pt x="0" y="22"/>
                  </a:cubicBezTo>
                  <a:cubicBezTo>
                    <a:pt x="0" y="131"/>
                    <a:pt x="0" y="131"/>
                    <a:pt x="0" y="131"/>
                  </a:cubicBezTo>
                  <a:cubicBezTo>
                    <a:pt x="0" y="145"/>
                    <a:pt x="10" y="158"/>
                    <a:pt x="26" y="158"/>
                  </a:cubicBezTo>
                  <a:cubicBezTo>
                    <a:pt x="33" y="158"/>
                    <a:pt x="33" y="158"/>
                    <a:pt x="33" y="158"/>
                  </a:cubicBezTo>
                  <a:cubicBezTo>
                    <a:pt x="48" y="158"/>
                    <a:pt x="59" y="145"/>
                    <a:pt x="59" y="131"/>
                  </a:cubicBezTo>
                  <a:cubicBezTo>
                    <a:pt x="59" y="22"/>
                    <a:pt x="59" y="22"/>
                    <a:pt x="59" y="22"/>
                  </a:cubicBezTo>
                  <a:cubicBezTo>
                    <a:pt x="59" y="14"/>
                    <a:pt x="56" y="6"/>
                    <a:pt x="48" y="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1" name="Freeform 95"/>
            <p:cNvSpPr/>
            <p:nvPr/>
          </p:nvSpPr>
          <p:spPr bwMode="auto">
            <a:xfrm>
              <a:off x="1322" y="1740"/>
              <a:ext cx="412" cy="389"/>
            </a:xfrm>
            <a:custGeom>
              <a:avLst/>
              <a:gdLst>
                <a:gd name="T0" fmla="*/ 576 w 292"/>
                <a:gd name="T1" fmla="*/ 212 h 304"/>
                <a:gd name="T2" fmla="*/ 525 w 292"/>
                <a:gd name="T3" fmla="*/ 113 h 304"/>
                <a:gd name="T4" fmla="*/ 480 w 292"/>
                <a:gd name="T5" fmla="*/ 26 h 304"/>
                <a:gd name="T6" fmla="*/ 432 w 292"/>
                <a:gd name="T7" fmla="*/ 0 h 304"/>
                <a:gd name="T8" fmla="*/ 420 w 292"/>
                <a:gd name="T9" fmla="*/ 0 h 304"/>
                <a:gd name="T10" fmla="*/ 289 w 292"/>
                <a:gd name="T11" fmla="*/ 119 h 304"/>
                <a:gd name="T12" fmla="*/ 155 w 292"/>
                <a:gd name="T13" fmla="*/ 0 h 304"/>
                <a:gd name="T14" fmla="*/ 145 w 292"/>
                <a:gd name="T15" fmla="*/ 0 h 304"/>
                <a:gd name="T16" fmla="*/ 97 w 292"/>
                <a:gd name="T17" fmla="*/ 26 h 304"/>
                <a:gd name="T18" fmla="*/ 56 w 292"/>
                <a:gd name="T19" fmla="*/ 113 h 304"/>
                <a:gd name="T20" fmla="*/ 4 w 292"/>
                <a:gd name="T21" fmla="*/ 212 h 304"/>
                <a:gd name="T22" fmla="*/ 0 w 292"/>
                <a:gd name="T23" fmla="*/ 229 h 304"/>
                <a:gd name="T24" fmla="*/ 4 w 292"/>
                <a:gd name="T25" fmla="*/ 247 h 304"/>
                <a:gd name="T26" fmla="*/ 83 w 292"/>
                <a:gd name="T27" fmla="*/ 392 h 304"/>
                <a:gd name="T28" fmla="*/ 145 w 292"/>
                <a:gd name="T29" fmla="*/ 411 h 304"/>
                <a:gd name="T30" fmla="*/ 164 w 292"/>
                <a:gd name="T31" fmla="*/ 353 h 304"/>
                <a:gd name="T32" fmla="*/ 97 w 292"/>
                <a:gd name="T33" fmla="*/ 229 h 304"/>
                <a:gd name="T34" fmla="*/ 110 w 292"/>
                <a:gd name="T35" fmla="*/ 203 h 304"/>
                <a:gd name="T36" fmla="*/ 145 w 292"/>
                <a:gd name="T37" fmla="*/ 136 h 304"/>
                <a:gd name="T38" fmla="*/ 145 w 292"/>
                <a:gd name="T39" fmla="*/ 265 h 304"/>
                <a:gd name="T40" fmla="*/ 189 w 292"/>
                <a:gd name="T41" fmla="*/ 351 h 304"/>
                <a:gd name="T42" fmla="*/ 198 w 292"/>
                <a:gd name="T43" fmla="*/ 388 h 304"/>
                <a:gd name="T44" fmla="*/ 233 w 292"/>
                <a:gd name="T45" fmla="*/ 445 h 304"/>
                <a:gd name="T46" fmla="*/ 233 w 292"/>
                <a:gd name="T47" fmla="*/ 498 h 304"/>
                <a:gd name="T48" fmla="*/ 336 w 292"/>
                <a:gd name="T49" fmla="*/ 498 h 304"/>
                <a:gd name="T50" fmla="*/ 336 w 292"/>
                <a:gd name="T51" fmla="*/ 445 h 304"/>
                <a:gd name="T52" fmla="*/ 388 w 292"/>
                <a:gd name="T53" fmla="*/ 385 h 304"/>
                <a:gd name="T54" fmla="*/ 396 w 292"/>
                <a:gd name="T55" fmla="*/ 347 h 304"/>
                <a:gd name="T56" fmla="*/ 432 w 292"/>
                <a:gd name="T57" fmla="*/ 275 h 304"/>
                <a:gd name="T58" fmla="*/ 432 w 292"/>
                <a:gd name="T59" fmla="*/ 133 h 304"/>
                <a:gd name="T60" fmla="*/ 470 w 292"/>
                <a:gd name="T61" fmla="*/ 206 h 304"/>
                <a:gd name="T62" fmla="*/ 480 w 292"/>
                <a:gd name="T63" fmla="*/ 229 h 304"/>
                <a:gd name="T64" fmla="*/ 413 w 292"/>
                <a:gd name="T65" fmla="*/ 353 h 304"/>
                <a:gd name="T66" fmla="*/ 437 w 292"/>
                <a:gd name="T67" fmla="*/ 411 h 304"/>
                <a:gd name="T68" fmla="*/ 499 w 292"/>
                <a:gd name="T69" fmla="*/ 392 h 304"/>
                <a:gd name="T70" fmla="*/ 576 w 292"/>
                <a:gd name="T71" fmla="*/ 247 h 304"/>
                <a:gd name="T72" fmla="*/ 576 w 292"/>
                <a:gd name="T73" fmla="*/ 229 h 304"/>
                <a:gd name="T74" fmla="*/ 576 w 292"/>
                <a:gd name="T75" fmla="*/ 212 h 30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92"/>
                <a:gd name="T115" fmla="*/ 0 h 304"/>
                <a:gd name="T116" fmla="*/ 292 w 292"/>
                <a:gd name="T117" fmla="*/ 304 h 30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92" h="304">
                  <a:moveTo>
                    <a:pt x="289" y="130"/>
                  </a:moveTo>
                  <a:cubicBezTo>
                    <a:pt x="264" y="69"/>
                    <a:pt x="264" y="69"/>
                    <a:pt x="264" y="69"/>
                  </a:cubicBezTo>
                  <a:cubicBezTo>
                    <a:pt x="241" y="16"/>
                    <a:pt x="241" y="16"/>
                    <a:pt x="241" y="16"/>
                  </a:cubicBezTo>
                  <a:cubicBezTo>
                    <a:pt x="238" y="7"/>
                    <a:pt x="229" y="0"/>
                    <a:pt x="217" y="0"/>
                  </a:cubicBezTo>
                  <a:cubicBezTo>
                    <a:pt x="211" y="0"/>
                    <a:pt x="211" y="0"/>
                    <a:pt x="211" y="0"/>
                  </a:cubicBezTo>
                  <a:cubicBezTo>
                    <a:pt x="211" y="40"/>
                    <a:pt x="183" y="73"/>
                    <a:pt x="145" y="73"/>
                  </a:cubicBezTo>
                  <a:cubicBezTo>
                    <a:pt x="108" y="73"/>
                    <a:pt x="78" y="40"/>
                    <a:pt x="78" y="0"/>
                  </a:cubicBezTo>
                  <a:cubicBezTo>
                    <a:pt x="73" y="0"/>
                    <a:pt x="73" y="0"/>
                    <a:pt x="73" y="0"/>
                  </a:cubicBezTo>
                  <a:cubicBezTo>
                    <a:pt x="64" y="0"/>
                    <a:pt x="55" y="7"/>
                    <a:pt x="49" y="16"/>
                  </a:cubicBezTo>
                  <a:cubicBezTo>
                    <a:pt x="28" y="69"/>
                    <a:pt x="28" y="69"/>
                    <a:pt x="28" y="69"/>
                  </a:cubicBezTo>
                  <a:cubicBezTo>
                    <a:pt x="2" y="130"/>
                    <a:pt x="2" y="130"/>
                    <a:pt x="2" y="130"/>
                  </a:cubicBezTo>
                  <a:cubicBezTo>
                    <a:pt x="0" y="134"/>
                    <a:pt x="0" y="138"/>
                    <a:pt x="0" y="140"/>
                  </a:cubicBezTo>
                  <a:cubicBezTo>
                    <a:pt x="0" y="144"/>
                    <a:pt x="0" y="147"/>
                    <a:pt x="2" y="151"/>
                  </a:cubicBezTo>
                  <a:cubicBezTo>
                    <a:pt x="42" y="239"/>
                    <a:pt x="42" y="239"/>
                    <a:pt x="42" y="239"/>
                  </a:cubicBezTo>
                  <a:cubicBezTo>
                    <a:pt x="47" y="251"/>
                    <a:pt x="59" y="257"/>
                    <a:pt x="73" y="251"/>
                  </a:cubicBezTo>
                  <a:cubicBezTo>
                    <a:pt x="83" y="245"/>
                    <a:pt x="90" y="231"/>
                    <a:pt x="82" y="216"/>
                  </a:cubicBezTo>
                  <a:cubicBezTo>
                    <a:pt x="49" y="140"/>
                    <a:pt x="49" y="140"/>
                    <a:pt x="49" y="140"/>
                  </a:cubicBezTo>
                  <a:cubicBezTo>
                    <a:pt x="55" y="124"/>
                    <a:pt x="55" y="124"/>
                    <a:pt x="55" y="124"/>
                  </a:cubicBezTo>
                  <a:cubicBezTo>
                    <a:pt x="73" y="83"/>
                    <a:pt x="73" y="83"/>
                    <a:pt x="73" y="83"/>
                  </a:cubicBezTo>
                  <a:cubicBezTo>
                    <a:pt x="73" y="162"/>
                    <a:pt x="73" y="162"/>
                    <a:pt x="73" y="162"/>
                  </a:cubicBezTo>
                  <a:cubicBezTo>
                    <a:pt x="95" y="214"/>
                    <a:pt x="95" y="214"/>
                    <a:pt x="95" y="214"/>
                  </a:cubicBezTo>
                  <a:cubicBezTo>
                    <a:pt x="99" y="223"/>
                    <a:pt x="99" y="229"/>
                    <a:pt x="99" y="237"/>
                  </a:cubicBezTo>
                  <a:cubicBezTo>
                    <a:pt x="109" y="242"/>
                    <a:pt x="117" y="257"/>
                    <a:pt x="117" y="272"/>
                  </a:cubicBezTo>
                  <a:cubicBezTo>
                    <a:pt x="117" y="304"/>
                    <a:pt x="117" y="304"/>
                    <a:pt x="117" y="304"/>
                  </a:cubicBezTo>
                  <a:cubicBezTo>
                    <a:pt x="169" y="304"/>
                    <a:pt x="169" y="304"/>
                    <a:pt x="169" y="304"/>
                  </a:cubicBezTo>
                  <a:cubicBezTo>
                    <a:pt x="169" y="272"/>
                    <a:pt x="169" y="272"/>
                    <a:pt x="169" y="272"/>
                  </a:cubicBezTo>
                  <a:cubicBezTo>
                    <a:pt x="169" y="255"/>
                    <a:pt x="180" y="239"/>
                    <a:pt x="195" y="235"/>
                  </a:cubicBezTo>
                  <a:cubicBezTo>
                    <a:pt x="195" y="227"/>
                    <a:pt x="195" y="221"/>
                    <a:pt x="199" y="212"/>
                  </a:cubicBezTo>
                  <a:cubicBezTo>
                    <a:pt x="217" y="168"/>
                    <a:pt x="217" y="168"/>
                    <a:pt x="217" y="168"/>
                  </a:cubicBezTo>
                  <a:cubicBezTo>
                    <a:pt x="217" y="81"/>
                    <a:pt x="217" y="81"/>
                    <a:pt x="217" y="81"/>
                  </a:cubicBezTo>
                  <a:cubicBezTo>
                    <a:pt x="236" y="126"/>
                    <a:pt x="236" y="126"/>
                    <a:pt x="236" y="126"/>
                  </a:cubicBezTo>
                  <a:cubicBezTo>
                    <a:pt x="241" y="140"/>
                    <a:pt x="241" y="140"/>
                    <a:pt x="241" y="140"/>
                  </a:cubicBezTo>
                  <a:cubicBezTo>
                    <a:pt x="208" y="216"/>
                    <a:pt x="208" y="216"/>
                    <a:pt x="208" y="216"/>
                  </a:cubicBezTo>
                  <a:cubicBezTo>
                    <a:pt x="203" y="231"/>
                    <a:pt x="208" y="245"/>
                    <a:pt x="220" y="251"/>
                  </a:cubicBezTo>
                  <a:cubicBezTo>
                    <a:pt x="231" y="257"/>
                    <a:pt x="245" y="251"/>
                    <a:pt x="251" y="239"/>
                  </a:cubicBezTo>
                  <a:cubicBezTo>
                    <a:pt x="289" y="151"/>
                    <a:pt x="289" y="151"/>
                    <a:pt x="289" y="151"/>
                  </a:cubicBezTo>
                  <a:cubicBezTo>
                    <a:pt x="289" y="147"/>
                    <a:pt x="292" y="144"/>
                    <a:pt x="289" y="140"/>
                  </a:cubicBezTo>
                  <a:cubicBezTo>
                    <a:pt x="292" y="138"/>
                    <a:pt x="289" y="134"/>
                    <a:pt x="289" y="13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2" name="Freeform 96"/>
            <p:cNvSpPr/>
            <p:nvPr/>
          </p:nvSpPr>
          <p:spPr bwMode="auto">
            <a:xfrm>
              <a:off x="1750" y="1010"/>
              <a:ext cx="421" cy="973"/>
            </a:xfrm>
            <a:custGeom>
              <a:avLst/>
              <a:gdLst>
                <a:gd name="T0" fmla="*/ 551 w 298"/>
                <a:gd name="T1" fmla="*/ 0 h 760"/>
                <a:gd name="T2" fmla="*/ 504 w 298"/>
                <a:gd name="T3" fmla="*/ 41 h 760"/>
                <a:gd name="T4" fmla="*/ 504 w 298"/>
                <a:gd name="T5" fmla="*/ 187 h 760"/>
                <a:gd name="T6" fmla="*/ 386 w 298"/>
                <a:gd name="T7" fmla="*/ 335 h 760"/>
                <a:gd name="T8" fmla="*/ 212 w 298"/>
                <a:gd name="T9" fmla="*/ 335 h 760"/>
                <a:gd name="T10" fmla="*/ 96 w 298"/>
                <a:gd name="T11" fmla="*/ 192 h 760"/>
                <a:gd name="T12" fmla="*/ 96 w 298"/>
                <a:gd name="T13" fmla="*/ 41 h 760"/>
                <a:gd name="T14" fmla="*/ 48 w 298"/>
                <a:gd name="T15" fmla="*/ 0 h 760"/>
                <a:gd name="T16" fmla="*/ 0 w 298"/>
                <a:gd name="T17" fmla="*/ 41 h 760"/>
                <a:gd name="T18" fmla="*/ 0 w 298"/>
                <a:gd name="T19" fmla="*/ 200 h 760"/>
                <a:gd name="T20" fmla="*/ 0 w 298"/>
                <a:gd name="T21" fmla="*/ 204 h 760"/>
                <a:gd name="T22" fmla="*/ 4 w 298"/>
                <a:gd name="T23" fmla="*/ 216 h 760"/>
                <a:gd name="T24" fmla="*/ 4 w 298"/>
                <a:gd name="T25" fmla="*/ 221 h 760"/>
                <a:gd name="T26" fmla="*/ 10 w 298"/>
                <a:gd name="T27" fmla="*/ 228 h 760"/>
                <a:gd name="T28" fmla="*/ 144 w 298"/>
                <a:gd name="T29" fmla="*/ 398 h 760"/>
                <a:gd name="T30" fmla="*/ 154 w 298"/>
                <a:gd name="T31" fmla="*/ 407 h 760"/>
                <a:gd name="T32" fmla="*/ 154 w 298"/>
                <a:gd name="T33" fmla="*/ 824 h 760"/>
                <a:gd name="T34" fmla="*/ 154 w 298"/>
                <a:gd name="T35" fmla="*/ 837 h 760"/>
                <a:gd name="T36" fmla="*/ 154 w 298"/>
                <a:gd name="T37" fmla="*/ 1006 h 760"/>
                <a:gd name="T38" fmla="*/ 155 w 298"/>
                <a:gd name="T39" fmla="*/ 1013 h 760"/>
                <a:gd name="T40" fmla="*/ 154 w 298"/>
                <a:gd name="T41" fmla="*/ 1019 h 760"/>
                <a:gd name="T42" fmla="*/ 154 w 298"/>
                <a:gd name="T43" fmla="*/ 1200 h 760"/>
                <a:gd name="T44" fmla="*/ 203 w 298"/>
                <a:gd name="T45" fmla="*/ 1246 h 760"/>
                <a:gd name="T46" fmla="*/ 219 w 298"/>
                <a:gd name="T47" fmla="*/ 1246 h 760"/>
                <a:gd name="T48" fmla="*/ 271 w 298"/>
                <a:gd name="T49" fmla="*/ 1200 h 760"/>
                <a:gd name="T50" fmla="*/ 271 w 298"/>
                <a:gd name="T51" fmla="*/ 1019 h 760"/>
                <a:gd name="T52" fmla="*/ 271 w 298"/>
                <a:gd name="T53" fmla="*/ 1013 h 760"/>
                <a:gd name="T54" fmla="*/ 271 w 298"/>
                <a:gd name="T55" fmla="*/ 1006 h 760"/>
                <a:gd name="T56" fmla="*/ 271 w 298"/>
                <a:gd name="T57" fmla="*/ 837 h 760"/>
                <a:gd name="T58" fmla="*/ 332 w 298"/>
                <a:gd name="T59" fmla="*/ 837 h 760"/>
                <a:gd name="T60" fmla="*/ 332 w 298"/>
                <a:gd name="T61" fmla="*/ 1006 h 760"/>
                <a:gd name="T62" fmla="*/ 332 w 298"/>
                <a:gd name="T63" fmla="*/ 1013 h 760"/>
                <a:gd name="T64" fmla="*/ 332 w 298"/>
                <a:gd name="T65" fmla="*/ 1019 h 760"/>
                <a:gd name="T66" fmla="*/ 332 w 298"/>
                <a:gd name="T67" fmla="*/ 1200 h 760"/>
                <a:gd name="T68" fmla="*/ 381 w 298"/>
                <a:gd name="T69" fmla="*/ 1246 h 760"/>
                <a:gd name="T70" fmla="*/ 396 w 298"/>
                <a:gd name="T71" fmla="*/ 1246 h 760"/>
                <a:gd name="T72" fmla="*/ 446 w 298"/>
                <a:gd name="T73" fmla="*/ 1200 h 760"/>
                <a:gd name="T74" fmla="*/ 446 w 298"/>
                <a:gd name="T75" fmla="*/ 1019 h 760"/>
                <a:gd name="T76" fmla="*/ 446 w 298"/>
                <a:gd name="T77" fmla="*/ 1013 h 760"/>
                <a:gd name="T78" fmla="*/ 446 w 298"/>
                <a:gd name="T79" fmla="*/ 1006 h 760"/>
                <a:gd name="T80" fmla="*/ 446 w 298"/>
                <a:gd name="T81" fmla="*/ 837 h 760"/>
                <a:gd name="T82" fmla="*/ 446 w 298"/>
                <a:gd name="T83" fmla="*/ 824 h 760"/>
                <a:gd name="T84" fmla="*/ 446 w 298"/>
                <a:gd name="T85" fmla="*/ 398 h 760"/>
                <a:gd name="T86" fmla="*/ 455 w 298"/>
                <a:gd name="T87" fmla="*/ 398 h 760"/>
                <a:gd name="T88" fmla="*/ 589 w 298"/>
                <a:gd name="T89" fmla="*/ 228 h 760"/>
                <a:gd name="T90" fmla="*/ 593 w 298"/>
                <a:gd name="T91" fmla="*/ 216 h 760"/>
                <a:gd name="T92" fmla="*/ 595 w 298"/>
                <a:gd name="T93" fmla="*/ 204 h 760"/>
                <a:gd name="T94" fmla="*/ 595 w 298"/>
                <a:gd name="T95" fmla="*/ 200 h 760"/>
                <a:gd name="T96" fmla="*/ 595 w 298"/>
                <a:gd name="T97" fmla="*/ 41 h 760"/>
                <a:gd name="T98" fmla="*/ 551 w 298"/>
                <a:gd name="T99" fmla="*/ 0 h 76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98"/>
                <a:gd name="T151" fmla="*/ 0 h 760"/>
                <a:gd name="T152" fmla="*/ 298 w 298"/>
                <a:gd name="T153" fmla="*/ 760 h 76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98" h="760">
                  <a:moveTo>
                    <a:pt x="276" y="0"/>
                  </a:moveTo>
                  <a:cubicBezTo>
                    <a:pt x="264" y="0"/>
                    <a:pt x="253" y="11"/>
                    <a:pt x="253" y="25"/>
                  </a:cubicBezTo>
                  <a:cubicBezTo>
                    <a:pt x="253" y="114"/>
                    <a:pt x="253" y="114"/>
                    <a:pt x="253" y="114"/>
                  </a:cubicBezTo>
                  <a:cubicBezTo>
                    <a:pt x="193" y="205"/>
                    <a:pt x="193" y="205"/>
                    <a:pt x="193" y="205"/>
                  </a:cubicBezTo>
                  <a:cubicBezTo>
                    <a:pt x="106" y="205"/>
                    <a:pt x="106" y="205"/>
                    <a:pt x="106" y="205"/>
                  </a:cubicBezTo>
                  <a:cubicBezTo>
                    <a:pt x="48" y="117"/>
                    <a:pt x="48" y="117"/>
                    <a:pt x="48" y="117"/>
                  </a:cubicBezTo>
                  <a:cubicBezTo>
                    <a:pt x="48" y="25"/>
                    <a:pt x="48" y="25"/>
                    <a:pt x="48" y="25"/>
                  </a:cubicBezTo>
                  <a:cubicBezTo>
                    <a:pt x="48" y="11"/>
                    <a:pt x="37" y="0"/>
                    <a:pt x="24" y="0"/>
                  </a:cubicBezTo>
                  <a:cubicBezTo>
                    <a:pt x="11" y="0"/>
                    <a:pt x="0" y="11"/>
                    <a:pt x="0" y="25"/>
                  </a:cubicBezTo>
                  <a:cubicBezTo>
                    <a:pt x="0" y="122"/>
                    <a:pt x="0" y="122"/>
                    <a:pt x="0" y="122"/>
                  </a:cubicBezTo>
                  <a:cubicBezTo>
                    <a:pt x="0" y="124"/>
                    <a:pt x="0" y="124"/>
                    <a:pt x="0" y="124"/>
                  </a:cubicBezTo>
                  <a:cubicBezTo>
                    <a:pt x="0" y="128"/>
                    <a:pt x="2" y="130"/>
                    <a:pt x="2" y="132"/>
                  </a:cubicBezTo>
                  <a:cubicBezTo>
                    <a:pt x="2" y="132"/>
                    <a:pt x="2" y="132"/>
                    <a:pt x="2" y="135"/>
                  </a:cubicBezTo>
                  <a:cubicBezTo>
                    <a:pt x="3" y="136"/>
                    <a:pt x="3" y="136"/>
                    <a:pt x="5" y="139"/>
                  </a:cubicBezTo>
                  <a:cubicBezTo>
                    <a:pt x="72" y="243"/>
                    <a:pt x="72" y="243"/>
                    <a:pt x="72" y="243"/>
                  </a:cubicBezTo>
                  <a:cubicBezTo>
                    <a:pt x="72" y="243"/>
                    <a:pt x="74" y="246"/>
                    <a:pt x="77" y="248"/>
                  </a:cubicBezTo>
                  <a:cubicBezTo>
                    <a:pt x="77" y="503"/>
                    <a:pt x="77" y="503"/>
                    <a:pt x="77" y="503"/>
                  </a:cubicBezTo>
                  <a:cubicBezTo>
                    <a:pt x="77" y="511"/>
                    <a:pt x="77" y="511"/>
                    <a:pt x="77" y="511"/>
                  </a:cubicBezTo>
                  <a:cubicBezTo>
                    <a:pt x="77" y="614"/>
                    <a:pt x="77" y="614"/>
                    <a:pt x="77" y="614"/>
                  </a:cubicBezTo>
                  <a:cubicBezTo>
                    <a:pt x="77" y="617"/>
                    <a:pt x="78" y="617"/>
                    <a:pt x="78" y="618"/>
                  </a:cubicBezTo>
                  <a:cubicBezTo>
                    <a:pt x="77" y="622"/>
                    <a:pt x="77" y="622"/>
                    <a:pt x="77" y="622"/>
                  </a:cubicBezTo>
                  <a:cubicBezTo>
                    <a:pt x="77" y="732"/>
                    <a:pt x="77" y="732"/>
                    <a:pt x="77" y="732"/>
                  </a:cubicBezTo>
                  <a:cubicBezTo>
                    <a:pt x="77" y="749"/>
                    <a:pt x="90" y="760"/>
                    <a:pt x="102" y="760"/>
                  </a:cubicBezTo>
                  <a:cubicBezTo>
                    <a:pt x="110" y="760"/>
                    <a:pt x="110" y="760"/>
                    <a:pt x="110" y="760"/>
                  </a:cubicBezTo>
                  <a:cubicBezTo>
                    <a:pt x="124" y="760"/>
                    <a:pt x="136" y="749"/>
                    <a:pt x="136" y="732"/>
                  </a:cubicBezTo>
                  <a:cubicBezTo>
                    <a:pt x="136" y="622"/>
                    <a:pt x="136" y="622"/>
                    <a:pt x="136" y="622"/>
                  </a:cubicBezTo>
                  <a:cubicBezTo>
                    <a:pt x="136" y="618"/>
                    <a:pt x="136" y="618"/>
                    <a:pt x="136" y="618"/>
                  </a:cubicBezTo>
                  <a:cubicBezTo>
                    <a:pt x="136" y="617"/>
                    <a:pt x="136" y="617"/>
                    <a:pt x="136" y="614"/>
                  </a:cubicBezTo>
                  <a:cubicBezTo>
                    <a:pt x="136" y="511"/>
                    <a:pt x="136" y="511"/>
                    <a:pt x="136" y="511"/>
                  </a:cubicBezTo>
                  <a:cubicBezTo>
                    <a:pt x="166" y="511"/>
                    <a:pt x="166" y="511"/>
                    <a:pt x="166" y="511"/>
                  </a:cubicBezTo>
                  <a:cubicBezTo>
                    <a:pt x="166" y="614"/>
                    <a:pt x="166" y="614"/>
                    <a:pt x="166" y="614"/>
                  </a:cubicBezTo>
                  <a:cubicBezTo>
                    <a:pt x="166" y="617"/>
                    <a:pt x="166" y="617"/>
                    <a:pt x="166" y="618"/>
                  </a:cubicBezTo>
                  <a:cubicBezTo>
                    <a:pt x="166" y="622"/>
                    <a:pt x="166" y="622"/>
                    <a:pt x="166" y="622"/>
                  </a:cubicBezTo>
                  <a:cubicBezTo>
                    <a:pt x="166" y="732"/>
                    <a:pt x="166" y="732"/>
                    <a:pt x="166" y="732"/>
                  </a:cubicBezTo>
                  <a:cubicBezTo>
                    <a:pt x="166" y="749"/>
                    <a:pt x="177" y="760"/>
                    <a:pt x="191" y="760"/>
                  </a:cubicBezTo>
                  <a:cubicBezTo>
                    <a:pt x="198" y="760"/>
                    <a:pt x="198" y="760"/>
                    <a:pt x="198" y="760"/>
                  </a:cubicBezTo>
                  <a:cubicBezTo>
                    <a:pt x="214" y="760"/>
                    <a:pt x="224" y="749"/>
                    <a:pt x="224" y="732"/>
                  </a:cubicBezTo>
                  <a:cubicBezTo>
                    <a:pt x="224" y="622"/>
                    <a:pt x="224" y="622"/>
                    <a:pt x="224" y="622"/>
                  </a:cubicBezTo>
                  <a:cubicBezTo>
                    <a:pt x="224" y="618"/>
                    <a:pt x="224" y="618"/>
                    <a:pt x="224" y="618"/>
                  </a:cubicBezTo>
                  <a:cubicBezTo>
                    <a:pt x="224" y="617"/>
                    <a:pt x="224" y="617"/>
                    <a:pt x="224" y="614"/>
                  </a:cubicBezTo>
                  <a:cubicBezTo>
                    <a:pt x="224" y="511"/>
                    <a:pt x="224" y="511"/>
                    <a:pt x="224" y="511"/>
                  </a:cubicBezTo>
                  <a:cubicBezTo>
                    <a:pt x="224" y="503"/>
                    <a:pt x="224" y="503"/>
                    <a:pt x="224" y="503"/>
                  </a:cubicBezTo>
                  <a:cubicBezTo>
                    <a:pt x="224" y="243"/>
                    <a:pt x="224" y="243"/>
                    <a:pt x="224" y="243"/>
                  </a:cubicBezTo>
                  <a:cubicBezTo>
                    <a:pt x="227" y="243"/>
                    <a:pt x="227" y="243"/>
                    <a:pt x="228" y="243"/>
                  </a:cubicBezTo>
                  <a:cubicBezTo>
                    <a:pt x="295" y="139"/>
                    <a:pt x="295" y="139"/>
                    <a:pt x="295" y="139"/>
                  </a:cubicBezTo>
                  <a:cubicBezTo>
                    <a:pt x="295" y="136"/>
                    <a:pt x="297" y="135"/>
                    <a:pt x="297" y="132"/>
                  </a:cubicBezTo>
                  <a:cubicBezTo>
                    <a:pt x="298" y="128"/>
                    <a:pt x="298" y="126"/>
                    <a:pt x="298" y="124"/>
                  </a:cubicBezTo>
                  <a:cubicBezTo>
                    <a:pt x="298" y="122"/>
                    <a:pt x="298" y="122"/>
                    <a:pt x="298" y="122"/>
                  </a:cubicBezTo>
                  <a:cubicBezTo>
                    <a:pt x="298" y="25"/>
                    <a:pt x="298" y="25"/>
                    <a:pt x="298" y="25"/>
                  </a:cubicBezTo>
                  <a:cubicBezTo>
                    <a:pt x="298" y="11"/>
                    <a:pt x="290" y="0"/>
                    <a:pt x="276" y="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3" name="Oval 97"/>
            <p:cNvSpPr>
              <a:spLocks noChangeArrowheads="1"/>
            </p:cNvSpPr>
            <p:nvPr/>
          </p:nvSpPr>
          <p:spPr bwMode="auto">
            <a:xfrm>
              <a:off x="1884" y="1093"/>
              <a:ext cx="158" cy="156"/>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44" name="Freeform 98"/>
            <p:cNvSpPr/>
            <p:nvPr/>
          </p:nvSpPr>
          <p:spPr bwMode="auto">
            <a:xfrm>
              <a:off x="2133" y="1361"/>
              <a:ext cx="476" cy="708"/>
            </a:xfrm>
            <a:custGeom>
              <a:avLst/>
              <a:gdLst>
                <a:gd name="T0" fmla="*/ 664 w 337"/>
                <a:gd name="T1" fmla="*/ 188 h 553"/>
                <a:gd name="T2" fmla="*/ 661 w 337"/>
                <a:gd name="T3" fmla="*/ 183 h 553"/>
                <a:gd name="T4" fmla="*/ 483 w 337"/>
                <a:gd name="T5" fmla="*/ 4 h 553"/>
                <a:gd name="T6" fmla="*/ 192 w 337"/>
                <a:gd name="T7" fmla="*/ 0 h 553"/>
                <a:gd name="T8" fmla="*/ 145 w 337"/>
                <a:gd name="T9" fmla="*/ 18 h 553"/>
                <a:gd name="T10" fmla="*/ 8 w 337"/>
                <a:gd name="T11" fmla="*/ 187 h 553"/>
                <a:gd name="T12" fmla="*/ 4 w 337"/>
                <a:gd name="T13" fmla="*/ 193 h 553"/>
                <a:gd name="T14" fmla="*/ 0 w 337"/>
                <a:gd name="T15" fmla="*/ 210 h 553"/>
                <a:gd name="T16" fmla="*/ 4 w 337"/>
                <a:gd name="T17" fmla="*/ 227 h 553"/>
                <a:gd name="T18" fmla="*/ 16 w 337"/>
                <a:gd name="T19" fmla="*/ 245 h 553"/>
                <a:gd name="T20" fmla="*/ 23 w 337"/>
                <a:gd name="T21" fmla="*/ 246 h 553"/>
                <a:gd name="T22" fmla="*/ 237 w 337"/>
                <a:gd name="T23" fmla="*/ 315 h 553"/>
                <a:gd name="T24" fmla="*/ 116 w 337"/>
                <a:gd name="T25" fmla="*/ 201 h 553"/>
                <a:gd name="T26" fmla="*/ 192 w 337"/>
                <a:gd name="T27" fmla="*/ 210 h 553"/>
                <a:gd name="T28" fmla="*/ 261 w 337"/>
                <a:gd name="T29" fmla="*/ 329 h 553"/>
                <a:gd name="T30" fmla="*/ 192 w 337"/>
                <a:gd name="T31" fmla="*/ 358 h 553"/>
                <a:gd name="T32" fmla="*/ 192 w 337"/>
                <a:gd name="T33" fmla="*/ 499 h 553"/>
                <a:gd name="T34" fmla="*/ 192 w 337"/>
                <a:gd name="T35" fmla="*/ 673 h 553"/>
                <a:gd name="T36" fmla="*/ 192 w 337"/>
                <a:gd name="T37" fmla="*/ 860 h 553"/>
                <a:gd name="T38" fmla="*/ 253 w 337"/>
                <a:gd name="T39" fmla="*/ 906 h 553"/>
                <a:gd name="T40" fmla="*/ 309 w 337"/>
                <a:gd name="T41" fmla="*/ 682 h 553"/>
                <a:gd name="T42" fmla="*/ 309 w 337"/>
                <a:gd name="T43" fmla="*/ 668 h 553"/>
                <a:gd name="T44" fmla="*/ 364 w 337"/>
                <a:gd name="T45" fmla="*/ 499 h 553"/>
                <a:gd name="T46" fmla="*/ 364 w 337"/>
                <a:gd name="T47" fmla="*/ 673 h 553"/>
                <a:gd name="T48" fmla="*/ 364 w 337"/>
                <a:gd name="T49" fmla="*/ 860 h 553"/>
                <a:gd name="T50" fmla="*/ 431 w 337"/>
                <a:gd name="T51" fmla="*/ 906 h 553"/>
                <a:gd name="T52" fmla="*/ 483 w 337"/>
                <a:gd name="T53" fmla="*/ 682 h 553"/>
                <a:gd name="T54" fmla="*/ 483 w 337"/>
                <a:gd name="T55" fmla="*/ 668 h 553"/>
                <a:gd name="T56" fmla="*/ 483 w 337"/>
                <a:gd name="T57" fmla="*/ 485 h 553"/>
                <a:gd name="T58" fmla="*/ 468 w 337"/>
                <a:gd name="T59" fmla="*/ 358 h 553"/>
                <a:gd name="T60" fmla="*/ 431 w 337"/>
                <a:gd name="T61" fmla="*/ 236 h 553"/>
                <a:gd name="T62" fmla="*/ 483 w 337"/>
                <a:gd name="T63" fmla="*/ 113 h 553"/>
                <a:gd name="T64" fmla="*/ 446 w 337"/>
                <a:gd name="T65" fmla="*/ 256 h 553"/>
                <a:gd name="T66" fmla="*/ 493 w 337"/>
                <a:gd name="T67" fmla="*/ 329 h 553"/>
                <a:gd name="T68" fmla="*/ 648 w 337"/>
                <a:gd name="T69" fmla="*/ 245 h 553"/>
                <a:gd name="T70" fmla="*/ 664 w 337"/>
                <a:gd name="T71" fmla="*/ 233 h 553"/>
                <a:gd name="T72" fmla="*/ 668 w 337"/>
                <a:gd name="T73" fmla="*/ 216 h 553"/>
                <a:gd name="T74" fmla="*/ 668 w 337"/>
                <a:gd name="T75" fmla="*/ 204 h 55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37"/>
                <a:gd name="T115" fmla="*/ 0 h 553"/>
                <a:gd name="T116" fmla="*/ 337 w 337"/>
                <a:gd name="T117" fmla="*/ 553 h 55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37" h="553">
                  <a:moveTo>
                    <a:pt x="333" y="118"/>
                  </a:moveTo>
                  <a:cubicBezTo>
                    <a:pt x="333" y="115"/>
                    <a:pt x="333" y="115"/>
                    <a:pt x="333" y="115"/>
                  </a:cubicBezTo>
                  <a:cubicBezTo>
                    <a:pt x="333" y="115"/>
                    <a:pt x="333" y="115"/>
                    <a:pt x="331" y="114"/>
                  </a:cubicBezTo>
                  <a:cubicBezTo>
                    <a:pt x="331" y="114"/>
                    <a:pt x="331" y="114"/>
                    <a:pt x="331" y="112"/>
                  </a:cubicBezTo>
                  <a:cubicBezTo>
                    <a:pt x="262" y="11"/>
                    <a:pt x="262" y="11"/>
                    <a:pt x="262" y="11"/>
                  </a:cubicBezTo>
                  <a:cubicBezTo>
                    <a:pt x="256" y="4"/>
                    <a:pt x="249" y="0"/>
                    <a:pt x="242" y="2"/>
                  </a:cubicBezTo>
                  <a:cubicBezTo>
                    <a:pt x="242" y="0"/>
                    <a:pt x="242" y="0"/>
                    <a:pt x="242" y="0"/>
                  </a:cubicBezTo>
                  <a:cubicBezTo>
                    <a:pt x="96" y="0"/>
                    <a:pt x="96" y="0"/>
                    <a:pt x="96" y="0"/>
                  </a:cubicBezTo>
                  <a:cubicBezTo>
                    <a:pt x="96" y="2"/>
                    <a:pt x="96" y="2"/>
                    <a:pt x="96" y="2"/>
                  </a:cubicBezTo>
                  <a:cubicBezTo>
                    <a:pt x="85" y="0"/>
                    <a:pt x="78" y="4"/>
                    <a:pt x="73" y="11"/>
                  </a:cubicBezTo>
                  <a:cubicBezTo>
                    <a:pt x="4" y="112"/>
                    <a:pt x="4" y="112"/>
                    <a:pt x="4" y="112"/>
                  </a:cubicBezTo>
                  <a:cubicBezTo>
                    <a:pt x="4" y="114"/>
                    <a:pt x="4" y="114"/>
                    <a:pt x="4" y="114"/>
                  </a:cubicBezTo>
                  <a:cubicBezTo>
                    <a:pt x="2" y="114"/>
                    <a:pt x="2" y="114"/>
                    <a:pt x="2" y="114"/>
                  </a:cubicBezTo>
                  <a:cubicBezTo>
                    <a:pt x="2" y="115"/>
                    <a:pt x="2" y="115"/>
                    <a:pt x="2" y="118"/>
                  </a:cubicBezTo>
                  <a:cubicBezTo>
                    <a:pt x="2" y="120"/>
                    <a:pt x="0" y="123"/>
                    <a:pt x="0" y="124"/>
                  </a:cubicBezTo>
                  <a:cubicBezTo>
                    <a:pt x="0" y="124"/>
                    <a:pt x="0" y="125"/>
                    <a:pt x="0" y="128"/>
                  </a:cubicBezTo>
                  <a:cubicBezTo>
                    <a:pt x="0" y="129"/>
                    <a:pt x="0" y="132"/>
                    <a:pt x="0" y="132"/>
                  </a:cubicBezTo>
                  <a:cubicBezTo>
                    <a:pt x="0" y="136"/>
                    <a:pt x="2" y="136"/>
                    <a:pt x="2" y="138"/>
                  </a:cubicBezTo>
                  <a:cubicBezTo>
                    <a:pt x="2" y="139"/>
                    <a:pt x="2" y="139"/>
                    <a:pt x="2" y="142"/>
                  </a:cubicBezTo>
                  <a:cubicBezTo>
                    <a:pt x="4" y="144"/>
                    <a:pt x="5" y="146"/>
                    <a:pt x="8" y="149"/>
                  </a:cubicBezTo>
                  <a:cubicBezTo>
                    <a:pt x="10" y="149"/>
                    <a:pt x="10" y="149"/>
                    <a:pt x="10" y="149"/>
                  </a:cubicBezTo>
                  <a:cubicBezTo>
                    <a:pt x="10" y="149"/>
                    <a:pt x="10" y="150"/>
                    <a:pt x="11" y="150"/>
                  </a:cubicBezTo>
                  <a:cubicBezTo>
                    <a:pt x="87" y="201"/>
                    <a:pt x="87" y="201"/>
                    <a:pt x="87" y="201"/>
                  </a:cubicBezTo>
                  <a:cubicBezTo>
                    <a:pt x="98" y="209"/>
                    <a:pt x="113" y="204"/>
                    <a:pt x="119" y="192"/>
                  </a:cubicBezTo>
                  <a:cubicBezTo>
                    <a:pt x="127" y="180"/>
                    <a:pt x="122" y="165"/>
                    <a:pt x="112" y="156"/>
                  </a:cubicBezTo>
                  <a:cubicBezTo>
                    <a:pt x="58" y="123"/>
                    <a:pt x="58" y="123"/>
                    <a:pt x="58" y="123"/>
                  </a:cubicBezTo>
                  <a:cubicBezTo>
                    <a:pt x="96" y="68"/>
                    <a:pt x="96" y="68"/>
                    <a:pt x="96" y="68"/>
                  </a:cubicBezTo>
                  <a:cubicBezTo>
                    <a:pt x="96" y="128"/>
                    <a:pt x="96" y="128"/>
                    <a:pt x="96" y="128"/>
                  </a:cubicBezTo>
                  <a:cubicBezTo>
                    <a:pt x="119" y="144"/>
                    <a:pt x="119" y="144"/>
                    <a:pt x="119" y="144"/>
                  </a:cubicBezTo>
                  <a:cubicBezTo>
                    <a:pt x="138" y="156"/>
                    <a:pt x="143" y="180"/>
                    <a:pt x="131" y="201"/>
                  </a:cubicBezTo>
                  <a:cubicBezTo>
                    <a:pt x="124" y="214"/>
                    <a:pt x="113" y="219"/>
                    <a:pt x="100" y="219"/>
                  </a:cubicBezTo>
                  <a:cubicBezTo>
                    <a:pt x="98" y="219"/>
                    <a:pt x="97" y="219"/>
                    <a:pt x="96" y="219"/>
                  </a:cubicBezTo>
                  <a:cubicBezTo>
                    <a:pt x="96" y="296"/>
                    <a:pt x="96" y="296"/>
                    <a:pt x="96" y="296"/>
                  </a:cubicBezTo>
                  <a:cubicBezTo>
                    <a:pt x="96" y="305"/>
                    <a:pt x="96" y="305"/>
                    <a:pt x="96" y="305"/>
                  </a:cubicBezTo>
                  <a:cubicBezTo>
                    <a:pt x="96" y="408"/>
                    <a:pt x="96" y="408"/>
                    <a:pt x="96" y="408"/>
                  </a:cubicBezTo>
                  <a:cubicBezTo>
                    <a:pt x="96" y="408"/>
                    <a:pt x="96" y="409"/>
                    <a:pt x="96" y="411"/>
                  </a:cubicBezTo>
                  <a:cubicBezTo>
                    <a:pt x="96" y="411"/>
                    <a:pt x="96" y="413"/>
                    <a:pt x="96" y="416"/>
                  </a:cubicBezTo>
                  <a:cubicBezTo>
                    <a:pt x="96" y="525"/>
                    <a:pt x="96" y="525"/>
                    <a:pt x="96" y="525"/>
                  </a:cubicBezTo>
                  <a:cubicBezTo>
                    <a:pt x="96" y="541"/>
                    <a:pt x="106" y="553"/>
                    <a:pt x="119" y="553"/>
                  </a:cubicBezTo>
                  <a:cubicBezTo>
                    <a:pt x="127" y="553"/>
                    <a:pt x="127" y="553"/>
                    <a:pt x="127" y="553"/>
                  </a:cubicBezTo>
                  <a:cubicBezTo>
                    <a:pt x="142" y="553"/>
                    <a:pt x="155" y="541"/>
                    <a:pt x="155" y="525"/>
                  </a:cubicBezTo>
                  <a:cubicBezTo>
                    <a:pt x="155" y="416"/>
                    <a:pt x="155" y="416"/>
                    <a:pt x="155" y="416"/>
                  </a:cubicBezTo>
                  <a:cubicBezTo>
                    <a:pt x="155" y="413"/>
                    <a:pt x="153" y="411"/>
                    <a:pt x="153" y="411"/>
                  </a:cubicBezTo>
                  <a:cubicBezTo>
                    <a:pt x="153" y="409"/>
                    <a:pt x="155" y="408"/>
                    <a:pt x="155" y="408"/>
                  </a:cubicBezTo>
                  <a:cubicBezTo>
                    <a:pt x="155" y="305"/>
                    <a:pt x="155" y="305"/>
                    <a:pt x="155" y="305"/>
                  </a:cubicBezTo>
                  <a:cubicBezTo>
                    <a:pt x="183" y="305"/>
                    <a:pt x="183" y="305"/>
                    <a:pt x="183" y="305"/>
                  </a:cubicBezTo>
                  <a:cubicBezTo>
                    <a:pt x="183" y="408"/>
                    <a:pt x="183" y="408"/>
                    <a:pt x="183" y="408"/>
                  </a:cubicBezTo>
                  <a:cubicBezTo>
                    <a:pt x="183" y="408"/>
                    <a:pt x="183" y="409"/>
                    <a:pt x="183" y="411"/>
                  </a:cubicBezTo>
                  <a:cubicBezTo>
                    <a:pt x="183" y="411"/>
                    <a:pt x="183" y="413"/>
                    <a:pt x="183" y="416"/>
                  </a:cubicBezTo>
                  <a:cubicBezTo>
                    <a:pt x="183" y="525"/>
                    <a:pt x="183" y="525"/>
                    <a:pt x="183" y="525"/>
                  </a:cubicBezTo>
                  <a:cubicBezTo>
                    <a:pt x="183" y="541"/>
                    <a:pt x="196" y="553"/>
                    <a:pt x="208" y="553"/>
                  </a:cubicBezTo>
                  <a:cubicBezTo>
                    <a:pt x="216" y="553"/>
                    <a:pt x="216" y="553"/>
                    <a:pt x="216" y="553"/>
                  </a:cubicBezTo>
                  <a:cubicBezTo>
                    <a:pt x="230" y="553"/>
                    <a:pt x="242" y="541"/>
                    <a:pt x="242" y="525"/>
                  </a:cubicBezTo>
                  <a:cubicBezTo>
                    <a:pt x="242" y="416"/>
                    <a:pt x="242" y="416"/>
                    <a:pt x="242" y="416"/>
                  </a:cubicBezTo>
                  <a:cubicBezTo>
                    <a:pt x="242" y="413"/>
                    <a:pt x="242" y="411"/>
                    <a:pt x="242" y="411"/>
                  </a:cubicBezTo>
                  <a:cubicBezTo>
                    <a:pt x="242" y="409"/>
                    <a:pt x="242" y="408"/>
                    <a:pt x="242" y="408"/>
                  </a:cubicBezTo>
                  <a:cubicBezTo>
                    <a:pt x="242" y="305"/>
                    <a:pt x="242" y="305"/>
                    <a:pt x="242" y="305"/>
                  </a:cubicBezTo>
                  <a:cubicBezTo>
                    <a:pt x="242" y="296"/>
                    <a:pt x="242" y="296"/>
                    <a:pt x="242" y="296"/>
                  </a:cubicBezTo>
                  <a:cubicBezTo>
                    <a:pt x="242" y="219"/>
                    <a:pt x="242" y="219"/>
                    <a:pt x="242" y="219"/>
                  </a:cubicBezTo>
                  <a:cubicBezTo>
                    <a:pt x="240" y="219"/>
                    <a:pt x="238" y="219"/>
                    <a:pt x="234" y="219"/>
                  </a:cubicBezTo>
                  <a:cubicBezTo>
                    <a:pt x="221" y="219"/>
                    <a:pt x="209" y="214"/>
                    <a:pt x="203" y="201"/>
                  </a:cubicBezTo>
                  <a:cubicBezTo>
                    <a:pt x="193" y="180"/>
                    <a:pt x="199" y="156"/>
                    <a:pt x="216" y="144"/>
                  </a:cubicBezTo>
                  <a:cubicBezTo>
                    <a:pt x="242" y="125"/>
                    <a:pt x="242" y="125"/>
                    <a:pt x="242" y="125"/>
                  </a:cubicBezTo>
                  <a:cubicBezTo>
                    <a:pt x="242" y="69"/>
                    <a:pt x="242" y="69"/>
                    <a:pt x="242" y="69"/>
                  </a:cubicBezTo>
                  <a:cubicBezTo>
                    <a:pt x="277" y="123"/>
                    <a:pt x="277" y="123"/>
                    <a:pt x="277" y="123"/>
                  </a:cubicBezTo>
                  <a:cubicBezTo>
                    <a:pt x="224" y="156"/>
                    <a:pt x="224" y="156"/>
                    <a:pt x="224" y="156"/>
                  </a:cubicBezTo>
                  <a:cubicBezTo>
                    <a:pt x="212" y="165"/>
                    <a:pt x="208" y="180"/>
                    <a:pt x="216" y="192"/>
                  </a:cubicBezTo>
                  <a:cubicBezTo>
                    <a:pt x="221" y="204"/>
                    <a:pt x="236" y="209"/>
                    <a:pt x="247" y="201"/>
                  </a:cubicBezTo>
                  <a:cubicBezTo>
                    <a:pt x="323" y="150"/>
                    <a:pt x="323" y="150"/>
                    <a:pt x="323" y="150"/>
                  </a:cubicBezTo>
                  <a:cubicBezTo>
                    <a:pt x="325" y="150"/>
                    <a:pt x="325" y="149"/>
                    <a:pt x="325" y="149"/>
                  </a:cubicBezTo>
                  <a:cubicBezTo>
                    <a:pt x="327" y="149"/>
                    <a:pt x="327" y="149"/>
                    <a:pt x="327" y="149"/>
                  </a:cubicBezTo>
                  <a:cubicBezTo>
                    <a:pt x="329" y="146"/>
                    <a:pt x="331" y="144"/>
                    <a:pt x="333" y="142"/>
                  </a:cubicBezTo>
                  <a:cubicBezTo>
                    <a:pt x="333" y="139"/>
                    <a:pt x="333" y="139"/>
                    <a:pt x="333" y="139"/>
                  </a:cubicBezTo>
                  <a:cubicBezTo>
                    <a:pt x="335" y="138"/>
                    <a:pt x="335" y="136"/>
                    <a:pt x="335" y="132"/>
                  </a:cubicBezTo>
                  <a:cubicBezTo>
                    <a:pt x="337" y="132"/>
                    <a:pt x="335" y="129"/>
                    <a:pt x="335" y="128"/>
                  </a:cubicBezTo>
                  <a:cubicBezTo>
                    <a:pt x="335" y="125"/>
                    <a:pt x="337" y="125"/>
                    <a:pt x="335" y="124"/>
                  </a:cubicBezTo>
                  <a:cubicBezTo>
                    <a:pt x="335" y="123"/>
                    <a:pt x="335" y="120"/>
                    <a:pt x="333" y="118"/>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5" name="Freeform 99"/>
            <p:cNvSpPr/>
            <p:nvPr/>
          </p:nvSpPr>
          <p:spPr bwMode="auto">
            <a:xfrm>
              <a:off x="2291" y="1176"/>
              <a:ext cx="160" cy="160"/>
            </a:xfrm>
            <a:custGeom>
              <a:avLst/>
              <a:gdLst>
                <a:gd name="T0" fmla="*/ 110 w 113"/>
                <a:gd name="T1" fmla="*/ 205 h 125"/>
                <a:gd name="T2" fmla="*/ 227 w 113"/>
                <a:gd name="T3" fmla="*/ 101 h 125"/>
                <a:gd name="T4" fmla="*/ 110 w 113"/>
                <a:gd name="T5" fmla="*/ 0 h 125"/>
                <a:gd name="T6" fmla="*/ 0 w 113"/>
                <a:gd name="T7" fmla="*/ 101 h 125"/>
                <a:gd name="T8" fmla="*/ 110 w 113"/>
                <a:gd name="T9" fmla="*/ 205 h 125"/>
                <a:gd name="T10" fmla="*/ 0 60000 65536"/>
                <a:gd name="T11" fmla="*/ 0 60000 65536"/>
                <a:gd name="T12" fmla="*/ 0 60000 65536"/>
                <a:gd name="T13" fmla="*/ 0 60000 65536"/>
                <a:gd name="T14" fmla="*/ 0 60000 65536"/>
                <a:gd name="T15" fmla="*/ 0 w 113"/>
                <a:gd name="T16" fmla="*/ 0 h 125"/>
                <a:gd name="T17" fmla="*/ 113 w 113"/>
                <a:gd name="T18" fmla="*/ 125 h 125"/>
              </a:gdLst>
              <a:ahLst/>
              <a:cxnLst>
                <a:cxn ang="T10">
                  <a:pos x="T0" y="T1"/>
                </a:cxn>
                <a:cxn ang="T11">
                  <a:pos x="T2" y="T3"/>
                </a:cxn>
                <a:cxn ang="T12">
                  <a:pos x="T4" y="T5"/>
                </a:cxn>
                <a:cxn ang="T13">
                  <a:pos x="T6" y="T7"/>
                </a:cxn>
                <a:cxn ang="T14">
                  <a:pos x="T8" y="T9"/>
                </a:cxn>
              </a:cxnLst>
              <a:rect l="T15" t="T16" r="T17" b="T18"/>
              <a:pathLst>
                <a:path w="113" h="125">
                  <a:moveTo>
                    <a:pt x="55" y="125"/>
                  </a:moveTo>
                  <a:cubicBezTo>
                    <a:pt x="87" y="125"/>
                    <a:pt x="113" y="96"/>
                    <a:pt x="113" y="62"/>
                  </a:cubicBezTo>
                  <a:cubicBezTo>
                    <a:pt x="113" y="29"/>
                    <a:pt x="87" y="0"/>
                    <a:pt x="55" y="0"/>
                  </a:cubicBezTo>
                  <a:cubicBezTo>
                    <a:pt x="26" y="0"/>
                    <a:pt x="0" y="29"/>
                    <a:pt x="0" y="62"/>
                  </a:cubicBezTo>
                  <a:cubicBezTo>
                    <a:pt x="0" y="96"/>
                    <a:pt x="26" y="125"/>
                    <a:pt x="55" y="125"/>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6" name="Oval 100"/>
            <p:cNvSpPr>
              <a:spLocks noChangeArrowheads="1"/>
            </p:cNvSpPr>
            <p:nvPr/>
          </p:nvSpPr>
          <p:spPr bwMode="auto">
            <a:xfrm>
              <a:off x="950" y="1160"/>
              <a:ext cx="459" cy="453"/>
            </a:xfrm>
            <a:prstGeom prst="ellipse">
              <a:avLst/>
            </a:pr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zh-CN" sz="1800">
                <a:latin typeface="+mn-lt"/>
                <a:cs typeface="+mn-ea"/>
                <a:sym typeface="+mn-lt"/>
              </a:endParaRPr>
            </a:p>
          </p:txBody>
        </p:sp>
        <p:sp>
          <p:nvSpPr>
            <p:cNvPr id="17447" name="Freeform 101"/>
            <p:cNvSpPr/>
            <p:nvPr/>
          </p:nvSpPr>
          <p:spPr bwMode="auto">
            <a:xfrm>
              <a:off x="1206" y="1408"/>
              <a:ext cx="243" cy="242"/>
            </a:xfrm>
            <a:custGeom>
              <a:avLst/>
              <a:gdLst>
                <a:gd name="T0" fmla="*/ 8 w 172"/>
                <a:gd name="T1" fmla="*/ 92 h 189"/>
                <a:gd name="T2" fmla="*/ 25 w 172"/>
                <a:gd name="T3" fmla="*/ 87 h 189"/>
                <a:gd name="T4" fmla="*/ 38 w 172"/>
                <a:gd name="T5" fmla="*/ 65 h 189"/>
                <a:gd name="T6" fmla="*/ 78 w 172"/>
                <a:gd name="T7" fmla="*/ 33 h 189"/>
                <a:gd name="T8" fmla="*/ 102 w 172"/>
                <a:gd name="T9" fmla="*/ 18 h 189"/>
                <a:gd name="T10" fmla="*/ 110 w 172"/>
                <a:gd name="T11" fmla="*/ 4 h 189"/>
                <a:gd name="T12" fmla="*/ 134 w 172"/>
                <a:gd name="T13" fmla="*/ 10 h 189"/>
                <a:gd name="T14" fmla="*/ 335 w 172"/>
                <a:gd name="T15" fmla="*/ 282 h 189"/>
                <a:gd name="T16" fmla="*/ 335 w 172"/>
                <a:gd name="T17" fmla="*/ 298 h 189"/>
                <a:gd name="T18" fmla="*/ 335 w 172"/>
                <a:gd name="T19" fmla="*/ 303 h 189"/>
                <a:gd name="T20" fmla="*/ 329 w 172"/>
                <a:gd name="T21" fmla="*/ 306 h 189"/>
                <a:gd name="T22" fmla="*/ 311 w 172"/>
                <a:gd name="T23" fmla="*/ 306 h 189"/>
                <a:gd name="T24" fmla="*/ 14 w 172"/>
                <a:gd name="T25" fmla="*/ 115 h 189"/>
                <a:gd name="T26" fmla="*/ 8 w 172"/>
                <a:gd name="T27" fmla="*/ 92 h 18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2"/>
                <a:gd name="T43" fmla="*/ 0 h 189"/>
                <a:gd name="T44" fmla="*/ 172 w 172"/>
                <a:gd name="T45" fmla="*/ 189 h 18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2" h="189">
                  <a:moveTo>
                    <a:pt x="4" y="56"/>
                  </a:moveTo>
                  <a:cubicBezTo>
                    <a:pt x="7" y="54"/>
                    <a:pt x="9" y="53"/>
                    <a:pt x="13" y="53"/>
                  </a:cubicBezTo>
                  <a:cubicBezTo>
                    <a:pt x="13" y="48"/>
                    <a:pt x="15" y="45"/>
                    <a:pt x="19" y="40"/>
                  </a:cubicBezTo>
                  <a:cubicBezTo>
                    <a:pt x="39" y="20"/>
                    <a:pt x="39" y="20"/>
                    <a:pt x="39" y="20"/>
                  </a:cubicBezTo>
                  <a:cubicBezTo>
                    <a:pt x="44" y="15"/>
                    <a:pt x="47" y="14"/>
                    <a:pt x="51" y="11"/>
                  </a:cubicBezTo>
                  <a:cubicBezTo>
                    <a:pt x="51" y="8"/>
                    <a:pt x="53" y="4"/>
                    <a:pt x="55" y="2"/>
                  </a:cubicBezTo>
                  <a:cubicBezTo>
                    <a:pt x="58" y="0"/>
                    <a:pt x="63" y="0"/>
                    <a:pt x="67" y="6"/>
                  </a:cubicBezTo>
                  <a:cubicBezTo>
                    <a:pt x="168" y="172"/>
                    <a:pt x="168" y="172"/>
                    <a:pt x="168" y="172"/>
                  </a:cubicBezTo>
                  <a:cubicBezTo>
                    <a:pt x="172" y="177"/>
                    <a:pt x="172" y="180"/>
                    <a:pt x="168" y="182"/>
                  </a:cubicBezTo>
                  <a:cubicBezTo>
                    <a:pt x="168" y="185"/>
                    <a:pt x="168" y="185"/>
                    <a:pt x="168" y="185"/>
                  </a:cubicBezTo>
                  <a:cubicBezTo>
                    <a:pt x="168" y="185"/>
                    <a:pt x="165" y="185"/>
                    <a:pt x="165" y="187"/>
                  </a:cubicBezTo>
                  <a:cubicBezTo>
                    <a:pt x="162" y="189"/>
                    <a:pt x="158" y="189"/>
                    <a:pt x="156" y="187"/>
                  </a:cubicBezTo>
                  <a:cubicBezTo>
                    <a:pt x="7" y="70"/>
                    <a:pt x="7" y="70"/>
                    <a:pt x="7" y="70"/>
                  </a:cubicBezTo>
                  <a:cubicBezTo>
                    <a:pt x="3" y="66"/>
                    <a:pt x="0" y="61"/>
                    <a:pt x="4" y="56"/>
                  </a:cubicBezTo>
                  <a:close/>
                </a:path>
              </a:pathLst>
            </a:cu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8" name="Freeform 102"/>
            <p:cNvSpPr/>
            <p:nvPr/>
          </p:nvSpPr>
          <p:spPr bwMode="auto">
            <a:xfrm>
              <a:off x="1724" y="444"/>
              <a:ext cx="503" cy="498"/>
            </a:xfrm>
            <a:custGeom>
              <a:avLst/>
              <a:gdLst>
                <a:gd name="T0" fmla="*/ 585 w 356"/>
                <a:gd name="T1" fmla="*/ 113 h 389"/>
                <a:gd name="T2" fmla="*/ 576 w 356"/>
                <a:gd name="T3" fmla="*/ 525 h 389"/>
                <a:gd name="T4" fmla="*/ 120 w 356"/>
                <a:gd name="T5" fmla="*/ 521 h 389"/>
                <a:gd name="T6" fmla="*/ 127 w 356"/>
                <a:gd name="T7" fmla="*/ 111 h 389"/>
                <a:gd name="T8" fmla="*/ 585 w 356"/>
                <a:gd name="T9" fmla="*/ 113 h 389"/>
                <a:gd name="T10" fmla="*/ 0 60000 65536"/>
                <a:gd name="T11" fmla="*/ 0 60000 65536"/>
                <a:gd name="T12" fmla="*/ 0 60000 65536"/>
                <a:gd name="T13" fmla="*/ 0 60000 65536"/>
                <a:gd name="T14" fmla="*/ 0 60000 65536"/>
                <a:gd name="T15" fmla="*/ 0 w 356"/>
                <a:gd name="T16" fmla="*/ 0 h 389"/>
                <a:gd name="T17" fmla="*/ 356 w 356"/>
                <a:gd name="T18" fmla="*/ 389 h 389"/>
              </a:gdLst>
              <a:ahLst/>
              <a:cxnLst>
                <a:cxn ang="T10">
                  <a:pos x="T0" y="T1"/>
                </a:cxn>
                <a:cxn ang="T11">
                  <a:pos x="T2" y="T3"/>
                </a:cxn>
                <a:cxn ang="T12">
                  <a:pos x="T4" y="T5"/>
                </a:cxn>
                <a:cxn ang="T13">
                  <a:pos x="T6" y="T7"/>
                </a:cxn>
                <a:cxn ang="T14">
                  <a:pos x="T8" y="T9"/>
                </a:cxn>
              </a:cxnLst>
              <a:rect l="T15" t="T16" r="T17" b="T18"/>
              <a:pathLst>
                <a:path w="356" h="389">
                  <a:moveTo>
                    <a:pt x="293" y="69"/>
                  </a:moveTo>
                  <a:cubicBezTo>
                    <a:pt x="356" y="142"/>
                    <a:pt x="354" y="253"/>
                    <a:pt x="289" y="320"/>
                  </a:cubicBezTo>
                  <a:cubicBezTo>
                    <a:pt x="226" y="389"/>
                    <a:pt x="124" y="386"/>
                    <a:pt x="60" y="318"/>
                  </a:cubicBezTo>
                  <a:cubicBezTo>
                    <a:pt x="0" y="248"/>
                    <a:pt x="0" y="135"/>
                    <a:pt x="64" y="68"/>
                  </a:cubicBezTo>
                  <a:cubicBezTo>
                    <a:pt x="128" y="0"/>
                    <a:pt x="230" y="1"/>
                    <a:pt x="293" y="69"/>
                  </a:cubicBezTo>
                  <a:close/>
                </a:path>
              </a:pathLst>
            </a:custGeom>
            <a:solidFill>
              <a:schemeClr val="dk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sp>
          <p:nvSpPr>
            <p:cNvPr id="17449" name="Freeform 103"/>
            <p:cNvSpPr/>
            <p:nvPr/>
          </p:nvSpPr>
          <p:spPr bwMode="auto">
            <a:xfrm>
              <a:off x="1905" y="779"/>
              <a:ext cx="125" cy="278"/>
            </a:xfrm>
            <a:custGeom>
              <a:avLst/>
              <a:gdLst>
                <a:gd name="T0" fmla="*/ 163 w 88"/>
                <a:gd name="T1" fmla="*/ 4 h 217"/>
                <a:gd name="T2" fmla="*/ 141 w 88"/>
                <a:gd name="T3" fmla="*/ 10 h 217"/>
                <a:gd name="T4" fmla="*/ 115 w 88"/>
                <a:gd name="T5" fmla="*/ 4 h 217"/>
                <a:gd name="T6" fmla="*/ 63 w 88"/>
                <a:gd name="T7" fmla="*/ 4 h 217"/>
                <a:gd name="T8" fmla="*/ 37 w 88"/>
                <a:gd name="T9" fmla="*/ 10 h 217"/>
                <a:gd name="T10" fmla="*/ 18 w 88"/>
                <a:gd name="T11" fmla="*/ 4 h 217"/>
                <a:gd name="T12" fmla="*/ 1 w 88"/>
                <a:gd name="T13" fmla="*/ 22 h 217"/>
                <a:gd name="T14" fmla="*/ 71 w 88"/>
                <a:gd name="T15" fmla="*/ 343 h 217"/>
                <a:gd name="T16" fmla="*/ 85 w 88"/>
                <a:gd name="T17" fmla="*/ 356 h 217"/>
                <a:gd name="T18" fmla="*/ 87 w 88"/>
                <a:gd name="T19" fmla="*/ 356 h 217"/>
                <a:gd name="T20" fmla="*/ 92 w 88"/>
                <a:gd name="T21" fmla="*/ 356 h 217"/>
                <a:gd name="T22" fmla="*/ 109 w 88"/>
                <a:gd name="T23" fmla="*/ 343 h 217"/>
                <a:gd name="T24" fmla="*/ 176 w 88"/>
                <a:gd name="T25" fmla="*/ 22 h 217"/>
                <a:gd name="T26" fmla="*/ 163 w 88"/>
                <a:gd name="T27" fmla="*/ 4 h 21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8"/>
                <a:gd name="T43" fmla="*/ 0 h 217"/>
                <a:gd name="T44" fmla="*/ 88 w 88"/>
                <a:gd name="T45" fmla="*/ 217 h 21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8" h="217">
                  <a:moveTo>
                    <a:pt x="81" y="2"/>
                  </a:moveTo>
                  <a:cubicBezTo>
                    <a:pt x="78" y="0"/>
                    <a:pt x="73" y="2"/>
                    <a:pt x="70" y="6"/>
                  </a:cubicBezTo>
                  <a:cubicBezTo>
                    <a:pt x="67" y="5"/>
                    <a:pt x="62" y="2"/>
                    <a:pt x="57" y="2"/>
                  </a:cubicBezTo>
                  <a:cubicBezTo>
                    <a:pt x="31" y="2"/>
                    <a:pt x="31" y="2"/>
                    <a:pt x="31" y="2"/>
                  </a:cubicBezTo>
                  <a:cubicBezTo>
                    <a:pt x="26" y="2"/>
                    <a:pt x="22" y="5"/>
                    <a:pt x="18" y="6"/>
                  </a:cubicBezTo>
                  <a:cubicBezTo>
                    <a:pt x="16" y="2"/>
                    <a:pt x="12" y="0"/>
                    <a:pt x="9" y="2"/>
                  </a:cubicBezTo>
                  <a:cubicBezTo>
                    <a:pt x="4" y="2"/>
                    <a:pt x="0" y="9"/>
                    <a:pt x="1" y="13"/>
                  </a:cubicBezTo>
                  <a:cubicBezTo>
                    <a:pt x="35" y="209"/>
                    <a:pt x="35" y="209"/>
                    <a:pt x="35" y="209"/>
                  </a:cubicBezTo>
                  <a:cubicBezTo>
                    <a:pt x="36" y="214"/>
                    <a:pt x="38" y="217"/>
                    <a:pt x="42" y="217"/>
                  </a:cubicBezTo>
                  <a:cubicBezTo>
                    <a:pt x="43" y="217"/>
                    <a:pt x="43" y="217"/>
                    <a:pt x="43" y="217"/>
                  </a:cubicBezTo>
                  <a:cubicBezTo>
                    <a:pt x="46" y="217"/>
                    <a:pt x="46" y="217"/>
                    <a:pt x="46" y="217"/>
                  </a:cubicBezTo>
                  <a:cubicBezTo>
                    <a:pt x="50" y="217"/>
                    <a:pt x="54" y="214"/>
                    <a:pt x="54" y="209"/>
                  </a:cubicBezTo>
                  <a:cubicBezTo>
                    <a:pt x="87" y="13"/>
                    <a:pt x="87" y="13"/>
                    <a:pt x="87" y="13"/>
                  </a:cubicBezTo>
                  <a:cubicBezTo>
                    <a:pt x="88" y="9"/>
                    <a:pt x="85" y="2"/>
                    <a:pt x="81" y="2"/>
                  </a:cubicBezTo>
                  <a:close/>
                </a:path>
              </a:pathLst>
            </a:custGeom>
            <a:solidFill>
              <a:schemeClr val="dk2">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mn-lt"/>
                <a:cs typeface="+mn-ea"/>
                <a:sym typeface="+mn-lt"/>
              </a:endParaRPr>
            </a:p>
          </p:txBody>
        </p:sp>
      </p:grpSp>
      <p:sp>
        <p:nvSpPr>
          <p:cNvPr id="5" name="矩形 4"/>
          <p:cNvSpPr/>
          <p:nvPr/>
        </p:nvSpPr>
        <p:spPr>
          <a:xfrm>
            <a:off x="7138035" y="3343910"/>
            <a:ext cx="1856105" cy="521970"/>
          </a:xfrm>
          <a:prstGeom prst="rect">
            <a:avLst/>
          </a:prstGeom>
          <a:noFill/>
          <a:ln>
            <a:noFill/>
          </a:ln>
        </p:spPr>
        <p:txBody>
          <a:bodyPr wrap="square" rtlCol="0" anchor="t">
            <a:spAutoFit/>
          </a:bodyPr>
          <a:lstStyle/>
          <a:p>
            <a:pPr algn="ctr"/>
            <a:r>
              <a:rPr lang="zh-CN" altLang="en-US" sz="2800" b="1">
                <a:solidFill>
                  <a:schemeClr val="tx1"/>
                </a:solidFill>
                <a:effectLst>
                  <a:outerShdw blurRad="38100" dist="19050" dir="2700000" algn="tl" rotWithShape="0">
                    <a:schemeClr val="dk1">
                      <a:alpha val="40000"/>
                    </a:schemeClr>
                  </a:outerShdw>
                </a:effectLst>
              </a:rPr>
              <a:t>性质</a:t>
            </a:r>
            <a:endParaRPr lang="zh-CN" altLang="en-US" sz="2800" b="1">
              <a:solidFill>
                <a:schemeClr val="tx1"/>
              </a:solidFill>
              <a:effectLst>
                <a:outerShdw blurRad="38100" dist="19050" dir="2700000" algn="tl" rotWithShape="0">
                  <a:schemeClr val="dk1">
                    <a:alpha val="40000"/>
                  </a:schemeClr>
                </a:outerShdw>
              </a:effectLst>
            </a:endParaRPr>
          </a:p>
        </p:txBody>
      </p:sp>
      <p:sp>
        <p:nvSpPr>
          <p:cNvPr id="7" name="矩形 6"/>
          <p:cNvSpPr/>
          <p:nvPr/>
        </p:nvSpPr>
        <p:spPr>
          <a:xfrm>
            <a:off x="8752205" y="1937385"/>
            <a:ext cx="1856105" cy="521970"/>
          </a:xfrm>
          <a:prstGeom prst="rect">
            <a:avLst/>
          </a:prstGeom>
          <a:noFill/>
          <a:ln>
            <a:noFill/>
          </a:ln>
        </p:spPr>
        <p:txBody>
          <a:bodyPr wrap="square" rtlCol="0" anchor="t">
            <a:spAutoFit/>
          </a:bodyPr>
          <a:lstStyle/>
          <a:p>
            <a:pPr algn="ctr"/>
            <a:r>
              <a:rPr lang="zh-CN" altLang="en-US" sz="2800" b="1">
                <a:solidFill>
                  <a:schemeClr val="tx1"/>
                </a:solidFill>
                <a:effectLst>
                  <a:outerShdw blurRad="38100" dist="19050" dir="2700000" algn="tl" rotWithShape="0">
                    <a:schemeClr val="dk1">
                      <a:alpha val="40000"/>
                    </a:schemeClr>
                  </a:outerShdw>
                </a:effectLst>
              </a:rPr>
              <a:t>状态</a:t>
            </a:r>
            <a:endParaRPr lang="zh-CN" altLang="en-US" sz="2800" b="1">
              <a:solidFill>
                <a:schemeClr val="tx1"/>
              </a:solidFill>
              <a:effectLst>
                <a:outerShdw blurRad="38100" dist="19050" dir="2700000" algn="tl" rotWithShape="0">
                  <a:schemeClr val="dk1">
                    <a:alpha val="40000"/>
                  </a:schemeClr>
                </a:outerShdw>
              </a:effectLst>
            </a:endParaRPr>
          </a:p>
        </p:txBody>
      </p:sp>
      <p:sp>
        <p:nvSpPr>
          <p:cNvPr id="8" name="矩形 7"/>
          <p:cNvSpPr/>
          <p:nvPr/>
        </p:nvSpPr>
        <p:spPr>
          <a:xfrm>
            <a:off x="10297795" y="2459355"/>
            <a:ext cx="1856105" cy="521970"/>
          </a:xfrm>
          <a:prstGeom prst="rect">
            <a:avLst/>
          </a:prstGeom>
          <a:noFill/>
          <a:ln>
            <a:noFill/>
          </a:ln>
        </p:spPr>
        <p:txBody>
          <a:bodyPr wrap="square" rtlCol="0" anchor="t">
            <a:spAutoFit/>
          </a:bodyPr>
          <a:lstStyle/>
          <a:p>
            <a:pPr algn="ctr"/>
            <a:r>
              <a:rPr lang="zh-CN" altLang="en-US" sz="2800" b="1">
                <a:solidFill>
                  <a:schemeClr val="tx1"/>
                </a:solidFill>
                <a:effectLst>
                  <a:outerShdw blurRad="38100" dist="19050" dir="2700000" algn="tl" rotWithShape="0">
                    <a:schemeClr val="dk1">
                      <a:alpha val="40000"/>
                    </a:schemeClr>
                  </a:outerShdw>
                </a:effectLst>
              </a:rPr>
              <a:t>关系</a:t>
            </a:r>
            <a:endParaRPr lang="zh-CN" altLang="en-US" sz="2800" b="1">
              <a:solidFill>
                <a:schemeClr val="tx1"/>
              </a:solidFill>
              <a:effectLst>
                <a:outerShdw blurRad="38100" dist="19050" dir="2700000" algn="tl" rotWithShape="0">
                  <a:schemeClr val="dk1">
                    <a:alpha val="40000"/>
                  </a:schemeClr>
                </a:outerShdw>
              </a:effectLst>
            </a:endParaRPr>
          </a:p>
        </p:txBody>
      </p:sp>
      <p:sp>
        <p:nvSpPr>
          <p:cNvPr id="10" name="内容占位符 9"/>
          <p:cNvSpPr>
            <a:spLocks noGrp="1"/>
          </p:cNvSpPr>
          <p:nvPr>
            <p:ph idx="1"/>
          </p:nvPr>
        </p:nvSpPr>
        <p:spPr>
          <a:xfrm>
            <a:off x="370840" y="1937385"/>
            <a:ext cx="6595110" cy="4932680"/>
          </a:xfrm>
        </p:spPr>
        <p:txBody>
          <a:bodyPr>
            <a:normAutofit/>
          </a:bodyPr>
          <a:lstStyle/>
          <a:p>
            <a:pPr marL="0" indent="0">
              <a:lnSpc>
                <a:spcPct val="150000"/>
              </a:lnSpc>
              <a:buNone/>
            </a:pPr>
            <a:r>
              <a:rPr lang="zh-CN" altLang="zh-CN" sz="1800" dirty="0"/>
              <a:t>当问题的规模为n时，S(n)表示此时算法占用的存储空间量，称为算法的空间复杂度，当n增大时S(n)也随之增大。</a:t>
            </a:r>
            <a:endParaRPr lang="zh-CN" altLang="zh-CN" sz="1800" dirty="0"/>
          </a:p>
          <a:p>
            <a:pPr marL="0" indent="0">
              <a:lnSpc>
                <a:spcPct val="150000"/>
              </a:lnSpc>
              <a:buNone/>
            </a:pPr>
            <a:endParaRPr lang="zh-CN" altLang="zh-CN" sz="1800" dirty="0"/>
          </a:p>
          <a:p>
            <a:pPr marL="0" indent="0">
              <a:lnSpc>
                <a:spcPct val="150000"/>
              </a:lnSpc>
              <a:buNone/>
            </a:pPr>
            <a:r>
              <a:rPr lang="zh-CN" altLang="zh-CN" sz="1800" dirty="0"/>
              <a:t>通常采用算法的渐进分析中的大O表示法作为算法空间复杂度的渐进度量值，称为算法的渐进空间复杂度，记作S(n)=O(f(n))，其分析与算法的渐进时间复杂度相同。</a:t>
            </a:r>
            <a:endParaRPr lang="zh-CN" altLang="zh-CN" sz="1800" dirty="0"/>
          </a:p>
        </p:txBody>
      </p:sp>
      <p:sp>
        <p:nvSpPr>
          <p:cNvPr id="13" name="矩形 12"/>
          <p:cNvSpPr>
            <a:spLocks noGrp="1" noRot="1" noChangeAspect="1" noMove="1" noResize="1" noEditPoints="1" noAdjustHandles="1" noChangeArrowheads="1" noChangeShapeType="1" noTextEdit="1"/>
          </p:cNvSpPr>
          <p:nvPr/>
        </p:nvSpPr>
        <p:spPr>
          <a:blipFill rotWithShape="1">
            <a:blip r:embed="rId1"/>
            <a:stretch>
              <a:fillRect l="-1809" t="-2574" r="-3101"/>
            </a:stretch>
          </a:blipFill>
        </p:spPr>
      </p:sp>
    </p:spTree>
  </p:cSld>
  <p:clrMapOvr>
    <a:masterClrMapping/>
  </p:clrMapOvr>
  <p:transition>
    <p:cover dir="d"/>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7973400" cy="700405"/>
          </a:xfrm>
        </p:spPr>
        <p:txBody>
          <a:bodyPr/>
          <a:lstStyle/>
          <a:p>
            <a:r>
              <a:rPr lang="zh-CN" altLang="en-US"/>
              <a:t>算法描述</a:t>
            </a:r>
            <a:endParaRPr lang="zh-CN" altLang="en-US"/>
          </a:p>
        </p:txBody>
      </p:sp>
      <p:sp>
        <p:nvSpPr>
          <p:cNvPr id="16" name="矩形 15"/>
          <p:cNvSpPr>
            <a:spLocks noChangeAspect="1"/>
          </p:cNvSpPr>
          <p:nvPr/>
        </p:nvSpPr>
        <p:spPr>
          <a:xfrm>
            <a:off x="1529715" y="2184400"/>
            <a:ext cx="9666605" cy="991870"/>
          </a:xfrm>
          <a:prstGeom prst="rect">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400">
              <a:solidFill>
                <a:prstClr val="white"/>
              </a:solidFill>
              <a:cs typeface="+mn-ea"/>
              <a:sym typeface="+mn-lt"/>
            </a:endParaRPr>
          </a:p>
        </p:txBody>
      </p:sp>
      <p:sp>
        <p:nvSpPr>
          <p:cNvPr id="53" name="文本框 52"/>
          <p:cNvSpPr txBox="1">
            <a:spLocks noChangeAspect="1"/>
          </p:cNvSpPr>
          <p:nvPr/>
        </p:nvSpPr>
        <p:spPr>
          <a:xfrm>
            <a:off x="2771140" y="2179955"/>
            <a:ext cx="7937500" cy="953135"/>
          </a:xfrm>
          <a:prstGeom prst="rect">
            <a:avLst/>
          </a:prstGeom>
          <a:noFill/>
        </p:spPr>
        <p:txBody>
          <a:bodyPr wrap="square">
            <a:spAutoFit/>
          </a:bodyPr>
          <a:lstStyle>
            <a:defPPr>
              <a:defRPr lang="zh-CN"/>
            </a:defPPr>
            <a:lvl1pPr algn="ctr">
              <a:lnSpc>
                <a:spcPct val="150000"/>
              </a:lnSpc>
              <a:defRPr sz="1400">
                <a:gradFill>
                  <a:gsLst>
                    <a:gs pos="0">
                      <a:srgbClr val="08AEEA"/>
                    </a:gs>
                    <a:gs pos="100000">
                      <a:srgbClr val="2AF598"/>
                    </a:gs>
                  </a:gsLst>
                  <a:lin ang="2700000" scaled="0"/>
                </a:gradFill>
                <a:latin typeface="微软雅黑" panose="020B0503020204020204" charset="-122"/>
                <a:ea typeface="微软雅黑" panose="020B0503020204020204" charset="-122"/>
              </a:defRPr>
            </a:lvl1pPr>
          </a:lstStyle>
          <a:p>
            <a:pPr>
              <a:lnSpc>
                <a:spcPct val="100000"/>
              </a:lnSpc>
              <a:defRPr/>
            </a:pPr>
            <a:r>
              <a:rPr lang="zh-CN" altLang="zh-CN" sz="2800" b="1" dirty="0">
                <a:solidFill>
                  <a:srgbClr val="11373F"/>
                </a:solidFill>
                <a:sym typeface="+mn-ea"/>
              </a:rPr>
              <a:t>设n为正整数，试确定下列程序段中语句“x+=1”的频度。</a:t>
            </a:r>
            <a:endParaRPr lang="zh-CN" altLang="zh-CN" sz="2800" b="1" dirty="0">
              <a:solidFill>
                <a:srgbClr val="11373F"/>
              </a:solidFill>
              <a:sym typeface="+mn-ea"/>
            </a:endParaRPr>
          </a:p>
        </p:txBody>
      </p:sp>
      <p:grpSp>
        <p:nvGrpSpPr>
          <p:cNvPr id="54" name="组合 53"/>
          <p:cNvGrpSpPr>
            <a:grpSpLocks noChangeAspect="1"/>
          </p:cNvGrpSpPr>
          <p:nvPr/>
        </p:nvGrpSpPr>
        <p:grpSpPr>
          <a:xfrm>
            <a:off x="1805940" y="2292985"/>
            <a:ext cx="579120" cy="760095"/>
            <a:chOff x="4462463" y="2124076"/>
            <a:chExt cx="2930525" cy="3851275"/>
          </a:xfrm>
          <a:solidFill>
            <a:schemeClr val="bg1"/>
          </a:solidFill>
        </p:grpSpPr>
        <p:sp>
          <p:nvSpPr>
            <p:cNvPr id="55" name="Freeform 143"/>
            <p:cNvSpPr>
              <a:spLocks noEditPoints="1"/>
            </p:cNvSpPr>
            <p:nvPr/>
          </p:nvSpPr>
          <p:spPr bwMode="auto">
            <a:xfrm>
              <a:off x="4462463" y="3173413"/>
              <a:ext cx="2930525" cy="2801938"/>
            </a:xfrm>
            <a:custGeom>
              <a:avLst/>
              <a:gdLst>
                <a:gd name="T0" fmla="*/ 537 w 1078"/>
                <a:gd name="T1" fmla="*/ 1 h 1035"/>
                <a:gd name="T2" fmla="*/ 652 w 1078"/>
                <a:gd name="T3" fmla="*/ 1 h 1035"/>
                <a:gd name="T4" fmla="*/ 675 w 1078"/>
                <a:gd name="T5" fmla="*/ 6 h 1035"/>
                <a:gd name="T6" fmla="*/ 1030 w 1078"/>
                <a:gd name="T7" fmla="*/ 460 h 1035"/>
                <a:gd name="T8" fmla="*/ 1034 w 1078"/>
                <a:gd name="T9" fmla="*/ 723 h 1035"/>
                <a:gd name="T10" fmla="*/ 1015 w 1078"/>
                <a:gd name="T11" fmla="*/ 860 h 1035"/>
                <a:gd name="T12" fmla="*/ 1020 w 1078"/>
                <a:gd name="T13" fmla="*/ 875 h 1035"/>
                <a:gd name="T14" fmla="*/ 1058 w 1078"/>
                <a:gd name="T15" fmla="*/ 915 h 1035"/>
                <a:gd name="T16" fmla="*/ 1039 w 1078"/>
                <a:gd name="T17" fmla="*/ 966 h 1035"/>
                <a:gd name="T18" fmla="*/ 1021 w 1078"/>
                <a:gd name="T19" fmla="*/ 969 h 1035"/>
                <a:gd name="T20" fmla="*/ 856 w 1078"/>
                <a:gd name="T21" fmla="*/ 995 h 1035"/>
                <a:gd name="T22" fmla="*/ 583 w 1078"/>
                <a:gd name="T23" fmla="*/ 1031 h 1035"/>
                <a:gd name="T24" fmla="*/ 346 w 1078"/>
                <a:gd name="T25" fmla="*/ 1016 h 1035"/>
                <a:gd name="T26" fmla="*/ 105 w 1078"/>
                <a:gd name="T27" fmla="*/ 971 h 1035"/>
                <a:gd name="T28" fmla="*/ 46 w 1078"/>
                <a:gd name="T29" fmla="*/ 967 h 1035"/>
                <a:gd name="T30" fmla="*/ 39 w 1078"/>
                <a:gd name="T31" fmla="*/ 966 h 1035"/>
                <a:gd name="T32" fmla="*/ 20 w 1078"/>
                <a:gd name="T33" fmla="*/ 915 h 1035"/>
                <a:gd name="T34" fmla="*/ 56 w 1078"/>
                <a:gd name="T35" fmla="*/ 878 h 1035"/>
                <a:gd name="T36" fmla="*/ 61 w 1078"/>
                <a:gd name="T37" fmla="*/ 857 h 1035"/>
                <a:gd name="T38" fmla="*/ 12 w 1078"/>
                <a:gd name="T39" fmla="*/ 564 h 1035"/>
                <a:gd name="T40" fmla="*/ 210 w 1078"/>
                <a:gd name="T41" fmla="*/ 111 h 1035"/>
                <a:gd name="T42" fmla="*/ 401 w 1078"/>
                <a:gd name="T43" fmla="*/ 4 h 1035"/>
                <a:gd name="T44" fmla="*/ 423 w 1078"/>
                <a:gd name="T45" fmla="*/ 1 h 1035"/>
                <a:gd name="T46" fmla="*/ 537 w 1078"/>
                <a:gd name="T47" fmla="*/ 1 h 1035"/>
                <a:gd name="T48" fmla="*/ 535 w 1078"/>
                <a:gd name="T49" fmla="*/ 831 h 1035"/>
                <a:gd name="T50" fmla="*/ 575 w 1078"/>
                <a:gd name="T51" fmla="*/ 792 h 1035"/>
                <a:gd name="T52" fmla="*/ 575 w 1078"/>
                <a:gd name="T53" fmla="*/ 785 h 1035"/>
                <a:gd name="T54" fmla="*/ 601 w 1078"/>
                <a:gd name="T55" fmla="*/ 748 h 1035"/>
                <a:gd name="T56" fmla="*/ 679 w 1078"/>
                <a:gd name="T57" fmla="*/ 562 h 1035"/>
                <a:gd name="T58" fmla="*/ 598 w 1078"/>
                <a:gd name="T59" fmla="*/ 492 h 1035"/>
                <a:gd name="T60" fmla="*/ 515 w 1078"/>
                <a:gd name="T61" fmla="*/ 452 h 1035"/>
                <a:gd name="T62" fmla="*/ 495 w 1078"/>
                <a:gd name="T63" fmla="*/ 414 h 1035"/>
                <a:gd name="T64" fmla="*/ 530 w 1078"/>
                <a:gd name="T65" fmla="*/ 385 h 1035"/>
                <a:gd name="T66" fmla="*/ 633 w 1078"/>
                <a:gd name="T67" fmla="*/ 401 h 1035"/>
                <a:gd name="T68" fmla="*/ 659 w 1078"/>
                <a:gd name="T69" fmla="*/ 390 h 1035"/>
                <a:gd name="T70" fmla="*/ 672 w 1078"/>
                <a:gd name="T71" fmla="*/ 345 h 1035"/>
                <a:gd name="T72" fmla="*/ 659 w 1078"/>
                <a:gd name="T73" fmla="*/ 318 h 1035"/>
                <a:gd name="T74" fmla="*/ 615 w 1078"/>
                <a:gd name="T75" fmla="*/ 304 h 1035"/>
                <a:gd name="T76" fmla="*/ 578 w 1078"/>
                <a:gd name="T77" fmla="*/ 261 h 1035"/>
                <a:gd name="T78" fmla="*/ 551 w 1078"/>
                <a:gd name="T79" fmla="*/ 234 h 1035"/>
                <a:gd name="T80" fmla="*/ 529 w 1078"/>
                <a:gd name="T81" fmla="*/ 234 h 1035"/>
                <a:gd name="T82" fmla="*/ 501 w 1078"/>
                <a:gd name="T83" fmla="*/ 261 h 1035"/>
                <a:gd name="T84" fmla="*/ 501 w 1078"/>
                <a:gd name="T85" fmla="*/ 269 h 1035"/>
                <a:gd name="T86" fmla="*/ 472 w 1078"/>
                <a:gd name="T87" fmla="*/ 313 h 1035"/>
                <a:gd name="T88" fmla="*/ 388 w 1078"/>
                <a:gd name="T89" fmla="*/ 421 h 1035"/>
                <a:gd name="T90" fmla="*/ 458 w 1078"/>
                <a:gd name="T91" fmla="*/ 542 h 1035"/>
                <a:gd name="T92" fmla="*/ 530 w 1078"/>
                <a:gd name="T93" fmla="*/ 574 h 1035"/>
                <a:gd name="T94" fmla="*/ 570 w 1078"/>
                <a:gd name="T95" fmla="*/ 597 h 1035"/>
                <a:gd name="T96" fmla="*/ 561 w 1078"/>
                <a:gd name="T97" fmla="*/ 667 h 1035"/>
                <a:gd name="T98" fmla="*/ 502 w 1078"/>
                <a:gd name="T99" fmla="*/ 674 h 1035"/>
                <a:gd name="T100" fmla="*/ 423 w 1078"/>
                <a:gd name="T101" fmla="*/ 649 h 1035"/>
                <a:gd name="T102" fmla="*/ 400 w 1078"/>
                <a:gd name="T103" fmla="*/ 658 h 1035"/>
                <a:gd name="T104" fmla="*/ 385 w 1078"/>
                <a:gd name="T105" fmla="*/ 710 h 1035"/>
                <a:gd name="T106" fmla="*/ 398 w 1078"/>
                <a:gd name="T107" fmla="*/ 735 h 1035"/>
                <a:gd name="T108" fmla="*/ 461 w 1078"/>
                <a:gd name="T109" fmla="*/ 756 h 1035"/>
                <a:gd name="T110" fmla="*/ 496 w 1078"/>
                <a:gd name="T111" fmla="*/ 800 h 1035"/>
                <a:gd name="T112" fmla="*/ 528 w 1078"/>
                <a:gd name="T113" fmla="*/ 831 h 1035"/>
                <a:gd name="T114" fmla="*/ 535 w 1078"/>
                <a:gd name="T115" fmla="*/ 831 h 1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078" h="1035">
                  <a:moveTo>
                    <a:pt x="537" y="1"/>
                  </a:moveTo>
                  <a:cubicBezTo>
                    <a:pt x="575" y="1"/>
                    <a:pt x="614" y="0"/>
                    <a:pt x="652" y="1"/>
                  </a:cubicBezTo>
                  <a:cubicBezTo>
                    <a:pt x="660" y="1"/>
                    <a:pt x="669" y="2"/>
                    <a:pt x="675" y="6"/>
                  </a:cubicBezTo>
                  <a:cubicBezTo>
                    <a:pt x="868" y="98"/>
                    <a:pt x="993" y="245"/>
                    <a:pt x="1030" y="460"/>
                  </a:cubicBezTo>
                  <a:cubicBezTo>
                    <a:pt x="1044" y="547"/>
                    <a:pt x="1043" y="635"/>
                    <a:pt x="1034" y="723"/>
                  </a:cubicBezTo>
                  <a:cubicBezTo>
                    <a:pt x="1029" y="769"/>
                    <a:pt x="1021" y="814"/>
                    <a:pt x="1015" y="860"/>
                  </a:cubicBezTo>
                  <a:cubicBezTo>
                    <a:pt x="1014" y="865"/>
                    <a:pt x="1017" y="872"/>
                    <a:pt x="1020" y="875"/>
                  </a:cubicBezTo>
                  <a:cubicBezTo>
                    <a:pt x="1032" y="889"/>
                    <a:pt x="1047" y="901"/>
                    <a:pt x="1058" y="915"/>
                  </a:cubicBezTo>
                  <a:cubicBezTo>
                    <a:pt x="1078" y="940"/>
                    <a:pt x="1070" y="959"/>
                    <a:pt x="1039" y="966"/>
                  </a:cubicBezTo>
                  <a:cubicBezTo>
                    <a:pt x="1033" y="967"/>
                    <a:pt x="1027" y="969"/>
                    <a:pt x="1021" y="969"/>
                  </a:cubicBezTo>
                  <a:cubicBezTo>
                    <a:pt x="964" y="967"/>
                    <a:pt x="911" y="985"/>
                    <a:pt x="856" y="995"/>
                  </a:cubicBezTo>
                  <a:cubicBezTo>
                    <a:pt x="765" y="1011"/>
                    <a:pt x="675" y="1027"/>
                    <a:pt x="583" y="1031"/>
                  </a:cubicBezTo>
                  <a:cubicBezTo>
                    <a:pt x="503" y="1035"/>
                    <a:pt x="424" y="1029"/>
                    <a:pt x="346" y="1016"/>
                  </a:cubicBezTo>
                  <a:cubicBezTo>
                    <a:pt x="265" y="1002"/>
                    <a:pt x="185" y="985"/>
                    <a:pt x="105" y="971"/>
                  </a:cubicBezTo>
                  <a:cubicBezTo>
                    <a:pt x="86" y="967"/>
                    <a:pt x="66" y="968"/>
                    <a:pt x="46" y="967"/>
                  </a:cubicBezTo>
                  <a:cubicBezTo>
                    <a:pt x="44" y="967"/>
                    <a:pt x="41" y="966"/>
                    <a:pt x="39" y="966"/>
                  </a:cubicBezTo>
                  <a:cubicBezTo>
                    <a:pt x="8" y="959"/>
                    <a:pt x="0" y="941"/>
                    <a:pt x="20" y="915"/>
                  </a:cubicBezTo>
                  <a:cubicBezTo>
                    <a:pt x="30" y="901"/>
                    <a:pt x="43" y="889"/>
                    <a:pt x="56" y="878"/>
                  </a:cubicBezTo>
                  <a:cubicBezTo>
                    <a:pt x="63" y="871"/>
                    <a:pt x="64" y="866"/>
                    <a:pt x="61" y="857"/>
                  </a:cubicBezTo>
                  <a:cubicBezTo>
                    <a:pt x="26" y="763"/>
                    <a:pt x="6" y="665"/>
                    <a:pt x="12" y="564"/>
                  </a:cubicBezTo>
                  <a:cubicBezTo>
                    <a:pt x="23" y="390"/>
                    <a:pt x="80" y="234"/>
                    <a:pt x="210" y="111"/>
                  </a:cubicBezTo>
                  <a:cubicBezTo>
                    <a:pt x="264" y="60"/>
                    <a:pt x="328" y="23"/>
                    <a:pt x="401" y="4"/>
                  </a:cubicBezTo>
                  <a:cubicBezTo>
                    <a:pt x="408" y="2"/>
                    <a:pt x="416" y="1"/>
                    <a:pt x="423" y="1"/>
                  </a:cubicBezTo>
                  <a:cubicBezTo>
                    <a:pt x="461" y="1"/>
                    <a:pt x="499" y="1"/>
                    <a:pt x="537" y="1"/>
                  </a:cubicBezTo>
                  <a:close/>
                  <a:moveTo>
                    <a:pt x="535" y="831"/>
                  </a:moveTo>
                  <a:cubicBezTo>
                    <a:pt x="574" y="831"/>
                    <a:pt x="575" y="830"/>
                    <a:pt x="575" y="792"/>
                  </a:cubicBezTo>
                  <a:cubicBezTo>
                    <a:pt x="575" y="790"/>
                    <a:pt x="575" y="787"/>
                    <a:pt x="575" y="785"/>
                  </a:cubicBezTo>
                  <a:cubicBezTo>
                    <a:pt x="575" y="757"/>
                    <a:pt x="575" y="757"/>
                    <a:pt x="601" y="748"/>
                  </a:cubicBezTo>
                  <a:cubicBezTo>
                    <a:pt x="680" y="721"/>
                    <a:pt x="717" y="635"/>
                    <a:pt x="679" y="562"/>
                  </a:cubicBezTo>
                  <a:cubicBezTo>
                    <a:pt x="662" y="528"/>
                    <a:pt x="632" y="508"/>
                    <a:pt x="598" y="492"/>
                  </a:cubicBezTo>
                  <a:cubicBezTo>
                    <a:pt x="570" y="479"/>
                    <a:pt x="542" y="467"/>
                    <a:pt x="515" y="452"/>
                  </a:cubicBezTo>
                  <a:cubicBezTo>
                    <a:pt x="500" y="445"/>
                    <a:pt x="491" y="431"/>
                    <a:pt x="495" y="414"/>
                  </a:cubicBezTo>
                  <a:cubicBezTo>
                    <a:pt x="499" y="396"/>
                    <a:pt x="513" y="388"/>
                    <a:pt x="530" y="385"/>
                  </a:cubicBezTo>
                  <a:cubicBezTo>
                    <a:pt x="566" y="379"/>
                    <a:pt x="600" y="386"/>
                    <a:pt x="633" y="401"/>
                  </a:cubicBezTo>
                  <a:cubicBezTo>
                    <a:pt x="649" y="409"/>
                    <a:pt x="654" y="407"/>
                    <a:pt x="659" y="390"/>
                  </a:cubicBezTo>
                  <a:cubicBezTo>
                    <a:pt x="664" y="375"/>
                    <a:pt x="667" y="360"/>
                    <a:pt x="672" y="345"/>
                  </a:cubicBezTo>
                  <a:cubicBezTo>
                    <a:pt x="677" y="331"/>
                    <a:pt x="672" y="323"/>
                    <a:pt x="659" y="318"/>
                  </a:cubicBezTo>
                  <a:cubicBezTo>
                    <a:pt x="644" y="313"/>
                    <a:pt x="630" y="307"/>
                    <a:pt x="615" y="304"/>
                  </a:cubicBezTo>
                  <a:cubicBezTo>
                    <a:pt x="579" y="296"/>
                    <a:pt x="579" y="296"/>
                    <a:pt x="578" y="261"/>
                  </a:cubicBezTo>
                  <a:cubicBezTo>
                    <a:pt x="577" y="238"/>
                    <a:pt x="573" y="234"/>
                    <a:pt x="551" y="234"/>
                  </a:cubicBezTo>
                  <a:cubicBezTo>
                    <a:pt x="544" y="234"/>
                    <a:pt x="536" y="234"/>
                    <a:pt x="529" y="234"/>
                  </a:cubicBezTo>
                  <a:cubicBezTo>
                    <a:pt x="504" y="234"/>
                    <a:pt x="502" y="236"/>
                    <a:pt x="501" y="261"/>
                  </a:cubicBezTo>
                  <a:cubicBezTo>
                    <a:pt x="501" y="264"/>
                    <a:pt x="501" y="266"/>
                    <a:pt x="501" y="269"/>
                  </a:cubicBezTo>
                  <a:cubicBezTo>
                    <a:pt x="501" y="300"/>
                    <a:pt x="501" y="300"/>
                    <a:pt x="472" y="313"/>
                  </a:cubicBezTo>
                  <a:cubicBezTo>
                    <a:pt x="423" y="333"/>
                    <a:pt x="393" y="367"/>
                    <a:pt x="388" y="421"/>
                  </a:cubicBezTo>
                  <a:cubicBezTo>
                    <a:pt x="383" y="478"/>
                    <a:pt x="411" y="516"/>
                    <a:pt x="458" y="542"/>
                  </a:cubicBezTo>
                  <a:cubicBezTo>
                    <a:pt x="481" y="554"/>
                    <a:pt x="506" y="563"/>
                    <a:pt x="530" y="574"/>
                  </a:cubicBezTo>
                  <a:cubicBezTo>
                    <a:pt x="544" y="581"/>
                    <a:pt x="558" y="588"/>
                    <a:pt x="570" y="597"/>
                  </a:cubicBezTo>
                  <a:cubicBezTo>
                    <a:pt x="596" y="618"/>
                    <a:pt x="591" y="652"/>
                    <a:pt x="561" y="667"/>
                  </a:cubicBezTo>
                  <a:cubicBezTo>
                    <a:pt x="542" y="676"/>
                    <a:pt x="522" y="679"/>
                    <a:pt x="502" y="674"/>
                  </a:cubicBezTo>
                  <a:cubicBezTo>
                    <a:pt x="475" y="667"/>
                    <a:pt x="449" y="658"/>
                    <a:pt x="423" y="649"/>
                  </a:cubicBezTo>
                  <a:cubicBezTo>
                    <a:pt x="411" y="644"/>
                    <a:pt x="404" y="645"/>
                    <a:pt x="400" y="658"/>
                  </a:cubicBezTo>
                  <a:cubicBezTo>
                    <a:pt x="395" y="675"/>
                    <a:pt x="390" y="693"/>
                    <a:pt x="385" y="710"/>
                  </a:cubicBezTo>
                  <a:cubicBezTo>
                    <a:pt x="382" y="722"/>
                    <a:pt x="386" y="731"/>
                    <a:pt x="398" y="735"/>
                  </a:cubicBezTo>
                  <a:cubicBezTo>
                    <a:pt x="419" y="743"/>
                    <a:pt x="440" y="751"/>
                    <a:pt x="461" y="756"/>
                  </a:cubicBezTo>
                  <a:cubicBezTo>
                    <a:pt x="497" y="765"/>
                    <a:pt x="496" y="754"/>
                    <a:pt x="496" y="800"/>
                  </a:cubicBezTo>
                  <a:cubicBezTo>
                    <a:pt x="496" y="827"/>
                    <a:pt x="500" y="831"/>
                    <a:pt x="528" y="831"/>
                  </a:cubicBezTo>
                  <a:cubicBezTo>
                    <a:pt x="530" y="831"/>
                    <a:pt x="533" y="831"/>
                    <a:pt x="535" y="8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lt"/>
                <a:cs typeface="+mn-ea"/>
                <a:sym typeface="+mn-lt"/>
              </a:endParaRPr>
            </a:p>
          </p:txBody>
        </p:sp>
        <p:sp>
          <p:nvSpPr>
            <p:cNvPr id="56" name="Freeform 144"/>
            <p:cNvSpPr/>
            <p:nvPr/>
          </p:nvSpPr>
          <p:spPr bwMode="auto">
            <a:xfrm>
              <a:off x="5283200" y="2124076"/>
              <a:ext cx="1163638" cy="704850"/>
            </a:xfrm>
            <a:custGeom>
              <a:avLst/>
              <a:gdLst>
                <a:gd name="T0" fmla="*/ 0 w 428"/>
                <a:gd name="T1" fmla="*/ 82 h 260"/>
                <a:gd name="T2" fmla="*/ 230 w 428"/>
                <a:gd name="T3" fmla="*/ 64 h 260"/>
                <a:gd name="T4" fmla="*/ 349 w 428"/>
                <a:gd name="T5" fmla="*/ 90 h 260"/>
                <a:gd name="T6" fmla="*/ 378 w 428"/>
                <a:gd name="T7" fmla="*/ 82 h 260"/>
                <a:gd name="T8" fmla="*/ 417 w 428"/>
                <a:gd name="T9" fmla="*/ 93 h 260"/>
                <a:gd name="T10" fmla="*/ 421 w 428"/>
                <a:gd name="T11" fmla="*/ 134 h 260"/>
                <a:gd name="T12" fmla="*/ 382 w 428"/>
                <a:gd name="T13" fmla="*/ 215 h 260"/>
                <a:gd name="T14" fmla="*/ 375 w 428"/>
                <a:gd name="T15" fmla="*/ 240 h 260"/>
                <a:gd name="T16" fmla="*/ 354 w 428"/>
                <a:gd name="T17" fmla="*/ 259 h 260"/>
                <a:gd name="T18" fmla="*/ 135 w 428"/>
                <a:gd name="T19" fmla="*/ 259 h 260"/>
                <a:gd name="T20" fmla="*/ 117 w 428"/>
                <a:gd name="T21" fmla="*/ 250 h 260"/>
                <a:gd name="T22" fmla="*/ 3 w 428"/>
                <a:gd name="T23" fmla="*/ 89 h 260"/>
                <a:gd name="T24" fmla="*/ 0 w 428"/>
                <a:gd name="T25" fmla="*/ 8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8" h="260">
                  <a:moveTo>
                    <a:pt x="0" y="82"/>
                  </a:moveTo>
                  <a:cubicBezTo>
                    <a:pt x="76" y="16"/>
                    <a:pt x="156" y="0"/>
                    <a:pt x="230" y="64"/>
                  </a:cubicBezTo>
                  <a:cubicBezTo>
                    <a:pt x="265" y="95"/>
                    <a:pt x="306" y="100"/>
                    <a:pt x="349" y="90"/>
                  </a:cubicBezTo>
                  <a:cubicBezTo>
                    <a:pt x="359" y="88"/>
                    <a:pt x="369" y="85"/>
                    <a:pt x="378" y="82"/>
                  </a:cubicBezTo>
                  <a:cubicBezTo>
                    <a:pt x="394" y="77"/>
                    <a:pt x="407" y="81"/>
                    <a:pt x="417" y="93"/>
                  </a:cubicBezTo>
                  <a:cubicBezTo>
                    <a:pt x="428" y="106"/>
                    <a:pt x="428" y="119"/>
                    <a:pt x="421" y="134"/>
                  </a:cubicBezTo>
                  <a:cubicBezTo>
                    <a:pt x="408" y="161"/>
                    <a:pt x="395" y="188"/>
                    <a:pt x="382" y="215"/>
                  </a:cubicBezTo>
                  <a:cubicBezTo>
                    <a:pt x="379" y="223"/>
                    <a:pt x="375" y="232"/>
                    <a:pt x="375" y="240"/>
                  </a:cubicBezTo>
                  <a:cubicBezTo>
                    <a:pt x="374" y="255"/>
                    <a:pt x="369" y="260"/>
                    <a:pt x="354" y="259"/>
                  </a:cubicBezTo>
                  <a:cubicBezTo>
                    <a:pt x="281" y="258"/>
                    <a:pt x="208" y="259"/>
                    <a:pt x="135" y="259"/>
                  </a:cubicBezTo>
                  <a:cubicBezTo>
                    <a:pt x="129" y="258"/>
                    <a:pt x="120" y="255"/>
                    <a:pt x="117" y="250"/>
                  </a:cubicBezTo>
                  <a:cubicBezTo>
                    <a:pt x="78" y="197"/>
                    <a:pt x="41" y="143"/>
                    <a:pt x="3" y="89"/>
                  </a:cubicBezTo>
                  <a:cubicBezTo>
                    <a:pt x="2" y="87"/>
                    <a:pt x="1" y="84"/>
                    <a:pt x="0"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lt"/>
                <a:cs typeface="+mn-ea"/>
                <a:sym typeface="+mn-lt"/>
              </a:endParaRPr>
            </a:p>
          </p:txBody>
        </p:sp>
        <p:sp>
          <p:nvSpPr>
            <p:cNvPr id="57" name="Freeform 145"/>
            <p:cNvSpPr/>
            <p:nvPr/>
          </p:nvSpPr>
          <p:spPr bwMode="auto">
            <a:xfrm>
              <a:off x="5503863" y="2894013"/>
              <a:ext cx="847725" cy="207963"/>
            </a:xfrm>
            <a:custGeom>
              <a:avLst/>
              <a:gdLst>
                <a:gd name="T0" fmla="*/ 155 w 312"/>
                <a:gd name="T1" fmla="*/ 77 h 77"/>
                <a:gd name="T2" fmla="*/ 43 w 312"/>
                <a:gd name="T3" fmla="*/ 77 h 77"/>
                <a:gd name="T4" fmla="*/ 0 w 312"/>
                <a:gd name="T5" fmla="*/ 41 h 77"/>
                <a:gd name="T6" fmla="*/ 41 w 312"/>
                <a:gd name="T7" fmla="*/ 1 h 77"/>
                <a:gd name="T8" fmla="*/ 270 w 312"/>
                <a:gd name="T9" fmla="*/ 1 h 77"/>
                <a:gd name="T10" fmla="*/ 311 w 312"/>
                <a:gd name="T11" fmla="*/ 41 h 77"/>
                <a:gd name="T12" fmla="*/ 269 w 312"/>
                <a:gd name="T13" fmla="*/ 77 h 77"/>
                <a:gd name="T14" fmla="*/ 155 w 312"/>
                <a:gd name="T15" fmla="*/ 77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2" h="77">
                  <a:moveTo>
                    <a:pt x="155" y="77"/>
                  </a:moveTo>
                  <a:cubicBezTo>
                    <a:pt x="118" y="77"/>
                    <a:pt x="80" y="77"/>
                    <a:pt x="43" y="77"/>
                  </a:cubicBezTo>
                  <a:cubicBezTo>
                    <a:pt x="17" y="77"/>
                    <a:pt x="1" y="63"/>
                    <a:pt x="0" y="41"/>
                  </a:cubicBezTo>
                  <a:cubicBezTo>
                    <a:pt x="0" y="18"/>
                    <a:pt x="16" y="1"/>
                    <a:pt x="41" y="1"/>
                  </a:cubicBezTo>
                  <a:cubicBezTo>
                    <a:pt x="118" y="0"/>
                    <a:pt x="194" y="0"/>
                    <a:pt x="270" y="1"/>
                  </a:cubicBezTo>
                  <a:cubicBezTo>
                    <a:pt x="296" y="1"/>
                    <a:pt x="312" y="18"/>
                    <a:pt x="311" y="41"/>
                  </a:cubicBezTo>
                  <a:cubicBezTo>
                    <a:pt x="311" y="63"/>
                    <a:pt x="294" y="77"/>
                    <a:pt x="269" y="77"/>
                  </a:cubicBezTo>
                  <a:cubicBezTo>
                    <a:pt x="231" y="77"/>
                    <a:pt x="193" y="77"/>
                    <a:pt x="155" y="7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lt"/>
                <a:cs typeface="+mn-ea"/>
                <a:sym typeface="+mn-lt"/>
              </a:endParaRPr>
            </a:p>
          </p:txBody>
        </p:sp>
      </p:grpSp>
      <p:sp>
        <p:nvSpPr>
          <p:cNvPr id="6" name="标题 1"/>
          <p:cNvSpPr>
            <a:spLocks noGrp="1"/>
          </p:cNvSpPr>
          <p:nvPr/>
        </p:nvSpPr>
        <p:spPr>
          <a:xfrm>
            <a:off x="-131338" y="1237937"/>
            <a:ext cx="7076968" cy="6109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lvl="1" algn="l" rtl="0">
              <a:lnSpc>
                <a:spcPct val="90000"/>
              </a:lnSpc>
              <a:spcBef>
                <a:spcPct val="0"/>
              </a:spcBef>
            </a:pPr>
            <a:r>
              <a:rPr lang="en-US" altLang="zh-CN" sz="3600" kern="1200" dirty="0">
                <a:solidFill>
                  <a:schemeClr val="tx1"/>
                </a:solidFill>
                <a:latin typeface="+mj-lt"/>
                <a:ea typeface="+mj-ea"/>
                <a:cs typeface="+mj-cs"/>
              </a:rPr>
              <a:t>--</a:t>
            </a:r>
            <a:r>
              <a:rPr lang="zh-CN" altLang="zh-CN" sz="3600" kern="1200" dirty="0">
                <a:solidFill>
                  <a:schemeClr val="tx1"/>
                </a:solidFill>
                <a:latin typeface="+mj-lt"/>
                <a:ea typeface="+mj-ea"/>
                <a:cs typeface="+mj-cs"/>
              </a:rPr>
              <a:t>例题</a:t>
            </a:r>
            <a:endParaRPr lang="zh-CN" altLang="zh-CN" sz="3600" kern="1200" dirty="0">
              <a:solidFill>
                <a:schemeClr val="tx1"/>
              </a:solidFill>
              <a:latin typeface="+mj-lt"/>
              <a:ea typeface="+mj-ea"/>
              <a:cs typeface="+mj-cs"/>
            </a:endParaRPr>
          </a:p>
        </p:txBody>
      </p:sp>
      <p:pic>
        <p:nvPicPr>
          <p:cNvPr id="18" name="图片 17"/>
          <p:cNvPicPr>
            <a:picLocks noChangeAspect="1"/>
          </p:cNvPicPr>
          <p:nvPr/>
        </p:nvPicPr>
        <p:blipFill rotWithShape="1">
          <a:blip r:embed="rId1"/>
          <a:srcRect r="72571" b="21811"/>
          <a:stretch>
            <a:fillRect/>
          </a:stretch>
        </p:blipFill>
        <p:spPr>
          <a:xfrm>
            <a:off x="740149" y="3725973"/>
            <a:ext cx="4489392" cy="1929583"/>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19" name="箭头: 右 18"/>
          <p:cNvSpPr/>
          <p:nvPr/>
        </p:nvSpPr>
        <p:spPr>
          <a:xfrm>
            <a:off x="5583954" y="4335180"/>
            <a:ext cx="1234911" cy="641022"/>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pic>
        <p:nvPicPr>
          <p:cNvPr id="12" name="图片 11"/>
          <p:cNvPicPr>
            <a:picLocks noChangeAspect="1"/>
          </p:cNvPicPr>
          <p:nvPr/>
        </p:nvPicPr>
        <p:blipFill rotWithShape="1">
          <a:blip r:embed="rId2"/>
          <a:srcRect r="65975" b="21730"/>
          <a:stretch>
            <a:fillRect/>
          </a:stretch>
        </p:blipFill>
        <p:spPr>
          <a:xfrm>
            <a:off x="7370616" y="3725973"/>
            <a:ext cx="4292055" cy="1859437"/>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transition>
    <p:cover dir="d"/>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7973400" cy="700405"/>
          </a:xfrm>
        </p:spPr>
        <p:txBody>
          <a:bodyPr/>
          <a:lstStyle/>
          <a:p>
            <a:r>
              <a:rPr lang="zh-CN" altLang="en-US"/>
              <a:t>算法描述</a:t>
            </a:r>
            <a:endParaRPr lang="zh-CN" altLang="en-US"/>
          </a:p>
        </p:txBody>
      </p:sp>
      <p:sp>
        <p:nvSpPr>
          <p:cNvPr id="16" name="矩形 15"/>
          <p:cNvSpPr>
            <a:spLocks noChangeAspect="1"/>
          </p:cNvSpPr>
          <p:nvPr/>
        </p:nvSpPr>
        <p:spPr>
          <a:xfrm>
            <a:off x="1529715" y="1927225"/>
            <a:ext cx="9666605" cy="991870"/>
          </a:xfrm>
          <a:prstGeom prst="rect">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400">
              <a:solidFill>
                <a:prstClr val="white"/>
              </a:solidFill>
              <a:cs typeface="+mn-ea"/>
              <a:sym typeface="+mn-lt"/>
            </a:endParaRPr>
          </a:p>
        </p:txBody>
      </p:sp>
      <p:sp>
        <p:nvSpPr>
          <p:cNvPr id="53" name="文本框 52"/>
          <p:cNvSpPr txBox="1">
            <a:spLocks noChangeAspect="1"/>
          </p:cNvSpPr>
          <p:nvPr/>
        </p:nvSpPr>
        <p:spPr>
          <a:xfrm>
            <a:off x="2771140" y="1922780"/>
            <a:ext cx="7937500" cy="953135"/>
          </a:xfrm>
          <a:prstGeom prst="rect">
            <a:avLst/>
          </a:prstGeom>
          <a:noFill/>
        </p:spPr>
        <p:txBody>
          <a:bodyPr wrap="square">
            <a:spAutoFit/>
          </a:bodyPr>
          <a:lstStyle>
            <a:defPPr>
              <a:defRPr lang="zh-CN"/>
            </a:defPPr>
            <a:lvl1pPr algn="ctr">
              <a:lnSpc>
                <a:spcPct val="150000"/>
              </a:lnSpc>
              <a:defRPr sz="1400">
                <a:gradFill>
                  <a:gsLst>
                    <a:gs pos="0">
                      <a:srgbClr val="08AEEA"/>
                    </a:gs>
                    <a:gs pos="100000">
                      <a:srgbClr val="2AF598"/>
                    </a:gs>
                  </a:gsLst>
                  <a:lin ang="2700000" scaled="0"/>
                </a:gradFill>
                <a:latin typeface="微软雅黑" panose="020B0503020204020204" charset="-122"/>
                <a:ea typeface="微软雅黑" panose="020B0503020204020204" charset="-122"/>
              </a:defRPr>
            </a:lvl1pPr>
          </a:lstStyle>
          <a:p>
            <a:pPr>
              <a:lnSpc>
                <a:spcPct val="100000"/>
              </a:lnSpc>
              <a:defRPr/>
            </a:pPr>
            <a:r>
              <a:rPr lang="zh-CN" altLang="zh-CN" sz="2800" b="1" dirty="0">
                <a:solidFill>
                  <a:srgbClr val="11373F"/>
                </a:solidFill>
                <a:sym typeface="+mn-ea"/>
              </a:rPr>
              <a:t>设n为正整数，试确定下列程序段中语句“x+=1”的频度。</a:t>
            </a:r>
            <a:endParaRPr lang="zh-CN" altLang="zh-CN" sz="2800" b="1" dirty="0">
              <a:solidFill>
                <a:srgbClr val="11373F"/>
              </a:solidFill>
              <a:sym typeface="+mn-ea"/>
            </a:endParaRPr>
          </a:p>
        </p:txBody>
      </p:sp>
      <p:grpSp>
        <p:nvGrpSpPr>
          <p:cNvPr id="54" name="组合 53"/>
          <p:cNvGrpSpPr>
            <a:grpSpLocks noChangeAspect="1"/>
          </p:cNvGrpSpPr>
          <p:nvPr/>
        </p:nvGrpSpPr>
        <p:grpSpPr>
          <a:xfrm>
            <a:off x="1805940" y="2035810"/>
            <a:ext cx="579120" cy="760095"/>
            <a:chOff x="4462463" y="2124076"/>
            <a:chExt cx="2930525" cy="3851275"/>
          </a:xfrm>
          <a:solidFill>
            <a:schemeClr val="bg1"/>
          </a:solidFill>
        </p:grpSpPr>
        <p:sp>
          <p:nvSpPr>
            <p:cNvPr id="55" name="Freeform 143"/>
            <p:cNvSpPr>
              <a:spLocks noEditPoints="1"/>
            </p:cNvSpPr>
            <p:nvPr/>
          </p:nvSpPr>
          <p:spPr bwMode="auto">
            <a:xfrm>
              <a:off x="4462463" y="3173413"/>
              <a:ext cx="2930525" cy="2801938"/>
            </a:xfrm>
            <a:custGeom>
              <a:avLst/>
              <a:gdLst>
                <a:gd name="T0" fmla="*/ 537 w 1078"/>
                <a:gd name="T1" fmla="*/ 1 h 1035"/>
                <a:gd name="T2" fmla="*/ 652 w 1078"/>
                <a:gd name="T3" fmla="*/ 1 h 1035"/>
                <a:gd name="T4" fmla="*/ 675 w 1078"/>
                <a:gd name="T5" fmla="*/ 6 h 1035"/>
                <a:gd name="T6" fmla="*/ 1030 w 1078"/>
                <a:gd name="T7" fmla="*/ 460 h 1035"/>
                <a:gd name="T8" fmla="*/ 1034 w 1078"/>
                <a:gd name="T9" fmla="*/ 723 h 1035"/>
                <a:gd name="T10" fmla="*/ 1015 w 1078"/>
                <a:gd name="T11" fmla="*/ 860 h 1035"/>
                <a:gd name="T12" fmla="*/ 1020 w 1078"/>
                <a:gd name="T13" fmla="*/ 875 h 1035"/>
                <a:gd name="T14" fmla="*/ 1058 w 1078"/>
                <a:gd name="T15" fmla="*/ 915 h 1035"/>
                <a:gd name="T16" fmla="*/ 1039 w 1078"/>
                <a:gd name="T17" fmla="*/ 966 h 1035"/>
                <a:gd name="T18" fmla="*/ 1021 w 1078"/>
                <a:gd name="T19" fmla="*/ 969 h 1035"/>
                <a:gd name="T20" fmla="*/ 856 w 1078"/>
                <a:gd name="T21" fmla="*/ 995 h 1035"/>
                <a:gd name="T22" fmla="*/ 583 w 1078"/>
                <a:gd name="T23" fmla="*/ 1031 h 1035"/>
                <a:gd name="T24" fmla="*/ 346 w 1078"/>
                <a:gd name="T25" fmla="*/ 1016 h 1035"/>
                <a:gd name="T26" fmla="*/ 105 w 1078"/>
                <a:gd name="T27" fmla="*/ 971 h 1035"/>
                <a:gd name="T28" fmla="*/ 46 w 1078"/>
                <a:gd name="T29" fmla="*/ 967 h 1035"/>
                <a:gd name="T30" fmla="*/ 39 w 1078"/>
                <a:gd name="T31" fmla="*/ 966 h 1035"/>
                <a:gd name="T32" fmla="*/ 20 w 1078"/>
                <a:gd name="T33" fmla="*/ 915 h 1035"/>
                <a:gd name="T34" fmla="*/ 56 w 1078"/>
                <a:gd name="T35" fmla="*/ 878 h 1035"/>
                <a:gd name="T36" fmla="*/ 61 w 1078"/>
                <a:gd name="T37" fmla="*/ 857 h 1035"/>
                <a:gd name="T38" fmla="*/ 12 w 1078"/>
                <a:gd name="T39" fmla="*/ 564 h 1035"/>
                <a:gd name="T40" fmla="*/ 210 w 1078"/>
                <a:gd name="T41" fmla="*/ 111 h 1035"/>
                <a:gd name="T42" fmla="*/ 401 w 1078"/>
                <a:gd name="T43" fmla="*/ 4 h 1035"/>
                <a:gd name="T44" fmla="*/ 423 w 1078"/>
                <a:gd name="T45" fmla="*/ 1 h 1035"/>
                <a:gd name="T46" fmla="*/ 537 w 1078"/>
                <a:gd name="T47" fmla="*/ 1 h 1035"/>
                <a:gd name="T48" fmla="*/ 535 w 1078"/>
                <a:gd name="T49" fmla="*/ 831 h 1035"/>
                <a:gd name="T50" fmla="*/ 575 w 1078"/>
                <a:gd name="T51" fmla="*/ 792 h 1035"/>
                <a:gd name="T52" fmla="*/ 575 w 1078"/>
                <a:gd name="T53" fmla="*/ 785 h 1035"/>
                <a:gd name="T54" fmla="*/ 601 w 1078"/>
                <a:gd name="T55" fmla="*/ 748 h 1035"/>
                <a:gd name="T56" fmla="*/ 679 w 1078"/>
                <a:gd name="T57" fmla="*/ 562 h 1035"/>
                <a:gd name="T58" fmla="*/ 598 w 1078"/>
                <a:gd name="T59" fmla="*/ 492 h 1035"/>
                <a:gd name="T60" fmla="*/ 515 w 1078"/>
                <a:gd name="T61" fmla="*/ 452 h 1035"/>
                <a:gd name="T62" fmla="*/ 495 w 1078"/>
                <a:gd name="T63" fmla="*/ 414 h 1035"/>
                <a:gd name="T64" fmla="*/ 530 w 1078"/>
                <a:gd name="T65" fmla="*/ 385 h 1035"/>
                <a:gd name="T66" fmla="*/ 633 w 1078"/>
                <a:gd name="T67" fmla="*/ 401 h 1035"/>
                <a:gd name="T68" fmla="*/ 659 w 1078"/>
                <a:gd name="T69" fmla="*/ 390 h 1035"/>
                <a:gd name="T70" fmla="*/ 672 w 1078"/>
                <a:gd name="T71" fmla="*/ 345 h 1035"/>
                <a:gd name="T72" fmla="*/ 659 w 1078"/>
                <a:gd name="T73" fmla="*/ 318 h 1035"/>
                <a:gd name="T74" fmla="*/ 615 w 1078"/>
                <a:gd name="T75" fmla="*/ 304 h 1035"/>
                <a:gd name="T76" fmla="*/ 578 w 1078"/>
                <a:gd name="T77" fmla="*/ 261 h 1035"/>
                <a:gd name="T78" fmla="*/ 551 w 1078"/>
                <a:gd name="T79" fmla="*/ 234 h 1035"/>
                <a:gd name="T80" fmla="*/ 529 w 1078"/>
                <a:gd name="T81" fmla="*/ 234 h 1035"/>
                <a:gd name="T82" fmla="*/ 501 w 1078"/>
                <a:gd name="T83" fmla="*/ 261 h 1035"/>
                <a:gd name="T84" fmla="*/ 501 w 1078"/>
                <a:gd name="T85" fmla="*/ 269 h 1035"/>
                <a:gd name="T86" fmla="*/ 472 w 1078"/>
                <a:gd name="T87" fmla="*/ 313 h 1035"/>
                <a:gd name="T88" fmla="*/ 388 w 1078"/>
                <a:gd name="T89" fmla="*/ 421 h 1035"/>
                <a:gd name="T90" fmla="*/ 458 w 1078"/>
                <a:gd name="T91" fmla="*/ 542 h 1035"/>
                <a:gd name="T92" fmla="*/ 530 w 1078"/>
                <a:gd name="T93" fmla="*/ 574 h 1035"/>
                <a:gd name="T94" fmla="*/ 570 w 1078"/>
                <a:gd name="T95" fmla="*/ 597 h 1035"/>
                <a:gd name="T96" fmla="*/ 561 w 1078"/>
                <a:gd name="T97" fmla="*/ 667 h 1035"/>
                <a:gd name="T98" fmla="*/ 502 w 1078"/>
                <a:gd name="T99" fmla="*/ 674 h 1035"/>
                <a:gd name="T100" fmla="*/ 423 w 1078"/>
                <a:gd name="T101" fmla="*/ 649 h 1035"/>
                <a:gd name="T102" fmla="*/ 400 w 1078"/>
                <a:gd name="T103" fmla="*/ 658 h 1035"/>
                <a:gd name="T104" fmla="*/ 385 w 1078"/>
                <a:gd name="T105" fmla="*/ 710 h 1035"/>
                <a:gd name="T106" fmla="*/ 398 w 1078"/>
                <a:gd name="T107" fmla="*/ 735 h 1035"/>
                <a:gd name="T108" fmla="*/ 461 w 1078"/>
                <a:gd name="T109" fmla="*/ 756 h 1035"/>
                <a:gd name="T110" fmla="*/ 496 w 1078"/>
                <a:gd name="T111" fmla="*/ 800 h 1035"/>
                <a:gd name="T112" fmla="*/ 528 w 1078"/>
                <a:gd name="T113" fmla="*/ 831 h 1035"/>
                <a:gd name="T114" fmla="*/ 535 w 1078"/>
                <a:gd name="T115" fmla="*/ 831 h 1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078" h="1035">
                  <a:moveTo>
                    <a:pt x="537" y="1"/>
                  </a:moveTo>
                  <a:cubicBezTo>
                    <a:pt x="575" y="1"/>
                    <a:pt x="614" y="0"/>
                    <a:pt x="652" y="1"/>
                  </a:cubicBezTo>
                  <a:cubicBezTo>
                    <a:pt x="660" y="1"/>
                    <a:pt x="669" y="2"/>
                    <a:pt x="675" y="6"/>
                  </a:cubicBezTo>
                  <a:cubicBezTo>
                    <a:pt x="868" y="98"/>
                    <a:pt x="993" y="245"/>
                    <a:pt x="1030" y="460"/>
                  </a:cubicBezTo>
                  <a:cubicBezTo>
                    <a:pt x="1044" y="547"/>
                    <a:pt x="1043" y="635"/>
                    <a:pt x="1034" y="723"/>
                  </a:cubicBezTo>
                  <a:cubicBezTo>
                    <a:pt x="1029" y="769"/>
                    <a:pt x="1021" y="814"/>
                    <a:pt x="1015" y="860"/>
                  </a:cubicBezTo>
                  <a:cubicBezTo>
                    <a:pt x="1014" y="865"/>
                    <a:pt x="1017" y="872"/>
                    <a:pt x="1020" y="875"/>
                  </a:cubicBezTo>
                  <a:cubicBezTo>
                    <a:pt x="1032" y="889"/>
                    <a:pt x="1047" y="901"/>
                    <a:pt x="1058" y="915"/>
                  </a:cubicBezTo>
                  <a:cubicBezTo>
                    <a:pt x="1078" y="940"/>
                    <a:pt x="1070" y="959"/>
                    <a:pt x="1039" y="966"/>
                  </a:cubicBezTo>
                  <a:cubicBezTo>
                    <a:pt x="1033" y="967"/>
                    <a:pt x="1027" y="969"/>
                    <a:pt x="1021" y="969"/>
                  </a:cubicBezTo>
                  <a:cubicBezTo>
                    <a:pt x="964" y="967"/>
                    <a:pt x="911" y="985"/>
                    <a:pt x="856" y="995"/>
                  </a:cubicBezTo>
                  <a:cubicBezTo>
                    <a:pt x="765" y="1011"/>
                    <a:pt x="675" y="1027"/>
                    <a:pt x="583" y="1031"/>
                  </a:cubicBezTo>
                  <a:cubicBezTo>
                    <a:pt x="503" y="1035"/>
                    <a:pt x="424" y="1029"/>
                    <a:pt x="346" y="1016"/>
                  </a:cubicBezTo>
                  <a:cubicBezTo>
                    <a:pt x="265" y="1002"/>
                    <a:pt x="185" y="985"/>
                    <a:pt x="105" y="971"/>
                  </a:cubicBezTo>
                  <a:cubicBezTo>
                    <a:pt x="86" y="967"/>
                    <a:pt x="66" y="968"/>
                    <a:pt x="46" y="967"/>
                  </a:cubicBezTo>
                  <a:cubicBezTo>
                    <a:pt x="44" y="967"/>
                    <a:pt x="41" y="966"/>
                    <a:pt x="39" y="966"/>
                  </a:cubicBezTo>
                  <a:cubicBezTo>
                    <a:pt x="8" y="959"/>
                    <a:pt x="0" y="941"/>
                    <a:pt x="20" y="915"/>
                  </a:cubicBezTo>
                  <a:cubicBezTo>
                    <a:pt x="30" y="901"/>
                    <a:pt x="43" y="889"/>
                    <a:pt x="56" y="878"/>
                  </a:cubicBezTo>
                  <a:cubicBezTo>
                    <a:pt x="63" y="871"/>
                    <a:pt x="64" y="866"/>
                    <a:pt x="61" y="857"/>
                  </a:cubicBezTo>
                  <a:cubicBezTo>
                    <a:pt x="26" y="763"/>
                    <a:pt x="6" y="665"/>
                    <a:pt x="12" y="564"/>
                  </a:cubicBezTo>
                  <a:cubicBezTo>
                    <a:pt x="23" y="390"/>
                    <a:pt x="80" y="234"/>
                    <a:pt x="210" y="111"/>
                  </a:cubicBezTo>
                  <a:cubicBezTo>
                    <a:pt x="264" y="60"/>
                    <a:pt x="328" y="23"/>
                    <a:pt x="401" y="4"/>
                  </a:cubicBezTo>
                  <a:cubicBezTo>
                    <a:pt x="408" y="2"/>
                    <a:pt x="416" y="1"/>
                    <a:pt x="423" y="1"/>
                  </a:cubicBezTo>
                  <a:cubicBezTo>
                    <a:pt x="461" y="1"/>
                    <a:pt x="499" y="1"/>
                    <a:pt x="537" y="1"/>
                  </a:cubicBezTo>
                  <a:close/>
                  <a:moveTo>
                    <a:pt x="535" y="831"/>
                  </a:moveTo>
                  <a:cubicBezTo>
                    <a:pt x="574" y="831"/>
                    <a:pt x="575" y="830"/>
                    <a:pt x="575" y="792"/>
                  </a:cubicBezTo>
                  <a:cubicBezTo>
                    <a:pt x="575" y="790"/>
                    <a:pt x="575" y="787"/>
                    <a:pt x="575" y="785"/>
                  </a:cubicBezTo>
                  <a:cubicBezTo>
                    <a:pt x="575" y="757"/>
                    <a:pt x="575" y="757"/>
                    <a:pt x="601" y="748"/>
                  </a:cubicBezTo>
                  <a:cubicBezTo>
                    <a:pt x="680" y="721"/>
                    <a:pt x="717" y="635"/>
                    <a:pt x="679" y="562"/>
                  </a:cubicBezTo>
                  <a:cubicBezTo>
                    <a:pt x="662" y="528"/>
                    <a:pt x="632" y="508"/>
                    <a:pt x="598" y="492"/>
                  </a:cubicBezTo>
                  <a:cubicBezTo>
                    <a:pt x="570" y="479"/>
                    <a:pt x="542" y="467"/>
                    <a:pt x="515" y="452"/>
                  </a:cubicBezTo>
                  <a:cubicBezTo>
                    <a:pt x="500" y="445"/>
                    <a:pt x="491" y="431"/>
                    <a:pt x="495" y="414"/>
                  </a:cubicBezTo>
                  <a:cubicBezTo>
                    <a:pt x="499" y="396"/>
                    <a:pt x="513" y="388"/>
                    <a:pt x="530" y="385"/>
                  </a:cubicBezTo>
                  <a:cubicBezTo>
                    <a:pt x="566" y="379"/>
                    <a:pt x="600" y="386"/>
                    <a:pt x="633" y="401"/>
                  </a:cubicBezTo>
                  <a:cubicBezTo>
                    <a:pt x="649" y="409"/>
                    <a:pt x="654" y="407"/>
                    <a:pt x="659" y="390"/>
                  </a:cubicBezTo>
                  <a:cubicBezTo>
                    <a:pt x="664" y="375"/>
                    <a:pt x="667" y="360"/>
                    <a:pt x="672" y="345"/>
                  </a:cubicBezTo>
                  <a:cubicBezTo>
                    <a:pt x="677" y="331"/>
                    <a:pt x="672" y="323"/>
                    <a:pt x="659" y="318"/>
                  </a:cubicBezTo>
                  <a:cubicBezTo>
                    <a:pt x="644" y="313"/>
                    <a:pt x="630" y="307"/>
                    <a:pt x="615" y="304"/>
                  </a:cubicBezTo>
                  <a:cubicBezTo>
                    <a:pt x="579" y="296"/>
                    <a:pt x="579" y="296"/>
                    <a:pt x="578" y="261"/>
                  </a:cubicBezTo>
                  <a:cubicBezTo>
                    <a:pt x="577" y="238"/>
                    <a:pt x="573" y="234"/>
                    <a:pt x="551" y="234"/>
                  </a:cubicBezTo>
                  <a:cubicBezTo>
                    <a:pt x="544" y="234"/>
                    <a:pt x="536" y="234"/>
                    <a:pt x="529" y="234"/>
                  </a:cubicBezTo>
                  <a:cubicBezTo>
                    <a:pt x="504" y="234"/>
                    <a:pt x="502" y="236"/>
                    <a:pt x="501" y="261"/>
                  </a:cubicBezTo>
                  <a:cubicBezTo>
                    <a:pt x="501" y="264"/>
                    <a:pt x="501" y="266"/>
                    <a:pt x="501" y="269"/>
                  </a:cubicBezTo>
                  <a:cubicBezTo>
                    <a:pt x="501" y="300"/>
                    <a:pt x="501" y="300"/>
                    <a:pt x="472" y="313"/>
                  </a:cubicBezTo>
                  <a:cubicBezTo>
                    <a:pt x="423" y="333"/>
                    <a:pt x="393" y="367"/>
                    <a:pt x="388" y="421"/>
                  </a:cubicBezTo>
                  <a:cubicBezTo>
                    <a:pt x="383" y="478"/>
                    <a:pt x="411" y="516"/>
                    <a:pt x="458" y="542"/>
                  </a:cubicBezTo>
                  <a:cubicBezTo>
                    <a:pt x="481" y="554"/>
                    <a:pt x="506" y="563"/>
                    <a:pt x="530" y="574"/>
                  </a:cubicBezTo>
                  <a:cubicBezTo>
                    <a:pt x="544" y="581"/>
                    <a:pt x="558" y="588"/>
                    <a:pt x="570" y="597"/>
                  </a:cubicBezTo>
                  <a:cubicBezTo>
                    <a:pt x="596" y="618"/>
                    <a:pt x="591" y="652"/>
                    <a:pt x="561" y="667"/>
                  </a:cubicBezTo>
                  <a:cubicBezTo>
                    <a:pt x="542" y="676"/>
                    <a:pt x="522" y="679"/>
                    <a:pt x="502" y="674"/>
                  </a:cubicBezTo>
                  <a:cubicBezTo>
                    <a:pt x="475" y="667"/>
                    <a:pt x="449" y="658"/>
                    <a:pt x="423" y="649"/>
                  </a:cubicBezTo>
                  <a:cubicBezTo>
                    <a:pt x="411" y="644"/>
                    <a:pt x="404" y="645"/>
                    <a:pt x="400" y="658"/>
                  </a:cubicBezTo>
                  <a:cubicBezTo>
                    <a:pt x="395" y="675"/>
                    <a:pt x="390" y="693"/>
                    <a:pt x="385" y="710"/>
                  </a:cubicBezTo>
                  <a:cubicBezTo>
                    <a:pt x="382" y="722"/>
                    <a:pt x="386" y="731"/>
                    <a:pt x="398" y="735"/>
                  </a:cubicBezTo>
                  <a:cubicBezTo>
                    <a:pt x="419" y="743"/>
                    <a:pt x="440" y="751"/>
                    <a:pt x="461" y="756"/>
                  </a:cubicBezTo>
                  <a:cubicBezTo>
                    <a:pt x="497" y="765"/>
                    <a:pt x="496" y="754"/>
                    <a:pt x="496" y="800"/>
                  </a:cubicBezTo>
                  <a:cubicBezTo>
                    <a:pt x="496" y="827"/>
                    <a:pt x="500" y="831"/>
                    <a:pt x="528" y="831"/>
                  </a:cubicBezTo>
                  <a:cubicBezTo>
                    <a:pt x="530" y="831"/>
                    <a:pt x="533" y="831"/>
                    <a:pt x="535" y="8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lt"/>
                <a:cs typeface="+mn-ea"/>
                <a:sym typeface="+mn-lt"/>
              </a:endParaRPr>
            </a:p>
          </p:txBody>
        </p:sp>
        <p:sp>
          <p:nvSpPr>
            <p:cNvPr id="56" name="Freeform 144"/>
            <p:cNvSpPr/>
            <p:nvPr/>
          </p:nvSpPr>
          <p:spPr bwMode="auto">
            <a:xfrm>
              <a:off x="5283200" y="2124076"/>
              <a:ext cx="1163638" cy="704850"/>
            </a:xfrm>
            <a:custGeom>
              <a:avLst/>
              <a:gdLst>
                <a:gd name="T0" fmla="*/ 0 w 428"/>
                <a:gd name="T1" fmla="*/ 82 h 260"/>
                <a:gd name="T2" fmla="*/ 230 w 428"/>
                <a:gd name="T3" fmla="*/ 64 h 260"/>
                <a:gd name="T4" fmla="*/ 349 w 428"/>
                <a:gd name="T5" fmla="*/ 90 h 260"/>
                <a:gd name="T6" fmla="*/ 378 w 428"/>
                <a:gd name="T7" fmla="*/ 82 h 260"/>
                <a:gd name="T8" fmla="*/ 417 w 428"/>
                <a:gd name="T9" fmla="*/ 93 h 260"/>
                <a:gd name="T10" fmla="*/ 421 w 428"/>
                <a:gd name="T11" fmla="*/ 134 h 260"/>
                <a:gd name="T12" fmla="*/ 382 w 428"/>
                <a:gd name="T13" fmla="*/ 215 h 260"/>
                <a:gd name="T14" fmla="*/ 375 w 428"/>
                <a:gd name="T15" fmla="*/ 240 h 260"/>
                <a:gd name="T16" fmla="*/ 354 w 428"/>
                <a:gd name="T17" fmla="*/ 259 h 260"/>
                <a:gd name="T18" fmla="*/ 135 w 428"/>
                <a:gd name="T19" fmla="*/ 259 h 260"/>
                <a:gd name="T20" fmla="*/ 117 w 428"/>
                <a:gd name="T21" fmla="*/ 250 h 260"/>
                <a:gd name="T22" fmla="*/ 3 w 428"/>
                <a:gd name="T23" fmla="*/ 89 h 260"/>
                <a:gd name="T24" fmla="*/ 0 w 428"/>
                <a:gd name="T25" fmla="*/ 8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8" h="260">
                  <a:moveTo>
                    <a:pt x="0" y="82"/>
                  </a:moveTo>
                  <a:cubicBezTo>
                    <a:pt x="76" y="16"/>
                    <a:pt x="156" y="0"/>
                    <a:pt x="230" y="64"/>
                  </a:cubicBezTo>
                  <a:cubicBezTo>
                    <a:pt x="265" y="95"/>
                    <a:pt x="306" y="100"/>
                    <a:pt x="349" y="90"/>
                  </a:cubicBezTo>
                  <a:cubicBezTo>
                    <a:pt x="359" y="88"/>
                    <a:pt x="369" y="85"/>
                    <a:pt x="378" y="82"/>
                  </a:cubicBezTo>
                  <a:cubicBezTo>
                    <a:pt x="394" y="77"/>
                    <a:pt x="407" y="81"/>
                    <a:pt x="417" y="93"/>
                  </a:cubicBezTo>
                  <a:cubicBezTo>
                    <a:pt x="428" y="106"/>
                    <a:pt x="428" y="119"/>
                    <a:pt x="421" y="134"/>
                  </a:cubicBezTo>
                  <a:cubicBezTo>
                    <a:pt x="408" y="161"/>
                    <a:pt x="395" y="188"/>
                    <a:pt x="382" y="215"/>
                  </a:cubicBezTo>
                  <a:cubicBezTo>
                    <a:pt x="379" y="223"/>
                    <a:pt x="375" y="232"/>
                    <a:pt x="375" y="240"/>
                  </a:cubicBezTo>
                  <a:cubicBezTo>
                    <a:pt x="374" y="255"/>
                    <a:pt x="369" y="260"/>
                    <a:pt x="354" y="259"/>
                  </a:cubicBezTo>
                  <a:cubicBezTo>
                    <a:pt x="281" y="258"/>
                    <a:pt x="208" y="259"/>
                    <a:pt x="135" y="259"/>
                  </a:cubicBezTo>
                  <a:cubicBezTo>
                    <a:pt x="129" y="258"/>
                    <a:pt x="120" y="255"/>
                    <a:pt x="117" y="250"/>
                  </a:cubicBezTo>
                  <a:cubicBezTo>
                    <a:pt x="78" y="197"/>
                    <a:pt x="41" y="143"/>
                    <a:pt x="3" y="89"/>
                  </a:cubicBezTo>
                  <a:cubicBezTo>
                    <a:pt x="2" y="87"/>
                    <a:pt x="1" y="84"/>
                    <a:pt x="0"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lt"/>
                <a:cs typeface="+mn-ea"/>
                <a:sym typeface="+mn-lt"/>
              </a:endParaRPr>
            </a:p>
          </p:txBody>
        </p:sp>
        <p:sp>
          <p:nvSpPr>
            <p:cNvPr id="57" name="Freeform 145"/>
            <p:cNvSpPr/>
            <p:nvPr/>
          </p:nvSpPr>
          <p:spPr bwMode="auto">
            <a:xfrm>
              <a:off x="5503863" y="2894013"/>
              <a:ext cx="847725" cy="207963"/>
            </a:xfrm>
            <a:custGeom>
              <a:avLst/>
              <a:gdLst>
                <a:gd name="T0" fmla="*/ 155 w 312"/>
                <a:gd name="T1" fmla="*/ 77 h 77"/>
                <a:gd name="T2" fmla="*/ 43 w 312"/>
                <a:gd name="T3" fmla="*/ 77 h 77"/>
                <a:gd name="T4" fmla="*/ 0 w 312"/>
                <a:gd name="T5" fmla="*/ 41 h 77"/>
                <a:gd name="T6" fmla="*/ 41 w 312"/>
                <a:gd name="T7" fmla="*/ 1 h 77"/>
                <a:gd name="T8" fmla="*/ 270 w 312"/>
                <a:gd name="T9" fmla="*/ 1 h 77"/>
                <a:gd name="T10" fmla="*/ 311 w 312"/>
                <a:gd name="T11" fmla="*/ 41 h 77"/>
                <a:gd name="T12" fmla="*/ 269 w 312"/>
                <a:gd name="T13" fmla="*/ 77 h 77"/>
                <a:gd name="T14" fmla="*/ 155 w 312"/>
                <a:gd name="T15" fmla="*/ 77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2" h="77">
                  <a:moveTo>
                    <a:pt x="155" y="77"/>
                  </a:moveTo>
                  <a:cubicBezTo>
                    <a:pt x="118" y="77"/>
                    <a:pt x="80" y="77"/>
                    <a:pt x="43" y="77"/>
                  </a:cubicBezTo>
                  <a:cubicBezTo>
                    <a:pt x="17" y="77"/>
                    <a:pt x="1" y="63"/>
                    <a:pt x="0" y="41"/>
                  </a:cubicBezTo>
                  <a:cubicBezTo>
                    <a:pt x="0" y="18"/>
                    <a:pt x="16" y="1"/>
                    <a:pt x="41" y="1"/>
                  </a:cubicBezTo>
                  <a:cubicBezTo>
                    <a:pt x="118" y="0"/>
                    <a:pt x="194" y="0"/>
                    <a:pt x="270" y="1"/>
                  </a:cubicBezTo>
                  <a:cubicBezTo>
                    <a:pt x="296" y="1"/>
                    <a:pt x="312" y="18"/>
                    <a:pt x="311" y="41"/>
                  </a:cubicBezTo>
                  <a:cubicBezTo>
                    <a:pt x="311" y="63"/>
                    <a:pt x="294" y="77"/>
                    <a:pt x="269" y="77"/>
                  </a:cubicBezTo>
                  <a:cubicBezTo>
                    <a:pt x="231" y="77"/>
                    <a:pt x="193" y="77"/>
                    <a:pt x="155" y="7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lt"/>
                <a:cs typeface="+mn-ea"/>
                <a:sym typeface="+mn-lt"/>
              </a:endParaRPr>
            </a:p>
          </p:txBody>
        </p:sp>
      </p:grpSp>
      <p:sp>
        <p:nvSpPr>
          <p:cNvPr id="6" name="标题 1"/>
          <p:cNvSpPr>
            <a:spLocks noGrp="1"/>
          </p:cNvSpPr>
          <p:nvPr/>
        </p:nvSpPr>
        <p:spPr>
          <a:xfrm>
            <a:off x="-131338" y="1237937"/>
            <a:ext cx="7076968" cy="6109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lvl="1" algn="l" rtl="0">
              <a:lnSpc>
                <a:spcPct val="90000"/>
              </a:lnSpc>
              <a:spcBef>
                <a:spcPct val="0"/>
              </a:spcBef>
            </a:pPr>
            <a:r>
              <a:rPr lang="en-US" altLang="zh-CN" sz="3600" kern="1200" dirty="0">
                <a:solidFill>
                  <a:schemeClr val="tx1"/>
                </a:solidFill>
                <a:latin typeface="+mj-lt"/>
                <a:ea typeface="+mj-ea"/>
                <a:cs typeface="+mj-cs"/>
              </a:rPr>
              <a:t>--</a:t>
            </a:r>
            <a:r>
              <a:rPr lang="zh-CN" altLang="zh-CN" sz="3600" kern="1200" dirty="0">
                <a:solidFill>
                  <a:schemeClr val="tx1"/>
                </a:solidFill>
                <a:latin typeface="+mj-lt"/>
                <a:ea typeface="+mj-ea"/>
                <a:cs typeface="+mj-cs"/>
              </a:rPr>
              <a:t>例题</a:t>
            </a:r>
            <a:endParaRPr lang="zh-CN" altLang="zh-CN" sz="3600" kern="1200" dirty="0">
              <a:solidFill>
                <a:schemeClr val="tx1"/>
              </a:solidFill>
              <a:latin typeface="+mj-lt"/>
              <a:ea typeface="+mj-ea"/>
              <a:cs typeface="+mj-cs"/>
            </a:endParaRPr>
          </a:p>
        </p:txBody>
      </p:sp>
      <p:sp>
        <p:nvSpPr>
          <p:cNvPr id="7" name="箭头: 右 6"/>
          <p:cNvSpPr/>
          <p:nvPr/>
        </p:nvSpPr>
        <p:spPr>
          <a:xfrm>
            <a:off x="5357495" y="4155440"/>
            <a:ext cx="1882140" cy="84201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pic>
        <p:nvPicPr>
          <p:cNvPr id="8" name="图片 7"/>
          <p:cNvPicPr>
            <a:picLocks noChangeAspect="1"/>
          </p:cNvPicPr>
          <p:nvPr/>
        </p:nvPicPr>
        <p:blipFill rotWithShape="1">
          <a:blip r:embed="rId1"/>
          <a:srcRect r="80050" b="13186"/>
          <a:stretch>
            <a:fillRect/>
          </a:stretch>
        </p:blipFill>
        <p:spPr>
          <a:xfrm>
            <a:off x="2555240" y="3292475"/>
            <a:ext cx="2362200" cy="309435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9" name="图片 8"/>
          <p:cNvPicPr>
            <a:picLocks noChangeAspect="1"/>
          </p:cNvPicPr>
          <p:nvPr/>
        </p:nvPicPr>
        <p:blipFill rotWithShape="1">
          <a:blip r:embed="rId2"/>
          <a:srcRect t="1" r="75489" b="12357"/>
          <a:stretch>
            <a:fillRect/>
          </a:stretch>
        </p:blipFill>
        <p:spPr>
          <a:xfrm>
            <a:off x="7679690" y="3340735"/>
            <a:ext cx="2830195" cy="304609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transition>
    <p:cover dir="d"/>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7973400" cy="700405"/>
          </a:xfrm>
        </p:spPr>
        <p:txBody>
          <a:bodyPr/>
          <a:lstStyle/>
          <a:p>
            <a:r>
              <a:rPr lang="zh-CN" altLang="en-US"/>
              <a:t>算法描述</a:t>
            </a:r>
            <a:endParaRPr lang="zh-CN" altLang="en-US"/>
          </a:p>
        </p:txBody>
      </p:sp>
      <p:sp>
        <p:nvSpPr>
          <p:cNvPr id="16" name="矩形 15"/>
          <p:cNvSpPr>
            <a:spLocks noChangeAspect="1"/>
          </p:cNvSpPr>
          <p:nvPr/>
        </p:nvSpPr>
        <p:spPr>
          <a:xfrm>
            <a:off x="1529715" y="1927225"/>
            <a:ext cx="9666605" cy="991870"/>
          </a:xfrm>
          <a:prstGeom prst="rect">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400">
              <a:solidFill>
                <a:prstClr val="white"/>
              </a:solidFill>
              <a:cs typeface="+mn-ea"/>
              <a:sym typeface="+mn-lt"/>
            </a:endParaRPr>
          </a:p>
        </p:txBody>
      </p:sp>
      <p:sp>
        <p:nvSpPr>
          <p:cNvPr id="53" name="文本框 52"/>
          <p:cNvSpPr txBox="1">
            <a:spLocks noChangeAspect="1"/>
          </p:cNvSpPr>
          <p:nvPr/>
        </p:nvSpPr>
        <p:spPr>
          <a:xfrm>
            <a:off x="2771140" y="1922780"/>
            <a:ext cx="7937500" cy="953135"/>
          </a:xfrm>
          <a:prstGeom prst="rect">
            <a:avLst/>
          </a:prstGeom>
          <a:noFill/>
        </p:spPr>
        <p:txBody>
          <a:bodyPr wrap="square">
            <a:spAutoFit/>
          </a:bodyPr>
          <a:lstStyle>
            <a:defPPr>
              <a:defRPr lang="zh-CN"/>
            </a:defPPr>
            <a:lvl1pPr algn="ctr">
              <a:lnSpc>
                <a:spcPct val="150000"/>
              </a:lnSpc>
              <a:defRPr sz="1400">
                <a:gradFill>
                  <a:gsLst>
                    <a:gs pos="0">
                      <a:srgbClr val="08AEEA"/>
                    </a:gs>
                    <a:gs pos="100000">
                      <a:srgbClr val="2AF598"/>
                    </a:gs>
                  </a:gsLst>
                  <a:lin ang="2700000" scaled="0"/>
                </a:gradFill>
                <a:latin typeface="微软雅黑" panose="020B0503020204020204" charset="-122"/>
                <a:ea typeface="微软雅黑" panose="020B0503020204020204" charset="-122"/>
              </a:defRPr>
            </a:lvl1pPr>
          </a:lstStyle>
          <a:p>
            <a:pPr>
              <a:lnSpc>
                <a:spcPct val="100000"/>
              </a:lnSpc>
              <a:defRPr/>
            </a:pPr>
            <a:r>
              <a:rPr lang="zh-CN" altLang="zh-CN" sz="2800" b="1" dirty="0">
                <a:solidFill>
                  <a:srgbClr val="11373F"/>
                </a:solidFill>
                <a:sym typeface="+mn-ea"/>
              </a:rPr>
              <a:t>设n为正整数，试确定下列程序段中语句“x+=1”的频度。</a:t>
            </a:r>
            <a:endParaRPr lang="zh-CN" altLang="zh-CN" sz="2800" b="1" dirty="0">
              <a:solidFill>
                <a:srgbClr val="11373F"/>
              </a:solidFill>
              <a:sym typeface="+mn-ea"/>
            </a:endParaRPr>
          </a:p>
        </p:txBody>
      </p:sp>
      <p:grpSp>
        <p:nvGrpSpPr>
          <p:cNvPr id="54" name="组合 53"/>
          <p:cNvGrpSpPr>
            <a:grpSpLocks noChangeAspect="1"/>
          </p:cNvGrpSpPr>
          <p:nvPr/>
        </p:nvGrpSpPr>
        <p:grpSpPr>
          <a:xfrm>
            <a:off x="1805940" y="2035810"/>
            <a:ext cx="579120" cy="760095"/>
            <a:chOff x="4462463" y="2124076"/>
            <a:chExt cx="2930525" cy="3851275"/>
          </a:xfrm>
          <a:solidFill>
            <a:schemeClr val="bg1"/>
          </a:solidFill>
        </p:grpSpPr>
        <p:sp>
          <p:nvSpPr>
            <p:cNvPr id="55" name="Freeform 143"/>
            <p:cNvSpPr>
              <a:spLocks noEditPoints="1"/>
            </p:cNvSpPr>
            <p:nvPr/>
          </p:nvSpPr>
          <p:spPr bwMode="auto">
            <a:xfrm>
              <a:off x="4462463" y="3173413"/>
              <a:ext cx="2930525" cy="2801938"/>
            </a:xfrm>
            <a:custGeom>
              <a:avLst/>
              <a:gdLst>
                <a:gd name="T0" fmla="*/ 537 w 1078"/>
                <a:gd name="T1" fmla="*/ 1 h 1035"/>
                <a:gd name="T2" fmla="*/ 652 w 1078"/>
                <a:gd name="T3" fmla="*/ 1 h 1035"/>
                <a:gd name="T4" fmla="*/ 675 w 1078"/>
                <a:gd name="T5" fmla="*/ 6 h 1035"/>
                <a:gd name="T6" fmla="*/ 1030 w 1078"/>
                <a:gd name="T7" fmla="*/ 460 h 1035"/>
                <a:gd name="T8" fmla="*/ 1034 w 1078"/>
                <a:gd name="T9" fmla="*/ 723 h 1035"/>
                <a:gd name="T10" fmla="*/ 1015 w 1078"/>
                <a:gd name="T11" fmla="*/ 860 h 1035"/>
                <a:gd name="T12" fmla="*/ 1020 w 1078"/>
                <a:gd name="T13" fmla="*/ 875 h 1035"/>
                <a:gd name="T14" fmla="*/ 1058 w 1078"/>
                <a:gd name="T15" fmla="*/ 915 h 1035"/>
                <a:gd name="T16" fmla="*/ 1039 w 1078"/>
                <a:gd name="T17" fmla="*/ 966 h 1035"/>
                <a:gd name="T18" fmla="*/ 1021 w 1078"/>
                <a:gd name="T19" fmla="*/ 969 h 1035"/>
                <a:gd name="T20" fmla="*/ 856 w 1078"/>
                <a:gd name="T21" fmla="*/ 995 h 1035"/>
                <a:gd name="T22" fmla="*/ 583 w 1078"/>
                <a:gd name="T23" fmla="*/ 1031 h 1035"/>
                <a:gd name="T24" fmla="*/ 346 w 1078"/>
                <a:gd name="T25" fmla="*/ 1016 h 1035"/>
                <a:gd name="T26" fmla="*/ 105 w 1078"/>
                <a:gd name="T27" fmla="*/ 971 h 1035"/>
                <a:gd name="T28" fmla="*/ 46 w 1078"/>
                <a:gd name="T29" fmla="*/ 967 h 1035"/>
                <a:gd name="T30" fmla="*/ 39 w 1078"/>
                <a:gd name="T31" fmla="*/ 966 h 1035"/>
                <a:gd name="T32" fmla="*/ 20 w 1078"/>
                <a:gd name="T33" fmla="*/ 915 h 1035"/>
                <a:gd name="T34" fmla="*/ 56 w 1078"/>
                <a:gd name="T35" fmla="*/ 878 h 1035"/>
                <a:gd name="T36" fmla="*/ 61 w 1078"/>
                <a:gd name="T37" fmla="*/ 857 h 1035"/>
                <a:gd name="T38" fmla="*/ 12 w 1078"/>
                <a:gd name="T39" fmla="*/ 564 h 1035"/>
                <a:gd name="T40" fmla="*/ 210 w 1078"/>
                <a:gd name="T41" fmla="*/ 111 h 1035"/>
                <a:gd name="T42" fmla="*/ 401 w 1078"/>
                <a:gd name="T43" fmla="*/ 4 h 1035"/>
                <a:gd name="T44" fmla="*/ 423 w 1078"/>
                <a:gd name="T45" fmla="*/ 1 h 1035"/>
                <a:gd name="T46" fmla="*/ 537 w 1078"/>
                <a:gd name="T47" fmla="*/ 1 h 1035"/>
                <a:gd name="T48" fmla="*/ 535 w 1078"/>
                <a:gd name="T49" fmla="*/ 831 h 1035"/>
                <a:gd name="T50" fmla="*/ 575 w 1078"/>
                <a:gd name="T51" fmla="*/ 792 h 1035"/>
                <a:gd name="T52" fmla="*/ 575 w 1078"/>
                <a:gd name="T53" fmla="*/ 785 h 1035"/>
                <a:gd name="T54" fmla="*/ 601 w 1078"/>
                <a:gd name="T55" fmla="*/ 748 h 1035"/>
                <a:gd name="T56" fmla="*/ 679 w 1078"/>
                <a:gd name="T57" fmla="*/ 562 h 1035"/>
                <a:gd name="T58" fmla="*/ 598 w 1078"/>
                <a:gd name="T59" fmla="*/ 492 h 1035"/>
                <a:gd name="T60" fmla="*/ 515 w 1078"/>
                <a:gd name="T61" fmla="*/ 452 h 1035"/>
                <a:gd name="T62" fmla="*/ 495 w 1078"/>
                <a:gd name="T63" fmla="*/ 414 h 1035"/>
                <a:gd name="T64" fmla="*/ 530 w 1078"/>
                <a:gd name="T65" fmla="*/ 385 h 1035"/>
                <a:gd name="T66" fmla="*/ 633 w 1078"/>
                <a:gd name="T67" fmla="*/ 401 h 1035"/>
                <a:gd name="T68" fmla="*/ 659 w 1078"/>
                <a:gd name="T69" fmla="*/ 390 h 1035"/>
                <a:gd name="T70" fmla="*/ 672 w 1078"/>
                <a:gd name="T71" fmla="*/ 345 h 1035"/>
                <a:gd name="T72" fmla="*/ 659 w 1078"/>
                <a:gd name="T73" fmla="*/ 318 h 1035"/>
                <a:gd name="T74" fmla="*/ 615 w 1078"/>
                <a:gd name="T75" fmla="*/ 304 h 1035"/>
                <a:gd name="T76" fmla="*/ 578 w 1078"/>
                <a:gd name="T77" fmla="*/ 261 h 1035"/>
                <a:gd name="T78" fmla="*/ 551 w 1078"/>
                <a:gd name="T79" fmla="*/ 234 h 1035"/>
                <a:gd name="T80" fmla="*/ 529 w 1078"/>
                <a:gd name="T81" fmla="*/ 234 h 1035"/>
                <a:gd name="T82" fmla="*/ 501 w 1078"/>
                <a:gd name="T83" fmla="*/ 261 h 1035"/>
                <a:gd name="T84" fmla="*/ 501 w 1078"/>
                <a:gd name="T85" fmla="*/ 269 h 1035"/>
                <a:gd name="T86" fmla="*/ 472 w 1078"/>
                <a:gd name="T87" fmla="*/ 313 h 1035"/>
                <a:gd name="T88" fmla="*/ 388 w 1078"/>
                <a:gd name="T89" fmla="*/ 421 h 1035"/>
                <a:gd name="T90" fmla="*/ 458 w 1078"/>
                <a:gd name="T91" fmla="*/ 542 h 1035"/>
                <a:gd name="T92" fmla="*/ 530 w 1078"/>
                <a:gd name="T93" fmla="*/ 574 h 1035"/>
                <a:gd name="T94" fmla="*/ 570 w 1078"/>
                <a:gd name="T95" fmla="*/ 597 h 1035"/>
                <a:gd name="T96" fmla="*/ 561 w 1078"/>
                <a:gd name="T97" fmla="*/ 667 h 1035"/>
                <a:gd name="T98" fmla="*/ 502 w 1078"/>
                <a:gd name="T99" fmla="*/ 674 h 1035"/>
                <a:gd name="T100" fmla="*/ 423 w 1078"/>
                <a:gd name="T101" fmla="*/ 649 h 1035"/>
                <a:gd name="T102" fmla="*/ 400 w 1078"/>
                <a:gd name="T103" fmla="*/ 658 h 1035"/>
                <a:gd name="T104" fmla="*/ 385 w 1078"/>
                <a:gd name="T105" fmla="*/ 710 h 1035"/>
                <a:gd name="T106" fmla="*/ 398 w 1078"/>
                <a:gd name="T107" fmla="*/ 735 h 1035"/>
                <a:gd name="T108" fmla="*/ 461 w 1078"/>
                <a:gd name="T109" fmla="*/ 756 h 1035"/>
                <a:gd name="T110" fmla="*/ 496 w 1078"/>
                <a:gd name="T111" fmla="*/ 800 h 1035"/>
                <a:gd name="T112" fmla="*/ 528 w 1078"/>
                <a:gd name="T113" fmla="*/ 831 h 1035"/>
                <a:gd name="T114" fmla="*/ 535 w 1078"/>
                <a:gd name="T115" fmla="*/ 831 h 1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078" h="1035">
                  <a:moveTo>
                    <a:pt x="537" y="1"/>
                  </a:moveTo>
                  <a:cubicBezTo>
                    <a:pt x="575" y="1"/>
                    <a:pt x="614" y="0"/>
                    <a:pt x="652" y="1"/>
                  </a:cubicBezTo>
                  <a:cubicBezTo>
                    <a:pt x="660" y="1"/>
                    <a:pt x="669" y="2"/>
                    <a:pt x="675" y="6"/>
                  </a:cubicBezTo>
                  <a:cubicBezTo>
                    <a:pt x="868" y="98"/>
                    <a:pt x="993" y="245"/>
                    <a:pt x="1030" y="460"/>
                  </a:cubicBezTo>
                  <a:cubicBezTo>
                    <a:pt x="1044" y="547"/>
                    <a:pt x="1043" y="635"/>
                    <a:pt x="1034" y="723"/>
                  </a:cubicBezTo>
                  <a:cubicBezTo>
                    <a:pt x="1029" y="769"/>
                    <a:pt x="1021" y="814"/>
                    <a:pt x="1015" y="860"/>
                  </a:cubicBezTo>
                  <a:cubicBezTo>
                    <a:pt x="1014" y="865"/>
                    <a:pt x="1017" y="872"/>
                    <a:pt x="1020" y="875"/>
                  </a:cubicBezTo>
                  <a:cubicBezTo>
                    <a:pt x="1032" y="889"/>
                    <a:pt x="1047" y="901"/>
                    <a:pt x="1058" y="915"/>
                  </a:cubicBezTo>
                  <a:cubicBezTo>
                    <a:pt x="1078" y="940"/>
                    <a:pt x="1070" y="959"/>
                    <a:pt x="1039" y="966"/>
                  </a:cubicBezTo>
                  <a:cubicBezTo>
                    <a:pt x="1033" y="967"/>
                    <a:pt x="1027" y="969"/>
                    <a:pt x="1021" y="969"/>
                  </a:cubicBezTo>
                  <a:cubicBezTo>
                    <a:pt x="964" y="967"/>
                    <a:pt x="911" y="985"/>
                    <a:pt x="856" y="995"/>
                  </a:cubicBezTo>
                  <a:cubicBezTo>
                    <a:pt x="765" y="1011"/>
                    <a:pt x="675" y="1027"/>
                    <a:pt x="583" y="1031"/>
                  </a:cubicBezTo>
                  <a:cubicBezTo>
                    <a:pt x="503" y="1035"/>
                    <a:pt x="424" y="1029"/>
                    <a:pt x="346" y="1016"/>
                  </a:cubicBezTo>
                  <a:cubicBezTo>
                    <a:pt x="265" y="1002"/>
                    <a:pt x="185" y="985"/>
                    <a:pt x="105" y="971"/>
                  </a:cubicBezTo>
                  <a:cubicBezTo>
                    <a:pt x="86" y="967"/>
                    <a:pt x="66" y="968"/>
                    <a:pt x="46" y="967"/>
                  </a:cubicBezTo>
                  <a:cubicBezTo>
                    <a:pt x="44" y="967"/>
                    <a:pt x="41" y="966"/>
                    <a:pt x="39" y="966"/>
                  </a:cubicBezTo>
                  <a:cubicBezTo>
                    <a:pt x="8" y="959"/>
                    <a:pt x="0" y="941"/>
                    <a:pt x="20" y="915"/>
                  </a:cubicBezTo>
                  <a:cubicBezTo>
                    <a:pt x="30" y="901"/>
                    <a:pt x="43" y="889"/>
                    <a:pt x="56" y="878"/>
                  </a:cubicBezTo>
                  <a:cubicBezTo>
                    <a:pt x="63" y="871"/>
                    <a:pt x="64" y="866"/>
                    <a:pt x="61" y="857"/>
                  </a:cubicBezTo>
                  <a:cubicBezTo>
                    <a:pt x="26" y="763"/>
                    <a:pt x="6" y="665"/>
                    <a:pt x="12" y="564"/>
                  </a:cubicBezTo>
                  <a:cubicBezTo>
                    <a:pt x="23" y="390"/>
                    <a:pt x="80" y="234"/>
                    <a:pt x="210" y="111"/>
                  </a:cubicBezTo>
                  <a:cubicBezTo>
                    <a:pt x="264" y="60"/>
                    <a:pt x="328" y="23"/>
                    <a:pt x="401" y="4"/>
                  </a:cubicBezTo>
                  <a:cubicBezTo>
                    <a:pt x="408" y="2"/>
                    <a:pt x="416" y="1"/>
                    <a:pt x="423" y="1"/>
                  </a:cubicBezTo>
                  <a:cubicBezTo>
                    <a:pt x="461" y="1"/>
                    <a:pt x="499" y="1"/>
                    <a:pt x="537" y="1"/>
                  </a:cubicBezTo>
                  <a:close/>
                  <a:moveTo>
                    <a:pt x="535" y="831"/>
                  </a:moveTo>
                  <a:cubicBezTo>
                    <a:pt x="574" y="831"/>
                    <a:pt x="575" y="830"/>
                    <a:pt x="575" y="792"/>
                  </a:cubicBezTo>
                  <a:cubicBezTo>
                    <a:pt x="575" y="790"/>
                    <a:pt x="575" y="787"/>
                    <a:pt x="575" y="785"/>
                  </a:cubicBezTo>
                  <a:cubicBezTo>
                    <a:pt x="575" y="757"/>
                    <a:pt x="575" y="757"/>
                    <a:pt x="601" y="748"/>
                  </a:cubicBezTo>
                  <a:cubicBezTo>
                    <a:pt x="680" y="721"/>
                    <a:pt x="717" y="635"/>
                    <a:pt x="679" y="562"/>
                  </a:cubicBezTo>
                  <a:cubicBezTo>
                    <a:pt x="662" y="528"/>
                    <a:pt x="632" y="508"/>
                    <a:pt x="598" y="492"/>
                  </a:cubicBezTo>
                  <a:cubicBezTo>
                    <a:pt x="570" y="479"/>
                    <a:pt x="542" y="467"/>
                    <a:pt x="515" y="452"/>
                  </a:cubicBezTo>
                  <a:cubicBezTo>
                    <a:pt x="500" y="445"/>
                    <a:pt x="491" y="431"/>
                    <a:pt x="495" y="414"/>
                  </a:cubicBezTo>
                  <a:cubicBezTo>
                    <a:pt x="499" y="396"/>
                    <a:pt x="513" y="388"/>
                    <a:pt x="530" y="385"/>
                  </a:cubicBezTo>
                  <a:cubicBezTo>
                    <a:pt x="566" y="379"/>
                    <a:pt x="600" y="386"/>
                    <a:pt x="633" y="401"/>
                  </a:cubicBezTo>
                  <a:cubicBezTo>
                    <a:pt x="649" y="409"/>
                    <a:pt x="654" y="407"/>
                    <a:pt x="659" y="390"/>
                  </a:cubicBezTo>
                  <a:cubicBezTo>
                    <a:pt x="664" y="375"/>
                    <a:pt x="667" y="360"/>
                    <a:pt x="672" y="345"/>
                  </a:cubicBezTo>
                  <a:cubicBezTo>
                    <a:pt x="677" y="331"/>
                    <a:pt x="672" y="323"/>
                    <a:pt x="659" y="318"/>
                  </a:cubicBezTo>
                  <a:cubicBezTo>
                    <a:pt x="644" y="313"/>
                    <a:pt x="630" y="307"/>
                    <a:pt x="615" y="304"/>
                  </a:cubicBezTo>
                  <a:cubicBezTo>
                    <a:pt x="579" y="296"/>
                    <a:pt x="579" y="296"/>
                    <a:pt x="578" y="261"/>
                  </a:cubicBezTo>
                  <a:cubicBezTo>
                    <a:pt x="577" y="238"/>
                    <a:pt x="573" y="234"/>
                    <a:pt x="551" y="234"/>
                  </a:cubicBezTo>
                  <a:cubicBezTo>
                    <a:pt x="544" y="234"/>
                    <a:pt x="536" y="234"/>
                    <a:pt x="529" y="234"/>
                  </a:cubicBezTo>
                  <a:cubicBezTo>
                    <a:pt x="504" y="234"/>
                    <a:pt x="502" y="236"/>
                    <a:pt x="501" y="261"/>
                  </a:cubicBezTo>
                  <a:cubicBezTo>
                    <a:pt x="501" y="264"/>
                    <a:pt x="501" y="266"/>
                    <a:pt x="501" y="269"/>
                  </a:cubicBezTo>
                  <a:cubicBezTo>
                    <a:pt x="501" y="300"/>
                    <a:pt x="501" y="300"/>
                    <a:pt x="472" y="313"/>
                  </a:cubicBezTo>
                  <a:cubicBezTo>
                    <a:pt x="423" y="333"/>
                    <a:pt x="393" y="367"/>
                    <a:pt x="388" y="421"/>
                  </a:cubicBezTo>
                  <a:cubicBezTo>
                    <a:pt x="383" y="478"/>
                    <a:pt x="411" y="516"/>
                    <a:pt x="458" y="542"/>
                  </a:cubicBezTo>
                  <a:cubicBezTo>
                    <a:pt x="481" y="554"/>
                    <a:pt x="506" y="563"/>
                    <a:pt x="530" y="574"/>
                  </a:cubicBezTo>
                  <a:cubicBezTo>
                    <a:pt x="544" y="581"/>
                    <a:pt x="558" y="588"/>
                    <a:pt x="570" y="597"/>
                  </a:cubicBezTo>
                  <a:cubicBezTo>
                    <a:pt x="596" y="618"/>
                    <a:pt x="591" y="652"/>
                    <a:pt x="561" y="667"/>
                  </a:cubicBezTo>
                  <a:cubicBezTo>
                    <a:pt x="542" y="676"/>
                    <a:pt x="522" y="679"/>
                    <a:pt x="502" y="674"/>
                  </a:cubicBezTo>
                  <a:cubicBezTo>
                    <a:pt x="475" y="667"/>
                    <a:pt x="449" y="658"/>
                    <a:pt x="423" y="649"/>
                  </a:cubicBezTo>
                  <a:cubicBezTo>
                    <a:pt x="411" y="644"/>
                    <a:pt x="404" y="645"/>
                    <a:pt x="400" y="658"/>
                  </a:cubicBezTo>
                  <a:cubicBezTo>
                    <a:pt x="395" y="675"/>
                    <a:pt x="390" y="693"/>
                    <a:pt x="385" y="710"/>
                  </a:cubicBezTo>
                  <a:cubicBezTo>
                    <a:pt x="382" y="722"/>
                    <a:pt x="386" y="731"/>
                    <a:pt x="398" y="735"/>
                  </a:cubicBezTo>
                  <a:cubicBezTo>
                    <a:pt x="419" y="743"/>
                    <a:pt x="440" y="751"/>
                    <a:pt x="461" y="756"/>
                  </a:cubicBezTo>
                  <a:cubicBezTo>
                    <a:pt x="497" y="765"/>
                    <a:pt x="496" y="754"/>
                    <a:pt x="496" y="800"/>
                  </a:cubicBezTo>
                  <a:cubicBezTo>
                    <a:pt x="496" y="827"/>
                    <a:pt x="500" y="831"/>
                    <a:pt x="528" y="831"/>
                  </a:cubicBezTo>
                  <a:cubicBezTo>
                    <a:pt x="530" y="831"/>
                    <a:pt x="533" y="831"/>
                    <a:pt x="535" y="8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lt"/>
                <a:cs typeface="+mn-ea"/>
                <a:sym typeface="+mn-lt"/>
              </a:endParaRPr>
            </a:p>
          </p:txBody>
        </p:sp>
        <p:sp>
          <p:nvSpPr>
            <p:cNvPr id="56" name="Freeform 144"/>
            <p:cNvSpPr/>
            <p:nvPr/>
          </p:nvSpPr>
          <p:spPr bwMode="auto">
            <a:xfrm>
              <a:off x="5283200" y="2124076"/>
              <a:ext cx="1163638" cy="704850"/>
            </a:xfrm>
            <a:custGeom>
              <a:avLst/>
              <a:gdLst>
                <a:gd name="T0" fmla="*/ 0 w 428"/>
                <a:gd name="T1" fmla="*/ 82 h 260"/>
                <a:gd name="T2" fmla="*/ 230 w 428"/>
                <a:gd name="T3" fmla="*/ 64 h 260"/>
                <a:gd name="T4" fmla="*/ 349 w 428"/>
                <a:gd name="T5" fmla="*/ 90 h 260"/>
                <a:gd name="T6" fmla="*/ 378 w 428"/>
                <a:gd name="T7" fmla="*/ 82 h 260"/>
                <a:gd name="T8" fmla="*/ 417 w 428"/>
                <a:gd name="T9" fmla="*/ 93 h 260"/>
                <a:gd name="T10" fmla="*/ 421 w 428"/>
                <a:gd name="T11" fmla="*/ 134 h 260"/>
                <a:gd name="T12" fmla="*/ 382 w 428"/>
                <a:gd name="T13" fmla="*/ 215 h 260"/>
                <a:gd name="T14" fmla="*/ 375 w 428"/>
                <a:gd name="T15" fmla="*/ 240 h 260"/>
                <a:gd name="T16" fmla="*/ 354 w 428"/>
                <a:gd name="T17" fmla="*/ 259 h 260"/>
                <a:gd name="T18" fmla="*/ 135 w 428"/>
                <a:gd name="T19" fmla="*/ 259 h 260"/>
                <a:gd name="T20" fmla="*/ 117 w 428"/>
                <a:gd name="T21" fmla="*/ 250 h 260"/>
                <a:gd name="T22" fmla="*/ 3 w 428"/>
                <a:gd name="T23" fmla="*/ 89 h 260"/>
                <a:gd name="T24" fmla="*/ 0 w 428"/>
                <a:gd name="T25" fmla="*/ 8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8" h="260">
                  <a:moveTo>
                    <a:pt x="0" y="82"/>
                  </a:moveTo>
                  <a:cubicBezTo>
                    <a:pt x="76" y="16"/>
                    <a:pt x="156" y="0"/>
                    <a:pt x="230" y="64"/>
                  </a:cubicBezTo>
                  <a:cubicBezTo>
                    <a:pt x="265" y="95"/>
                    <a:pt x="306" y="100"/>
                    <a:pt x="349" y="90"/>
                  </a:cubicBezTo>
                  <a:cubicBezTo>
                    <a:pt x="359" y="88"/>
                    <a:pt x="369" y="85"/>
                    <a:pt x="378" y="82"/>
                  </a:cubicBezTo>
                  <a:cubicBezTo>
                    <a:pt x="394" y="77"/>
                    <a:pt x="407" y="81"/>
                    <a:pt x="417" y="93"/>
                  </a:cubicBezTo>
                  <a:cubicBezTo>
                    <a:pt x="428" y="106"/>
                    <a:pt x="428" y="119"/>
                    <a:pt x="421" y="134"/>
                  </a:cubicBezTo>
                  <a:cubicBezTo>
                    <a:pt x="408" y="161"/>
                    <a:pt x="395" y="188"/>
                    <a:pt x="382" y="215"/>
                  </a:cubicBezTo>
                  <a:cubicBezTo>
                    <a:pt x="379" y="223"/>
                    <a:pt x="375" y="232"/>
                    <a:pt x="375" y="240"/>
                  </a:cubicBezTo>
                  <a:cubicBezTo>
                    <a:pt x="374" y="255"/>
                    <a:pt x="369" y="260"/>
                    <a:pt x="354" y="259"/>
                  </a:cubicBezTo>
                  <a:cubicBezTo>
                    <a:pt x="281" y="258"/>
                    <a:pt x="208" y="259"/>
                    <a:pt x="135" y="259"/>
                  </a:cubicBezTo>
                  <a:cubicBezTo>
                    <a:pt x="129" y="258"/>
                    <a:pt x="120" y="255"/>
                    <a:pt x="117" y="250"/>
                  </a:cubicBezTo>
                  <a:cubicBezTo>
                    <a:pt x="78" y="197"/>
                    <a:pt x="41" y="143"/>
                    <a:pt x="3" y="89"/>
                  </a:cubicBezTo>
                  <a:cubicBezTo>
                    <a:pt x="2" y="87"/>
                    <a:pt x="1" y="84"/>
                    <a:pt x="0"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lt"/>
                <a:cs typeface="+mn-ea"/>
                <a:sym typeface="+mn-lt"/>
              </a:endParaRPr>
            </a:p>
          </p:txBody>
        </p:sp>
        <p:sp>
          <p:nvSpPr>
            <p:cNvPr id="57" name="Freeform 145"/>
            <p:cNvSpPr/>
            <p:nvPr/>
          </p:nvSpPr>
          <p:spPr bwMode="auto">
            <a:xfrm>
              <a:off x="5503863" y="2894013"/>
              <a:ext cx="847725" cy="207963"/>
            </a:xfrm>
            <a:custGeom>
              <a:avLst/>
              <a:gdLst>
                <a:gd name="T0" fmla="*/ 155 w 312"/>
                <a:gd name="T1" fmla="*/ 77 h 77"/>
                <a:gd name="T2" fmla="*/ 43 w 312"/>
                <a:gd name="T3" fmla="*/ 77 h 77"/>
                <a:gd name="T4" fmla="*/ 0 w 312"/>
                <a:gd name="T5" fmla="*/ 41 h 77"/>
                <a:gd name="T6" fmla="*/ 41 w 312"/>
                <a:gd name="T7" fmla="*/ 1 h 77"/>
                <a:gd name="T8" fmla="*/ 270 w 312"/>
                <a:gd name="T9" fmla="*/ 1 h 77"/>
                <a:gd name="T10" fmla="*/ 311 w 312"/>
                <a:gd name="T11" fmla="*/ 41 h 77"/>
                <a:gd name="T12" fmla="*/ 269 w 312"/>
                <a:gd name="T13" fmla="*/ 77 h 77"/>
                <a:gd name="T14" fmla="*/ 155 w 312"/>
                <a:gd name="T15" fmla="*/ 77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2" h="77">
                  <a:moveTo>
                    <a:pt x="155" y="77"/>
                  </a:moveTo>
                  <a:cubicBezTo>
                    <a:pt x="118" y="77"/>
                    <a:pt x="80" y="77"/>
                    <a:pt x="43" y="77"/>
                  </a:cubicBezTo>
                  <a:cubicBezTo>
                    <a:pt x="17" y="77"/>
                    <a:pt x="1" y="63"/>
                    <a:pt x="0" y="41"/>
                  </a:cubicBezTo>
                  <a:cubicBezTo>
                    <a:pt x="0" y="18"/>
                    <a:pt x="16" y="1"/>
                    <a:pt x="41" y="1"/>
                  </a:cubicBezTo>
                  <a:cubicBezTo>
                    <a:pt x="118" y="0"/>
                    <a:pt x="194" y="0"/>
                    <a:pt x="270" y="1"/>
                  </a:cubicBezTo>
                  <a:cubicBezTo>
                    <a:pt x="296" y="1"/>
                    <a:pt x="312" y="18"/>
                    <a:pt x="311" y="41"/>
                  </a:cubicBezTo>
                  <a:cubicBezTo>
                    <a:pt x="311" y="63"/>
                    <a:pt x="294" y="77"/>
                    <a:pt x="269" y="77"/>
                  </a:cubicBezTo>
                  <a:cubicBezTo>
                    <a:pt x="231" y="77"/>
                    <a:pt x="193" y="77"/>
                    <a:pt x="155" y="7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latin typeface="+mn-lt"/>
                <a:cs typeface="+mn-ea"/>
                <a:sym typeface="+mn-lt"/>
              </a:endParaRPr>
            </a:p>
          </p:txBody>
        </p:sp>
      </p:grpSp>
      <p:sp>
        <p:nvSpPr>
          <p:cNvPr id="6" name="标题 1"/>
          <p:cNvSpPr>
            <a:spLocks noGrp="1"/>
          </p:cNvSpPr>
          <p:nvPr/>
        </p:nvSpPr>
        <p:spPr>
          <a:xfrm>
            <a:off x="-131338" y="1237937"/>
            <a:ext cx="7076968" cy="6109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lvl="1" algn="l" rtl="0">
              <a:lnSpc>
                <a:spcPct val="90000"/>
              </a:lnSpc>
              <a:spcBef>
                <a:spcPct val="0"/>
              </a:spcBef>
            </a:pPr>
            <a:r>
              <a:rPr lang="en-US" altLang="zh-CN" sz="3600" kern="1200" dirty="0">
                <a:solidFill>
                  <a:schemeClr val="tx1"/>
                </a:solidFill>
                <a:latin typeface="+mj-lt"/>
                <a:ea typeface="+mj-ea"/>
                <a:cs typeface="+mj-cs"/>
              </a:rPr>
              <a:t>--</a:t>
            </a:r>
            <a:r>
              <a:rPr lang="zh-CN" altLang="zh-CN" sz="3600" kern="1200" dirty="0">
                <a:solidFill>
                  <a:schemeClr val="tx1"/>
                </a:solidFill>
                <a:latin typeface="+mj-lt"/>
                <a:ea typeface="+mj-ea"/>
                <a:cs typeface="+mj-cs"/>
              </a:rPr>
              <a:t>例题</a:t>
            </a:r>
            <a:endParaRPr lang="zh-CN" altLang="zh-CN" sz="3600" kern="1200" dirty="0">
              <a:solidFill>
                <a:schemeClr val="tx1"/>
              </a:solidFill>
              <a:latin typeface="+mj-lt"/>
              <a:ea typeface="+mj-ea"/>
              <a:cs typeface="+mj-cs"/>
            </a:endParaRPr>
          </a:p>
        </p:txBody>
      </p:sp>
      <p:sp>
        <p:nvSpPr>
          <p:cNvPr id="3" name="文本框 2"/>
          <p:cNvSpPr txBox="1"/>
          <p:nvPr/>
        </p:nvSpPr>
        <p:spPr>
          <a:xfrm>
            <a:off x="1708394" y="3355483"/>
            <a:ext cx="9309556" cy="2862322"/>
          </a:xfrm>
          <a:prstGeom prst="rect">
            <a:avLst/>
          </a:prstGeom>
          <a:noFill/>
        </p:spPr>
        <p:txBody>
          <a:bodyPr wrap="square">
            <a:spAutoFit/>
          </a:bodyPr>
          <a:p>
            <a:pPr indent="266700" algn="just"/>
            <a:r>
              <a:rPr lang="zh-CN" altLang="zh-CN" sz="1800" kern="100" dirty="0">
                <a:solidFill>
                  <a:srgbClr val="656565"/>
                </a:solidFill>
                <a:effectLst/>
                <a:latin typeface="+mn-ea"/>
                <a:cs typeface="Times New Roman" panose="02020603050405020304" pitchFamily="18" charset="0"/>
              </a:rPr>
              <a:t>解： </a:t>
            </a:r>
            <a:endParaRPr lang="zh-CN" altLang="zh-CN" sz="1800" dirty="0">
              <a:solidFill>
                <a:srgbClr val="656565"/>
              </a:solidFill>
              <a:effectLst/>
              <a:latin typeface="+mn-ea"/>
              <a:cs typeface="宋体" panose="02010600030101010101" pitchFamily="2" charset="-122"/>
            </a:endParaRPr>
          </a:p>
          <a:p>
            <a:pPr indent="266700" algn="just"/>
            <a:r>
              <a:rPr lang="en-US" altLang="zh-CN" sz="1800" kern="100" dirty="0">
                <a:solidFill>
                  <a:srgbClr val="656565"/>
                </a:solidFill>
                <a:effectLst/>
                <a:latin typeface="+mn-ea"/>
                <a:cs typeface="Times New Roman" panose="02020603050405020304" pitchFamily="18" charset="0"/>
              </a:rPr>
              <a:t>(1) </a:t>
            </a:r>
            <a:r>
              <a:rPr lang="en-US" altLang="zh-CN" sz="1800" kern="100" dirty="0" err="1">
                <a:solidFill>
                  <a:srgbClr val="656565"/>
                </a:solidFill>
                <a:effectLst/>
                <a:latin typeface="+mn-ea"/>
                <a:cs typeface="Times New Roman" panose="02020603050405020304" pitchFamily="18" charset="0"/>
              </a:rPr>
              <a:t>i</a:t>
            </a:r>
            <a:r>
              <a:rPr lang="zh-CN" altLang="zh-CN" sz="1800" kern="100" dirty="0">
                <a:solidFill>
                  <a:srgbClr val="656565"/>
                </a:solidFill>
                <a:effectLst/>
                <a:latin typeface="+mn-ea"/>
                <a:cs typeface="Times New Roman" panose="02020603050405020304" pitchFamily="18" charset="0"/>
              </a:rPr>
              <a:t>为</a:t>
            </a:r>
            <a:r>
              <a:rPr lang="en-US" altLang="zh-CN" sz="1800" kern="100" dirty="0">
                <a:solidFill>
                  <a:srgbClr val="656565"/>
                </a:solidFill>
                <a:effectLst/>
                <a:latin typeface="+mn-ea"/>
                <a:cs typeface="Times New Roman" panose="02020603050405020304" pitchFamily="18" charset="0"/>
              </a:rPr>
              <a:t>1</a:t>
            </a:r>
            <a:r>
              <a:rPr lang="zh-CN" altLang="zh-CN" sz="1800" kern="100" dirty="0">
                <a:solidFill>
                  <a:srgbClr val="656565"/>
                </a:solidFill>
                <a:effectLst/>
                <a:latin typeface="+mn-ea"/>
                <a:cs typeface="Times New Roman" panose="02020603050405020304" pitchFamily="18" charset="0"/>
              </a:rPr>
              <a:t>时，</a:t>
            </a:r>
            <a:r>
              <a:rPr lang="en-US" altLang="zh-CN" sz="1800" kern="100" dirty="0">
                <a:solidFill>
                  <a:srgbClr val="656565"/>
                </a:solidFill>
                <a:effectLst/>
                <a:latin typeface="+mn-ea"/>
                <a:cs typeface="Times New Roman" panose="02020603050405020304" pitchFamily="18" charset="0"/>
              </a:rPr>
              <a:t>j</a:t>
            </a:r>
            <a:r>
              <a:rPr lang="zh-CN" altLang="zh-CN" sz="1800" kern="100" dirty="0">
                <a:solidFill>
                  <a:srgbClr val="656565"/>
                </a:solidFill>
                <a:effectLst/>
                <a:latin typeface="+mn-ea"/>
                <a:cs typeface="Times New Roman" panose="02020603050405020304" pitchFamily="18" charset="0"/>
              </a:rPr>
              <a:t>值只能取</a:t>
            </a:r>
            <a:r>
              <a:rPr lang="en-US" altLang="zh-CN" sz="1800" kern="100" dirty="0">
                <a:solidFill>
                  <a:srgbClr val="656565"/>
                </a:solidFill>
                <a:effectLst/>
                <a:latin typeface="+mn-ea"/>
                <a:cs typeface="Times New Roman" panose="02020603050405020304" pitchFamily="18" charset="0"/>
              </a:rPr>
              <a:t>1</a:t>
            </a:r>
            <a:r>
              <a:rPr lang="zh-CN" altLang="zh-CN" sz="1800" kern="100" dirty="0">
                <a:solidFill>
                  <a:srgbClr val="656565"/>
                </a:solidFill>
                <a:effectLst/>
                <a:latin typeface="+mn-ea"/>
                <a:cs typeface="Times New Roman" panose="02020603050405020304" pitchFamily="18" charset="0"/>
              </a:rPr>
              <a:t>，语句执行一次；</a:t>
            </a:r>
            <a:r>
              <a:rPr lang="en-US" altLang="zh-CN" sz="1800" kern="100" dirty="0">
                <a:solidFill>
                  <a:srgbClr val="656565"/>
                </a:solidFill>
                <a:effectLst/>
                <a:latin typeface="+mn-ea"/>
                <a:cs typeface="Times New Roman" panose="02020603050405020304" pitchFamily="18" charset="0"/>
              </a:rPr>
              <a:t> </a:t>
            </a:r>
            <a:r>
              <a:rPr lang="en-US" altLang="zh-CN" sz="1800" kern="100" dirty="0" err="1">
                <a:solidFill>
                  <a:srgbClr val="656565"/>
                </a:solidFill>
                <a:effectLst/>
                <a:latin typeface="+mn-ea"/>
                <a:cs typeface="Times New Roman" panose="02020603050405020304" pitchFamily="18" charset="0"/>
              </a:rPr>
              <a:t>i</a:t>
            </a:r>
            <a:r>
              <a:rPr lang="zh-CN" altLang="zh-CN" sz="1800" kern="100" dirty="0">
                <a:solidFill>
                  <a:srgbClr val="656565"/>
                </a:solidFill>
                <a:effectLst/>
                <a:latin typeface="+mn-ea"/>
                <a:cs typeface="Times New Roman" panose="02020603050405020304" pitchFamily="18" charset="0"/>
              </a:rPr>
              <a:t>为</a:t>
            </a:r>
            <a:r>
              <a:rPr lang="en-US" altLang="zh-CN" sz="1800" kern="100" dirty="0">
                <a:solidFill>
                  <a:srgbClr val="656565"/>
                </a:solidFill>
                <a:effectLst/>
                <a:latin typeface="+mn-ea"/>
                <a:cs typeface="Times New Roman" panose="02020603050405020304" pitchFamily="18" charset="0"/>
              </a:rPr>
              <a:t>2</a:t>
            </a:r>
            <a:r>
              <a:rPr lang="zh-CN" altLang="zh-CN" sz="1800" kern="100" dirty="0">
                <a:solidFill>
                  <a:srgbClr val="656565"/>
                </a:solidFill>
                <a:effectLst/>
                <a:latin typeface="+mn-ea"/>
                <a:cs typeface="Times New Roman" panose="02020603050405020304" pitchFamily="18" charset="0"/>
              </a:rPr>
              <a:t>时，</a:t>
            </a:r>
            <a:r>
              <a:rPr lang="en-US" altLang="zh-CN" sz="1800" kern="100" dirty="0">
                <a:solidFill>
                  <a:srgbClr val="656565"/>
                </a:solidFill>
                <a:effectLst/>
                <a:latin typeface="+mn-ea"/>
                <a:cs typeface="Times New Roman" panose="02020603050405020304" pitchFamily="18" charset="0"/>
              </a:rPr>
              <a:t>j</a:t>
            </a:r>
            <a:r>
              <a:rPr lang="zh-CN" altLang="zh-CN" sz="1800" kern="100" dirty="0">
                <a:solidFill>
                  <a:srgbClr val="656565"/>
                </a:solidFill>
                <a:effectLst/>
                <a:latin typeface="+mn-ea"/>
                <a:cs typeface="Times New Roman" panose="02020603050405020304" pitchFamily="18" charset="0"/>
              </a:rPr>
              <a:t>可取</a:t>
            </a:r>
            <a:r>
              <a:rPr lang="en-US" altLang="zh-CN" sz="1800" kern="100" dirty="0">
                <a:solidFill>
                  <a:srgbClr val="656565"/>
                </a:solidFill>
                <a:effectLst/>
                <a:latin typeface="+mn-ea"/>
                <a:cs typeface="Times New Roman" panose="02020603050405020304" pitchFamily="18" charset="0"/>
              </a:rPr>
              <a:t>1</a:t>
            </a:r>
            <a:r>
              <a:rPr lang="zh-CN" altLang="zh-CN" sz="1800" kern="100" dirty="0">
                <a:solidFill>
                  <a:srgbClr val="656565"/>
                </a:solidFill>
                <a:effectLst/>
                <a:latin typeface="+mn-ea"/>
                <a:cs typeface="Times New Roman" panose="02020603050405020304" pitchFamily="18" charset="0"/>
              </a:rPr>
              <a:t>或</a:t>
            </a:r>
            <a:r>
              <a:rPr lang="en-US" altLang="zh-CN" sz="1800" kern="100" dirty="0">
                <a:solidFill>
                  <a:srgbClr val="656565"/>
                </a:solidFill>
                <a:effectLst/>
                <a:latin typeface="+mn-ea"/>
                <a:cs typeface="Times New Roman" panose="02020603050405020304" pitchFamily="18" charset="0"/>
              </a:rPr>
              <a:t>2</a:t>
            </a:r>
            <a:r>
              <a:rPr lang="zh-CN" altLang="zh-CN" sz="1800" kern="100" dirty="0">
                <a:solidFill>
                  <a:srgbClr val="656565"/>
                </a:solidFill>
                <a:effectLst/>
                <a:latin typeface="+mn-ea"/>
                <a:cs typeface="Times New Roman" panose="02020603050405020304" pitchFamily="18" charset="0"/>
              </a:rPr>
              <a:t>，语句执行两次；</a:t>
            </a:r>
            <a:r>
              <a:rPr lang="en-US" altLang="zh-CN" sz="1800" kern="100" dirty="0">
                <a:solidFill>
                  <a:srgbClr val="656565"/>
                </a:solidFill>
                <a:effectLst/>
                <a:latin typeface="+mn-ea"/>
                <a:cs typeface="Times New Roman" panose="02020603050405020304" pitchFamily="18" charset="0"/>
              </a:rPr>
              <a:t> </a:t>
            </a:r>
            <a:r>
              <a:rPr lang="en-US" altLang="zh-CN" sz="1800" kern="100" dirty="0" err="1">
                <a:solidFill>
                  <a:srgbClr val="656565"/>
                </a:solidFill>
                <a:effectLst/>
                <a:latin typeface="+mn-ea"/>
                <a:cs typeface="Times New Roman" panose="02020603050405020304" pitchFamily="18" charset="0"/>
              </a:rPr>
              <a:t>i</a:t>
            </a:r>
            <a:r>
              <a:rPr lang="zh-CN" altLang="zh-CN" sz="1800" kern="100" dirty="0">
                <a:solidFill>
                  <a:srgbClr val="656565"/>
                </a:solidFill>
                <a:effectLst/>
                <a:latin typeface="+mn-ea"/>
                <a:cs typeface="Times New Roman" panose="02020603050405020304" pitchFamily="18" charset="0"/>
              </a:rPr>
              <a:t>为</a:t>
            </a:r>
            <a:r>
              <a:rPr lang="en-US" altLang="zh-CN" sz="1800" kern="100" dirty="0">
                <a:solidFill>
                  <a:srgbClr val="656565"/>
                </a:solidFill>
                <a:effectLst/>
                <a:latin typeface="+mn-ea"/>
                <a:cs typeface="Times New Roman" panose="02020603050405020304" pitchFamily="18" charset="0"/>
              </a:rPr>
              <a:t>n</a:t>
            </a:r>
            <a:r>
              <a:rPr lang="zh-CN" altLang="zh-CN" sz="1800" kern="100" dirty="0">
                <a:solidFill>
                  <a:srgbClr val="656565"/>
                </a:solidFill>
                <a:effectLst/>
                <a:latin typeface="+mn-ea"/>
                <a:cs typeface="Times New Roman" panose="02020603050405020304" pitchFamily="18" charset="0"/>
              </a:rPr>
              <a:t>时，</a:t>
            </a:r>
            <a:r>
              <a:rPr lang="en-US" altLang="zh-CN" sz="1800" kern="100" dirty="0">
                <a:solidFill>
                  <a:srgbClr val="656565"/>
                </a:solidFill>
                <a:effectLst/>
                <a:latin typeface="+mn-ea"/>
                <a:cs typeface="Times New Roman" panose="02020603050405020304" pitchFamily="18" charset="0"/>
              </a:rPr>
              <a:t>j</a:t>
            </a:r>
            <a:r>
              <a:rPr lang="zh-CN" altLang="zh-CN" sz="1800" kern="100" dirty="0">
                <a:solidFill>
                  <a:srgbClr val="656565"/>
                </a:solidFill>
                <a:effectLst/>
                <a:latin typeface="+mn-ea"/>
                <a:cs typeface="Times New Roman" panose="02020603050405020304" pitchFamily="18" charset="0"/>
              </a:rPr>
              <a:t>可取</a:t>
            </a:r>
            <a:r>
              <a:rPr lang="en-US" altLang="zh-CN" sz="1800" kern="100" dirty="0">
                <a:solidFill>
                  <a:srgbClr val="656565"/>
                </a:solidFill>
                <a:effectLst/>
                <a:latin typeface="+mn-ea"/>
                <a:cs typeface="Times New Roman" panose="02020603050405020304" pitchFamily="18" charset="0"/>
              </a:rPr>
              <a:t>1</a:t>
            </a:r>
            <a:r>
              <a:rPr lang="zh-CN" altLang="zh-CN" sz="1800" kern="100" dirty="0">
                <a:solidFill>
                  <a:srgbClr val="656565"/>
                </a:solidFill>
                <a:effectLst/>
                <a:latin typeface="+mn-ea"/>
                <a:cs typeface="Times New Roman" panose="02020603050405020304" pitchFamily="18" charset="0"/>
              </a:rPr>
              <a:t>、</a:t>
            </a:r>
            <a:r>
              <a:rPr lang="en-US" altLang="zh-CN" sz="1800" kern="100" dirty="0">
                <a:solidFill>
                  <a:srgbClr val="656565"/>
                </a:solidFill>
                <a:effectLst/>
                <a:latin typeface="+mn-ea"/>
                <a:cs typeface="Times New Roman" panose="02020603050405020304" pitchFamily="18" charset="0"/>
              </a:rPr>
              <a:t>2</a:t>
            </a:r>
            <a:r>
              <a:rPr lang="zh-CN" altLang="zh-CN" sz="1800" kern="100" dirty="0">
                <a:solidFill>
                  <a:srgbClr val="656565"/>
                </a:solidFill>
                <a:effectLst/>
                <a:latin typeface="+mn-ea"/>
                <a:cs typeface="Times New Roman" panose="02020603050405020304" pitchFamily="18" charset="0"/>
              </a:rPr>
              <a:t>、</a:t>
            </a:r>
            <a:r>
              <a:rPr lang="en-US" altLang="zh-CN" sz="1800" kern="100" dirty="0">
                <a:solidFill>
                  <a:srgbClr val="656565"/>
                </a:solidFill>
                <a:effectLst/>
                <a:latin typeface="+mn-ea"/>
                <a:cs typeface="Times New Roman" panose="02020603050405020304" pitchFamily="18" charset="0"/>
              </a:rPr>
              <a:t>…,n</a:t>
            </a:r>
            <a:r>
              <a:rPr lang="zh-CN" altLang="zh-CN" sz="1800" kern="100" dirty="0">
                <a:solidFill>
                  <a:srgbClr val="656565"/>
                </a:solidFill>
                <a:effectLst/>
                <a:latin typeface="+mn-ea"/>
                <a:cs typeface="Times New Roman" panose="02020603050405020304" pitchFamily="18" charset="0"/>
              </a:rPr>
              <a:t>，语句执行</a:t>
            </a:r>
            <a:r>
              <a:rPr lang="en-US" altLang="zh-CN" sz="1800" kern="100" dirty="0">
                <a:solidFill>
                  <a:srgbClr val="656565"/>
                </a:solidFill>
                <a:effectLst/>
                <a:latin typeface="+mn-ea"/>
                <a:cs typeface="Times New Roman" panose="02020603050405020304" pitchFamily="18" charset="0"/>
              </a:rPr>
              <a:t>n</a:t>
            </a:r>
            <a:r>
              <a:rPr lang="zh-CN" altLang="zh-CN" sz="1800" kern="100" dirty="0">
                <a:solidFill>
                  <a:srgbClr val="656565"/>
                </a:solidFill>
                <a:effectLst/>
                <a:latin typeface="+mn-ea"/>
                <a:cs typeface="Times New Roman" panose="02020603050405020304" pitchFamily="18" charset="0"/>
              </a:rPr>
              <a:t>次，所以语句频度</a:t>
            </a:r>
            <a:r>
              <a:rPr lang="en-US" altLang="zh-CN" sz="1800" kern="100" dirty="0">
                <a:solidFill>
                  <a:srgbClr val="656565"/>
                </a:solidFill>
                <a:effectLst/>
                <a:latin typeface="+mn-ea"/>
                <a:cs typeface="Times New Roman" panose="02020603050405020304" pitchFamily="18" charset="0"/>
              </a:rPr>
              <a:t>=1+2+…+n=n(n+1)/2</a:t>
            </a:r>
            <a:r>
              <a:rPr lang="zh-CN" altLang="zh-CN" sz="1800" kern="100" dirty="0">
                <a:solidFill>
                  <a:srgbClr val="656565"/>
                </a:solidFill>
                <a:effectLst/>
                <a:latin typeface="+mn-ea"/>
                <a:cs typeface="Times New Roman" panose="02020603050405020304" pitchFamily="18" charset="0"/>
              </a:rPr>
              <a:t>。</a:t>
            </a:r>
            <a:endParaRPr lang="zh-CN" altLang="zh-CN" sz="1800" dirty="0">
              <a:solidFill>
                <a:srgbClr val="656565"/>
              </a:solidFill>
              <a:effectLst/>
              <a:latin typeface="+mn-ea"/>
              <a:cs typeface="宋体" panose="02010600030101010101" pitchFamily="2" charset="-122"/>
            </a:endParaRPr>
          </a:p>
          <a:p>
            <a:pPr indent="266700" algn="just"/>
            <a:r>
              <a:rPr lang="en-US" altLang="zh-CN" sz="1800" kern="100" dirty="0">
                <a:solidFill>
                  <a:srgbClr val="656565"/>
                </a:solidFill>
                <a:effectLst/>
                <a:latin typeface="+mn-ea"/>
                <a:cs typeface="Times New Roman" panose="02020603050405020304" pitchFamily="18" charset="0"/>
              </a:rPr>
              <a:t>(2) </a:t>
            </a:r>
            <a:r>
              <a:rPr lang="en-US" altLang="zh-CN" sz="1800" kern="100" dirty="0" err="1">
                <a:solidFill>
                  <a:srgbClr val="656565"/>
                </a:solidFill>
                <a:effectLst/>
                <a:latin typeface="+mn-ea"/>
                <a:cs typeface="Times New Roman" panose="02020603050405020304" pitchFamily="18" charset="0"/>
              </a:rPr>
              <a:t>i</a:t>
            </a:r>
            <a:r>
              <a:rPr lang="zh-CN" altLang="zh-CN" sz="1800" kern="100" dirty="0">
                <a:solidFill>
                  <a:srgbClr val="656565"/>
                </a:solidFill>
                <a:effectLst/>
                <a:latin typeface="+mn-ea"/>
                <a:cs typeface="Times New Roman" panose="02020603050405020304" pitchFamily="18" charset="0"/>
              </a:rPr>
              <a:t>为</a:t>
            </a:r>
            <a:r>
              <a:rPr lang="en-US" altLang="zh-CN" sz="1800" kern="100" dirty="0">
                <a:solidFill>
                  <a:srgbClr val="656565"/>
                </a:solidFill>
                <a:effectLst/>
                <a:latin typeface="+mn-ea"/>
                <a:cs typeface="Times New Roman" panose="02020603050405020304" pitchFamily="18" charset="0"/>
              </a:rPr>
              <a:t>1</a:t>
            </a:r>
            <a:r>
              <a:rPr lang="zh-CN" altLang="zh-CN" sz="1800" kern="100" dirty="0">
                <a:solidFill>
                  <a:srgbClr val="656565"/>
                </a:solidFill>
                <a:effectLst/>
                <a:latin typeface="+mn-ea"/>
                <a:cs typeface="Times New Roman" panose="02020603050405020304" pitchFamily="18" charset="0"/>
              </a:rPr>
              <a:t>时，</a:t>
            </a:r>
            <a:r>
              <a:rPr lang="en-US" altLang="zh-CN" sz="1800" kern="100" dirty="0">
                <a:solidFill>
                  <a:srgbClr val="656565"/>
                </a:solidFill>
                <a:effectLst/>
                <a:latin typeface="+mn-ea"/>
                <a:cs typeface="Times New Roman" panose="02020603050405020304" pitchFamily="18" charset="0"/>
              </a:rPr>
              <a:t>j</a:t>
            </a:r>
            <a:r>
              <a:rPr lang="zh-CN" altLang="zh-CN" sz="1800" kern="100" dirty="0">
                <a:solidFill>
                  <a:srgbClr val="656565"/>
                </a:solidFill>
                <a:effectLst/>
                <a:latin typeface="+mn-ea"/>
                <a:cs typeface="Times New Roman" panose="02020603050405020304" pitchFamily="18" charset="0"/>
              </a:rPr>
              <a:t>值只能取</a:t>
            </a:r>
            <a:r>
              <a:rPr lang="en-US" altLang="zh-CN" sz="1800" kern="100" dirty="0">
                <a:solidFill>
                  <a:srgbClr val="656565"/>
                </a:solidFill>
                <a:effectLst/>
                <a:latin typeface="+mn-ea"/>
                <a:cs typeface="Times New Roman" panose="02020603050405020304" pitchFamily="18" charset="0"/>
              </a:rPr>
              <a:t>1</a:t>
            </a:r>
            <a:r>
              <a:rPr lang="zh-CN" altLang="zh-CN" sz="1800" kern="100" dirty="0">
                <a:solidFill>
                  <a:srgbClr val="656565"/>
                </a:solidFill>
                <a:effectLst/>
                <a:latin typeface="+mn-ea"/>
                <a:cs typeface="Times New Roman" panose="02020603050405020304" pitchFamily="18" charset="0"/>
              </a:rPr>
              <a:t>，</a:t>
            </a:r>
            <a:r>
              <a:rPr lang="en-US" altLang="zh-CN" sz="1800" kern="100" dirty="0">
                <a:solidFill>
                  <a:srgbClr val="656565"/>
                </a:solidFill>
                <a:effectLst/>
                <a:latin typeface="+mn-ea"/>
                <a:cs typeface="Times New Roman" panose="02020603050405020304" pitchFamily="18" charset="0"/>
              </a:rPr>
              <a:t>k</a:t>
            </a:r>
            <a:r>
              <a:rPr lang="zh-CN" altLang="zh-CN" sz="1800" kern="100" dirty="0">
                <a:solidFill>
                  <a:srgbClr val="656565"/>
                </a:solidFill>
                <a:effectLst/>
                <a:latin typeface="+mn-ea"/>
                <a:cs typeface="Times New Roman" panose="02020603050405020304" pitchFamily="18" charset="0"/>
              </a:rPr>
              <a:t>值可取</a:t>
            </a:r>
            <a:r>
              <a:rPr lang="en-US" altLang="zh-CN" sz="1800" kern="100" dirty="0">
                <a:solidFill>
                  <a:srgbClr val="656565"/>
                </a:solidFill>
                <a:effectLst/>
                <a:latin typeface="+mn-ea"/>
                <a:cs typeface="Times New Roman" panose="02020603050405020304" pitchFamily="18" charset="0"/>
              </a:rPr>
              <a:t>1</a:t>
            </a:r>
            <a:r>
              <a:rPr lang="zh-CN" altLang="zh-CN" sz="1800" kern="100" dirty="0">
                <a:solidFill>
                  <a:srgbClr val="656565"/>
                </a:solidFill>
                <a:effectLst/>
                <a:latin typeface="+mn-ea"/>
                <a:cs typeface="Times New Roman" panose="02020603050405020304" pitchFamily="18" charset="0"/>
              </a:rPr>
              <a:t>、</a:t>
            </a:r>
            <a:r>
              <a:rPr lang="en-US" altLang="zh-CN" sz="1800" kern="100" dirty="0">
                <a:solidFill>
                  <a:srgbClr val="656565"/>
                </a:solidFill>
                <a:effectLst/>
                <a:latin typeface="+mn-ea"/>
                <a:cs typeface="Times New Roman" panose="02020603050405020304" pitchFamily="18" charset="0"/>
              </a:rPr>
              <a:t>2</a:t>
            </a:r>
            <a:r>
              <a:rPr lang="zh-CN" altLang="zh-CN" sz="1800" kern="100" dirty="0">
                <a:solidFill>
                  <a:srgbClr val="656565"/>
                </a:solidFill>
                <a:effectLst/>
                <a:latin typeface="+mn-ea"/>
                <a:cs typeface="Times New Roman" panose="02020603050405020304" pitchFamily="18" charset="0"/>
              </a:rPr>
              <a:t>、</a:t>
            </a:r>
            <a:r>
              <a:rPr lang="en-US" altLang="zh-CN" sz="1800" kern="100" dirty="0">
                <a:solidFill>
                  <a:srgbClr val="656565"/>
                </a:solidFill>
                <a:effectLst/>
                <a:latin typeface="+mn-ea"/>
                <a:cs typeface="Times New Roman" panose="02020603050405020304" pitchFamily="18" charset="0"/>
              </a:rPr>
              <a:t>…</a:t>
            </a:r>
            <a:r>
              <a:rPr lang="zh-CN" altLang="zh-CN" sz="1800" kern="100" dirty="0">
                <a:solidFill>
                  <a:srgbClr val="656565"/>
                </a:solidFill>
                <a:effectLst/>
                <a:latin typeface="+mn-ea"/>
                <a:cs typeface="Times New Roman" panose="02020603050405020304" pitchFamily="18" charset="0"/>
              </a:rPr>
              <a:t>、</a:t>
            </a:r>
            <a:r>
              <a:rPr lang="en-US" altLang="zh-CN" sz="1800" kern="100" dirty="0">
                <a:solidFill>
                  <a:srgbClr val="656565"/>
                </a:solidFill>
                <a:effectLst/>
                <a:latin typeface="+mn-ea"/>
                <a:cs typeface="Times New Roman" panose="02020603050405020304" pitchFamily="18" charset="0"/>
              </a:rPr>
              <a:t>n</a:t>
            </a:r>
            <a:r>
              <a:rPr lang="zh-CN" altLang="zh-CN" sz="1800" kern="100" dirty="0">
                <a:solidFill>
                  <a:srgbClr val="656565"/>
                </a:solidFill>
                <a:effectLst/>
                <a:latin typeface="+mn-ea"/>
                <a:cs typeface="Times New Roman" panose="02020603050405020304" pitchFamily="18" charset="0"/>
              </a:rPr>
              <a:t>，语句执行</a:t>
            </a:r>
            <a:r>
              <a:rPr lang="en-US" altLang="zh-CN" sz="1800" kern="100" dirty="0">
                <a:solidFill>
                  <a:srgbClr val="656565"/>
                </a:solidFill>
                <a:effectLst/>
                <a:latin typeface="+mn-ea"/>
                <a:cs typeface="Times New Roman" panose="02020603050405020304" pitchFamily="18" charset="0"/>
              </a:rPr>
              <a:t>n</a:t>
            </a:r>
            <a:r>
              <a:rPr lang="zh-CN" altLang="zh-CN" sz="1800" kern="100" dirty="0">
                <a:solidFill>
                  <a:srgbClr val="656565"/>
                </a:solidFill>
                <a:effectLst/>
                <a:latin typeface="+mn-ea"/>
                <a:cs typeface="Times New Roman" panose="02020603050405020304" pitchFamily="18" charset="0"/>
              </a:rPr>
              <a:t>次；</a:t>
            </a:r>
            <a:r>
              <a:rPr lang="en-US" altLang="zh-CN" sz="1800" kern="100" dirty="0">
                <a:solidFill>
                  <a:srgbClr val="656565"/>
                </a:solidFill>
                <a:effectLst/>
                <a:latin typeface="+mn-ea"/>
                <a:cs typeface="Times New Roman" panose="02020603050405020304" pitchFamily="18" charset="0"/>
              </a:rPr>
              <a:t> </a:t>
            </a:r>
            <a:r>
              <a:rPr lang="en-US" altLang="zh-CN" sz="1800" kern="100" dirty="0" err="1">
                <a:solidFill>
                  <a:srgbClr val="656565"/>
                </a:solidFill>
                <a:effectLst/>
                <a:latin typeface="+mn-ea"/>
                <a:cs typeface="Times New Roman" panose="02020603050405020304" pitchFamily="18" charset="0"/>
              </a:rPr>
              <a:t>i</a:t>
            </a:r>
            <a:r>
              <a:rPr lang="zh-CN" altLang="zh-CN" sz="1800" kern="100" dirty="0">
                <a:solidFill>
                  <a:srgbClr val="656565"/>
                </a:solidFill>
                <a:effectLst/>
                <a:latin typeface="+mn-ea"/>
                <a:cs typeface="Times New Roman" panose="02020603050405020304" pitchFamily="18" charset="0"/>
              </a:rPr>
              <a:t>为</a:t>
            </a:r>
            <a:r>
              <a:rPr lang="en-US" altLang="zh-CN" sz="1800" kern="100" dirty="0">
                <a:solidFill>
                  <a:srgbClr val="656565"/>
                </a:solidFill>
                <a:effectLst/>
                <a:latin typeface="+mn-ea"/>
                <a:cs typeface="Times New Roman" panose="02020603050405020304" pitchFamily="18" charset="0"/>
              </a:rPr>
              <a:t>2</a:t>
            </a:r>
            <a:r>
              <a:rPr lang="zh-CN" altLang="zh-CN" sz="1800" kern="100" dirty="0">
                <a:solidFill>
                  <a:srgbClr val="656565"/>
                </a:solidFill>
                <a:effectLst/>
                <a:latin typeface="+mn-ea"/>
                <a:cs typeface="Times New Roman" panose="02020603050405020304" pitchFamily="18" charset="0"/>
              </a:rPr>
              <a:t>时，</a:t>
            </a:r>
            <a:r>
              <a:rPr lang="en-US" altLang="zh-CN" sz="1800" kern="100" dirty="0">
                <a:solidFill>
                  <a:srgbClr val="656565"/>
                </a:solidFill>
                <a:effectLst/>
                <a:latin typeface="+mn-ea"/>
                <a:cs typeface="Times New Roman" panose="02020603050405020304" pitchFamily="18" charset="0"/>
              </a:rPr>
              <a:t>j</a:t>
            </a:r>
            <a:r>
              <a:rPr lang="zh-CN" altLang="zh-CN" sz="1800" kern="100" dirty="0">
                <a:solidFill>
                  <a:srgbClr val="656565"/>
                </a:solidFill>
                <a:effectLst/>
                <a:latin typeface="+mn-ea"/>
                <a:cs typeface="Times New Roman" panose="02020603050405020304" pitchFamily="18" charset="0"/>
              </a:rPr>
              <a:t>可取</a:t>
            </a:r>
            <a:r>
              <a:rPr lang="en-US" altLang="zh-CN" sz="1800" kern="100" dirty="0">
                <a:solidFill>
                  <a:srgbClr val="656565"/>
                </a:solidFill>
                <a:effectLst/>
                <a:latin typeface="+mn-ea"/>
                <a:cs typeface="Times New Roman" panose="02020603050405020304" pitchFamily="18" charset="0"/>
              </a:rPr>
              <a:t>1</a:t>
            </a:r>
            <a:r>
              <a:rPr lang="zh-CN" altLang="zh-CN" sz="1800" kern="100" dirty="0">
                <a:solidFill>
                  <a:srgbClr val="656565"/>
                </a:solidFill>
                <a:effectLst/>
                <a:latin typeface="+mn-ea"/>
                <a:cs typeface="Times New Roman" panose="02020603050405020304" pitchFamily="18" charset="0"/>
              </a:rPr>
              <a:t>或</a:t>
            </a:r>
            <a:r>
              <a:rPr lang="en-US" altLang="zh-CN" sz="1800" kern="100" dirty="0">
                <a:solidFill>
                  <a:srgbClr val="656565"/>
                </a:solidFill>
                <a:effectLst/>
                <a:latin typeface="+mn-ea"/>
                <a:cs typeface="Times New Roman" panose="02020603050405020304" pitchFamily="18" charset="0"/>
              </a:rPr>
              <a:t>2</a:t>
            </a:r>
            <a:r>
              <a:rPr lang="zh-CN" altLang="zh-CN" sz="1800" kern="100" dirty="0">
                <a:solidFill>
                  <a:srgbClr val="656565"/>
                </a:solidFill>
                <a:effectLst/>
                <a:latin typeface="+mn-ea"/>
                <a:cs typeface="Times New Roman" panose="02020603050405020304" pitchFamily="18" charset="0"/>
              </a:rPr>
              <a:t>，</a:t>
            </a:r>
            <a:r>
              <a:rPr lang="en-US" altLang="zh-CN" sz="1800" kern="100" dirty="0">
                <a:solidFill>
                  <a:srgbClr val="656565"/>
                </a:solidFill>
                <a:effectLst/>
                <a:latin typeface="+mn-ea"/>
                <a:cs typeface="Times New Roman" panose="02020603050405020304" pitchFamily="18" charset="0"/>
              </a:rPr>
              <a:t>k</a:t>
            </a:r>
            <a:r>
              <a:rPr lang="zh-CN" altLang="zh-CN" sz="1800" kern="100" dirty="0">
                <a:solidFill>
                  <a:srgbClr val="656565"/>
                </a:solidFill>
                <a:effectLst/>
                <a:latin typeface="+mn-ea"/>
                <a:cs typeface="Times New Roman" panose="02020603050405020304" pitchFamily="18" charset="0"/>
              </a:rPr>
              <a:t>值可取</a:t>
            </a:r>
            <a:r>
              <a:rPr lang="en-US" altLang="zh-CN" sz="1800" kern="100" dirty="0">
                <a:solidFill>
                  <a:srgbClr val="656565"/>
                </a:solidFill>
                <a:effectLst/>
                <a:latin typeface="+mn-ea"/>
                <a:cs typeface="Times New Roman" panose="02020603050405020304" pitchFamily="18" charset="0"/>
              </a:rPr>
              <a:t>1</a:t>
            </a:r>
            <a:r>
              <a:rPr lang="zh-CN" altLang="zh-CN" sz="1800" kern="100" dirty="0">
                <a:solidFill>
                  <a:srgbClr val="656565"/>
                </a:solidFill>
                <a:effectLst/>
                <a:latin typeface="+mn-ea"/>
                <a:cs typeface="Times New Roman" panose="02020603050405020304" pitchFamily="18" charset="0"/>
              </a:rPr>
              <a:t>、</a:t>
            </a:r>
            <a:r>
              <a:rPr lang="en-US" altLang="zh-CN" sz="1800" kern="100" dirty="0">
                <a:solidFill>
                  <a:srgbClr val="656565"/>
                </a:solidFill>
                <a:effectLst/>
                <a:latin typeface="+mn-ea"/>
                <a:cs typeface="Times New Roman" panose="02020603050405020304" pitchFamily="18" charset="0"/>
              </a:rPr>
              <a:t>2</a:t>
            </a:r>
            <a:r>
              <a:rPr lang="zh-CN" altLang="zh-CN" sz="1800" kern="100" dirty="0">
                <a:solidFill>
                  <a:srgbClr val="656565"/>
                </a:solidFill>
                <a:effectLst/>
                <a:latin typeface="+mn-ea"/>
                <a:cs typeface="Times New Roman" panose="02020603050405020304" pitchFamily="18" charset="0"/>
              </a:rPr>
              <a:t>、</a:t>
            </a:r>
            <a:r>
              <a:rPr lang="en-US" altLang="zh-CN" sz="1800" kern="100" dirty="0">
                <a:solidFill>
                  <a:srgbClr val="656565"/>
                </a:solidFill>
                <a:effectLst/>
                <a:latin typeface="+mn-ea"/>
                <a:cs typeface="Times New Roman" panose="02020603050405020304" pitchFamily="18" charset="0"/>
              </a:rPr>
              <a:t>…</a:t>
            </a:r>
            <a:r>
              <a:rPr lang="zh-CN" altLang="zh-CN" sz="1800" kern="100" dirty="0">
                <a:solidFill>
                  <a:srgbClr val="656565"/>
                </a:solidFill>
                <a:effectLst/>
                <a:latin typeface="+mn-ea"/>
                <a:cs typeface="Times New Roman" panose="02020603050405020304" pitchFamily="18" charset="0"/>
              </a:rPr>
              <a:t>、</a:t>
            </a:r>
            <a:r>
              <a:rPr lang="en-US" altLang="zh-CN" sz="1800" kern="100" dirty="0">
                <a:solidFill>
                  <a:srgbClr val="656565"/>
                </a:solidFill>
                <a:effectLst/>
                <a:latin typeface="+mn-ea"/>
                <a:cs typeface="Times New Roman" panose="02020603050405020304" pitchFamily="18" charset="0"/>
              </a:rPr>
              <a:t>n</a:t>
            </a:r>
            <a:r>
              <a:rPr lang="zh-CN" altLang="zh-CN" sz="1800" kern="100" dirty="0">
                <a:solidFill>
                  <a:srgbClr val="656565"/>
                </a:solidFill>
                <a:effectLst/>
                <a:latin typeface="+mn-ea"/>
                <a:cs typeface="Times New Roman" panose="02020603050405020304" pitchFamily="18" charset="0"/>
              </a:rPr>
              <a:t>，语句执行</a:t>
            </a:r>
            <a:r>
              <a:rPr lang="en-US" altLang="zh-CN" sz="1800" kern="100" dirty="0">
                <a:solidFill>
                  <a:srgbClr val="656565"/>
                </a:solidFill>
                <a:effectLst/>
                <a:latin typeface="+mn-ea"/>
                <a:cs typeface="Times New Roman" panose="02020603050405020304" pitchFamily="18" charset="0"/>
              </a:rPr>
              <a:t>2n</a:t>
            </a:r>
            <a:r>
              <a:rPr lang="zh-CN" altLang="zh-CN" sz="1800" kern="100" dirty="0">
                <a:solidFill>
                  <a:srgbClr val="656565"/>
                </a:solidFill>
                <a:effectLst/>
                <a:latin typeface="+mn-ea"/>
                <a:cs typeface="Times New Roman" panose="02020603050405020304" pitchFamily="18" charset="0"/>
              </a:rPr>
              <a:t>次；</a:t>
            </a:r>
            <a:r>
              <a:rPr lang="en-US" altLang="zh-CN" sz="1800" kern="100" dirty="0">
                <a:solidFill>
                  <a:srgbClr val="656565"/>
                </a:solidFill>
                <a:effectLst/>
                <a:latin typeface="+mn-ea"/>
                <a:cs typeface="Times New Roman" panose="02020603050405020304" pitchFamily="18" charset="0"/>
              </a:rPr>
              <a:t> </a:t>
            </a:r>
            <a:r>
              <a:rPr lang="en-US" altLang="zh-CN" sz="1800" kern="100" dirty="0" err="1">
                <a:solidFill>
                  <a:srgbClr val="656565"/>
                </a:solidFill>
                <a:effectLst/>
                <a:latin typeface="+mn-ea"/>
                <a:cs typeface="Times New Roman" panose="02020603050405020304" pitchFamily="18" charset="0"/>
              </a:rPr>
              <a:t>i</a:t>
            </a:r>
            <a:r>
              <a:rPr lang="zh-CN" altLang="zh-CN" sz="1800" kern="100" dirty="0">
                <a:solidFill>
                  <a:srgbClr val="656565"/>
                </a:solidFill>
                <a:effectLst/>
                <a:latin typeface="+mn-ea"/>
                <a:cs typeface="Times New Roman" panose="02020603050405020304" pitchFamily="18" charset="0"/>
              </a:rPr>
              <a:t>为</a:t>
            </a:r>
            <a:r>
              <a:rPr lang="en-US" altLang="zh-CN" sz="1800" kern="100" dirty="0">
                <a:solidFill>
                  <a:srgbClr val="656565"/>
                </a:solidFill>
                <a:effectLst/>
                <a:latin typeface="+mn-ea"/>
                <a:cs typeface="Times New Roman" panose="02020603050405020304" pitchFamily="18" charset="0"/>
              </a:rPr>
              <a:t>n</a:t>
            </a:r>
            <a:r>
              <a:rPr lang="zh-CN" altLang="zh-CN" sz="1800" kern="100" dirty="0">
                <a:solidFill>
                  <a:srgbClr val="656565"/>
                </a:solidFill>
                <a:effectLst/>
                <a:latin typeface="+mn-ea"/>
                <a:cs typeface="Times New Roman" panose="02020603050405020304" pitchFamily="18" charset="0"/>
              </a:rPr>
              <a:t>时，</a:t>
            </a:r>
            <a:r>
              <a:rPr lang="en-US" altLang="zh-CN" sz="1800" kern="100" dirty="0">
                <a:solidFill>
                  <a:srgbClr val="656565"/>
                </a:solidFill>
                <a:effectLst/>
                <a:latin typeface="+mn-ea"/>
                <a:cs typeface="Times New Roman" panose="02020603050405020304" pitchFamily="18" charset="0"/>
              </a:rPr>
              <a:t>j</a:t>
            </a:r>
            <a:r>
              <a:rPr lang="zh-CN" altLang="zh-CN" sz="1800" kern="100" dirty="0">
                <a:solidFill>
                  <a:srgbClr val="656565"/>
                </a:solidFill>
                <a:effectLst/>
                <a:latin typeface="+mn-ea"/>
                <a:cs typeface="Times New Roman" panose="02020603050405020304" pitchFamily="18" charset="0"/>
              </a:rPr>
              <a:t>可取</a:t>
            </a:r>
            <a:r>
              <a:rPr lang="en-US" altLang="zh-CN" sz="1800" kern="100" dirty="0">
                <a:solidFill>
                  <a:srgbClr val="656565"/>
                </a:solidFill>
                <a:effectLst/>
                <a:latin typeface="+mn-ea"/>
                <a:cs typeface="Times New Roman" panose="02020603050405020304" pitchFamily="18" charset="0"/>
              </a:rPr>
              <a:t>1</a:t>
            </a:r>
            <a:r>
              <a:rPr lang="zh-CN" altLang="zh-CN" sz="1800" kern="100" dirty="0">
                <a:solidFill>
                  <a:srgbClr val="656565"/>
                </a:solidFill>
                <a:effectLst/>
                <a:latin typeface="+mn-ea"/>
                <a:cs typeface="Times New Roman" panose="02020603050405020304" pitchFamily="18" charset="0"/>
              </a:rPr>
              <a:t>、</a:t>
            </a:r>
            <a:r>
              <a:rPr lang="en-US" altLang="zh-CN" sz="1800" kern="100" dirty="0">
                <a:solidFill>
                  <a:srgbClr val="656565"/>
                </a:solidFill>
                <a:effectLst/>
                <a:latin typeface="+mn-ea"/>
                <a:cs typeface="Times New Roman" panose="02020603050405020304" pitchFamily="18" charset="0"/>
              </a:rPr>
              <a:t>2</a:t>
            </a:r>
            <a:r>
              <a:rPr lang="zh-CN" altLang="zh-CN" sz="1800" kern="100" dirty="0">
                <a:solidFill>
                  <a:srgbClr val="656565"/>
                </a:solidFill>
                <a:effectLst/>
                <a:latin typeface="+mn-ea"/>
                <a:cs typeface="Times New Roman" panose="02020603050405020304" pitchFamily="18" charset="0"/>
              </a:rPr>
              <a:t>、</a:t>
            </a:r>
            <a:r>
              <a:rPr lang="en-US" altLang="zh-CN" sz="1800" kern="100" dirty="0">
                <a:solidFill>
                  <a:srgbClr val="656565"/>
                </a:solidFill>
                <a:effectLst/>
                <a:latin typeface="+mn-ea"/>
                <a:cs typeface="Times New Roman" panose="02020603050405020304" pitchFamily="18" charset="0"/>
              </a:rPr>
              <a:t>…</a:t>
            </a:r>
            <a:r>
              <a:rPr lang="zh-CN" altLang="zh-CN" sz="1800" kern="100" dirty="0">
                <a:solidFill>
                  <a:srgbClr val="656565"/>
                </a:solidFill>
                <a:effectLst/>
                <a:latin typeface="+mn-ea"/>
                <a:cs typeface="Times New Roman" panose="02020603050405020304" pitchFamily="18" charset="0"/>
              </a:rPr>
              <a:t>、</a:t>
            </a:r>
            <a:r>
              <a:rPr lang="en-US" altLang="zh-CN" sz="1800" kern="100" dirty="0">
                <a:solidFill>
                  <a:srgbClr val="656565"/>
                </a:solidFill>
                <a:effectLst/>
                <a:latin typeface="+mn-ea"/>
                <a:cs typeface="Times New Roman" panose="02020603050405020304" pitchFamily="18" charset="0"/>
              </a:rPr>
              <a:t>n</a:t>
            </a:r>
            <a:r>
              <a:rPr lang="zh-CN" altLang="zh-CN" sz="1800" kern="100" dirty="0">
                <a:solidFill>
                  <a:srgbClr val="656565"/>
                </a:solidFill>
                <a:effectLst/>
                <a:latin typeface="+mn-ea"/>
                <a:cs typeface="Times New Roman" panose="02020603050405020304" pitchFamily="18" charset="0"/>
              </a:rPr>
              <a:t>，语句执行</a:t>
            </a:r>
            <a:r>
              <a:rPr lang="en-US" altLang="zh-CN" sz="1800" kern="100" dirty="0" err="1">
                <a:solidFill>
                  <a:srgbClr val="656565"/>
                </a:solidFill>
                <a:effectLst/>
                <a:latin typeface="+mn-ea"/>
                <a:cs typeface="Times New Roman" panose="02020603050405020304" pitchFamily="18" charset="0"/>
              </a:rPr>
              <a:t>n×n</a:t>
            </a:r>
            <a:r>
              <a:rPr lang="zh-CN" altLang="zh-CN" sz="1800" kern="100" dirty="0">
                <a:solidFill>
                  <a:srgbClr val="656565"/>
                </a:solidFill>
                <a:effectLst/>
                <a:latin typeface="+mn-ea"/>
                <a:cs typeface="Times New Roman" panose="02020603050405020304" pitchFamily="18" charset="0"/>
              </a:rPr>
              <a:t>次，所以语句频度</a:t>
            </a:r>
            <a:r>
              <a:rPr lang="en-US" altLang="zh-CN" sz="1800" kern="100" dirty="0">
                <a:solidFill>
                  <a:srgbClr val="656565"/>
                </a:solidFill>
                <a:effectLst/>
                <a:latin typeface="+mn-ea"/>
                <a:cs typeface="Times New Roman" panose="02020603050405020304" pitchFamily="18" charset="0"/>
              </a:rPr>
              <a:t>=n</a:t>
            </a:r>
            <a:r>
              <a:rPr lang="en-US" altLang="zh-CN" sz="1800" kern="100" baseline="30000" dirty="0">
                <a:solidFill>
                  <a:srgbClr val="656565"/>
                </a:solidFill>
                <a:effectLst/>
                <a:latin typeface="+mn-ea"/>
                <a:cs typeface="Times New Roman" panose="02020603050405020304" pitchFamily="18" charset="0"/>
              </a:rPr>
              <a:t>2</a:t>
            </a:r>
            <a:r>
              <a:rPr lang="en-US" altLang="zh-CN" sz="1800" kern="100" dirty="0">
                <a:solidFill>
                  <a:srgbClr val="656565"/>
                </a:solidFill>
                <a:effectLst/>
                <a:latin typeface="+mn-ea"/>
                <a:cs typeface="Times New Roman" panose="02020603050405020304" pitchFamily="18" charset="0"/>
              </a:rPr>
              <a:t>(n+1)/2</a:t>
            </a:r>
            <a:r>
              <a:rPr lang="zh-CN" altLang="zh-CN" sz="1800" kern="100" dirty="0">
                <a:solidFill>
                  <a:srgbClr val="656565"/>
                </a:solidFill>
                <a:effectLst/>
                <a:latin typeface="+mn-ea"/>
                <a:cs typeface="Times New Roman" panose="02020603050405020304" pitchFamily="18" charset="0"/>
              </a:rPr>
              <a:t>。</a:t>
            </a:r>
            <a:endParaRPr lang="zh-CN" altLang="zh-CN" sz="1800" dirty="0">
              <a:solidFill>
                <a:srgbClr val="656565"/>
              </a:solidFill>
              <a:effectLst/>
              <a:latin typeface="+mn-ea"/>
              <a:cs typeface="宋体" panose="02010600030101010101" pitchFamily="2" charset="-122"/>
            </a:endParaRPr>
          </a:p>
          <a:p>
            <a:pPr indent="266700" algn="just"/>
            <a:r>
              <a:rPr lang="en-US" altLang="zh-CN" sz="1800" kern="100" dirty="0">
                <a:solidFill>
                  <a:srgbClr val="656565"/>
                </a:solidFill>
                <a:effectLst/>
                <a:latin typeface="+mn-ea"/>
                <a:cs typeface="Times New Roman" panose="02020603050405020304" pitchFamily="18" charset="0"/>
              </a:rPr>
              <a:t>(3) </a:t>
            </a:r>
            <a:r>
              <a:rPr lang="en-US" altLang="zh-CN" sz="1800" kern="100" dirty="0" err="1">
                <a:solidFill>
                  <a:srgbClr val="656565"/>
                </a:solidFill>
                <a:effectLst/>
                <a:latin typeface="+mn-ea"/>
                <a:cs typeface="Times New Roman" panose="02020603050405020304" pitchFamily="18" charset="0"/>
              </a:rPr>
              <a:t>i</a:t>
            </a:r>
            <a:r>
              <a:rPr lang="zh-CN" altLang="zh-CN" sz="1800" kern="100" dirty="0">
                <a:solidFill>
                  <a:srgbClr val="656565"/>
                </a:solidFill>
                <a:effectLst/>
                <a:latin typeface="+mn-ea"/>
                <a:cs typeface="Times New Roman" panose="02020603050405020304" pitchFamily="18" charset="0"/>
              </a:rPr>
              <a:t>与</a:t>
            </a:r>
            <a:r>
              <a:rPr lang="en-US" altLang="zh-CN" sz="1800" kern="100" dirty="0">
                <a:solidFill>
                  <a:srgbClr val="656565"/>
                </a:solidFill>
                <a:effectLst/>
                <a:latin typeface="+mn-ea"/>
                <a:cs typeface="Times New Roman" panose="02020603050405020304" pitchFamily="18" charset="0"/>
              </a:rPr>
              <a:t>j</a:t>
            </a:r>
            <a:r>
              <a:rPr lang="zh-CN" altLang="zh-CN" sz="1800" kern="100" dirty="0">
                <a:solidFill>
                  <a:srgbClr val="656565"/>
                </a:solidFill>
                <a:effectLst/>
                <a:latin typeface="+mn-ea"/>
                <a:cs typeface="Times New Roman" panose="02020603050405020304" pitchFamily="18" charset="0"/>
              </a:rPr>
              <a:t>初始和为</a:t>
            </a:r>
            <a:r>
              <a:rPr lang="en-US" altLang="zh-CN" sz="1800" kern="100" dirty="0">
                <a:solidFill>
                  <a:srgbClr val="656565"/>
                </a:solidFill>
                <a:effectLst/>
                <a:latin typeface="+mn-ea"/>
                <a:cs typeface="Times New Roman" panose="02020603050405020304" pitchFamily="18" charset="0"/>
              </a:rPr>
              <a:t>1</a:t>
            </a:r>
            <a:r>
              <a:rPr lang="zh-CN" altLang="zh-CN" sz="1800" kern="100" dirty="0">
                <a:solidFill>
                  <a:srgbClr val="656565"/>
                </a:solidFill>
                <a:effectLst/>
                <a:latin typeface="+mn-ea"/>
                <a:cs typeface="Times New Roman" panose="02020603050405020304" pitchFamily="18" charset="0"/>
              </a:rPr>
              <a:t>，其后每循环一次</a:t>
            </a:r>
            <a:r>
              <a:rPr lang="en-US" altLang="zh-CN" sz="1800" kern="100" dirty="0" err="1">
                <a:solidFill>
                  <a:srgbClr val="656565"/>
                </a:solidFill>
                <a:effectLst/>
                <a:latin typeface="+mn-ea"/>
                <a:cs typeface="Times New Roman" panose="02020603050405020304" pitchFamily="18" charset="0"/>
              </a:rPr>
              <a:t>i</a:t>
            </a:r>
            <a:r>
              <a:rPr lang="zh-CN" altLang="zh-CN" sz="1800" kern="100" dirty="0">
                <a:solidFill>
                  <a:srgbClr val="656565"/>
                </a:solidFill>
                <a:effectLst/>
                <a:latin typeface="+mn-ea"/>
                <a:cs typeface="Times New Roman" panose="02020603050405020304" pitchFamily="18" charset="0"/>
              </a:rPr>
              <a:t>和</a:t>
            </a:r>
            <a:r>
              <a:rPr lang="en-US" altLang="zh-CN" sz="1800" kern="100" dirty="0">
                <a:solidFill>
                  <a:srgbClr val="656565"/>
                </a:solidFill>
                <a:effectLst/>
                <a:latin typeface="+mn-ea"/>
                <a:cs typeface="Times New Roman" panose="02020603050405020304" pitchFamily="18" charset="0"/>
              </a:rPr>
              <a:t>j</a:t>
            </a:r>
            <a:r>
              <a:rPr lang="zh-CN" altLang="zh-CN" sz="1800" kern="100" dirty="0">
                <a:solidFill>
                  <a:srgbClr val="656565"/>
                </a:solidFill>
                <a:effectLst/>
                <a:latin typeface="+mn-ea"/>
                <a:cs typeface="Times New Roman" panose="02020603050405020304" pitchFamily="18" charset="0"/>
              </a:rPr>
              <a:t>中有且仅有一个值增</a:t>
            </a:r>
            <a:r>
              <a:rPr lang="en-US" altLang="zh-CN" sz="1800" kern="100" dirty="0">
                <a:solidFill>
                  <a:srgbClr val="656565"/>
                </a:solidFill>
                <a:effectLst/>
                <a:latin typeface="+mn-ea"/>
                <a:cs typeface="Times New Roman" panose="02020603050405020304" pitchFamily="18" charset="0"/>
              </a:rPr>
              <a:t>1</a:t>
            </a:r>
            <a:r>
              <a:rPr lang="zh-CN" altLang="zh-CN" sz="1800" kern="100" dirty="0">
                <a:solidFill>
                  <a:srgbClr val="656565"/>
                </a:solidFill>
                <a:effectLst/>
                <a:latin typeface="+mn-ea"/>
                <a:cs typeface="Times New Roman" panose="02020603050405020304" pitchFamily="18" charset="0"/>
              </a:rPr>
              <a:t>，即</a:t>
            </a:r>
            <a:r>
              <a:rPr lang="en-US" altLang="zh-CN" sz="1800" kern="100" dirty="0" err="1">
                <a:solidFill>
                  <a:srgbClr val="656565"/>
                </a:solidFill>
                <a:effectLst/>
                <a:latin typeface="+mn-ea"/>
                <a:cs typeface="Times New Roman" panose="02020603050405020304" pitchFamily="18" charset="0"/>
              </a:rPr>
              <a:t>i</a:t>
            </a:r>
            <a:r>
              <a:rPr lang="zh-CN" altLang="zh-CN" sz="1800" kern="100" dirty="0">
                <a:solidFill>
                  <a:srgbClr val="656565"/>
                </a:solidFill>
                <a:effectLst/>
                <a:latin typeface="+mn-ea"/>
                <a:cs typeface="Times New Roman" panose="02020603050405020304" pitchFamily="18" charset="0"/>
              </a:rPr>
              <a:t>与</a:t>
            </a:r>
            <a:r>
              <a:rPr lang="en-US" altLang="zh-CN" sz="1800" kern="100" dirty="0">
                <a:solidFill>
                  <a:srgbClr val="656565"/>
                </a:solidFill>
                <a:effectLst/>
                <a:latin typeface="+mn-ea"/>
                <a:cs typeface="Times New Roman" panose="02020603050405020304" pitchFamily="18" charset="0"/>
              </a:rPr>
              <a:t>j</a:t>
            </a:r>
            <a:r>
              <a:rPr lang="zh-CN" altLang="zh-CN" sz="1800" kern="100" dirty="0">
                <a:solidFill>
                  <a:srgbClr val="656565"/>
                </a:solidFill>
                <a:effectLst/>
                <a:latin typeface="+mn-ea"/>
                <a:cs typeface="Times New Roman" panose="02020603050405020304" pitchFamily="18" charset="0"/>
              </a:rPr>
              <a:t>的和增</a:t>
            </a:r>
            <a:r>
              <a:rPr lang="en-US" altLang="zh-CN" sz="1800" kern="100" dirty="0">
                <a:solidFill>
                  <a:srgbClr val="656565"/>
                </a:solidFill>
                <a:effectLst/>
                <a:latin typeface="+mn-ea"/>
                <a:cs typeface="Times New Roman" panose="02020603050405020304" pitchFamily="18" charset="0"/>
              </a:rPr>
              <a:t>1</a:t>
            </a:r>
            <a:r>
              <a:rPr lang="zh-CN" altLang="zh-CN" sz="1800" kern="100" dirty="0">
                <a:solidFill>
                  <a:srgbClr val="656565"/>
                </a:solidFill>
                <a:effectLst/>
                <a:latin typeface="+mn-ea"/>
                <a:cs typeface="Times New Roman" panose="02020603050405020304" pitchFamily="18" charset="0"/>
              </a:rPr>
              <a:t>。由于循环条件为</a:t>
            </a:r>
            <a:r>
              <a:rPr lang="en-US" altLang="zh-CN" sz="1800" kern="100" dirty="0" err="1">
                <a:solidFill>
                  <a:srgbClr val="656565"/>
                </a:solidFill>
                <a:effectLst/>
                <a:latin typeface="+mn-ea"/>
                <a:cs typeface="Times New Roman" panose="02020603050405020304" pitchFamily="18" charset="0"/>
              </a:rPr>
              <a:t>i+j</a:t>
            </a:r>
            <a:r>
              <a:rPr lang="en-US" altLang="zh-CN" sz="1800" kern="100" dirty="0">
                <a:solidFill>
                  <a:srgbClr val="656565"/>
                </a:solidFill>
                <a:effectLst/>
                <a:latin typeface="+mn-ea"/>
                <a:cs typeface="Times New Roman" panose="02020603050405020304" pitchFamily="18" charset="0"/>
              </a:rPr>
              <a:t>&lt;=n</a:t>
            </a:r>
            <a:r>
              <a:rPr lang="zh-CN" altLang="zh-CN" sz="1800" kern="100" dirty="0">
                <a:solidFill>
                  <a:srgbClr val="656565"/>
                </a:solidFill>
                <a:effectLst/>
                <a:latin typeface="+mn-ea"/>
                <a:cs typeface="Times New Roman" panose="02020603050405020304" pitchFamily="18" charset="0"/>
              </a:rPr>
              <a:t>，因此循环共执行</a:t>
            </a:r>
            <a:r>
              <a:rPr lang="en-US" altLang="zh-CN" sz="1800" kern="100" dirty="0">
                <a:solidFill>
                  <a:srgbClr val="656565"/>
                </a:solidFill>
                <a:effectLst/>
                <a:latin typeface="+mn-ea"/>
                <a:cs typeface="Times New Roman" panose="02020603050405020304" pitchFamily="18" charset="0"/>
              </a:rPr>
              <a:t>n</a:t>
            </a:r>
            <a:r>
              <a:rPr lang="zh-CN" altLang="zh-CN" sz="1800" kern="100" dirty="0">
                <a:solidFill>
                  <a:srgbClr val="656565"/>
                </a:solidFill>
                <a:effectLst/>
                <a:latin typeface="+mn-ea"/>
                <a:cs typeface="Times New Roman" panose="02020603050405020304" pitchFamily="18" charset="0"/>
              </a:rPr>
              <a:t>次。所以，语句频度为</a:t>
            </a:r>
            <a:r>
              <a:rPr lang="en-US" altLang="zh-CN" sz="1800" kern="100" dirty="0">
                <a:solidFill>
                  <a:srgbClr val="656565"/>
                </a:solidFill>
                <a:effectLst/>
                <a:latin typeface="+mn-ea"/>
                <a:cs typeface="Times New Roman" panose="02020603050405020304" pitchFamily="18" charset="0"/>
              </a:rPr>
              <a:t>n</a:t>
            </a:r>
            <a:r>
              <a:rPr lang="zh-CN" altLang="zh-CN" sz="1800" kern="100" dirty="0">
                <a:solidFill>
                  <a:srgbClr val="656565"/>
                </a:solidFill>
                <a:effectLst/>
                <a:latin typeface="+mn-ea"/>
                <a:cs typeface="Times New Roman" panose="02020603050405020304" pitchFamily="18" charset="0"/>
              </a:rPr>
              <a:t>。</a:t>
            </a:r>
            <a:endParaRPr lang="zh-CN" altLang="zh-CN" sz="1800" dirty="0">
              <a:solidFill>
                <a:srgbClr val="656565"/>
              </a:solidFill>
              <a:effectLst/>
              <a:latin typeface="+mn-ea"/>
              <a:cs typeface="宋体" panose="02010600030101010101" pitchFamily="2" charset="-122"/>
            </a:endParaRPr>
          </a:p>
          <a:p>
            <a:pPr indent="266700" algn="just"/>
            <a:r>
              <a:rPr lang="en-US" altLang="zh-CN" sz="1800" kern="100" dirty="0">
                <a:solidFill>
                  <a:srgbClr val="656565"/>
                </a:solidFill>
                <a:effectLst/>
                <a:latin typeface="+mn-ea"/>
                <a:cs typeface="Times New Roman" panose="02020603050405020304" pitchFamily="18" charset="0"/>
              </a:rPr>
              <a:t>(4) </a:t>
            </a:r>
            <a:r>
              <a:rPr lang="zh-CN" altLang="zh-CN" sz="1800" kern="100" dirty="0">
                <a:solidFill>
                  <a:srgbClr val="656565"/>
                </a:solidFill>
                <a:effectLst/>
                <a:latin typeface="+mn-ea"/>
                <a:cs typeface="Times New Roman" panose="02020603050405020304" pitchFamily="18" charset="0"/>
              </a:rPr>
              <a:t>分析</a:t>
            </a:r>
            <a:r>
              <a:rPr lang="en-US" altLang="zh-CN" sz="1800" kern="100" dirty="0">
                <a:solidFill>
                  <a:srgbClr val="656565"/>
                </a:solidFill>
                <a:effectLst/>
                <a:latin typeface="+mn-ea"/>
                <a:cs typeface="Times New Roman" panose="02020603050405020304" pitchFamily="18" charset="0"/>
              </a:rPr>
              <a:t>y</a:t>
            </a:r>
            <a:r>
              <a:rPr lang="zh-CN" altLang="zh-CN" sz="1800" kern="100" dirty="0">
                <a:solidFill>
                  <a:srgbClr val="656565"/>
                </a:solidFill>
                <a:effectLst/>
                <a:latin typeface="+mn-ea"/>
                <a:cs typeface="Times New Roman" panose="02020603050405020304" pitchFamily="18" charset="0"/>
              </a:rPr>
              <a:t>的初始值为</a:t>
            </a:r>
            <a:r>
              <a:rPr lang="en-US" altLang="zh-CN" sz="1800" kern="100" dirty="0">
                <a:solidFill>
                  <a:srgbClr val="656565"/>
                </a:solidFill>
                <a:effectLst/>
                <a:latin typeface="+mn-ea"/>
                <a:cs typeface="Times New Roman" panose="02020603050405020304" pitchFamily="18" charset="0"/>
              </a:rPr>
              <a:t>100</a:t>
            </a:r>
            <a:r>
              <a:rPr lang="zh-CN" altLang="zh-CN" sz="1800" kern="100" dirty="0">
                <a:solidFill>
                  <a:srgbClr val="656565"/>
                </a:solidFill>
                <a:effectLst/>
                <a:latin typeface="+mn-ea"/>
                <a:cs typeface="Times New Roman" panose="02020603050405020304" pitchFamily="18" charset="0"/>
              </a:rPr>
              <a:t>，当</a:t>
            </a:r>
            <a:r>
              <a:rPr lang="en-US" altLang="zh-CN" sz="1800" kern="100" dirty="0">
                <a:solidFill>
                  <a:srgbClr val="656565"/>
                </a:solidFill>
                <a:effectLst/>
                <a:latin typeface="+mn-ea"/>
                <a:cs typeface="Times New Roman" panose="02020603050405020304" pitchFamily="18" charset="0"/>
              </a:rPr>
              <a:t>y≤0</a:t>
            </a:r>
            <a:r>
              <a:rPr lang="zh-CN" altLang="zh-CN" sz="1800" kern="100" dirty="0">
                <a:solidFill>
                  <a:srgbClr val="656565"/>
                </a:solidFill>
                <a:effectLst/>
                <a:latin typeface="+mn-ea"/>
                <a:cs typeface="Times New Roman" panose="02020603050405020304" pitchFamily="18" charset="0"/>
              </a:rPr>
              <a:t>时循环结束，</a:t>
            </a:r>
            <a:r>
              <a:rPr lang="en-US" altLang="zh-CN" sz="1800" kern="100" dirty="0">
                <a:solidFill>
                  <a:srgbClr val="656565"/>
                </a:solidFill>
                <a:effectLst/>
                <a:latin typeface="+mn-ea"/>
                <a:cs typeface="Times New Roman" panose="02020603050405020304" pitchFamily="18" charset="0"/>
              </a:rPr>
              <a:t>x++</a:t>
            </a:r>
            <a:r>
              <a:rPr lang="zh-CN" altLang="zh-CN" sz="1800" kern="100" dirty="0">
                <a:solidFill>
                  <a:srgbClr val="656565"/>
                </a:solidFill>
                <a:effectLst/>
                <a:latin typeface="+mn-ea"/>
                <a:cs typeface="Times New Roman" panose="02020603050405020304" pitchFamily="18" charset="0"/>
              </a:rPr>
              <a:t>每执行</a:t>
            </a:r>
            <a:r>
              <a:rPr lang="en-US" altLang="zh-CN" sz="1800" kern="100" dirty="0">
                <a:solidFill>
                  <a:srgbClr val="656565"/>
                </a:solidFill>
                <a:effectLst/>
                <a:latin typeface="+mn-ea"/>
                <a:cs typeface="Times New Roman" panose="02020603050405020304" pitchFamily="18" charset="0"/>
              </a:rPr>
              <a:t>10</a:t>
            </a:r>
            <a:r>
              <a:rPr lang="zh-CN" altLang="zh-CN" sz="1800" kern="100" dirty="0">
                <a:solidFill>
                  <a:srgbClr val="656565"/>
                </a:solidFill>
                <a:effectLst/>
                <a:latin typeface="+mn-ea"/>
                <a:cs typeface="Times New Roman" panose="02020603050405020304" pitchFamily="18" charset="0"/>
              </a:rPr>
              <a:t>次</a:t>
            </a:r>
            <a:r>
              <a:rPr lang="en-US" altLang="zh-CN" sz="1800" kern="100" dirty="0">
                <a:solidFill>
                  <a:srgbClr val="656565"/>
                </a:solidFill>
                <a:effectLst/>
                <a:latin typeface="+mn-ea"/>
                <a:cs typeface="Times New Roman" panose="02020603050405020304" pitchFamily="18" charset="0"/>
              </a:rPr>
              <a:t>y</a:t>
            </a:r>
            <a:r>
              <a:rPr lang="zh-CN" altLang="zh-CN" sz="1800" kern="100" dirty="0">
                <a:solidFill>
                  <a:srgbClr val="656565"/>
                </a:solidFill>
                <a:effectLst/>
                <a:latin typeface="+mn-ea"/>
                <a:cs typeface="Times New Roman" panose="02020603050405020304" pitchFamily="18" charset="0"/>
              </a:rPr>
              <a:t>减小</a:t>
            </a:r>
            <a:r>
              <a:rPr lang="en-US" altLang="zh-CN" sz="1800" kern="100" dirty="0">
                <a:solidFill>
                  <a:srgbClr val="656565"/>
                </a:solidFill>
                <a:effectLst/>
                <a:latin typeface="+mn-ea"/>
                <a:cs typeface="Times New Roman" panose="02020603050405020304" pitchFamily="18" charset="0"/>
              </a:rPr>
              <a:t>1</a:t>
            </a:r>
            <a:r>
              <a:rPr lang="zh-CN" altLang="zh-CN" sz="1800" kern="100" dirty="0">
                <a:solidFill>
                  <a:srgbClr val="656565"/>
                </a:solidFill>
                <a:effectLst/>
                <a:latin typeface="+mn-ea"/>
                <a:cs typeface="Times New Roman" panose="02020603050405020304" pitchFamily="18" charset="0"/>
              </a:rPr>
              <a:t>，所以</a:t>
            </a:r>
            <a:r>
              <a:rPr lang="en-US" altLang="zh-CN" sz="1800" kern="100" dirty="0">
                <a:solidFill>
                  <a:srgbClr val="656565"/>
                </a:solidFill>
                <a:effectLst/>
                <a:latin typeface="+mn-ea"/>
                <a:cs typeface="Times New Roman" panose="02020603050405020304" pitchFamily="18" charset="0"/>
              </a:rPr>
              <a:t>x+=1</a:t>
            </a:r>
            <a:r>
              <a:rPr lang="zh-CN" altLang="zh-CN" sz="1800" kern="100" dirty="0">
                <a:solidFill>
                  <a:srgbClr val="656565"/>
                </a:solidFill>
                <a:effectLst/>
                <a:latin typeface="+mn-ea"/>
                <a:cs typeface="Times New Roman" panose="02020603050405020304" pitchFamily="18" charset="0"/>
              </a:rPr>
              <a:t>的语句频度为</a:t>
            </a:r>
            <a:r>
              <a:rPr lang="en-US" altLang="zh-CN" sz="1800" kern="100" dirty="0">
                <a:solidFill>
                  <a:srgbClr val="656565"/>
                </a:solidFill>
                <a:effectLst/>
                <a:latin typeface="+mn-ea"/>
                <a:cs typeface="Times New Roman" panose="02020603050405020304" pitchFamily="18" charset="0"/>
              </a:rPr>
              <a:t>1000</a:t>
            </a:r>
            <a:r>
              <a:rPr lang="zh-CN" altLang="zh-CN" sz="1800" kern="100" dirty="0">
                <a:solidFill>
                  <a:srgbClr val="656565"/>
                </a:solidFill>
                <a:effectLst/>
                <a:latin typeface="+mn-ea"/>
                <a:cs typeface="Times New Roman" panose="02020603050405020304" pitchFamily="18" charset="0"/>
              </a:rPr>
              <a:t>。</a:t>
            </a:r>
            <a:endParaRPr lang="zh-CN" altLang="zh-CN" sz="1800" dirty="0">
              <a:solidFill>
                <a:srgbClr val="656565"/>
              </a:solidFill>
              <a:effectLst/>
              <a:latin typeface="+mn-ea"/>
              <a:cs typeface="宋体" panose="02010600030101010101" pitchFamily="2" charset="-122"/>
            </a:endParaRPr>
          </a:p>
        </p:txBody>
      </p:sp>
    </p:spTree>
  </p:cSld>
  <p:clrMapOvr>
    <a:masterClrMapping/>
  </p:clrMapOvr>
  <p:transition>
    <p:cover dir="d"/>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t>第</a:t>
            </a:r>
            <a:r>
              <a:rPr lang="zh-CN" altLang="en-US"/>
              <a:t>四节</a:t>
            </a:r>
            <a:endParaRPr lang="zh-CN" altLang="en-US"/>
          </a:p>
        </p:txBody>
      </p:sp>
      <p:sp>
        <p:nvSpPr>
          <p:cNvPr id="3" name="文本占位符 2"/>
          <p:cNvSpPr>
            <a:spLocks noGrp="1"/>
          </p:cNvSpPr>
          <p:nvPr>
            <p:ph type="body" sz="quarter" idx="11"/>
          </p:nvPr>
        </p:nvSpPr>
        <p:spPr/>
        <p:txBody>
          <a:bodyPr/>
          <a:lstStyle/>
          <a:p>
            <a:r>
              <a:rPr lang="zh-CN" altLang="en-US"/>
              <a:t>小结</a:t>
            </a:r>
            <a:endParaRPr lang="zh-CN" altLang="en-US"/>
          </a:p>
        </p:txBody>
      </p:sp>
    </p:spTree>
  </p:cSld>
  <p:clrMapOvr>
    <a:masterClrMapping/>
  </p:clrMapOvr>
  <p:transition>
    <p:cover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zh-CN" dirty="0">
                <a:solidFill>
                  <a:schemeClr val="accent2"/>
                </a:solidFill>
                <a:sym typeface="+mn-ea"/>
              </a:rPr>
              <a:t>小结</a:t>
            </a:r>
            <a:endParaRPr lang="zh-CN" altLang="zh-CN" dirty="0">
              <a:solidFill>
                <a:schemeClr val="accent2"/>
              </a:solidFill>
              <a:sym typeface="+mn-ea"/>
            </a:endParaRPr>
          </a:p>
        </p:txBody>
      </p:sp>
      <p:sp>
        <p:nvSpPr>
          <p:cNvPr id="4" name="灯片编号占位符 3"/>
          <p:cNvSpPr>
            <a:spLocks noGrp="1"/>
          </p:cNvSpPr>
          <p:nvPr>
            <p:ph type="sldNum" sz="quarter" idx="12"/>
          </p:nvPr>
        </p:nvSpPr>
        <p:spPr>
          <a:xfrm>
            <a:off x="9270000" y="6365239"/>
            <a:ext cx="2743200" cy="365125"/>
          </a:xfrm>
        </p:spPr>
        <p:txBody>
          <a:bodyPr/>
          <a:lstStyle/>
          <a:p>
            <a:fld id="{D96DE7E8-BD74-40B2-922D-194240FC5D5C}" type="slidenum">
              <a:rPr lang="zh-CN" altLang="en-US" smtClean="0"/>
            </a:fld>
            <a:endParaRPr lang="zh-CN" altLang="en-US"/>
          </a:p>
        </p:txBody>
      </p:sp>
      <p:sp>
        <p:nvSpPr>
          <p:cNvPr id="8" name="Shape 534"/>
          <p:cNvSpPr/>
          <p:nvPr/>
        </p:nvSpPr>
        <p:spPr>
          <a:xfrm>
            <a:off x="7005955" y="3009265"/>
            <a:ext cx="465455" cy="483235"/>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9340"/>
                </a:lnTo>
                <a:lnTo>
                  <a:pt x="0" y="13486"/>
                </a:lnTo>
                <a:lnTo>
                  <a:pt x="21600" y="21600"/>
                </a:lnTo>
                <a:cubicBezTo>
                  <a:pt x="21600" y="21600"/>
                  <a:pt x="21600" y="0"/>
                  <a:pt x="21600" y="0"/>
                </a:cubicBezTo>
                <a:close/>
              </a:path>
            </a:pathLst>
          </a:custGeom>
          <a:solidFill>
            <a:schemeClr val="dk2">
              <a:lumMod val="100000"/>
            </a:schemeClr>
          </a:solidFill>
          <a:ln w="12700" cap="flat">
            <a:noFill/>
            <a:miter lim="400000"/>
          </a:ln>
          <a:effectLst/>
        </p:spPr>
        <p:txBody>
          <a:bodyPr wrap="square" lIns="38096" tIns="38096" rIns="38096" bIns="38096" numCol="1" anchor="ctr">
            <a:noAutofit/>
          </a:bodyPr>
          <a:lstStyle/>
          <a:p>
            <a:pPr algn="ctr">
              <a:lnSpc>
                <a:spcPct val="120000"/>
              </a:lnSpc>
              <a:spcBef>
                <a:spcPts val="3375"/>
              </a:spcBef>
            </a:pPr>
            <a:endParaRPr sz="2275" dirty="0">
              <a:solidFill>
                <a:srgbClr val="000000"/>
              </a:solidFill>
              <a:latin typeface="+mn-lt"/>
              <a:cs typeface="+mn-ea"/>
              <a:sym typeface="+mn-lt"/>
            </a:endParaRPr>
          </a:p>
        </p:txBody>
      </p:sp>
      <p:sp>
        <p:nvSpPr>
          <p:cNvPr id="10" name="Shape 536"/>
          <p:cNvSpPr/>
          <p:nvPr/>
        </p:nvSpPr>
        <p:spPr>
          <a:xfrm>
            <a:off x="5007610" y="3009265"/>
            <a:ext cx="434340" cy="48323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9340"/>
                </a:lnTo>
                <a:lnTo>
                  <a:pt x="21600" y="13486"/>
                </a:lnTo>
                <a:lnTo>
                  <a:pt x="0" y="21600"/>
                </a:lnTo>
                <a:cubicBezTo>
                  <a:pt x="0" y="21600"/>
                  <a:pt x="0" y="0"/>
                  <a:pt x="0" y="0"/>
                </a:cubicBezTo>
                <a:close/>
              </a:path>
            </a:pathLst>
          </a:custGeom>
          <a:solidFill>
            <a:schemeClr val="dk2">
              <a:lumMod val="100000"/>
            </a:schemeClr>
          </a:solidFill>
          <a:ln w="12700" cap="flat">
            <a:noFill/>
            <a:miter lim="400000"/>
          </a:ln>
          <a:effectLst/>
        </p:spPr>
        <p:txBody>
          <a:bodyPr wrap="square" lIns="38096" tIns="38096" rIns="38096" bIns="38096" numCol="1" anchor="ctr">
            <a:noAutofit/>
          </a:bodyPr>
          <a:lstStyle/>
          <a:p>
            <a:pPr algn="ctr">
              <a:lnSpc>
                <a:spcPct val="120000"/>
              </a:lnSpc>
              <a:spcBef>
                <a:spcPts val="3375"/>
              </a:spcBef>
            </a:pPr>
            <a:endParaRPr sz="2275" dirty="0">
              <a:solidFill>
                <a:srgbClr val="000000"/>
              </a:solidFill>
              <a:latin typeface="+mn-lt"/>
              <a:cs typeface="+mn-ea"/>
              <a:sym typeface="+mn-lt"/>
            </a:endParaRPr>
          </a:p>
        </p:txBody>
      </p:sp>
      <p:sp>
        <p:nvSpPr>
          <p:cNvPr id="13" name="Shape 539"/>
          <p:cNvSpPr/>
          <p:nvPr/>
        </p:nvSpPr>
        <p:spPr>
          <a:xfrm>
            <a:off x="7128510" y="1939290"/>
            <a:ext cx="4479290" cy="483235"/>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21600"/>
                </a:lnTo>
                <a:lnTo>
                  <a:pt x="0" y="21600"/>
                </a:lnTo>
                <a:lnTo>
                  <a:pt x="0" y="0"/>
                </a:lnTo>
                <a:cubicBezTo>
                  <a:pt x="0" y="0"/>
                  <a:pt x="21600" y="0"/>
                  <a:pt x="21600" y="0"/>
                </a:cubicBezTo>
                <a:close/>
              </a:path>
            </a:pathLst>
          </a:custGeom>
          <a:solidFill>
            <a:schemeClr val="dk2">
              <a:lumMod val="100000"/>
            </a:schemeClr>
          </a:solidFill>
          <a:ln w="12700" cap="flat">
            <a:noFill/>
            <a:miter lim="400000"/>
          </a:ln>
          <a:effectLst/>
        </p:spPr>
        <p:txBody>
          <a:bodyPr wrap="square" lIns="38096" tIns="38096" rIns="38096" bIns="38096" numCol="1" anchor="ctr">
            <a:noAutofit/>
          </a:bodyPr>
          <a:lstStyle/>
          <a:p>
            <a:pPr algn="ctr">
              <a:lnSpc>
                <a:spcPct val="120000"/>
              </a:lnSpc>
              <a:spcBef>
                <a:spcPts val="3375"/>
              </a:spcBef>
            </a:pPr>
            <a:endParaRPr sz="2275" dirty="0">
              <a:solidFill>
                <a:srgbClr val="000000"/>
              </a:solidFill>
              <a:latin typeface="+mn-lt"/>
              <a:cs typeface="+mn-ea"/>
              <a:sym typeface="+mn-lt"/>
            </a:endParaRPr>
          </a:p>
        </p:txBody>
      </p:sp>
      <p:sp>
        <p:nvSpPr>
          <p:cNvPr id="14" name="Shape 540"/>
          <p:cNvSpPr/>
          <p:nvPr/>
        </p:nvSpPr>
        <p:spPr>
          <a:xfrm>
            <a:off x="6741160" y="1939290"/>
            <a:ext cx="695960" cy="64516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19997"/>
                </a:lnTo>
                <a:lnTo>
                  <a:pt x="2792" y="21600"/>
                </a:lnTo>
                <a:lnTo>
                  <a:pt x="21600" y="16183"/>
                </a:lnTo>
                <a:cubicBezTo>
                  <a:pt x="21600" y="16183"/>
                  <a:pt x="21600" y="0"/>
                  <a:pt x="21600" y="0"/>
                </a:cubicBezTo>
                <a:close/>
              </a:path>
            </a:pathLst>
          </a:custGeom>
          <a:solidFill>
            <a:schemeClr val="dk2">
              <a:lumMod val="100000"/>
            </a:schemeClr>
          </a:solidFill>
          <a:ln w="12700" cap="flat">
            <a:noFill/>
            <a:miter lim="400000"/>
          </a:ln>
          <a:effectLst/>
        </p:spPr>
        <p:txBody>
          <a:bodyPr wrap="square" lIns="38096" tIns="38096" rIns="38096" bIns="38096" numCol="1" anchor="ctr">
            <a:noAutofit/>
          </a:bodyPr>
          <a:lstStyle/>
          <a:p>
            <a:pPr algn="ctr">
              <a:lnSpc>
                <a:spcPct val="120000"/>
              </a:lnSpc>
              <a:spcBef>
                <a:spcPts val="3375"/>
              </a:spcBef>
            </a:pPr>
            <a:endParaRPr sz="2275" dirty="0">
              <a:solidFill>
                <a:srgbClr val="000000"/>
              </a:solidFill>
              <a:latin typeface="+mn-lt"/>
              <a:cs typeface="+mn-ea"/>
              <a:sym typeface="+mn-lt"/>
            </a:endParaRPr>
          </a:p>
        </p:txBody>
      </p:sp>
      <p:sp>
        <p:nvSpPr>
          <p:cNvPr id="16" name="Shape 542"/>
          <p:cNvSpPr/>
          <p:nvPr/>
        </p:nvSpPr>
        <p:spPr>
          <a:xfrm>
            <a:off x="1123315" y="1939290"/>
            <a:ext cx="4206240" cy="48323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0"/>
                </a:lnTo>
                <a:cubicBezTo>
                  <a:pt x="21600" y="0"/>
                  <a:pt x="0" y="0"/>
                  <a:pt x="0" y="0"/>
                </a:cubicBezTo>
                <a:close/>
              </a:path>
            </a:pathLst>
          </a:custGeom>
          <a:solidFill>
            <a:schemeClr val="dk2">
              <a:lumMod val="100000"/>
            </a:schemeClr>
          </a:solidFill>
          <a:ln w="12700" cap="flat">
            <a:noFill/>
            <a:miter lim="400000"/>
          </a:ln>
          <a:effectLst/>
        </p:spPr>
        <p:txBody>
          <a:bodyPr wrap="square" lIns="38096" tIns="38096" rIns="38096" bIns="38096" numCol="1" anchor="ctr">
            <a:noAutofit/>
          </a:bodyPr>
          <a:lstStyle/>
          <a:p>
            <a:pPr algn="ctr">
              <a:lnSpc>
                <a:spcPct val="120000"/>
              </a:lnSpc>
              <a:spcBef>
                <a:spcPts val="3375"/>
              </a:spcBef>
            </a:pPr>
            <a:endParaRPr sz="2275" dirty="0">
              <a:solidFill>
                <a:srgbClr val="000000"/>
              </a:solidFill>
              <a:latin typeface="+mn-lt"/>
              <a:cs typeface="+mn-ea"/>
              <a:sym typeface="+mn-lt"/>
            </a:endParaRPr>
          </a:p>
        </p:txBody>
      </p:sp>
      <p:sp>
        <p:nvSpPr>
          <p:cNvPr id="17" name="Shape 543"/>
          <p:cNvSpPr/>
          <p:nvPr/>
        </p:nvSpPr>
        <p:spPr>
          <a:xfrm>
            <a:off x="5062220" y="1939290"/>
            <a:ext cx="649605" cy="64516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19997"/>
                </a:lnTo>
                <a:lnTo>
                  <a:pt x="18808" y="21600"/>
                </a:lnTo>
                <a:lnTo>
                  <a:pt x="0" y="16183"/>
                </a:lnTo>
                <a:cubicBezTo>
                  <a:pt x="0" y="16183"/>
                  <a:pt x="0" y="0"/>
                  <a:pt x="0" y="0"/>
                </a:cubicBezTo>
                <a:close/>
              </a:path>
            </a:pathLst>
          </a:custGeom>
          <a:solidFill>
            <a:schemeClr val="dk2">
              <a:lumMod val="100000"/>
            </a:schemeClr>
          </a:solidFill>
          <a:ln w="12700" cap="flat">
            <a:noFill/>
            <a:miter lim="400000"/>
          </a:ln>
          <a:effectLst/>
        </p:spPr>
        <p:txBody>
          <a:bodyPr wrap="square" lIns="38096" tIns="38096" rIns="38096" bIns="38096" numCol="1" anchor="ctr">
            <a:noAutofit/>
          </a:bodyPr>
          <a:lstStyle/>
          <a:p>
            <a:pPr algn="ctr">
              <a:lnSpc>
                <a:spcPct val="120000"/>
              </a:lnSpc>
              <a:spcBef>
                <a:spcPts val="3375"/>
              </a:spcBef>
            </a:pPr>
            <a:endParaRPr sz="2275" dirty="0">
              <a:solidFill>
                <a:srgbClr val="000000"/>
              </a:solidFill>
              <a:latin typeface="+mn-lt"/>
              <a:cs typeface="+mn-ea"/>
              <a:sym typeface="+mn-lt"/>
            </a:endParaRPr>
          </a:p>
        </p:txBody>
      </p:sp>
      <p:sp>
        <p:nvSpPr>
          <p:cNvPr id="19" name="Shape 545"/>
          <p:cNvSpPr/>
          <p:nvPr/>
        </p:nvSpPr>
        <p:spPr>
          <a:xfrm>
            <a:off x="7118985" y="4119880"/>
            <a:ext cx="4519295" cy="483235"/>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0" y="0"/>
                </a:lnTo>
                <a:lnTo>
                  <a:pt x="0" y="21600"/>
                </a:lnTo>
                <a:cubicBezTo>
                  <a:pt x="0" y="21600"/>
                  <a:pt x="21600" y="21600"/>
                  <a:pt x="21600" y="21600"/>
                </a:cubicBezTo>
                <a:close/>
              </a:path>
            </a:pathLst>
          </a:custGeom>
          <a:solidFill>
            <a:schemeClr val="dk2">
              <a:lumMod val="100000"/>
            </a:schemeClr>
          </a:solidFill>
          <a:ln w="12700" cap="flat">
            <a:noFill/>
            <a:miter lim="400000"/>
          </a:ln>
          <a:effectLst/>
        </p:spPr>
        <p:txBody>
          <a:bodyPr wrap="square" lIns="38096" tIns="38096" rIns="38096" bIns="38096" numCol="1" anchor="ctr">
            <a:noAutofit/>
          </a:bodyPr>
          <a:lstStyle/>
          <a:p>
            <a:pPr algn="ctr">
              <a:lnSpc>
                <a:spcPct val="120000"/>
              </a:lnSpc>
              <a:spcBef>
                <a:spcPts val="3375"/>
              </a:spcBef>
            </a:pPr>
            <a:endParaRPr sz="2275" dirty="0">
              <a:solidFill>
                <a:srgbClr val="000000"/>
              </a:solidFill>
              <a:latin typeface="+mn-lt"/>
              <a:cs typeface="+mn-ea"/>
              <a:sym typeface="+mn-lt"/>
            </a:endParaRPr>
          </a:p>
        </p:txBody>
      </p:sp>
      <p:sp>
        <p:nvSpPr>
          <p:cNvPr id="20" name="Shape 546"/>
          <p:cNvSpPr/>
          <p:nvPr/>
        </p:nvSpPr>
        <p:spPr>
          <a:xfrm>
            <a:off x="6731635" y="3959225"/>
            <a:ext cx="695960" cy="64516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1603"/>
                </a:lnTo>
                <a:lnTo>
                  <a:pt x="2791" y="0"/>
                </a:lnTo>
                <a:lnTo>
                  <a:pt x="21600" y="5417"/>
                </a:lnTo>
                <a:cubicBezTo>
                  <a:pt x="21600" y="5417"/>
                  <a:pt x="21600" y="21600"/>
                  <a:pt x="21600" y="21600"/>
                </a:cubicBezTo>
                <a:close/>
              </a:path>
            </a:pathLst>
          </a:custGeom>
          <a:solidFill>
            <a:schemeClr val="dk2">
              <a:lumMod val="100000"/>
            </a:schemeClr>
          </a:solidFill>
          <a:ln w="12700" cap="flat">
            <a:noFill/>
            <a:miter lim="400000"/>
          </a:ln>
          <a:effectLst/>
        </p:spPr>
        <p:txBody>
          <a:bodyPr wrap="square" lIns="38096" tIns="38096" rIns="38096" bIns="38096" numCol="1" anchor="ctr">
            <a:noAutofit/>
          </a:bodyPr>
          <a:lstStyle/>
          <a:p>
            <a:pPr algn="ctr">
              <a:lnSpc>
                <a:spcPct val="120000"/>
              </a:lnSpc>
              <a:spcBef>
                <a:spcPts val="3375"/>
              </a:spcBef>
            </a:pPr>
            <a:endParaRPr sz="2275" dirty="0">
              <a:solidFill>
                <a:srgbClr val="000000"/>
              </a:solidFill>
              <a:latin typeface="+mn-lt"/>
              <a:cs typeface="+mn-ea"/>
              <a:sym typeface="+mn-lt"/>
            </a:endParaRPr>
          </a:p>
        </p:txBody>
      </p:sp>
      <p:sp>
        <p:nvSpPr>
          <p:cNvPr id="22" name="Shape 548"/>
          <p:cNvSpPr/>
          <p:nvPr/>
        </p:nvSpPr>
        <p:spPr>
          <a:xfrm>
            <a:off x="1127125" y="4119880"/>
            <a:ext cx="4196080" cy="48323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lnTo>
                  <a:pt x="21600" y="0"/>
                </a:lnTo>
                <a:lnTo>
                  <a:pt x="21600" y="21600"/>
                </a:lnTo>
                <a:cubicBezTo>
                  <a:pt x="21600" y="21600"/>
                  <a:pt x="0" y="21600"/>
                  <a:pt x="0" y="21600"/>
                </a:cubicBezTo>
                <a:close/>
              </a:path>
            </a:pathLst>
          </a:custGeom>
          <a:solidFill>
            <a:schemeClr val="dk2">
              <a:lumMod val="100000"/>
            </a:schemeClr>
          </a:solidFill>
          <a:ln w="12700" cap="flat">
            <a:noFill/>
            <a:miter lim="400000"/>
          </a:ln>
          <a:effectLst/>
        </p:spPr>
        <p:txBody>
          <a:bodyPr wrap="square" lIns="38096" tIns="38096" rIns="38096" bIns="38096" numCol="1" anchor="ctr">
            <a:noAutofit/>
          </a:bodyPr>
          <a:lstStyle/>
          <a:p>
            <a:pPr algn="ctr">
              <a:lnSpc>
                <a:spcPct val="120000"/>
              </a:lnSpc>
              <a:spcBef>
                <a:spcPts val="3375"/>
              </a:spcBef>
              <a:defRPr sz="2500">
                <a:latin typeface="Aller Light"/>
                <a:ea typeface="Aller Light"/>
                <a:cs typeface="Aller Light"/>
                <a:sym typeface="Aller Light"/>
              </a:defRPr>
            </a:pPr>
            <a:endParaRPr sz="2275" dirty="0">
              <a:solidFill>
                <a:srgbClr val="000000"/>
              </a:solidFill>
              <a:latin typeface="+mn-lt"/>
              <a:ea typeface="Stymie Std Light Italic" panose="02010600010101010101" charset="-122"/>
              <a:cs typeface="+mn-ea"/>
              <a:sym typeface="+mn-lt"/>
            </a:endParaRPr>
          </a:p>
        </p:txBody>
      </p:sp>
      <p:sp>
        <p:nvSpPr>
          <p:cNvPr id="23" name="Shape 549"/>
          <p:cNvSpPr/>
          <p:nvPr/>
        </p:nvSpPr>
        <p:spPr>
          <a:xfrm>
            <a:off x="5062220" y="3959225"/>
            <a:ext cx="649605" cy="64516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1603"/>
                </a:lnTo>
                <a:lnTo>
                  <a:pt x="18808" y="0"/>
                </a:lnTo>
                <a:lnTo>
                  <a:pt x="0" y="5417"/>
                </a:lnTo>
                <a:cubicBezTo>
                  <a:pt x="0" y="5417"/>
                  <a:pt x="0" y="21600"/>
                  <a:pt x="0" y="21600"/>
                </a:cubicBezTo>
                <a:close/>
              </a:path>
            </a:pathLst>
          </a:custGeom>
          <a:solidFill>
            <a:schemeClr val="dk2">
              <a:lumMod val="100000"/>
            </a:schemeClr>
          </a:solidFill>
          <a:ln w="12700" cap="flat">
            <a:noFill/>
            <a:miter lim="400000"/>
          </a:ln>
          <a:effectLst/>
        </p:spPr>
        <p:txBody>
          <a:bodyPr wrap="square" lIns="38096" tIns="38096" rIns="38096" bIns="38096" numCol="1" anchor="ctr">
            <a:noAutofit/>
          </a:bodyPr>
          <a:lstStyle/>
          <a:p>
            <a:pPr algn="ctr">
              <a:lnSpc>
                <a:spcPct val="120000"/>
              </a:lnSpc>
              <a:spcBef>
                <a:spcPts val="3375"/>
              </a:spcBef>
            </a:pPr>
            <a:endParaRPr sz="2275" dirty="0">
              <a:solidFill>
                <a:srgbClr val="000000"/>
              </a:solidFill>
              <a:latin typeface="+mn-lt"/>
              <a:cs typeface="+mn-ea"/>
              <a:sym typeface="+mn-lt"/>
            </a:endParaRPr>
          </a:p>
        </p:txBody>
      </p:sp>
      <p:sp>
        <p:nvSpPr>
          <p:cNvPr id="24" name="Shape 558"/>
          <p:cNvSpPr/>
          <p:nvPr/>
        </p:nvSpPr>
        <p:spPr>
          <a:xfrm>
            <a:off x="1127125" y="2110740"/>
            <a:ext cx="247650" cy="140335"/>
          </a:xfrm>
          <a:prstGeom prst="rect">
            <a:avLst/>
          </a:prstGeom>
          <a:solidFill>
            <a:schemeClr val="bg1"/>
          </a:solidFill>
          <a:ln w="12700" cap="flat">
            <a:solidFill>
              <a:schemeClr val="bg1"/>
            </a:solidFill>
            <a:miter lim="400000"/>
          </a:ln>
          <a:effectLst/>
        </p:spPr>
        <p:txBody>
          <a:bodyPr wrap="square" lIns="38096" tIns="38096" rIns="38096" bIns="38096" numCol="1" anchor="ctr">
            <a:noAutofit/>
          </a:bodyPr>
          <a:lstStyle/>
          <a:p>
            <a:pPr algn="ctr">
              <a:lnSpc>
                <a:spcPct val="120000"/>
              </a:lnSpc>
              <a:spcBef>
                <a:spcPts val="3375"/>
              </a:spcBef>
              <a:defRPr sz="2500">
                <a:latin typeface="Aller Light"/>
                <a:ea typeface="Aller Light"/>
                <a:cs typeface="Aller Light"/>
                <a:sym typeface="Aller Light"/>
              </a:defRPr>
            </a:pPr>
            <a:endParaRPr sz="2275" dirty="0">
              <a:solidFill>
                <a:srgbClr val="000000"/>
              </a:solidFill>
              <a:latin typeface="+mn-lt"/>
              <a:ea typeface="Stymie Std Light Italic" panose="02010600010101010101" charset="-122"/>
              <a:cs typeface="+mn-ea"/>
              <a:sym typeface="+mn-lt"/>
            </a:endParaRPr>
          </a:p>
        </p:txBody>
      </p:sp>
      <p:sp>
        <p:nvSpPr>
          <p:cNvPr id="25" name="Shape 562"/>
          <p:cNvSpPr/>
          <p:nvPr/>
        </p:nvSpPr>
        <p:spPr>
          <a:xfrm>
            <a:off x="1127125" y="3181985"/>
            <a:ext cx="247650" cy="140335"/>
          </a:xfrm>
          <a:prstGeom prst="rect">
            <a:avLst/>
          </a:prstGeom>
          <a:solidFill>
            <a:schemeClr val="bg1"/>
          </a:solidFill>
          <a:ln w="12700" cap="flat">
            <a:noFill/>
            <a:miter lim="400000"/>
          </a:ln>
          <a:effectLst/>
        </p:spPr>
        <p:txBody>
          <a:bodyPr wrap="square" lIns="38096" tIns="38096" rIns="38096" bIns="38096" numCol="1" anchor="ctr">
            <a:noAutofit/>
          </a:bodyPr>
          <a:lstStyle/>
          <a:p>
            <a:pPr algn="ctr">
              <a:lnSpc>
                <a:spcPct val="120000"/>
              </a:lnSpc>
              <a:spcBef>
                <a:spcPts val="3375"/>
              </a:spcBef>
              <a:defRPr sz="2500">
                <a:latin typeface="Aller Light"/>
                <a:ea typeface="Aller Light"/>
                <a:cs typeface="Aller Light"/>
                <a:sym typeface="Aller Light"/>
              </a:defRPr>
            </a:pPr>
            <a:endParaRPr sz="2275" dirty="0">
              <a:solidFill>
                <a:srgbClr val="000000"/>
              </a:solidFill>
              <a:latin typeface="+mn-lt"/>
              <a:ea typeface="Stymie Std Light Italic" panose="02010600010101010101" charset="-122"/>
              <a:cs typeface="+mn-ea"/>
              <a:sym typeface="+mn-lt"/>
            </a:endParaRPr>
          </a:p>
        </p:txBody>
      </p:sp>
      <p:sp>
        <p:nvSpPr>
          <p:cNvPr id="26" name="Shape 566"/>
          <p:cNvSpPr/>
          <p:nvPr/>
        </p:nvSpPr>
        <p:spPr>
          <a:xfrm>
            <a:off x="1127125" y="4302125"/>
            <a:ext cx="247650" cy="140335"/>
          </a:xfrm>
          <a:prstGeom prst="rect">
            <a:avLst/>
          </a:prstGeom>
          <a:solidFill>
            <a:schemeClr val="bg1"/>
          </a:solidFill>
          <a:ln w="12700" cap="flat">
            <a:noFill/>
            <a:miter lim="400000"/>
          </a:ln>
          <a:effectLst/>
        </p:spPr>
        <p:txBody>
          <a:bodyPr wrap="square" lIns="38096" tIns="38096" rIns="38096" bIns="38096" numCol="1" anchor="ctr">
            <a:noAutofit/>
          </a:bodyPr>
          <a:lstStyle/>
          <a:p>
            <a:pPr algn="ctr">
              <a:lnSpc>
                <a:spcPct val="120000"/>
              </a:lnSpc>
              <a:spcBef>
                <a:spcPts val="3375"/>
              </a:spcBef>
              <a:defRPr sz="2500">
                <a:latin typeface="Aller Light"/>
                <a:ea typeface="Aller Light"/>
                <a:cs typeface="Aller Light"/>
                <a:sym typeface="Aller Light"/>
              </a:defRPr>
            </a:pPr>
            <a:endParaRPr sz="2275" dirty="0">
              <a:solidFill>
                <a:srgbClr val="000000"/>
              </a:solidFill>
              <a:latin typeface="+mn-lt"/>
              <a:ea typeface="Stymie Std Light Italic" panose="02010600010101010101" charset="-122"/>
              <a:cs typeface="+mn-ea"/>
              <a:sym typeface="+mn-lt"/>
            </a:endParaRPr>
          </a:p>
        </p:txBody>
      </p:sp>
      <p:sp>
        <p:nvSpPr>
          <p:cNvPr id="27" name="Shape 568"/>
          <p:cNvSpPr/>
          <p:nvPr/>
        </p:nvSpPr>
        <p:spPr>
          <a:xfrm>
            <a:off x="11342370" y="2129790"/>
            <a:ext cx="265430" cy="140335"/>
          </a:xfrm>
          <a:prstGeom prst="rect">
            <a:avLst/>
          </a:prstGeom>
          <a:solidFill>
            <a:schemeClr val="bg1"/>
          </a:solidFill>
          <a:ln w="12700" cap="flat">
            <a:noFill/>
            <a:miter lim="400000"/>
          </a:ln>
          <a:effectLst/>
        </p:spPr>
        <p:txBody>
          <a:bodyPr wrap="square" lIns="38096" tIns="38096" rIns="38096" bIns="38096" numCol="1" anchor="ctr">
            <a:noAutofit/>
          </a:bodyPr>
          <a:lstStyle/>
          <a:p>
            <a:pPr algn="ctr">
              <a:lnSpc>
                <a:spcPct val="120000"/>
              </a:lnSpc>
              <a:spcBef>
                <a:spcPts val="3375"/>
              </a:spcBef>
              <a:defRPr sz="2500">
                <a:latin typeface="Aller Light"/>
                <a:ea typeface="Aller Light"/>
                <a:cs typeface="Aller Light"/>
                <a:sym typeface="Aller Light"/>
              </a:defRPr>
            </a:pPr>
            <a:endParaRPr sz="2275" dirty="0">
              <a:solidFill>
                <a:srgbClr val="000000"/>
              </a:solidFill>
              <a:latin typeface="+mn-lt"/>
              <a:ea typeface="Stymie Std Light Italic" panose="02010600010101010101" charset="-122"/>
              <a:cs typeface="+mn-ea"/>
              <a:sym typeface="+mn-lt"/>
            </a:endParaRPr>
          </a:p>
        </p:txBody>
      </p:sp>
      <p:sp>
        <p:nvSpPr>
          <p:cNvPr id="28" name="Shape 572"/>
          <p:cNvSpPr/>
          <p:nvPr/>
        </p:nvSpPr>
        <p:spPr>
          <a:xfrm>
            <a:off x="9476105" y="3185160"/>
            <a:ext cx="265430" cy="140335"/>
          </a:xfrm>
          <a:prstGeom prst="rect">
            <a:avLst/>
          </a:prstGeom>
          <a:solidFill>
            <a:schemeClr val="bg1"/>
          </a:solidFill>
          <a:ln w="12700" cap="flat">
            <a:noFill/>
            <a:miter lim="400000"/>
          </a:ln>
          <a:effectLst/>
        </p:spPr>
        <p:txBody>
          <a:bodyPr wrap="square" lIns="38096" tIns="38096" rIns="38096" bIns="38096" numCol="1" anchor="ctr">
            <a:noAutofit/>
          </a:bodyPr>
          <a:lstStyle/>
          <a:p>
            <a:pPr algn="ctr">
              <a:lnSpc>
                <a:spcPct val="120000"/>
              </a:lnSpc>
              <a:spcBef>
                <a:spcPts val="3375"/>
              </a:spcBef>
              <a:defRPr sz="2500">
                <a:latin typeface="Aller Light"/>
                <a:ea typeface="Aller Light"/>
                <a:cs typeface="Aller Light"/>
                <a:sym typeface="Aller Light"/>
              </a:defRPr>
            </a:pPr>
            <a:endParaRPr sz="2275" dirty="0">
              <a:solidFill>
                <a:srgbClr val="000000"/>
              </a:solidFill>
              <a:latin typeface="+mn-lt"/>
              <a:ea typeface="Stymie Std Light Italic" panose="02010600010101010101" charset="-122"/>
              <a:cs typeface="+mn-ea"/>
              <a:sym typeface="+mn-lt"/>
            </a:endParaRPr>
          </a:p>
        </p:txBody>
      </p:sp>
      <p:sp>
        <p:nvSpPr>
          <p:cNvPr id="29" name="Shape 576"/>
          <p:cNvSpPr/>
          <p:nvPr/>
        </p:nvSpPr>
        <p:spPr>
          <a:xfrm>
            <a:off x="11372850" y="4302125"/>
            <a:ext cx="265430" cy="140335"/>
          </a:xfrm>
          <a:prstGeom prst="rect">
            <a:avLst/>
          </a:prstGeom>
          <a:solidFill>
            <a:schemeClr val="bg1"/>
          </a:solidFill>
          <a:ln w="12700" cap="flat">
            <a:noFill/>
            <a:miter lim="400000"/>
          </a:ln>
          <a:effectLst/>
        </p:spPr>
        <p:txBody>
          <a:bodyPr wrap="square" lIns="38096" tIns="38096" rIns="38096" bIns="38096" numCol="1" anchor="ctr">
            <a:noAutofit/>
          </a:bodyPr>
          <a:lstStyle/>
          <a:p>
            <a:pPr algn="ctr">
              <a:lnSpc>
                <a:spcPct val="120000"/>
              </a:lnSpc>
              <a:spcBef>
                <a:spcPts val="3375"/>
              </a:spcBef>
              <a:defRPr sz="2500">
                <a:latin typeface="Aller Light"/>
                <a:ea typeface="Aller Light"/>
                <a:cs typeface="Aller Light"/>
                <a:sym typeface="Aller Light"/>
              </a:defRPr>
            </a:pPr>
            <a:endParaRPr sz="2275" dirty="0">
              <a:solidFill>
                <a:srgbClr val="000000"/>
              </a:solidFill>
              <a:latin typeface="+mn-lt"/>
              <a:ea typeface="Stymie Std Light Italic" panose="02010600010101010101" charset="-122"/>
              <a:cs typeface="+mn-ea"/>
              <a:sym typeface="+mn-lt"/>
            </a:endParaRPr>
          </a:p>
        </p:txBody>
      </p:sp>
      <p:sp>
        <p:nvSpPr>
          <p:cNvPr id="30" name="Shape 551"/>
          <p:cNvSpPr/>
          <p:nvPr/>
        </p:nvSpPr>
        <p:spPr>
          <a:xfrm>
            <a:off x="5228807" y="2269837"/>
            <a:ext cx="1997728" cy="199772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2"/>
          </a:solidFill>
          <a:ln w="12700">
            <a:miter lim="400000"/>
          </a:ln>
        </p:spPr>
        <p:txBody>
          <a:bodyPr lIns="38096" tIns="38096" rIns="38096" bIns="38096" anchor="ctr"/>
          <a:lstStyle/>
          <a:p>
            <a:pPr algn="ctr">
              <a:lnSpc>
                <a:spcPct val="120000"/>
              </a:lnSpc>
              <a:spcBef>
                <a:spcPts val="3375"/>
              </a:spcBef>
              <a:defRPr sz="2500">
                <a:latin typeface="Aller Light"/>
                <a:ea typeface="Aller Light"/>
                <a:cs typeface="Aller Light"/>
                <a:sym typeface="Aller Light"/>
              </a:defRPr>
            </a:pPr>
            <a:endParaRPr sz="2275" dirty="0">
              <a:solidFill>
                <a:srgbClr val="000000"/>
              </a:solidFill>
              <a:latin typeface="+mn-lt"/>
              <a:ea typeface="Stymie Std Light Italic" panose="02010600010101010101" charset="-122"/>
              <a:cs typeface="+mn-ea"/>
              <a:sym typeface="+mn-lt"/>
            </a:endParaRPr>
          </a:p>
        </p:txBody>
      </p:sp>
      <p:sp>
        <p:nvSpPr>
          <p:cNvPr id="45" name="椭圆 44"/>
          <p:cNvSpPr/>
          <p:nvPr/>
        </p:nvSpPr>
        <p:spPr>
          <a:xfrm>
            <a:off x="5363154" y="2422513"/>
            <a:ext cx="1728600" cy="17286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lnSpc>
                <a:spcPct val="120000"/>
              </a:lnSpc>
              <a:spcBef>
                <a:spcPct val="0"/>
              </a:spcBef>
              <a:spcAft>
                <a:spcPct val="0"/>
              </a:spcAft>
            </a:pPr>
            <a:r>
              <a:rPr lang="zh-CN" altLang="en-US" sz="2700" b="1" dirty="0">
                <a:solidFill>
                  <a:srgbClr val="FFFFFF"/>
                </a:solidFill>
                <a:cs typeface="+mn-ea"/>
                <a:sym typeface="+mn-lt"/>
              </a:rPr>
              <a:t>小结</a:t>
            </a:r>
            <a:endParaRPr lang="zh-CN" altLang="en-US" sz="2700" b="1" dirty="0">
              <a:solidFill>
                <a:srgbClr val="FFFFFF"/>
              </a:solidFill>
              <a:cs typeface="+mn-ea"/>
              <a:sym typeface="+mn-lt"/>
            </a:endParaRPr>
          </a:p>
        </p:txBody>
      </p:sp>
      <p:sp>
        <p:nvSpPr>
          <p:cNvPr id="50" name="Text Placeholder 33"/>
          <p:cNvSpPr txBox="1"/>
          <p:nvPr/>
        </p:nvSpPr>
        <p:spPr>
          <a:xfrm>
            <a:off x="2050415" y="3116580"/>
            <a:ext cx="2378075" cy="306705"/>
          </a:xfrm>
          <a:prstGeom prst="rect">
            <a:avLst/>
          </a:prstGeom>
          <a:noFill/>
        </p:spPr>
        <p:txBody>
          <a:bodyPr wrap="square" rtlCol="0">
            <a:spAutoFit/>
          </a:bodyPr>
          <a:lstStyle>
            <a:defPPr>
              <a:defRPr lang="en-US"/>
            </a:defPPr>
            <a:lvl1pPr defTabSz="1219200">
              <a:lnSpc>
                <a:spcPct val="100000"/>
              </a:lnSpc>
              <a:spcBef>
                <a:spcPct val="20000"/>
              </a:spcBef>
              <a:defRPr sz="2800" b="1">
                <a:solidFill>
                  <a:srgbClr val="54578E"/>
                </a:solidFill>
                <a:latin typeface="Arial" panose="020B0604020202020204" pitchFamily="34" charset="0"/>
                <a:ea typeface="微软雅黑" panose="020B0503020204020204" charset="-122"/>
              </a:defRPr>
            </a:lvl1pPr>
          </a:lstStyle>
          <a:p>
            <a:r>
              <a:rPr lang="zh-CN" altLang="en-US" sz="1400" dirty="0">
                <a:solidFill>
                  <a:schemeClr val="bg1"/>
                </a:solidFill>
                <a:latin typeface="+mn-lt"/>
                <a:ea typeface="+mn-ea"/>
                <a:cs typeface="+mn-ea"/>
                <a:sym typeface="+mn-lt"/>
              </a:rPr>
              <a:t>商业策略</a:t>
            </a:r>
            <a:endParaRPr lang="en-AU" altLang="zh-CN" sz="1400" dirty="0">
              <a:solidFill>
                <a:schemeClr val="bg1"/>
              </a:solidFill>
              <a:latin typeface="+mn-lt"/>
              <a:ea typeface="+mn-ea"/>
              <a:cs typeface="+mn-ea"/>
              <a:sym typeface="+mn-lt"/>
            </a:endParaRPr>
          </a:p>
        </p:txBody>
      </p:sp>
      <p:sp>
        <p:nvSpPr>
          <p:cNvPr id="3" name="文本框 2"/>
          <p:cNvSpPr txBox="1"/>
          <p:nvPr/>
        </p:nvSpPr>
        <p:spPr>
          <a:xfrm>
            <a:off x="897890" y="2712720"/>
            <a:ext cx="4109720" cy="1322070"/>
          </a:xfrm>
          <a:prstGeom prst="rect">
            <a:avLst/>
          </a:prstGeom>
          <a:noFill/>
        </p:spPr>
        <p:txBody>
          <a:bodyPr wrap="square" rtlCol="0" anchor="t">
            <a:spAutoFit/>
          </a:bodyPr>
          <a:lstStyle/>
          <a:p>
            <a:r>
              <a:rPr lang="zh-CN" altLang="zh-CN" sz="1600" dirty="0">
                <a:sym typeface="+mn-ea"/>
              </a:rPr>
              <a:t>数据结构包括逻辑结构和存储结构两个方面。数据的逻辑结构分为集合、线性结构、树形结构和图形结构4种。数据的存储结构分为顺序存储结构、链式存储结构、索引存储结构和散列存储结构4种。</a:t>
            </a:r>
            <a:endParaRPr lang="zh-CN" altLang="zh-CN" sz="1600" dirty="0">
              <a:sym typeface="+mn-ea"/>
            </a:endParaRPr>
          </a:p>
        </p:txBody>
      </p:sp>
      <p:sp>
        <p:nvSpPr>
          <p:cNvPr id="5" name="文本框 4"/>
          <p:cNvSpPr txBox="1"/>
          <p:nvPr/>
        </p:nvSpPr>
        <p:spPr>
          <a:xfrm>
            <a:off x="7744460" y="2717165"/>
            <a:ext cx="3965575" cy="1322070"/>
          </a:xfrm>
          <a:prstGeom prst="rect">
            <a:avLst/>
          </a:prstGeom>
          <a:noFill/>
        </p:spPr>
        <p:txBody>
          <a:bodyPr wrap="square" rtlCol="0" anchor="t">
            <a:spAutoFit/>
          </a:bodyPr>
          <a:lstStyle/>
          <a:p>
            <a:r>
              <a:rPr lang="zh-CN" altLang="zh-CN" sz="1600" dirty="0">
                <a:sym typeface="+mn-ea"/>
              </a:rPr>
              <a:t>集合中的数据元素是相互独立的，在线性结构中数据元素具有“一对一”的关系，在树形结构中数据元素具有“一对多”的关系，在图形结构中数据元素具有“多对多”的关系。</a:t>
            </a:r>
            <a:endParaRPr lang="zh-CN" altLang="zh-CN" sz="1600" dirty="0">
              <a:sym typeface="+mn-ea"/>
            </a:endParaRPr>
          </a:p>
        </p:txBody>
      </p:sp>
      <p:sp>
        <p:nvSpPr>
          <p:cNvPr id="6" name="文本框 5"/>
          <p:cNvSpPr txBox="1"/>
          <p:nvPr/>
        </p:nvSpPr>
        <p:spPr>
          <a:xfrm>
            <a:off x="1007110" y="4926965"/>
            <a:ext cx="4109720" cy="1076325"/>
          </a:xfrm>
          <a:prstGeom prst="rect">
            <a:avLst/>
          </a:prstGeom>
          <a:noFill/>
        </p:spPr>
        <p:txBody>
          <a:bodyPr wrap="square" rtlCol="0" anchor="t">
            <a:spAutoFit/>
          </a:bodyPr>
          <a:lstStyle/>
          <a:p>
            <a:r>
              <a:rPr lang="zh-CN" altLang="zh-CN" sz="1600" dirty="0">
                <a:sym typeface="+mn-ea"/>
              </a:rPr>
              <a:t>抽象数据类型描述了数据的特性和数据操作的语法规则，隐藏了数据的存储结构和操作的实现细节。在Python语言中抽象数据类型用抽象类的定义来实现。</a:t>
            </a:r>
            <a:endParaRPr lang="zh-CN" altLang="zh-CN" sz="1600" dirty="0">
              <a:sym typeface="+mn-ea"/>
            </a:endParaRPr>
          </a:p>
        </p:txBody>
      </p:sp>
      <p:sp>
        <p:nvSpPr>
          <p:cNvPr id="9" name="文本框 8"/>
          <p:cNvSpPr txBox="1"/>
          <p:nvPr/>
        </p:nvSpPr>
        <p:spPr>
          <a:xfrm>
            <a:off x="7672705" y="4980940"/>
            <a:ext cx="4109720" cy="829945"/>
          </a:xfrm>
          <a:prstGeom prst="rect">
            <a:avLst/>
          </a:prstGeom>
          <a:noFill/>
        </p:spPr>
        <p:txBody>
          <a:bodyPr wrap="square" rtlCol="0" anchor="t">
            <a:spAutoFit/>
          </a:bodyPr>
          <a:lstStyle/>
          <a:p>
            <a:pPr fontAlgn="auto">
              <a:lnSpc>
                <a:spcPct val="100000"/>
              </a:lnSpc>
            </a:pPr>
            <a:r>
              <a:rPr lang="zh-CN" altLang="zh-CN" sz="1600" dirty="0">
                <a:sym typeface="+mn-ea"/>
              </a:rPr>
              <a:t>算法的设计应该满足正确性、健壮性、高效率和可读性4个目标。</a:t>
            </a:r>
            <a:endParaRPr lang="zh-CN" altLang="zh-CN" sz="1600" dirty="0">
              <a:sym typeface="+mn-ea"/>
            </a:endParaRPr>
          </a:p>
          <a:p>
            <a:pPr fontAlgn="auto">
              <a:lnSpc>
                <a:spcPct val="100000"/>
              </a:lnSpc>
            </a:pPr>
            <a:endParaRPr lang="zh-CN" altLang="zh-CN" sz="1600" dirty="0">
              <a:sym typeface="+mn-ea"/>
            </a:endParaRPr>
          </a:p>
        </p:txBody>
      </p:sp>
      <p:sp>
        <p:nvSpPr>
          <p:cNvPr id="7" name="Shape 546"/>
          <p:cNvSpPr/>
          <p:nvPr/>
        </p:nvSpPr>
        <p:spPr>
          <a:xfrm rot="3000000">
            <a:off x="5888990" y="4302125"/>
            <a:ext cx="695960" cy="64516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1603"/>
                </a:lnTo>
                <a:lnTo>
                  <a:pt x="2791" y="0"/>
                </a:lnTo>
                <a:lnTo>
                  <a:pt x="21600" y="5417"/>
                </a:lnTo>
                <a:cubicBezTo>
                  <a:pt x="21600" y="5417"/>
                  <a:pt x="21600" y="21600"/>
                  <a:pt x="21600" y="21600"/>
                </a:cubicBezTo>
                <a:close/>
              </a:path>
            </a:pathLst>
          </a:custGeom>
          <a:solidFill>
            <a:schemeClr val="dk2">
              <a:lumMod val="100000"/>
            </a:schemeClr>
          </a:solidFill>
          <a:ln w="12700" cap="flat">
            <a:noFill/>
            <a:miter lim="400000"/>
          </a:ln>
          <a:effectLst/>
        </p:spPr>
        <p:txBody>
          <a:bodyPr wrap="square" lIns="38096" tIns="38096" rIns="38096" bIns="38096" numCol="1" anchor="ctr">
            <a:noAutofit/>
          </a:bodyPr>
          <a:p>
            <a:pPr algn="ctr">
              <a:lnSpc>
                <a:spcPct val="120000"/>
              </a:lnSpc>
              <a:spcBef>
                <a:spcPts val="3375"/>
              </a:spcBef>
            </a:pPr>
            <a:endParaRPr sz="2275" dirty="0">
              <a:solidFill>
                <a:srgbClr val="000000"/>
              </a:solidFill>
              <a:latin typeface="+mn-lt"/>
              <a:cs typeface="+mn-ea"/>
              <a:sym typeface="+mn-lt"/>
            </a:endParaRPr>
          </a:p>
        </p:txBody>
      </p:sp>
      <p:sp>
        <p:nvSpPr>
          <p:cNvPr id="12" name="文本框 11"/>
          <p:cNvSpPr txBox="1"/>
          <p:nvPr/>
        </p:nvSpPr>
        <p:spPr>
          <a:xfrm>
            <a:off x="5368925" y="5198745"/>
            <a:ext cx="2051050" cy="1322070"/>
          </a:xfrm>
          <a:prstGeom prst="rect">
            <a:avLst/>
          </a:prstGeom>
          <a:noFill/>
        </p:spPr>
        <p:txBody>
          <a:bodyPr wrap="square" rtlCol="0" anchor="t">
            <a:spAutoFit/>
          </a:bodyPr>
          <a:p>
            <a:pPr fontAlgn="auto">
              <a:lnSpc>
                <a:spcPct val="100000"/>
              </a:lnSpc>
            </a:pPr>
            <a:r>
              <a:rPr lang="zh-CN" altLang="zh-CN" sz="1600" dirty="0">
                <a:sym typeface="+mn-ea"/>
              </a:rPr>
              <a:t> 算法分析主要包括对时间复杂度和空间复杂度的分析，通常用大O表示法进行表示。</a:t>
            </a:r>
            <a:endParaRPr lang="zh-CN" altLang="zh-CN" sz="1600" dirty="0">
              <a:sym typeface="+mn-ea"/>
            </a:endParaRPr>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500"/>
                                        <p:tgtEl>
                                          <p:spTgt spid="2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500"/>
                                        <p:tgtEl>
                                          <p:spTgt spid="2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500"/>
                                        <p:tgtEl>
                                          <p:spTgt spid="2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ldLvl="0" animBg="1"/>
      <p:bldP spid="25" grpId="0" bldLvl="0" animBg="1"/>
      <p:bldP spid="26" grpId="0" bldLvl="0" animBg="1"/>
      <p:bldP spid="27" grpId="0" bldLvl="0" animBg="1"/>
      <p:bldP spid="28" grpId="0" bldLvl="0" animBg="1"/>
      <p:bldP spid="29"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p:txBody>
          <a:bodyPr/>
          <a:lstStyle/>
          <a:p>
            <a:r>
              <a:rPr lang="zh-CN" altLang="en-US"/>
              <a:t>谢谢观看</a:t>
            </a:r>
            <a:endParaRPr lang="zh-CN" altLang="en-US"/>
          </a:p>
        </p:txBody>
      </p:sp>
    </p:spTree>
  </p:cSld>
  <p:clrMapOvr>
    <a:masterClrMapping/>
  </p:clrMapOvr>
  <p:transition>
    <p:cover dir="d"/>
  </p:transition>
</p:sld>
</file>

<file path=ppt/tags/tag1.xml><?xml version="1.0" encoding="utf-8"?>
<p:tagLst xmlns:p="http://schemas.openxmlformats.org/presentationml/2006/main">
  <p:tag name="KSO_WM_UNIT_TABLE_BEAUTIFY" val="smartTable{18bdf605-615a-4b36-8bf0-8d8b34fb1811}"/>
  <p:tag name="TABLE_ENDDRAG_ORIGIN_RECT" val="650*377"/>
  <p:tag name="TABLE_ENDDRAG_RECT" val="243*126*650*377"/>
</p:tagLst>
</file>

<file path=ppt/tags/tag2.xml><?xml version="1.0" encoding="utf-8"?>
<p:tagLst xmlns:p="http://schemas.openxmlformats.org/presentationml/2006/main">
  <p:tag name="COMMONDATA" val="eyJoZGlkIjoiZjIzZmY5NjIxM2UzOGI5NTY2ZjhkMzIxODBjNDM3MGQifQ=="/>
</p:tagLst>
</file>

<file path=ppt/theme/theme1.xml><?xml version="1.0" encoding="utf-8"?>
<a:theme xmlns:a="http://schemas.openxmlformats.org/drawingml/2006/main" name="功能页">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内容样式">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5363</Words>
  <Application>WPS 演示</Application>
  <PresentationFormat>宽屏</PresentationFormat>
  <Paragraphs>434</Paragraphs>
  <Slides>32</Slides>
  <Notes>4</Notes>
  <HiddenSlides>0</HiddenSlides>
  <MMClips>0</MMClips>
  <ScaleCrop>false</ScaleCrop>
  <HeadingPairs>
    <vt:vector size="6" baseType="variant">
      <vt:variant>
        <vt:lpstr>已用的字体</vt:lpstr>
      </vt:variant>
      <vt:variant>
        <vt:i4>20</vt:i4>
      </vt:variant>
      <vt:variant>
        <vt:lpstr>主题</vt:lpstr>
      </vt:variant>
      <vt:variant>
        <vt:i4>2</vt:i4>
      </vt:variant>
      <vt:variant>
        <vt:lpstr>幻灯片标题</vt:lpstr>
      </vt:variant>
      <vt:variant>
        <vt:i4>32</vt:i4>
      </vt:variant>
    </vt:vector>
  </HeadingPairs>
  <TitlesOfParts>
    <vt:vector size="54" baseType="lpstr">
      <vt:lpstr>Arial</vt:lpstr>
      <vt:lpstr>宋体</vt:lpstr>
      <vt:lpstr>Wingdings</vt:lpstr>
      <vt:lpstr>微软雅黑</vt:lpstr>
      <vt:lpstr>Adobe 黑体 Std R</vt:lpstr>
      <vt:lpstr>Dotum</vt:lpstr>
      <vt:lpstr>Malgun Gothic</vt:lpstr>
      <vt:lpstr>黑体</vt:lpstr>
      <vt:lpstr>Arial Unicode MS</vt:lpstr>
      <vt:lpstr>等线</vt:lpstr>
      <vt:lpstr>Calibri</vt:lpstr>
      <vt:lpstr>Impact</vt:lpstr>
      <vt:lpstr>仿宋</vt:lpstr>
      <vt:lpstr>Times New Roman</vt:lpstr>
      <vt:lpstr>Cambria Math</vt:lpstr>
      <vt:lpstr>Aller Light</vt:lpstr>
      <vt:lpstr>Segoe Print</vt:lpstr>
      <vt:lpstr>汉仪雅酷黑简</vt:lpstr>
      <vt:lpstr>Century</vt:lpstr>
      <vt:lpstr>Stymie Std Light Italic</vt:lpstr>
      <vt:lpstr>功能页</vt:lpstr>
      <vt:lpstr>内容样式</vt:lpstr>
      <vt:lpstr>第1章 绪论 </vt:lpstr>
      <vt:lpstr>目录</vt:lpstr>
      <vt:lpstr>PowerPoint 演示文稿</vt:lpstr>
      <vt:lpstr>学习目的</vt:lpstr>
      <vt:lpstr>课程内容</vt:lpstr>
      <vt:lpstr>PowerPoint 演示文稿</vt:lpstr>
      <vt:lpstr>数据与数据结构</vt:lpstr>
      <vt:lpstr>数据与数据结构</vt:lpstr>
      <vt:lpstr>数据与数据结构</vt:lpstr>
      <vt:lpstr>数据与数据结构</vt:lpstr>
      <vt:lpstr>数据与数据结构</vt:lpstr>
      <vt:lpstr>数据类型</vt:lpstr>
      <vt:lpstr>数据类型</vt:lpstr>
      <vt:lpstr>抽象数据类型</vt:lpstr>
      <vt:lpstr>PowerPoint 演示文稿</vt:lpstr>
      <vt:lpstr>算法的概念</vt:lpstr>
      <vt:lpstr>算法的概念</vt:lpstr>
      <vt:lpstr>算法的概念</vt:lpstr>
      <vt:lpstr>算法描述</vt:lpstr>
      <vt:lpstr>算法描述</vt:lpstr>
      <vt:lpstr>PowerPoint 演示文稿</vt:lpstr>
      <vt:lpstr>算法分析</vt:lpstr>
      <vt:lpstr>算法分析</vt:lpstr>
      <vt:lpstr>算法分析</vt:lpstr>
      <vt:lpstr>算法分析</vt:lpstr>
      <vt:lpstr>算法分析</vt:lpstr>
      <vt:lpstr>算法描述</vt:lpstr>
      <vt:lpstr>算法描述</vt:lpstr>
      <vt:lpstr>算法描述</vt:lpstr>
      <vt:lpstr>PowerPoint 演示文稿</vt:lpstr>
      <vt:lpstr>小结</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王渌汀</dc:creator>
  <cp:lastModifiedBy>邝昊鹏</cp:lastModifiedBy>
  <cp:revision>39</cp:revision>
  <dcterms:created xsi:type="dcterms:W3CDTF">2021-03-21T07:29:00Z</dcterms:created>
  <dcterms:modified xsi:type="dcterms:W3CDTF">2025-09-24T13:11:13Z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4F5D98971D4F4E9BAC72AF816348C491</vt:lpwstr>
  </property>
</Properties>
</file>